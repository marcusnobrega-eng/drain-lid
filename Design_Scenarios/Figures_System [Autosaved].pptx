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58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62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5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Book5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H:\Other%20computers\Meu%20modelo%20Laptop\HIDRA&#218;LICA\Curvas_Cota_Vazao_Graficos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845384951881016"/>
          <c:y val="5.7060367454068242E-2"/>
          <c:w val="0.81254615048118983"/>
          <c:h val="0.7063786818314377"/>
        </c:manualLayout>
      </c:layout>
      <c:scatterChart>
        <c:scatterStyle val="smoothMarker"/>
        <c:varyColors val="0"/>
        <c:ser>
          <c:idx val="0"/>
          <c:order val="0"/>
          <c:tx>
            <c:strRef>
              <c:f>Sheet1!$K$3</c:f>
              <c:strCache>
                <c:ptCount val="1"/>
                <c:pt idx="0">
                  <c:v>Qp = 0.5 L/s</c:v>
                </c:pt>
              </c:strCache>
            </c:strRef>
          </c:tx>
          <c:spPr>
            <a:ln w="19050" cap="rnd">
              <a:solidFill>
                <a:srgbClr val="7030A0"/>
              </a:solidFill>
              <a:round/>
            </a:ln>
            <a:effectLst/>
          </c:spPr>
          <c:marker>
            <c:symbol val="none"/>
          </c:marker>
          <c:xVal>
            <c:numRef>
              <c:f>Sheet1!$J$4:$J$1084</c:f>
              <c:numCache>
                <c:formatCode>General</c:formatCode>
                <c:ptCount val="1081"/>
                <c:pt idx="0">
                  <c:v>0</c:v>
                </c:pt>
                <c:pt idx="1">
                  <c:v>2.7777777777777775E-3</c:v>
                </c:pt>
                <c:pt idx="2">
                  <c:v>5.5555555555555549E-3</c:v>
                </c:pt>
                <c:pt idx="3">
                  <c:v>8.3333333333333332E-3</c:v>
                </c:pt>
                <c:pt idx="4">
                  <c:v>1.111111111111111E-2</c:v>
                </c:pt>
                <c:pt idx="5">
                  <c:v>1.388888888888889E-2</c:v>
                </c:pt>
                <c:pt idx="6">
                  <c:v>1.6666666666666666E-2</c:v>
                </c:pt>
                <c:pt idx="7">
                  <c:v>1.9444444444444445E-2</c:v>
                </c:pt>
                <c:pt idx="8">
                  <c:v>2.222222222222222E-2</c:v>
                </c:pt>
                <c:pt idx="9">
                  <c:v>2.5000000000000001E-2</c:v>
                </c:pt>
                <c:pt idx="10">
                  <c:v>2.777777777777778E-2</c:v>
                </c:pt>
                <c:pt idx="11">
                  <c:v>3.0555555555555555E-2</c:v>
                </c:pt>
                <c:pt idx="12">
                  <c:v>3.3333333333333333E-2</c:v>
                </c:pt>
                <c:pt idx="13">
                  <c:v>3.6111111111111108E-2</c:v>
                </c:pt>
                <c:pt idx="14">
                  <c:v>3.888888888888889E-2</c:v>
                </c:pt>
                <c:pt idx="15">
                  <c:v>4.1666666666666664E-2</c:v>
                </c:pt>
                <c:pt idx="16">
                  <c:v>4.4444444444444439E-2</c:v>
                </c:pt>
                <c:pt idx="17">
                  <c:v>4.7222222222222228E-2</c:v>
                </c:pt>
                <c:pt idx="18">
                  <c:v>0.05</c:v>
                </c:pt>
                <c:pt idx="19">
                  <c:v>5.2777777777777778E-2</c:v>
                </c:pt>
                <c:pt idx="20">
                  <c:v>5.5555555555555559E-2</c:v>
                </c:pt>
                <c:pt idx="21">
                  <c:v>5.8333333333333334E-2</c:v>
                </c:pt>
                <c:pt idx="22">
                  <c:v>6.1111111111111109E-2</c:v>
                </c:pt>
                <c:pt idx="23">
                  <c:v>6.3888888888888898E-2</c:v>
                </c:pt>
                <c:pt idx="24">
                  <c:v>6.6666666666666666E-2</c:v>
                </c:pt>
                <c:pt idx="25">
                  <c:v>6.9444444444444448E-2</c:v>
                </c:pt>
                <c:pt idx="26">
                  <c:v>7.2222222222222215E-2</c:v>
                </c:pt>
                <c:pt idx="27">
                  <c:v>7.4999999999999997E-2</c:v>
                </c:pt>
                <c:pt idx="28">
                  <c:v>7.7777777777777779E-2</c:v>
                </c:pt>
                <c:pt idx="29">
                  <c:v>8.0555555555555547E-2</c:v>
                </c:pt>
                <c:pt idx="30">
                  <c:v>8.3333333333333329E-2</c:v>
                </c:pt>
                <c:pt idx="31">
                  <c:v>8.611111111111111E-2</c:v>
                </c:pt>
                <c:pt idx="32">
                  <c:v>8.8888888888888878E-2</c:v>
                </c:pt>
                <c:pt idx="33">
                  <c:v>9.166666666666666E-2</c:v>
                </c:pt>
                <c:pt idx="34">
                  <c:v>9.4444444444444456E-2</c:v>
                </c:pt>
                <c:pt idx="35">
                  <c:v>9.7222222222222224E-2</c:v>
                </c:pt>
                <c:pt idx="36">
                  <c:v>0.1</c:v>
                </c:pt>
                <c:pt idx="37">
                  <c:v>0.10277777777777779</c:v>
                </c:pt>
                <c:pt idx="38">
                  <c:v>0.10555555555555556</c:v>
                </c:pt>
                <c:pt idx="39">
                  <c:v>0.10833333333333334</c:v>
                </c:pt>
                <c:pt idx="40">
                  <c:v>0.11111111111111112</c:v>
                </c:pt>
                <c:pt idx="41">
                  <c:v>0.11388888888888889</c:v>
                </c:pt>
                <c:pt idx="42">
                  <c:v>0.11666666666666667</c:v>
                </c:pt>
                <c:pt idx="43">
                  <c:v>0.11944444444444445</c:v>
                </c:pt>
                <c:pt idx="44">
                  <c:v>0.12222222222222222</c:v>
                </c:pt>
                <c:pt idx="45">
                  <c:v>0.125</c:v>
                </c:pt>
                <c:pt idx="46">
                  <c:v>0.1277777777777778</c:v>
                </c:pt>
                <c:pt idx="47">
                  <c:v>0.13055555555555556</c:v>
                </c:pt>
                <c:pt idx="48">
                  <c:v>0.13333333333333333</c:v>
                </c:pt>
                <c:pt idx="49">
                  <c:v>0.1361111111111111</c:v>
                </c:pt>
                <c:pt idx="50">
                  <c:v>0.1388888888888889</c:v>
                </c:pt>
                <c:pt idx="51">
                  <c:v>0.14166666666666666</c:v>
                </c:pt>
                <c:pt idx="52">
                  <c:v>0.14444444444444443</c:v>
                </c:pt>
                <c:pt idx="53">
                  <c:v>0.14722222222222223</c:v>
                </c:pt>
                <c:pt idx="54">
                  <c:v>0.15</c:v>
                </c:pt>
                <c:pt idx="55">
                  <c:v>0.15277777777777776</c:v>
                </c:pt>
                <c:pt idx="56">
                  <c:v>0.15555555555555556</c:v>
                </c:pt>
                <c:pt idx="57">
                  <c:v>0.15833333333333333</c:v>
                </c:pt>
                <c:pt idx="58">
                  <c:v>0.16111111111111109</c:v>
                </c:pt>
                <c:pt idx="59">
                  <c:v>0.16388888888888889</c:v>
                </c:pt>
                <c:pt idx="60">
                  <c:v>0.16666666666666666</c:v>
                </c:pt>
                <c:pt idx="61">
                  <c:v>0.16944444444444443</c:v>
                </c:pt>
                <c:pt idx="62">
                  <c:v>0.17222222222222222</c:v>
                </c:pt>
                <c:pt idx="63">
                  <c:v>0.17499999999999999</c:v>
                </c:pt>
                <c:pt idx="64">
                  <c:v>0.17777777777777776</c:v>
                </c:pt>
                <c:pt idx="65">
                  <c:v>0.18055555555555555</c:v>
                </c:pt>
                <c:pt idx="66">
                  <c:v>0.18333333333333332</c:v>
                </c:pt>
                <c:pt idx="67">
                  <c:v>0.18611111111111109</c:v>
                </c:pt>
                <c:pt idx="68">
                  <c:v>0.18888888888888891</c:v>
                </c:pt>
                <c:pt idx="69">
                  <c:v>0.19166666666666668</c:v>
                </c:pt>
                <c:pt idx="70">
                  <c:v>0.19444444444444445</c:v>
                </c:pt>
                <c:pt idx="71">
                  <c:v>0.19722222222222224</c:v>
                </c:pt>
                <c:pt idx="72">
                  <c:v>0.2</c:v>
                </c:pt>
                <c:pt idx="73">
                  <c:v>0.20277777777777778</c:v>
                </c:pt>
                <c:pt idx="74">
                  <c:v>0.20555555555555557</c:v>
                </c:pt>
                <c:pt idx="75">
                  <c:v>0.20833333333333334</c:v>
                </c:pt>
                <c:pt idx="76">
                  <c:v>0.21111111111111111</c:v>
                </c:pt>
                <c:pt idx="77">
                  <c:v>0.21388888888888891</c:v>
                </c:pt>
                <c:pt idx="78">
                  <c:v>0.21666666666666667</c:v>
                </c:pt>
                <c:pt idx="79">
                  <c:v>0.21944444444444444</c:v>
                </c:pt>
                <c:pt idx="80">
                  <c:v>0.22222222222222224</c:v>
                </c:pt>
                <c:pt idx="81">
                  <c:v>0.22500000000000001</c:v>
                </c:pt>
                <c:pt idx="82">
                  <c:v>0.22777777777777777</c:v>
                </c:pt>
                <c:pt idx="83">
                  <c:v>0.23055555555555557</c:v>
                </c:pt>
                <c:pt idx="84">
                  <c:v>0.23333333333333334</c:v>
                </c:pt>
                <c:pt idx="85">
                  <c:v>0.2361111111111111</c:v>
                </c:pt>
                <c:pt idx="86">
                  <c:v>0.2388888888888889</c:v>
                </c:pt>
                <c:pt idx="87">
                  <c:v>0.24166666666666667</c:v>
                </c:pt>
                <c:pt idx="88">
                  <c:v>0.24444444444444444</c:v>
                </c:pt>
                <c:pt idx="89">
                  <c:v>0.24722222222222223</c:v>
                </c:pt>
                <c:pt idx="90">
                  <c:v>0.25</c:v>
                </c:pt>
                <c:pt idx="91">
                  <c:v>0.25277777777777777</c:v>
                </c:pt>
                <c:pt idx="92">
                  <c:v>0.25555555555555559</c:v>
                </c:pt>
                <c:pt idx="93">
                  <c:v>0.25833333333333336</c:v>
                </c:pt>
                <c:pt idx="94">
                  <c:v>0.26111111111111113</c:v>
                </c:pt>
                <c:pt idx="95">
                  <c:v>0.2638888888888889</c:v>
                </c:pt>
                <c:pt idx="96">
                  <c:v>0.26666666666666666</c:v>
                </c:pt>
                <c:pt idx="97">
                  <c:v>0.26944444444444449</c:v>
                </c:pt>
                <c:pt idx="98">
                  <c:v>0.2722222222222222</c:v>
                </c:pt>
                <c:pt idx="99">
                  <c:v>0.27500000000000002</c:v>
                </c:pt>
                <c:pt idx="100">
                  <c:v>0.27777777777777779</c:v>
                </c:pt>
                <c:pt idx="101">
                  <c:v>0.28055555555555556</c:v>
                </c:pt>
                <c:pt idx="102">
                  <c:v>0.28333333333333333</c:v>
                </c:pt>
                <c:pt idx="103">
                  <c:v>0.28611111111111115</c:v>
                </c:pt>
                <c:pt idx="104">
                  <c:v>0.28888888888888886</c:v>
                </c:pt>
                <c:pt idx="105">
                  <c:v>0.29166666666666669</c:v>
                </c:pt>
                <c:pt idx="106">
                  <c:v>0.29444444444444445</c:v>
                </c:pt>
                <c:pt idx="107">
                  <c:v>0.29722222222222222</c:v>
                </c:pt>
                <c:pt idx="108">
                  <c:v>0.3</c:v>
                </c:pt>
                <c:pt idx="109">
                  <c:v>0.30277777777777781</c:v>
                </c:pt>
                <c:pt idx="110">
                  <c:v>0.30555555555555552</c:v>
                </c:pt>
                <c:pt idx="111">
                  <c:v>0.30833333333333335</c:v>
                </c:pt>
                <c:pt idx="112">
                  <c:v>0.31111111111111112</c:v>
                </c:pt>
                <c:pt idx="113">
                  <c:v>0.31388888888888888</c:v>
                </c:pt>
                <c:pt idx="114">
                  <c:v>0.31666666666666665</c:v>
                </c:pt>
                <c:pt idx="115">
                  <c:v>0.31944444444444448</c:v>
                </c:pt>
                <c:pt idx="116">
                  <c:v>0.32222222222222219</c:v>
                </c:pt>
                <c:pt idx="117">
                  <c:v>0.32500000000000001</c:v>
                </c:pt>
                <c:pt idx="118">
                  <c:v>0.32777777777777778</c:v>
                </c:pt>
                <c:pt idx="119">
                  <c:v>0.33055555555555555</c:v>
                </c:pt>
                <c:pt idx="120">
                  <c:v>0.33333333333333331</c:v>
                </c:pt>
                <c:pt idx="121">
                  <c:v>0.33611111111111114</c:v>
                </c:pt>
                <c:pt idx="122">
                  <c:v>0.33888888888888885</c:v>
                </c:pt>
                <c:pt idx="123">
                  <c:v>0.34166666666666667</c:v>
                </c:pt>
                <c:pt idx="124">
                  <c:v>0.34444444444444444</c:v>
                </c:pt>
                <c:pt idx="125">
                  <c:v>0.34722222222222221</c:v>
                </c:pt>
                <c:pt idx="126">
                  <c:v>0.35</c:v>
                </c:pt>
                <c:pt idx="127">
                  <c:v>0.3527777777777778</c:v>
                </c:pt>
                <c:pt idx="128">
                  <c:v>0.35555555555555551</c:v>
                </c:pt>
                <c:pt idx="129">
                  <c:v>0.35833333333333334</c:v>
                </c:pt>
                <c:pt idx="130">
                  <c:v>0.3611111111111111</c:v>
                </c:pt>
                <c:pt idx="131">
                  <c:v>0.36388888888888887</c:v>
                </c:pt>
                <c:pt idx="132">
                  <c:v>0.36666666666666664</c:v>
                </c:pt>
                <c:pt idx="133">
                  <c:v>0.36944444444444446</c:v>
                </c:pt>
                <c:pt idx="134">
                  <c:v>0.37222222222222218</c:v>
                </c:pt>
                <c:pt idx="135">
                  <c:v>0.375</c:v>
                </c:pt>
                <c:pt idx="136">
                  <c:v>0.37777777777777782</c:v>
                </c:pt>
                <c:pt idx="137">
                  <c:v>0.38055555555555554</c:v>
                </c:pt>
                <c:pt idx="138">
                  <c:v>0.38333333333333336</c:v>
                </c:pt>
                <c:pt idx="139">
                  <c:v>0.38611111111111113</c:v>
                </c:pt>
                <c:pt idx="140">
                  <c:v>0.3888888888888889</c:v>
                </c:pt>
                <c:pt idx="141">
                  <c:v>0.39166666666666666</c:v>
                </c:pt>
                <c:pt idx="142">
                  <c:v>0.39444444444444449</c:v>
                </c:pt>
                <c:pt idx="143">
                  <c:v>0.3972222222222222</c:v>
                </c:pt>
                <c:pt idx="144">
                  <c:v>0.4</c:v>
                </c:pt>
                <c:pt idx="145">
                  <c:v>0.40277777777777779</c:v>
                </c:pt>
                <c:pt idx="146">
                  <c:v>0.40555555555555556</c:v>
                </c:pt>
                <c:pt idx="147">
                  <c:v>0.40833333333333333</c:v>
                </c:pt>
                <c:pt idx="148">
                  <c:v>0.41111111111111115</c:v>
                </c:pt>
                <c:pt idx="149">
                  <c:v>0.41388888888888886</c:v>
                </c:pt>
                <c:pt idx="150">
                  <c:v>0.41666666666666669</c:v>
                </c:pt>
                <c:pt idx="151">
                  <c:v>0.41944444444444445</c:v>
                </c:pt>
                <c:pt idx="152">
                  <c:v>0.42222222222222222</c:v>
                </c:pt>
                <c:pt idx="153">
                  <c:v>0.42499999999999999</c:v>
                </c:pt>
                <c:pt idx="154">
                  <c:v>0.42777777777777781</c:v>
                </c:pt>
                <c:pt idx="155">
                  <c:v>0.43055555555555552</c:v>
                </c:pt>
                <c:pt idx="156">
                  <c:v>0.43333333333333335</c:v>
                </c:pt>
                <c:pt idx="157">
                  <c:v>0.43611111111111112</c:v>
                </c:pt>
                <c:pt idx="158">
                  <c:v>0.43888888888888888</c:v>
                </c:pt>
                <c:pt idx="159">
                  <c:v>0.44166666666666665</c:v>
                </c:pt>
                <c:pt idx="160">
                  <c:v>0.44444444444444448</c:v>
                </c:pt>
                <c:pt idx="161">
                  <c:v>0.44722222222222219</c:v>
                </c:pt>
                <c:pt idx="162">
                  <c:v>0.45</c:v>
                </c:pt>
                <c:pt idx="163">
                  <c:v>0.45277777777777778</c:v>
                </c:pt>
                <c:pt idx="164">
                  <c:v>0.45555555555555555</c:v>
                </c:pt>
                <c:pt idx="165">
                  <c:v>0.45833333333333331</c:v>
                </c:pt>
                <c:pt idx="166">
                  <c:v>0.46111111111111114</c:v>
                </c:pt>
                <c:pt idx="167">
                  <c:v>0.46388888888888885</c:v>
                </c:pt>
                <c:pt idx="168">
                  <c:v>0.46666666666666667</c:v>
                </c:pt>
                <c:pt idx="169">
                  <c:v>0.46944444444444444</c:v>
                </c:pt>
                <c:pt idx="170">
                  <c:v>0.47222222222222221</c:v>
                </c:pt>
                <c:pt idx="171">
                  <c:v>0.47499999999999998</c:v>
                </c:pt>
                <c:pt idx="172">
                  <c:v>0.4777777777777778</c:v>
                </c:pt>
                <c:pt idx="173">
                  <c:v>0.48055555555555551</c:v>
                </c:pt>
                <c:pt idx="174">
                  <c:v>0.48333333333333334</c:v>
                </c:pt>
                <c:pt idx="175">
                  <c:v>0.4861111111111111</c:v>
                </c:pt>
                <c:pt idx="176">
                  <c:v>0.48888888888888887</c:v>
                </c:pt>
                <c:pt idx="177">
                  <c:v>0.49166666666666664</c:v>
                </c:pt>
                <c:pt idx="178">
                  <c:v>0.49444444444444446</c:v>
                </c:pt>
                <c:pt idx="179">
                  <c:v>0.49722222222222218</c:v>
                </c:pt>
                <c:pt idx="180">
                  <c:v>0.5</c:v>
                </c:pt>
                <c:pt idx="181">
                  <c:v>0.50277777777777777</c:v>
                </c:pt>
                <c:pt idx="182">
                  <c:v>0.50555555555555554</c:v>
                </c:pt>
                <c:pt idx="183">
                  <c:v>0.5083333333333333</c:v>
                </c:pt>
                <c:pt idx="184">
                  <c:v>0.51111111111111118</c:v>
                </c:pt>
                <c:pt idx="185">
                  <c:v>0.51388888888888884</c:v>
                </c:pt>
                <c:pt idx="186">
                  <c:v>0.51666666666666672</c:v>
                </c:pt>
                <c:pt idx="187">
                  <c:v>0.51944444444444449</c:v>
                </c:pt>
                <c:pt idx="188">
                  <c:v>0.52222222222222225</c:v>
                </c:pt>
                <c:pt idx="189">
                  <c:v>0.52500000000000002</c:v>
                </c:pt>
                <c:pt idx="190">
                  <c:v>0.52777777777777779</c:v>
                </c:pt>
                <c:pt idx="191">
                  <c:v>0.53055555555555556</c:v>
                </c:pt>
                <c:pt idx="192">
                  <c:v>0.53333333333333333</c:v>
                </c:pt>
                <c:pt idx="193">
                  <c:v>0.53611111111111109</c:v>
                </c:pt>
                <c:pt idx="194">
                  <c:v>0.53888888888888897</c:v>
                </c:pt>
                <c:pt idx="195">
                  <c:v>0.54166666666666663</c:v>
                </c:pt>
                <c:pt idx="196">
                  <c:v>0.5444444444444444</c:v>
                </c:pt>
                <c:pt idx="197">
                  <c:v>0.54722222222222228</c:v>
                </c:pt>
                <c:pt idx="198">
                  <c:v>0.55000000000000004</c:v>
                </c:pt>
                <c:pt idx="199">
                  <c:v>0.5527777777777777</c:v>
                </c:pt>
                <c:pt idx="200">
                  <c:v>0.55555555555555558</c:v>
                </c:pt>
                <c:pt idx="201">
                  <c:v>0.55833333333333335</c:v>
                </c:pt>
                <c:pt idx="202">
                  <c:v>0.56111111111111112</c:v>
                </c:pt>
                <c:pt idx="203">
                  <c:v>0.56388888888888888</c:v>
                </c:pt>
                <c:pt idx="204">
                  <c:v>0.56666666666666665</c:v>
                </c:pt>
                <c:pt idx="205">
                  <c:v>0.56944444444444442</c:v>
                </c:pt>
                <c:pt idx="206">
                  <c:v>0.5722222222222223</c:v>
                </c:pt>
                <c:pt idx="207">
                  <c:v>0.57499999999999996</c:v>
                </c:pt>
                <c:pt idx="208">
                  <c:v>0.57777777777777772</c:v>
                </c:pt>
                <c:pt idx="209">
                  <c:v>0.5805555555555556</c:v>
                </c:pt>
                <c:pt idx="210">
                  <c:v>0.58333333333333337</c:v>
                </c:pt>
                <c:pt idx="211">
                  <c:v>0.58611111111111103</c:v>
                </c:pt>
                <c:pt idx="212">
                  <c:v>0.58888888888888891</c:v>
                </c:pt>
                <c:pt idx="213">
                  <c:v>0.59166666666666667</c:v>
                </c:pt>
                <c:pt idx="214">
                  <c:v>0.59444444444444444</c:v>
                </c:pt>
                <c:pt idx="215">
                  <c:v>0.59722222222222221</c:v>
                </c:pt>
                <c:pt idx="216">
                  <c:v>0.6</c:v>
                </c:pt>
                <c:pt idx="217">
                  <c:v>0.60277777777777775</c:v>
                </c:pt>
                <c:pt idx="218">
                  <c:v>0.60555555555555562</c:v>
                </c:pt>
                <c:pt idx="219">
                  <c:v>0.60833333333333328</c:v>
                </c:pt>
                <c:pt idx="220">
                  <c:v>0.61111111111111105</c:v>
                </c:pt>
                <c:pt idx="221">
                  <c:v>0.61388888888888893</c:v>
                </c:pt>
                <c:pt idx="222">
                  <c:v>0.6166666666666667</c:v>
                </c:pt>
                <c:pt idx="223">
                  <c:v>0.61944444444444435</c:v>
                </c:pt>
                <c:pt idx="224">
                  <c:v>0.62222222222222223</c:v>
                </c:pt>
                <c:pt idx="225">
                  <c:v>0.625</c:v>
                </c:pt>
                <c:pt idx="226">
                  <c:v>0.62777777777777777</c:v>
                </c:pt>
                <c:pt idx="227">
                  <c:v>0.63055555555555565</c:v>
                </c:pt>
                <c:pt idx="228">
                  <c:v>0.6333333333333333</c:v>
                </c:pt>
                <c:pt idx="229">
                  <c:v>0.63611111111111107</c:v>
                </c:pt>
                <c:pt idx="230">
                  <c:v>0.63888888888888895</c:v>
                </c:pt>
                <c:pt idx="231">
                  <c:v>0.64166666666666672</c:v>
                </c:pt>
                <c:pt idx="232">
                  <c:v>0.64444444444444438</c:v>
                </c:pt>
                <c:pt idx="233">
                  <c:v>0.64722222222222225</c:v>
                </c:pt>
                <c:pt idx="234">
                  <c:v>0.65</c:v>
                </c:pt>
                <c:pt idx="235">
                  <c:v>0.65277777777777779</c:v>
                </c:pt>
                <c:pt idx="236">
                  <c:v>0.65555555555555556</c:v>
                </c:pt>
                <c:pt idx="237">
                  <c:v>0.65833333333333333</c:v>
                </c:pt>
                <c:pt idx="238">
                  <c:v>0.66111111111111109</c:v>
                </c:pt>
                <c:pt idx="239">
                  <c:v>0.66388888888888897</c:v>
                </c:pt>
                <c:pt idx="240">
                  <c:v>0.66666666666666663</c:v>
                </c:pt>
                <c:pt idx="241">
                  <c:v>0.6694444444444444</c:v>
                </c:pt>
                <c:pt idx="242">
                  <c:v>0.67222222222222228</c:v>
                </c:pt>
                <c:pt idx="243">
                  <c:v>0.67500000000000004</c:v>
                </c:pt>
                <c:pt idx="244">
                  <c:v>0.6777777777777777</c:v>
                </c:pt>
                <c:pt idx="245">
                  <c:v>0.68055555555555558</c:v>
                </c:pt>
                <c:pt idx="246">
                  <c:v>0.68333333333333335</c:v>
                </c:pt>
                <c:pt idx="247">
                  <c:v>0.68611111111111112</c:v>
                </c:pt>
                <c:pt idx="248">
                  <c:v>0.68888888888888888</c:v>
                </c:pt>
                <c:pt idx="249">
                  <c:v>0.69166666666666665</c:v>
                </c:pt>
                <c:pt idx="250">
                  <c:v>0.69444444444444442</c:v>
                </c:pt>
                <c:pt idx="251">
                  <c:v>0.6972222222222223</c:v>
                </c:pt>
                <c:pt idx="252">
                  <c:v>0.7</c:v>
                </c:pt>
                <c:pt idx="253">
                  <c:v>0.70277777777777772</c:v>
                </c:pt>
                <c:pt idx="254">
                  <c:v>0.7055555555555556</c:v>
                </c:pt>
                <c:pt idx="255">
                  <c:v>0.70833333333333337</c:v>
                </c:pt>
                <c:pt idx="256">
                  <c:v>0.71111111111111103</c:v>
                </c:pt>
                <c:pt idx="257">
                  <c:v>0.71388888888888891</c:v>
                </c:pt>
                <c:pt idx="258">
                  <c:v>0.71666666666666667</c:v>
                </c:pt>
                <c:pt idx="259">
                  <c:v>0.71944444444444444</c:v>
                </c:pt>
                <c:pt idx="260">
                  <c:v>0.72222222222222221</c:v>
                </c:pt>
                <c:pt idx="261">
                  <c:v>0.72499999999999998</c:v>
                </c:pt>
                <c:pt idx="262">
                  <c:v>0.72777777777777775</c:v>
                </c:pt>
                <c:pt idx="263">
                  <c:v>0.73055555555555562</c:v>
                </c:pt>
                <c:pt idx="264">
                  <c:v>0.73333333333333328</c:v>
                </c:pt>
                <c:pt idx="265">
                  <c:v>0.73611111111111105</c:v>
                </c:pt>
                <c:pt idx="266">
                  <c:v>0.73888888888888893</c:v>
                </c:pt>
                <c:pt idx="267">
                  <c:v>0.7416666666666667</c:v>
                </c:pt>
                <c:pt idx="268">
                  <c:v>0.74444444444444435</c:v>
                </c:pt>
                <c:pt idx="269">
                  <c:v>0.74722222222222223</c:v>
                </c:pt>
                <c:pt idx="270">
                  <c:v>0.75</c:v>
                </c:pt>
                <c:pt idx="271">
                  <c:v>0.75277777777777777</c:v>
                </c:pt>
                <c:pt idx="272">
                  <c:v>0.75555555555555565</c:v>
                </c:pt>
                <c:pt idx="273">
                  <c:v>0.7583333333333333</c:v>
                </c:pt>
                <c:pt idx="274">
                  <c:v>0.76111111111111107</c:v>
                </c:pt>
                <c:pt idx="275">
                  <c:v>0.76388888888888895</c:v>
                </c:pt>
                <c:pt idx="276">
                  <c:v>0.76666666666666672</c:v>
                </c:pt>
                <c:pt idx="277">
                  <c:v>0.76944444444444438</c:v>
                </c:pt>
                <c:pt idx="278">
                  <c:v>0.77222222222222225</c:v>
                </c:pt>
                <c:pt idx="279">
                  <c:v>0.77500000000000002</c:v>
                </c:pt>
                <c:pt idx="280">
                  <c:v>0.77777777777777779</c:v>
                </c:pt>
                <c:pt idx="281">
                  <c:v>0.78055555555555556</c:v>
                </c:pt>
                <c:pt idx="282">
                  <c:v>0.78333333333333333</c:v>
                </c:pt>
                <c:pt idx="283">
                  <c:v>0.78611111111111109</c:v>
                </c:pt>
                <c:pt idx="284">
                  <c:v>0.78888888888888897</c:v>
                </c:pt>
                <c:pt idx="285">
                  <c:v>0.79166666666666663</c:v>
                </c:pt>
                <c:pt idx="286">
                  <c:v>0.7944444444444444</c:v>
                </c:pt>
                <c:pt idx="287">
                  <c:v>0.79722222222222228</c:v>
                </c:pt>
                <c:pt idx="288">
                  <c:v>0.8</c:v>
                </c:pt>
                <c:pt idx="289">
                  <c:v>0.8027777777777777</c:v>
                </c:pt>
                <c:pt idx="290">
                  <c:v>0.80555555555555558</c:v>
                </c:pt>
                <c:pt idx="291">
                  <c:v>0.80833333333333335</c:v>
                </c:pt>
                <c:pt idx="292">
                  <c:v>0.81111111111111112</c:v>
                </c:pt>
                <c:pt idx="293">
                  <c:v>0.81388888888888888</c:v>
                </c:pt>
                <c:pt idx="294">
                  <c:v>0.81666666666666665</c:v>
                </c:pt>
                <c:pt idx="295">
                  <c:v>0.81944444444444442</c:v>
                </c:pt>
                <c:pt idx="296">
                  <c:v>0.8222222222222223</c:v>
                </c:pt>
                <c:pt idx="297">
                  <c:v>0.82499999999999996</c:v>
                </c:pt>
                <c:pt idx="298">
                  <c:v>0.82777777777777772</c:v>
                </c:pt>
                <c:pt idx="299">
                  <c:v>0.8305555555555556</c:v>
                </c:pt>
                <c:pt idx="300">
                  <c:v>0.83333333333333337</c:v>
                </c:pt>
                <c:pt idx="301">
                  <c:v>0.83611111111111103</c:v>
                </c:pt>
                <c:pt idx="302">
                  <c:v>0.83888888888888891</c:v>
                </c:pt>
                <c:pt idx="303">
                  <c:v>0.84166666666666667</c:v>
                </c:pt>
                <c:pt idx="304">
                  <c:v>0.84444444444444444</c:v>
                </c:pt>
                <c:pt idx="305">
                  <c:v>0.84722222222222221</c:v>
                </c:pt>
                <c:pt idx="306">
                  <c:v>0.85</c:v>
                </c:pt>
                <c:pt idx="307">
                  <c:v>0.85277777777777775</c:v>
                </c:pt>
                <c:pt idx="308">
                  <c:v>0.85555555555555562</c:v>
                </c:pt>
                <c:pt idx="309">
                  <c:v>0.85833333333333328</c:v>
                </c:pt>
                <c:pt idx="310">
                  <c:v>0.86111111111111105</c:v>
                </c:pt>
                <c:pt idx="311">
                  <c:v>0.86388888888888893</c:v>
                </c:pt>
                <c:pt idx="312">
                  <c:v>0.8666666666666667</c:v>
                </c:pt>
                <c:pt idx="313">
                  <c:v>0.86944444444444435</c:v>
                </c:pt>
                <c:pt idx="314">
                  <c:v>0.87222222222222223</c:v>
                </c:pt>
                <c:pt idx="315">
                  <c:v>0.875</c:v>
                </c:pt>
                <c:pt idx="316">
                  <c:v>0.87777777777777777</c:v>
                </c:pt>
                <c:pt idx="317">
                  <c:v>0.88055555555555565</c:v>
                </c:pt>
                <c:pt idx="318">
                  <c:v>0.8833333333333333</c:v>
                </c:pt>
                <c:pt idx="319">
                  <c:v>0.88611111111111107</c:v>
                </c:pt>
                <c:pt idx="320">
                  <c:v>0.88888888888888895</c:v>
                </c:pt>
                <c:pt idx="321">
                  <c:v>0.89166666666666672</c:v>
                </c:pt>
                <c:pt idx="322">
                  <c:v>0.89444444444444438</c:v>
                </c:pt>
                <c:pt idx="323">
                  <c:v>0.89722222222222225</c:v>
                </c:pt>
                <c:pt idx="324">
                  <c:v>0.9</c:v>
                </c:pt>
                <c:pt idx="325">
                  <c:v>0.90277777777777779</c:v>
                </c:pt>
                <c:pt idx="326">
                  <c:v>0.90555555555555556</c:v>
                </c:pt>
                <c:pt idx="327">
                  <c:v>0.90833333333333333</c:v>
                </c:pt>
                <c:pt idx="328">
                  <c:v>0.91111111111111109</c:v>
                </c:pt>
                <c:pt idx="329">
                  <c:v>0.91388888888888897</c:v>
                </c:pt>
                <c:pt idx="330">
                  <c:v>0.91666666666666663</c:v>
                </c:pt>
                <c:pt idx="331">
                  <c:v>0.9194444444444444</c:v>
                </c:pt>
                <c:pt idx="332">
                  <c:v>0.92222222222222228</c:v>
                </c:pt>
                <c:pt idx="333">
                  <c:v>0.92500000000000004</c:v>
                </c:pt>
                <c:pt idx="334">
                  <c:v>0.9277777777777777</c:v>
                </c:pt>
                <c:pt idx="335">
                  <c:v>0.93055555555555558</c:v>
                </c:pt>
                <c:pt idx="336">
                  <c:v>0.93333333333333335</c:v>
                </c:pt>
                <c:pt idx="337">
                  <c:v>0.93611111111111112</c:v>
                </c:pt>
                <c:pt idx="338">
                  <c:v>0.93888888888888888</c:v>
                </c:pt>
                <c:pt idx="339">
                  <c:v>0.94166666666666665</c:v>
                </c:pt>
                <c:pt idx="340">
                  <c:v>0.94444444444444442</c:v>
                </c:pt>
                <c:pt idx="341">
                  <c:v>0.9472222222222223</c:v>
                </c:pt>
                <c:pt idx="342">
                  <c:v>0.95</c:v>
                </c:pt>
                <c:pt idx="343">
                  <c:v>0.95277777777777772</c:v>
                </c:pt>
                <c:pt idx="344">
                  <c:v>0.9555555555555556</c:v>
                </c:pt>
                <c:pt idx="345">
                  <c:v>0.95833333333333337</c:v>
                </c:pt>
                <c:pt idx="346">
                  <c:v>0.96111111111111103</c:v>
                </c:pt>
                <c:pt idx="347">
                  <c:v>0.96388888888888891</c:v>
                </c:pt>
                <c:pt idx="348">
                  <c:v>0.96666666666666667</c:v>
                </c:pt>
                <c:pt idx="349">
                  <c:v>0.96944444444444444</c:v>
                </c:pt>
                <c:pt idx="350">
                  <c:v>0.97222222222222221</c:v>
                </c:pt>
                <c:pt idx="351">
                  <c:v>0.97499999999999998</c:v>
                </c:pt>
                <c:pt idx="352">
                  <c:v>0.97777777777777775</c:v>
                </c:pt>
                <c:pt idx="353">
                  <c:v>0.98055555555555562</c:v>
                </c:pt>
                <c:pt idx="354">
                  <c:v>0.98333333333333328</c:v>
                </c:pt>
                <c:pt idx="355">
                  <c:v>0.98611111111111105</c:v>
                </c:pt>
                <c:pt idx="356">
                  <c:v>0.98888888888888893</c:v>
                </c:pt>
                <c:pt idx="357">
                  <c:v>0.9916666666666667</c:v>
                </c:pt>
                <c:pt idx="358">
                  <c:v>0.99444444444444435</c:v>
                </c:pt>
                <c:pt idx="359">
                  <c:v>0.99722222222222223</c:v>
                </c:pt>
                <c:pt idx="360">
                  <c:v>1</c:v>
                </c:pt>
                <c:pt idx="361">
                  <c:v>1.0027777777777778</c:v>
                </c:pt>
                <c:pt idx="362">
                  <c:v>1.0055555555555555</c:v>
                </c:pt>
                <c:pt idx="363">
                  <c:v>1.0083333333333333</c:v>
                </c:pt>
                <c:pt idx="364">
                  <c:v>1.0111111111111111</c:v>
                </c:pt>
                <c:pt idx="365">
                  <c:v>1.0138888888888888</c:v>
                </c:pt>
                <c:pt idx="366">
                  <c:v>1.0166666666666666</c:v>
                </c:pt>
                <c:pt idx="367">
                  <c:v>1.0194444444444444</c:v>
                </c:pt>
                <c:pt idx="368">
                  <c:v>1.0222222222222224</c:v>
                </c:pt>
                <c:pt idx="369">
                  <c:v>1.0249999999999999</c:v>
                </c:pt>
                <c:pt idx="370">
                  <c:v>1.0277777777777777</c:v>
                </c:pt>
                <c:pt idx="371">
                  <c:v>1.0305555555555557</c:v>
                </c:pt>
                <c:pt idx="372">
                  <c:v>1.0333333333333334</c:v>
                </c:pt>
                <c:pt idx="373">
                  <c:v>1.036111111111111</c:v>
                </c:pt>
                <c:pt idx="374">
                  <c:v>1.038888888888889</c:v>
                </c:pt>
                <c:pt idx="375">
                  <c:v>1.0416666666666667</c:v>
                </c:pt>
                <c:pt idx="376">
                  <c:v>1.0444444444444445</c:v>
                </c:pt>
                <c:pt idx="377">
                  <c:v>1.0472222222222223</c:v>
                </c:pt>
                <c:pt idx="378">
                  <c:v>1.05</c:v>
                </c:pt>
                <c:pt idx="379">
                  <c:v>1.0527777777777778</c:v>
                </c:pt>
                <c:pt idx="380">
                  <c:v>1.0555555555555556</c:v>
                </c:pt>
                <c:pt idx="381">
                  <c:v>1.0583333333333333</c:v>
                </c:pt>
                <c:pt idx="382">
                  <c:v>1.0611111111111111</c:v>
                </c:pt>
                <c:pt idx="383">
                  <c:v>1.0638888888888889</c:v>
                </c:pt>
                <c:pt idx="384">
                  <c:v>1.0666666666666667</c:v>
                </c:pt>
                <c:pt idx="385">
                  <c:v>1.0694444444444444</c:v>
                </c:pt>
                <c:pt idx="386">
                  <c:v>1.0722222222222222</c:v>
                </c:pt>
                <c:pt idx="387">
                  <c:v>1.075</c:v>
                </c:pt>
                <c:pt idx="388">
                  <c:v>1.0777777777777779</c:v>
                </c:pt>
                <c:pt idx="389">
                  <c:v>1.0805555555555555</c:v>
                </c:pt>
                <c:pt idx="390">
                  <c:v>1.0833333333333333</c:v>
                </c:pt>
                <c:pt idx="391">
                  <c:v>1.0861111111111112</c:v>
                </c:pt>
                <c:pt idx="392">
                  <c:v>1.0888888888888888</c:v>
                </c:pt>
                <c:pt idx="393">
                  <c:v>1.0916666666666666</c:v>
                </c:pt>
                <c:pt idx="394">
                  <c:v>1.0944444444444446</c:v>
                </c:pt>
                <c:pt idx="395">
                  <c:v>1.0972222222222221</c:v>
                </c:pt>
                <c:pt idx="396">
                  <c:v>1.1000000000000001</c:v>
                </c:pt>
                <c:pt idx="397">
                  <c:v>1.1027777777777779</c:v>
                </c:pt>
                <c:pt idx="398">
                  <c:v>1.1055555555555554</c:v>
                </c:pt>
                <c:pt idx="399">
                  <c:v>1.1083333333333334</c:v>
                </c:pt>
                <c:pt idx="400">
                  <c:v>1.1111111111111112</c:v>
                </c:pt>
                <c:pt idx="401">
                  <c:v>1.1138888888888887</c:v>
                </c:pt>
                <c:pt idx="402">
                  <c:v>1.1166666666666667</c:v>
                </c:pt>
                <c:pt idx="403">
                  <c:v>1.1194444444444445</c:v>
                </c:pt>
                <c:pt idx="404">
                  <c:v>1.1222222222222222</c:v>
                </c:pt>
                <c:pt idx="405">
                  <c:v>1.125</c:v>
                </c:pt>
                <c:pt idx="406">
                  <c:v>1.1277777777777778</c:v>
                </c:pt>
                <c:pt idx="407">
                  <c:v>1.1305555555555555</c:v>
                </c:pt>
                <c:pt idx="408">
                  <c:v>1.1333333333333333</c:v>
                </c:pt>
                <c:pt idx="409">
                  <c:v>1.1361111111111113</c:v>
                </c:pt>
                <c:pt idx="410">
                  <c:v>1.1388888888888888</c:v>
                </c:pt>
                <c:pt idx="411">
                  <c:v>1.1416666666666666</c:v>
                </c:pt>
                <c:pt idx="412">
                  <c:v>1.1444444444444446</c:v>
                </c:pt>
                <c:pt idx="413">
                  <c:v>1.1472222222222221</c:v>
                </c:pt>
                <c:pt idx="414">
                  <c:v>1.1499999999999999</c:v>
                </c:pt>
                <c:pt idx="415">
                  <c:v>1.1527777777777779</c:v>
                </c:pt>
                <c:pt idx="416">
                  <c:v>1.1555555555555554</c:v>
                </c:pt>
                <c:pt idx="417">
                  <c:v>1.1583333333333334</c:v>
                </c:pt>
                <c:pt idx="418">
                  <c:v>1.1611111111111112</c:v>
                </c:pt>
                <c:pt idx="419">
                  <c:v>1.1638888888888888</c:v>
                </c:pt>
                <c:pt idx="420">
                  <c:v>1.1666666666666667</c:v>
                </c:pt>
                <c:pt idx="421">
                  <c:v>1.1694444444444445</c:v>
                </c:pt>
                <c:pt idx="422">
                  <c:v>1.1722222222222221</c:v>
                </c:pt>
                <c:pt idx="423">
                  <c:v>1.175</c:v>
                </c:pt>
                <c:pt idx="424">
                  <c:v>1.1777777777777778</c:v>
                </c:pt>
                <c:pt idx="425">
                  <c:v>1.1805555555555556</c:v>
                </c:pt>
                <c:pt idx="426">
                  <c:v>1.1833333333333333</c:v>
                </c:pt>
                <c:pt idx="427">
                  <c:v>1.1861111111111111</c:v>
                </c:pt>
                <c:pt idx="428">
                  <c:v>1.1888888888888889</c:v>
                </c:pt>
                <c:pt idx="429">
                  <c:v>1.1916666666666667</c:v>
                </c:pt>
                <c:pt idx="430">
                  <c:v>1.1944444444444444</c:v>
                </c:pt>
                <c:pt idx="431">
                  <c:v>1.1972222222222222</c:v>
                </c:pt>
                <c:pt idx="432">
                  <c:v>1.2</c:v>
                </c:pt>
                <c:pt idx="433">
                  <c:v>1.2027777777777779</c:v>
                </c:pt>
                <c:pt idx="434">
                  <c:v>1.2055555555555555</c:v>
                </c:pt>
                <c:pt idx="435">
                  <c:v>1.2083333333333333</c:v>
                </c:pt>
                <c:pt idx="436">
                  <c:v>1.2111111111111112</c:v>
                </c:pt>
                <c:pt idx="437">
                  <c:v>1.2138888888888888</c:v>
                </c:pt>
                <c:pt idx="438">
                  <c:v>1.2166666666666666</c:v>
                </c:pt>
                <c:pt idx="439">
                  <c:v>1.2194444444444446</c:v>
                </c:pt>
                <c:pt idx="440">
                  <c:v>1.2222222222222221</c:v>
                </c:pt>
                <c:pt idx="441">
                  <c:v>1.2250000000000001</c:v>
                </c:pt>
                <c:pt idx="442">
                  <c:v>1.2277777777777779</c:v>
                </c:pt>
                <c:pt idx="443">
                  <c:v>1.2305555555555554</c:v>
                </c:pt>
                <c:pt idx="444">
                  <c:v>1.2333333333333334</c:v>
                </c:pt>
                <c:pt idx="445">
                  <c:v>1.2361111111111112</c:v>
                </c:pt>
                <c:pt idx="446">
                  <c:v>1.2388888888888887</c:v>
                </c:pt>
                <c:pt idx="447">
                  <c:v>1.2416666666666667</c:v>
                </c:pt>
                <c:pt idx="448">
                  <c:v>1.2444444444444445</c:v>
                </c:pt>
                <c:pt idx="449">
                  <c:v>1.2472222222222222</c:v>
                </c:pt>
                <c:pt idx="450">
                  <c:v>1.25</c:v>
                </c:pt>
                <c:pt idx="451">
                  <c:v>1.2527777777777778</c:v>
                </c:pt>
                <c:pt idx="452">
                  <c:v>1.2555555555555555</c:v>
                </c:pt>
                <c:pt idx="453">
                  <c:v>1.2583333333333333</c:v>
                </c:pt>
                <c:pt idx="454">
                  <c:v>1.2611111111111113</c:v>
                </c:pt>
                <c:pt idx="455">
                  <c:v>1.2638888888888888</c:v>
                </c:pt>
                <c:pt idx="456">
                  <c:v>1.2666666666666666</c:v>
                </c:pt>
                <c:pt idx="457">
                  <c:v>1.2694444444444446</c:v>
                </c:pt>
                <c:pt idx="458">
                  <c:v>1.2722222222222221</c:v>
                </c:pt>
                <c:pt idx="459">
                  <c:v>1.2749999999999999</c:v>
                </c:pt>
                <c:pt idx="460">
                  <c:v>1.2777777777777779</c:v>
                </c:pt>
                <c:pt idx="461">
                  <c:v>1.2805555555555554</c:v>
                </c:pt>
                <c:pt idx="462">
                  <c:v>1.2833333333333334</c:v>
                </c:pt>
                <c:pt idx="463">
                  <c:v>1.2861111111111112</c:v>
                </c:pt>
                <c:pt idx="464">
                  <c:v>1.2888888888888888</c:v>
                </c:pt>
                <c:pt idx="465">
                  <c:v>1.2916666666666667</c:v>
                </c:pt>
                <c:pt idx="466">
                  <c:v>1.2944444444444445</c:v>
                </c:pt>
                <c:pt idx="467">
                  <c:v>1.2972222222222221</c:v>
                </c:pt>
                <c:pt idx="468">
                  <c:v>1.3</c:v>
                </c:pt>
                <c:pt idx="469">
                  <c:v>1.3027777777777778</c:v>
                </c:pt>
                <c:pt idx="470">
                  <c:v>1.3055555555555556</c:v>
                </c:pt>
                <c:pt idx="471">
                  <c:v>1.3083333333333333</c:v>
                </c:pt>
                <c:pt idx="472">
                  <c:v>1.3111111111111111</c:v>
                </c:pt>
                <c:pt idx="473">
                  <c:v>1.3138888888888889</c:v>
                </c:pt>
                <c:pt idx="474">
                  <c:v>1.3166666666666667</c:v>
                </c:pt>
                <c:pt idx="475">
                  <c:v>1.3194444444444444</c:v>
                </c:pt>
                <c:pt idx="476">
                  <c:v>1.3222222222222222</c:v>
                </c:pt>
                <c:pt idx="477">
                  <c:v>1.325</c:v>
                </c:pt>
                <c:pt idx="478">
                  <c:v>1.3277777777777779</c:v>
                </c:pt>
                <c:pt idx="479">
                  <c:v>1.3305555555555555</c:v>
                </c:pt>
                <c:pt idx="480">
                  <c:v>1.3333333333333333</c:v>
                </c:pt>
                <c:pt idx="481">
                  <c:v>1.3361111111111112</c:v>
                </c:pt>
                <c:pt idx="482">
                  <c:v>1.3388888888888888</c:v>
                </c:pt>
                <c:pt idx="483">
                  <c:v>1.3416666666666666</c:v>
                </c:pt>
                <c:pt idx="484">
                  <c:v>1.3444444444444446</c:v>
                </c:pt>
                <c:pt idx="485">
                  <c:v>1.3472222222222221</c:v>
                </c:pt>
                <c:pt idx="486">
                  <c:v>1.35</c:v>
                </c:pt>
                <c:pt idx="487">
                  <c:v>1.3527777777777779</c:v>
                </c:pt>
                <c:pt idx="488">
                  <c:v>1.3555555555555554</c:v>
                </c:pt>
                <c:pt idx="489">
                  <c:v>1.3583333333333334</c:v>
                </c:pt>
                <c:pt idx="490">
                  <c:v>1.3611111111111112</c:v>
                </c:pt>
                <c:pt idx="491">
                  <c:v>1.3638888888888887</c:v>
                </c:pt>
                <c:pt idx="492">
                  <c:v>1.3666666666666667</c:v>
                </c:pt>
                <c:pt idx="493">
                  <c:v>1.3694444444444445</c:v>
                </c:pt>
                <c:pt idx="494">
                  <c:v>1.3722222222222222</c:v>
                </c:pt>
                <c:pt idx="495">
                  <c:v>1.375</c:v>
                </c:pt>
                <c:pt idx="496">
                  <c:v>1.3777777777777778</c:v>
                </c:pt>
                <c:pt idx="497">
                  <c:v>1.3805555555555555</c:v>
                </c:pt>
                <c:pt idx="498">
                  <c:v>1.3833333333333333</c:v>
                </c:pt>
                <c:pt idx="499">
                  <c:v>1.3861111111111113</c:v>
                </c:pt>
                <c:pt idx="500">
                  <c:v>1.3888888888888888</c:v>
                </c:pt>
                <c:pt idx="501">
                  <c:v>1.3916666666666666</c:v>
                </c:pt>
                <c:pt idx="502">
                  <c:v>1.3944444444444446</c:v>
                </c:pt>
                <c:pt idx="503">
                  <c:v>1.3972222222222221</c:v>
                </c:pt>
                <c:pt idx="504">
                  <c:v>1.4</c:v>
                </c:pt>
                <c:pt idx="505">
                  <c:v>1.4027777777777779</c:v>
                </c:pt>
                <c:pt idx="506">
                  <c:v>1.4055555555555554</c:v>
                </c:pt>
                <c:pt idx="507">
                  <c:v>1.4083333333333334</c:v>
                </c:pt>
                <c:pt idx="508">
                  <c:v>1.4111111111111112</c:v>
                </c:pt>
                <c:pt idx="509">
                  <c:v>1.4138888888888888</c:v>
                </c:pt>
                <c:pt idx="510">
                  <c:v>1.4166666666666667</c:v>
                </c:pt>
                <c:pt idx="511">
                  <c:v>1.4194444444444445</c:v>
                </c:pt>
                <c:pt idx="512">
                  <c:v>1.4222222222222221</c:v>
                </c:pt>
                <c:pt idx="513">
                  <c:v>1.425</c:v>
                </c:pt>
                <c:pt idx="514">
                  <c:v>1.4277777777777778</c:v>
                </c:pt>
                <c:pt idx="515">
                  <c:v>1.4305555555555556</c:v>
                </c:pt>
                <c:pt idx="516">
                  <c:v>1.4333333333333333</c:v>
                </c:pt>
                <c:pt idx="517">
                  <c:v>1.4361111111111111</c:v>
                </c:pt>
                <c:pt idx="518">
                  <c:v>1.4388888888888889</c:v>
                </c:pt>
                <c:pt idx="519">
                  <c:v>1.4416666666666667</c:v>
                </c:pt>
                <c:pt idx="520">
                  <c:v>1.4444444444444444</c:v>
                </c:pt>
                <c:pt idx="521">
                  <c:v>1.4472222222222222</c:v>
                </c:pt>
                <c:pt idx="522">
                  <c:v>1.45</c:v>
                </c:pt>
                <c:pt idx="523">
                  <c:v>1.4527777777777779</c:v>
                </c:pt>
                <c:pt idx="524">
                  <c:v>1.4555555555555555</c:v>
                </c:pt>
                <c:pt idx="525">
                  <c:v>1.4583333333333333</c:v>
                </c:pt>
                <c:pt idx="526">
                  <c:v>1.4611111111111112</c:v>
                </c:pt>
                <c:pt idx="527">
                  <c:v>1.4638888888888888</c:v>
                </c:pt>
                <c:pt idx="528">
                  <c:v>1.4666666666666666</c:v>
                </c:pt>
                <c:pt idx="529">
                  <c:v>1.4694444444444446</c:v>
                </c:pt>
                <c:pt idx="530">
                  <c:v>1.4722222222222221</c:v>
                </c:pt>
                <c:pt idx="531">
                  <c:v>1.4750000000000001</c:v>
                </c:pt>
                <c:pt idx="532">
                  <c:v>1.4777777777777779</c:v>
                </c:pt>
                <c:pt idx="533">
                  <c:v>1.4805555555555554</c:v>
                </c:pt>
                <c:pt idx="534">
                  <c:v>1.4833333333333334</c:v>
                </c:pt>
                <c:pt idx="535">
                  <c:v>1.4861111111111112</c:v>
                </c:pt>
                <c:pt idx="536">
                  <c:v>1.4888888888888887</c:v>
                </c:pt>
                <c:pt idx="537">
                  <c:v>1.4916666666666667</c:v>
                </c:pt>
                <c:pt idx="538">
                  <c:v>1.4944444444444445</c:v>
                </c:pt>
                <c:pt idx="539">
                  <c:v>1.4972222222222222</c:v>
                </c:pt>
                <c:pt idx="540">
                  <c:v>1.5</c:v>
                </c:pt>
                <c:pt idx="541">
                  <c:v>1.5027777777777778</c:v>
                </c:pt>
                <c:pt idx="542">
                  <c:v>1.5055555555555555</c:v>
                </c:pt>
                <c:pt idx="543">
                  <c:v>1.5083333333333333</c:v>
                </c:pt>
                <c:pt idx="544">
                  <c:v>1.5111111111111113</c:v>
                </c:pt>
                <c:pt idx="545">
                  <c:v>1.5138888888888888</c:v>
                </c:pt>
                <c:pt idx="546">
                  <c:v>1.5166666666666666</c:v>
                </c:pt>
                <c:pt idx="547">
                  <c:v>1.5194444444444446</c:v>
                </c:pt>
                <c:pt idx="548">
                  <c:v>1.5222222222222221</c:v>
                </c:pt>
                <c:pt idx="549">
                  <c:v>1.5249999999999999</c:v>
                </c:pt>
                <c:pt idx="550">
                  <c:v>1.5277777777777779</c:v>
                </c:pt>
                <c:pt idx="551">
                  <c:v>1.5305555555555554</c:v>
                </c:pt>
                <c:pt idx="552">
                  <c:v>1.5333333333333334</c:v>
                </c:pt>
                <c:pt idx="553">
                  <c:v>1.5361111111111112</c:v>
                </c:pt>
                <c:pt idx="554">
                  <c:v>1.5388888888888888</c:v>
                </c:pt>
                <c:pt idx="555">
                  <c:v>1.5416666666666667</c:v>
                </c:pt>
                <c:pt idx="556">
                  <c:v>1.5444444444444445</c:v>
                </c:pt>
                <c:pt idx="557">
                  <c:v>1.5472222222222221</c:v>
                </c:pt>
                <c:pt idx="558">
                  <c:v>1.55</c:v>
                </c:pt>
                <c:pt idx="559">
                  <c:v>1.5527777777777778</c:v>
                </c:pt>
                <c:pt idx="560">
                  <c:v>1.5555555555555556</c:v>
                </c:pt>
                <c:pt idx="561">
                  <c:v>1.5583333333333333</c:v>
                </c:pt>
                <c:pt idx="562">
                  <c:v>1.5611111111111111</c:v>
                </c:pt>
                <c:pt idx="563">
                  <c:v>1.5638888888888889</c:v>
                </c:pt>
                <c:pt idx="564">
                  <c:v>1.5666666666666667</c:v>
                </c:pt>
                <c:pt idx="565">
                  <c:v>1.5694444444444444</c:v>
                </c:pt>
                <c:pt idx="566">
                  <c:v>1.5722222222222222</c:v>
                </c:pt>
                <c:pt idx="567">
                  <c:v>1.575</c:v>
                </c:pt>
                <c:pt idx="568">
                  <c:v>1.5777777777777779</c:v>
                </c:pt>
                <c:pt idx="569">
                  <c:v>1.5805555555555555</c:v>
                </c:pt>
                <c:pt idx="570">
                  <c:v>1.5833333333333333</c:v>
                </c:pt>
                <c:pt idx="571">
                  <c:v>1.5861111111111112</c:v>
                </c:pt>
                <c:pt idx="572">
                  <c:v>1.5888888888888888</c:v>
                </c:pt>
                <c:pt idx="573">
                  <c:v>1.5916666666666666</c:v>
                </c:pt>
                <c:pt idx="574">
                  <c:v>1.5944444444444446</c:v>
                </c:pt>
                <c:pt idx="575">
                  <c:v>1.5972222222222221</c:v>
                </c:pt>
                <c:pt idx="576">
                  <c:v>1.6</c:v>
                </c:pt>
                <c:pt idx="577">
                  <c:v>1.6027777777777779</c:v>
                </c:pt>
                <c:pt idx="578">
                  <c:v>1.6055555555555554</c:v>
                </c:pt>
                <c:pt idx="579">
                  <c:v>1.6083333333333334</c:v>
                </c:pt>
                <c:pt idx="580">
                  <c:v>1.6111111111111112</c:v>
                </c:pt>
                <c:pt idx="581">
                  <c:v>1.6138888888888887</c:v>
                </c:pt>
                <c:pt idx="582">
                  <c:v>1.6166666666666667</c:v>
                </c:pt>
                <c:pt idx="583">
                  <c:v>1.6194444444444445</c:v>
                </c:pt>
                <c:pt idx="584">
                  <c:v>1.6222222222222222</c:v>
                </c:pt>
                <c:pt idx="585">
                  <c:v>1.625</c:v>
                </c:pt>
                <c:pt idx="586">
                  <c:v>1.6277777777777778</c:v>
                </c:pt>
                <c:pt idx="587">
                  <c:v>1.6305555555555555</c:v>
                </c:pt>
                <c:pt idx="588">
                  <c:v>1.6333333333333333</c:v>
                </c:pt>
                <c:pt idx="589">
                  <c:v>1.6361111111111113</c:v>
                </c:pt>
                <c:pt idx="590">
                  <c:v>1.6388888888888888</c:v>
                </c:pt>
                <c:pt idx="591">
                  <c:v>1.6416666666666666</c:v>
                </c:pt>
                <c:pt idx="592">
                  <c:v>1.6444444444444446</c:v>
                </c:pt>
                <c:pt idx="593">
                  <c:v>1.6472222222222221</c:v>
                </c:pt>
                <c:pt idx="594">
                  <c:v>1.65</c:v>
                </c:pt>
                <c:pt idx="595">
                  <c:v>1.6527777777777779</c:v>
                </c:pt>
                <c:pt idx="596">
                  <c:v>1.6555555555555554</c:v>
                </c:pt>
                <c:pt idx="597">
                  <c:v>1.6583333333333334</c:v>
                </c:pt>
                <c:pt idx="598">
                  <c:v>1.6611111111111112</c:v>
                </c:pt>
                <c:pt idx="599">
                  <c:v>1.6638888888888888</c:v>
                </c:pt>
                <c:pt idx="600">
                  <c:v>1.6666666666666667</c:v>
                </c:pt>
                <c:pt idx="601">
                  <c:v>1.6694444444444445</c:v>
                </c:pt>
                <c:pt idx="602">
                  <c:v>1.6722222222222221</c:v>
                </c:pt>
                <c:pt idx="603">
                  <c:v>1.675</c:v>
                </c:pt>
                <c:pt idx="604">
                  <c:v>1.6777777777777778</c:v>
                </c:pt>
                <c:pt idx="605">
                  <c:v>1.6805555555555556</c:v>
                </c:pt>
                <c:pt idx="606">
                  <c:v>1.6833333333333333</c:v>
                </c:pt>
                <c:pt idx="607">
                  <c:v>1.6861111111111111</c:v>
                </c:pt>
                <c:pt idx="608">
                  <c:v>1.6888888888888889</c:v>
                </c:pt>
                <c:pt idx="609">
                  <c:v>1.6916666666666667</c:v>
                </c:pt>
                <c:pt idx="610">
                  <c:v>1.6944444444444444</c:v>
                </c:pt>
                <c:pt idx="611">
                  <c:v>1.6972222222222222</c:v>
                </c:pt>
                <c:pt idx="612">
                  <c:v>1.7</c:v>
                </c:pt>
                <c:pt idx="613">
                  <c:v>1.7027777777777779</c:v>
                </c:pt>
                <c:pt idx="614">
                  <c:v>1.7055555555555555</c:v>
                </c:pt>
                <c:pt idx="615">
                  <c:v>1.7083333333333333</c:v>
                </c:pt>
                <c:pt idx="616">
                  <c:v>1.7111111111111112</c:v>
                </c:pt>
                <c:pt idx="617">
                  <c:v>1.7138888888888888</c:v>
                </c:pt>
                <c:pt idx="618">
                  <c:v>1.7166666666666666</c:v>
                </c:pt>
                <c:pt idx="619">
                  <c:v>1.7194444444444446</c:v>
                </c:pt>
                <c:pt idx="620">
                  <c:v>1.7222222222222221</c:v>
                </c:pt>
                <c:pt idx="621">
                  <c:v>1.7250000000000001</c:v>
                </c:pt>
                <c:pt idx="622">
                  <c:v>1.7277777777777779</c:v>
                </c:pt>
                <c:pt idx="623">
                  <c:v>1.7305555555555554</c:v>
                </c:pt>
                <c:pt idx="624">
                  <c:v>1.7333333333333334</c:v>
                </c:pt>
                <c:pt idx="625">
                  <c:v>1.7361111111111112</c:v>
                </c:pt>
                <c:pt idx="626">
                  <c:v>1.7388888888888887</c:v>
                </c:pt>
                <c:pt idx="627">
                  <c:v>1.7416666666666667</c:v>
                </c:pt>
                <c:pt idx="628">
                  <c:v>1.7444444444444445</c:v>
                </c:pt>
                <c:pt idx="629">
                  <c:v>1.7472222222222222</c:v>
                </c:pt>
                <c:pt idx="630">
                  <c:v>1.75</c:v>
                </c:pt>
                <c:pt idx="631">
                  <c:v>1.7527777777777778</c:v>
                </c:pt>
                <c:pt idx="632">
                  <c:v>1.7555555555555555</c:v>
                </c:pt>
                <c:pt idx="633">
                  <c:v>1.7583333333333333</c:v>
                </c:pt>
                <c:pt idx="634">
                  <c:v>1.7611111111111113</c:v>
                </c:pt>
                <c:pt idx="635">
                  <c:v>1.7638888888888888</c:v>
                </c:pt>
                <c:pt idx="636">
                  <c:v>1.7666666666666666</c:v>
                </c:pt>
                <c:pt idx="637">
                  <c:v>1.7694444444444446</c:v>
                </c:pt>
                <c:pt idx="638">
                  <c:v>1.7722222222222221</c:v>
                </c:pt>
                <c:pt idx="639">
                  <c:v>1.7749999999999999</c:v>
                </c:pt>
                <c:pt idx="640">
                  <c:v>1.7777777777777779</c:v>
                </c:pt>
                <c:pt idx="641">
                  <c:v>1.7805555555555554</c:v>
                </c:pt>
                <c:pt idx="642">
                  <c:v>1.7833333333333334</c:v>
                </c:pt>
                <c:pt idx="643">
                  <c:v>1.7861111111111112</c:v>
                </c:pt>
                <c:pt idx="644">
                  <c:v>1.7888888888888888</c:v>
                </c:pt>
                <c:pt idx="645">
                  <c:v>1.7916666666666667</c:v>
                </c:pt>
                <c:pt idx="646">
                  <c:v>1.7944444444444445</c:v>
                </c:pt>
                <c:pt idx="647">
                  <c:v>1.7972222222222221</c:v>
                </c:pt>
                <c:pt idx="648">
                  <c:v>1.8</c:v>
                </c:pt>
                <c:pt idx="649">
                  <c:v>1.8027777777777778</c:v>
                </c:pt>
                <c:pt idx="650">
                  <c:v>1.8055555555555556</c:v>
                </c:pt>
                <c:pt idx="651">
                  <c:v>1.8083333333333333</c:v>
                </c:pt>
                <c:pt idx="652">
                  <c:v>1.8111111111111111</c:v>
                </c:pt>
                <c:pt idx="653">
                  <c:v>1.8138888888888889</c:v>
                </c:pt>
                <c:pt idx="654">
                  <c:v>1.8166666666666667</c:v>
                </c:pt>
                <c:pt idx="655">
                  <c:v>1.8194444444444444</c:v>
                </c:pt>
                <c:pt idx="656">
                  <c:v>1.8222222222222222</c:v>
                </c:pt>
                <c:pt idx="657">
                  <c:v>1.825</c:v>
                </c:pt>
                <c:pt idx="658">
                  <c:v>1.8277777777777779</c:v>
                </c:pt>
                <c:pt idx="659">
                  <c:v>1.8305555555555555</c:v>
                </c:pt>
                <c:pt idx="660">
                  <c:v>1.8333333333333333</c:v>
                </c:pt>
                <c:pt idx="661">
                  <c:v>1.8361111111111112</c:v>
                </c:pt>
                <c:pt idx="662">
                  <c:v>1.8388888888888888</c:v>
                </c:pt>
                <c:pt idx="663">
                  <c:v>1.8416666666666666</c:v>
                </c:pt>
                <c:pt idx="664">
                  <c:v>1.8444444444444446</c:v>
                </c:pt>
                <c:pt idx="665">
                  <c:v>1.8472222222222221</c:v>
                </c:pt>
                <c:pt idx="666">
                  <c:v>1.85</c:v>
                </c:pt>
                <c:pt idx="667">
                  <c:v>1.8527777777777779</c:v>
                </c:pt>
                <c:pt idx="668">
                  <c:v>1.8555555555555554</c:v>
                </c:pt>
                <c:pt idx="669">
                  <c:v>1.8583333333333334</c:v>
                </c:pt>
                <c:pt idx="670">
                  <c:v>1.8611111111111112</c:v>
                </c:pt>
                <c:pt idx="671">
                  <c:v>1.8638888888888887</c:v>
                </c:pt>
                <c:pt idx="672">
                  <c:v>1.8666666666666667</c:v>
                </c:pt>
                <c:pt idx="673">
                  <c:v>1.8694444444444445</c:v>
                </c:pt>
                <c:pt idx="674">
                  <c:v>1.8722222222222222</c:v>
                </c:pt>
                <c:pt idx="675">
                  <c:v>1.875</c:v>
                </c:pt>
                <c:pt idx="676">
                  <c:v>1.8777777777777778</c:v>
                </c:pt>
                <c:pt idx="677">
                  <c:v>1.8805555555555555</c:v>
                </c:pt>
                <c:pt idx="678">
                  <c:v>1.8833333333333333</c:v>
                </c:pt>
                <c:pt idx="679">
                  <c:v>1.8861111111111113</c:v>
                </c:pt>
                <c:pt idx="680">
                  <c:v>1.8888888888888888</c:v>
                </c:pt>
                <c:pt idx="681">
                  <c:v>1.8916666666666666</c:v>
                </c:pt>
                <c:pt idx="682">
                  <c:v>1.8944444444444446</c:v>
                </c:pt>
                <c:pt idx="683">
                  <c:v>1.8972222222222221</c:v>
                </c:pt>
                <c:pt idx="684">
                  <c:v>1.9</c:v>
                </c:pt>
                <c:pt idx="685">
                  <c:v>1.9027777777777779</c:v>
                </c:pt>
                <c:pt idx="686">
                  <c:v>1.9055555555555554</c:v>
                </c:pt>
                <c:pt idx="687">
                  <c:v>1.9083333333333334</c:v>
                </c:pt>
                <c:pt idx="688">
                  <c:v>1.9111111111111112</c:v>
                </c:pt>
                <c:pt idx="689">
                  <c:v>1.9138888888888888</c:v>
                </c:pt>
                <c:pt idx="690">
                  <c:v>1.9166666666666667</c:v>
                </c:pt>
                <c:pt idx="691">
                  <c:v>1.9194444444444445</c:v>
                </c:pt>
                <c:pt idx="692">
                  <c:v>1.9222222222222221</c:v>
                </c:pt>
                <c:pt idx="693">
                  <c:v>1.925</c:v>
                </c:pt>
                <c:pt idx="694">
                  <c:v>1.9277777777777778</c:v>
                </c:pt>
                <c:pt idx="695">
                  <c:v>1.9305555555555556</c:v>
                </c:pt>
                <c:pt idx="696">
                  <c:v>1.9333333333333333</c:v>
                </c:pt>
                <c:pt idx="697">
                  <c:v>1.9361111111111111</c:v>
                </c:pt>
                <c:pt idx="698">
                  <c:v>1.9388888888888889</c:v>
                </c:pt>
                <c:pt idx="699">
                  <c:v>1.9416666666666667</c:v>
                </c:pt>
                <c:pt idx="700">
                  <c:v>1.9444444444444444</c:v>
                </c:pt>
                <c:pt idx="701">
                  <c:v>1.9472222222222222</c:v>
                </c:pt>
                <c:pt idx="702">
                  <c:v>1.95</c:v>
                </c:pt>
                <c:pt idx="703">
                  <c:v>1.9527777777777779</c:v>
                </c:pt>
                <c:pt idx="704">
                  <c:v>1.9555555555555555</c:v>
                </c:pt>
                <c:pt idx="705">
                  <c:v>1.9583333333333333</c:v>
                </c:pt>
                <c:pt idx="706">
                  <c:v>1.9611111111111112</c:v>
                </c:pt>
                <c:pt idx="707">
                  <c:v>1.9638888888888888</c:v>
                </c:pt>
                <c:pt idx="708">
                  <c:v>1.9666666666666666</c:v>
                </c:pt>
                <c:pt idx="709">
                  <c:v>1.9694444444444446</c:v>
                </c:pt>
                <c:pt idx="710">
                  <c:v>1.9722222222222221</c:v>
                </c:pt>
                <c:pt idx="711">
                  <c:v>1.9750000000000001</c:v>
                </c:pt>
                <c:pt idx="712">
                  <c:v>1.9777777777777779</c:v>
                </c:pt>
                <c:pt idx="713">
                  <c:v>1.9805555555555554</c:v>
                </c:pt>
                <c:pt idx="714">
                  <c:v>1.9833333333333334</c:v>
                </c:pt>
                <c:pt idx="715">
                  <c:v>1.9861111111111112</c:v>
                </c:pt>
                <c:pt idx="716">
                  <c:v>1.9888888888888887</c:v>
                </c:pt>
                <c:pt idx="717">
                  <c:v>1.9916666666666667</c:v>
                </c:pt>
                <c:pt idx="718">
                  <c:v>1.9944444444444445</c:v>
                </c:pt>
                <c:pt idx="719">
                  <c:v>1.9972222222222222</c:v>
                </c:pt>
                <c:pt idx="720">
                  <c:v>2</c:v>
                </c:pt>
                <c:pt idx="721">
                  <c:v>2.0027777777777778</c:v>
                </c:pt>
                <c:pt idx="722">
                  <c:v>2.0055555555555555</c:v>
                </c:pt>
                <c:pt idx="723">
                  <c:v>2.0083333333333333</c:v>
                </c:pt>
                <c:pt idx="724">
                  <c:v>2.0111111111111111</c:v>
                </c:pt>
                <c:pt idx="725">
                  <c:v>2.0138888888888888</c:v>
                </c:pt>
                <c:pt idx="726">
                  <c:v>2.0166666666666666</c:v>
                </c:pt>
                <c:pt idx="727">
                  <c:v>2.0194444444444444</c:v>
                </c:pt>
                <c:pt idx="728">
                  <c:v>2.0222222222222221</c:v>
                </c:pt>
                <c:pt idx="729">
                  <c:v>2.0249999999999999</c:v>
                </c:pt>
                <c:pt idx="730">
                  <c:v>2.0277777777777777</c:v>
                </c:pt>
                <c:pt idx="731">
                  <c:v>2.0305555555555554</c:v>
                </c:pt>
                <c:pt idx="732">
                  <c:v>2.0333333333333332</c:v>
                </c:pt>
                <c:pt idx="733">
                  <c:v>2.036111111111111</c:v>
                </c:pt>
                <c:pt idx="734">
                  <c:v>2.0388888888888888</c:v>
                </c:pt>
                <c:pt idx="735">
                  <c:v>2.0416666666666665</c:v>
                </c:pt>
                <c:pt idx="736">
                  <c:v>2.0444444444444447</c:v>
                </c:pt>
                <c:pt idx="737">
                  <c:v>2.0472222222222221</c:v>
                </c:pt>
                <c:pt idx="738">
                  <c:v>2.0499999999999998</c:v>
                </c:pt>
                <c:pt idx="739">
                  <c:v>2.052777777777778</c:v>
                </c:pt>
                <c:pt idx="740">
                  <c:v>2.0555555555555554</c:v>
                </c:pt>
                <c:pt idx="741">
                  <c:v>2.0583333333333331</c:v>
                </c:pt>
                <c:pt idx="742">
                  <c:v>2.0611111111111113</c:v>
                </c:pt>
                <c:pt idx="743">
                  <c:v>2.0638888888888887</c:v>
                </c:pt>
                <c:pt idx="744">
                  <c:v>2.0666666666666669</c:v>
                </c:pt>
                <c:pt idx="745">
                  <c:v>2.0694444444444446</c:v>
                </c:pt>
                <c:pt idx="746">
                  <c:v>2.072222222222222</c:v>
                </c:pt>
                <c:pt idx="747">
                  <c:v>2.0750000000000002</c:v>
                </c:pt>
                <c:pt idx="748">
                  <c:v>2.0777777777777779</c:v>
                </c:pt>
                <c:pt idx="749">
                  <c:v>2.0805555555555553</c:v>
                </c:pt>
                <c:pt idx="750">
                  <c:v>2.0833333333333335</c:v>
                </c:pt>
                <c:pt idx="751">
                  <c:v>2.0861111111111112</c:v>
                </c:pt>
                <c:pt idx="752">
                  <c:v>2.088888888888889</c:v>
                </c:pt>
                <c:pt idx="753">
                  <c:v>2.0916666666666668</c:v>
                </c:pt>
                <c:pt idx="754">
                  <c:v>2.0944444444444446</c:v>
                </c:pt>
                <c:pt idx="755">
                  <c:v>2.0972222222222223</c:v>
                </c:pt>
                <c:pt idx="756">
                  <c:v>2.1</c:v>
                </c:pt>
                <c:pt idx="757">
                  <c:v>2.1027777777777779</c:v>
                </c:pt>
                <c:pt idx="758">
                  <c:v>2.1055555555555556</c:v>
                </c:pt>
                <c:pt idx="759">
                  <c:v>2.1083333333333334</c:v>
                </c:pt>
                <c:pt idx="760">
                  <c:v>2.1111111111111112</c:v>
                </c:pt>
                <c:pt idx="761">
                  <c:v>2.1138888888888889</c:v>
                </c:pt>
                <c:pt idx="762">
                  <c:v>2.1166666666666667</c:v>
                </c:pt>
                <c:pt idx="763">
                  <c:v>2.1194444444444445</c:v>
                </c:pt>
                <c:pt idx="764">
                  <c:v>2.1222222222222222</c:v>
                </c:pt>
                <c:pt idx="765">
                  <c:v>2.125</c:v>
                </c:pt>
                <c:pt idx="766">
                  <c:v>2.1277777777777778</c:v>
                </c:pt>
                <c:pt idx="767">
                  <c:v>2.1305555555555555</c:v>
                </c:pt>
                <c:pt idx="768">
                  <c:v>2.1333333333333333</c:v>
                </c:pt>
                <c:pt idx="769">
                  <c:v>2.1361111111111111</c:v>
                </c:pt>
                <c:pt idx="770">
                  <c:v>2.1388888888888888</c:v>
                </c:pt>
                <c:pt idx="771">
                  <c:v>2.1416666666666666</c:v>
                </c:pt>
                <c:pt idx="772">
                  <c:v>2.1444444444444444</c:v>
                </c:pt>
                <c:pt idx="773">
                  <c:v>2.1472222222222226</c:v>
                </c:pt>
                <c:pt idx="774">
                  <c:v>2.15</c:v>
                </c:pt>
                <c:pt idx="775">
                  <c:v>2.1527777777777777</c:v>
                </c:pt>
                <c:pt idx="776">
                  <c:v>2.1555555555555559</c:v>
                </c:pt>
                <c:pt idx="777">
                  <c:v>2.1583333333333332</c:v>
                </c:pt>
                <c:pt idx="778">
                  <c:v>2.161111111111111</c:v>
                </c:pt>
                <c:pt idx="779">
                  <c:v>2.1638888888888892</c:v>
                </c:pt>
                <c:pt idx="780">
                  <c:v>2.1666666666666665</c:v>
                </c:pt>
                <c:pt idx="781">
                  <c:v>2.1694444444444443</c:v>
                </c:pt>
                <c:pt idx="782">
                  <c:v>2.1722222222222225</c:v>
                </c:pt>
                <c:pt idx="783">
                  <c:v>2.1749999999999998</c:v>
                </c:pt>
                <c:pt idx="784">
                  <c:v>2.1777777777777776</c:v>
                </c:pt>
                <c:pt idx="785">
                  <c:v>2.1805555555555558</c:v>
                </c:pt>
                <c:pt idx="786">
                  <c:v>2.1833333333333331</c:v>
                </c:pt>
                <c:pt idx="787">
                  <c:v>2.1861111111111109</c:v>
                </c:pt>
                <c:pt idx="788">
                  <c:v>2.1888888888888891</c:v>
                </c:pt>
                <c:pt idx="789">
                  <c:v>2.1916666666666669</c:v>
                </c:pt>
                <c:pt idx="790">
                  <c:v>2.1944444444444442</c:v>
                </c:pt>
                <c:pt idx="791">
                  <c:v>2.1972222222222224</c:v>
                </c:pt>
                <c:pt idx="792">
                  <c:v>2.2000000000000002</c:v>
                </c:pt>
                <c:pt idx="793">
                  <c:v>2.2027777777777775</c:v>
                </c:pt>
                <c:pt idx="794">
                  <c:v>2.2055555555555557</c:v>
                </c:pt>
                <c:pt idx="795">
                  <c:v>2.2083333333333335</c:v>
                </c:pt>
                <c:pt idx="796">
                  <c:v>2.2111111111111108</c:v>
                </c:pt>
                <c:pt idx="797">
                  <c:v>2.213888888888889</c:v>
                </c:pt>
                <c:pt idx="798">
                  <c:v>2.2166666666666668</c:v>
                </c:pt>
                <c:pt idx="799">
                  <c:v>2.2194444444444441</c:v>
                </c:pt>
                <c:pt idx="800">
                  <c:v>2.2222222222222223</c:v>
                </c:pt>
                <c:pt idx="801">
                  <c:v>2.2250000000000001</c:v>
                </c:pt>
                <c:pt idx="802">
                  <c:v>2.2277777777777774</c:v>
                </c:pt>
                <c:pt idx="803">
                  <c:v>2.2305555555555556</c:v>
                </c:pt>
                <c:pt idx="804">
                  <c:v>2.2333333333333334</c:v>
                </c:pt>
                <c:pt idx="805">
                  <c:v>2.2361111111111112</c:v>
                </c:pt>
                <c:pt idx="806">
                  <c:v>2.2388888888888889</c:v>
                </c:pt>
                <c:pt idx="807">
                  <c:v>2.2416666666666667</c:v>
                </c:pt>
                <c:pt idx="808">
                  <c:v>2.2444444444444445</c:v>
                </c:pt>
                <c:pt idx="809">
                  <c:v>2.2472222222222222</c:v>
                </c:pt>
                <c:pt idx="810">
                  <c:v>2.25</c:v>
                </c:pt>
                <c:pt idx="811">
                  <c:v>2.2527777777777778</c:v>
                </c:pt>
                <c:pt idx="812">
                  <c:v>2.2555555555555555</c:v>
                </c:pt>
                <c:pt idx="813">
                  <c:v>2.2583333333333333</c:v>
                </c:pt>
                <c:pt idx="814">
                  <c:v>2.2611111111111111</c:v>
                </c:pt>
                <c:pt idx="815">
                  <c:v>2.2638888888888888</c:v>
                </c:pt>
                <c:pt idx="816">
                  <c:v>2.2666666666666666</c:v>
                </c:pt>
                <c:pt idx="817">
                  <c:v>2.2694444444444444</c:v>
                </c:pt>
                <c:pt idx="818">
                  <c:v>2.2722222222222226</c:v>
                </c:pt>
                <c:pt idx="819">
                  <c:v>2.2749999999999999</c:v>
                </c:pt>
                <c:pt idx="820">
                  <c:v>2.2777777777777777</c:v>
                </c:pt>
                <c:pt idx="821">
                  <c:v>2.2805555555555559</c:v>
                </c:pt>
                <c:pt idx="822">
                  <c:v>2.2833333333333332</c:v>
                </c:pt>
                <c:pt idx="823">
                  <c:v>2.286111111111111</c:v>
                </c:pt>
                <c:pt idx="824">
                  <c:v>2.2888888888888892</c:v>
                </c:pt>
                <c:pt idx="825">
                  <c:v>2.2916666666666665</c:v>
                </c:pt>
                <c:pt idx="826">
                  <c:v>2.2944444444444443</c:v>
                </c:pt>
                <c:pt idx="827">
                  <c:v>2.2972222222222225</c:v>
                </c:pt>
                <c:pt idx="828">
                  <c:v>2.2999999999999998</c:v>
                </c:pt>
                <c:pt idx="829">
                  <c:v>2.3027777777777776</c:v>
                </c:pt>
                <c:pt idx="830">
                  <c:v>2.3055555555555558</c:v>
                </c:pt>
                <c:pt idx="831">
                  <c:v>2.3083333333333331</c:v>
                </c:pt>
                <c:pt idx="832">
                  <c:v>2.3111111111111109</c:v>
                </c:pt>
                <c:pt idx="833">
                  <c:v>2.3138888888888891</c:v>
                </c:pt>
                <c:pt idx="834">
                  <c:v>2.3166666666666669</c:v>
                </c:pt>
                <c:pt idx="835">
                  <c:v>2.3194444444444442</c:v>
                </c:pt>
                <c:pt idx="836">
                  <c:v>2.3222222222222224</c:v>
                </c:pt>
                <c:pt idx="837">
                  <c:v>2.3250000000000002</c:v>
                </c:pt>
                <c:pt idx="838">
                  <c:v>2.3277777777777775</c:v>
                </c:pt>
                <c:pt idx="839">
                  <c:v>2.3305555555555557</c:v>
                </c:pt>
                <c:pt idx="840">
                  <c:v>2.3333333333333335</c:v>
                </c:pt>
                <c:pt idx="841">
                  <c:v>2.3361111111111108</c:v>
                </c:pt>
                <c:pt idx="842">
                  <c:v>2.338888888888889</c:v>
                </c:pt>
                <c:pt idx="843">
                  <c:v>2.3416666666666668</c:v>
                </c:pt>
                <c:pt idx="844">
                  <c:v>2.3444444444444441</c:v>
                </c:pt>
                <c:pt idx="845">
                  <c:v>2.3472222222222223</c:v>
                </c:pt>
                <c:pt idx="846">
                  <c:v>2.35</c:v>
                </c:pt>
                <c:pt idx="847">
                  <c:v>2.3527777777777774</c:v>
                </c:pt>
                <c:pt idx="848">
                  <c:v>2.3555555555555556</c:v>
                </c:pt>
                <c:pt idx="849">
                  <c:v>2.3583333333333334</c:v>
                </c:pt>
                <c:pt idx="850">
                  <c:v>2.3611111111111112</c:v>
                </c:pt>
                <c:pt idx="851">
                  <c:v>2.3638888888888889</c:v>
                </c:pt>
                <c:pt idx="852">
                  <c:v>2.3666666666666667</c:v>
                </c:pt>
                <c:pt idx="853">
                  <c:v>2.3694444444444445</c:v>
                </c:pt>
                <c:pt idx="854">
                  <c:v>2.3722222222222222</c:v>
                </c:pt>
                <c:pt idx="855">
                  <c:v>2.375</c:v>
                </c:pt>
                <c:pt idx="856">
                  <c:v>2.3777777777777778</c:v>
                </c:pt>
                <c:pt idx="857">
                  <c:v>2.3805555555555555</c:v>
                </c:pt>
                <c:pt idx="858">
                  <c:v>2.3833333333333333</c:v>
                </c:pt>
                <c:pt idx="859">
                  <c:v>2.3861111111111111</c:v>
                </c:pt>
                <c:pt idx="860">
                  <c:v>2.3888888888888888</c:v>
                </c:pt>
                <c:pt idx="861">
                  <c:v>2.3916666666666666</c:v>
                </c:pt>
                <c:pt idx="862">
                  <c:v>2.3944444444444444</c:v>
                </c:pt>
                <c:pt idx="863">
                  <c:v>2.3972222222222226</c:v>
                </c:pt>
                <c:pt idx="864">
                  <c:v>2.4</c:v>
                </c:pt>
                <c:pt idx="865">
                  <c:v>2.4027777777777777</c:v>
                </c:pt>
                <c:pt idx="866">
                  <c:v>2.4055555555555559</c:v>
                </c:pt>
                <c:pt idx="867">
                  <c:v>2.4083333333333332</c:v>
                </c:pt>
                <c:pt idx="868">
                  <c:v>2.411111111111111</c:v>
                </c:pt>
                <c:pt idx="869">
                  <c:v>2.4138888888888892</c:v>
                </c:pt>
                <c:pt idx="870">
                  <c:v>2.4166666666666665</c:v>
                </c:pt>
                <c:pt idx="871">
                  <c:v>2.4194444444444443</c:v>
                </c:pt>
                <c:pt idx="872">
                  <c:v>2.4222222222222225</c:v>
                </c:pt>
                <c:pt idx="873">
                  <c:v>2.4249999999999998</c:v>
                </c:pt>
                <c:pt idx="874">
                  <c:v>2.4277777777777776</c:v>
                </c:pt>
                <c:pt idx="875">
                  <c:v>2.4305555555555558</c:v>
                </c:pt>
                <c:pt idx="876">
                  <c:v>2.4333333333333331</c:v>
                </c:pt>
                <c:pt idx="877">
                  <c:v>2.4361111111111109</c:v>
                </c:pt>
                <c:pt idx="878">
                  <c:v>2.4388888888888891</c:v>
                </c:pt>
                <c:pt idx="879">
                  <c:v>2.4416666666666669</c:v>
                </c:pt>
                <c:pt idx="880">
                  <c:v>2.4444444444444442</c:v>
                </c:pt>
                <c:pt idx="881">
                  <c:v>2.4472222222222224</c:v>
                </c:pt>
                <c:pt idx="882">
                  <c:v>2.4500000000000002</c:v>
                </c:pt>
                <c:pt idx="883">
                  <c:v>2.4527777777777775</c:v>
                </c:pt>
                <c:pt idx="884">
                  <c:v>2.4555555555555557</c:v>
                </c:pt>
                <c:pt idx="885">
                  <c:v>2.4583333333333335</c:v>
                </c:pt>
                <c:pt idx="886">
                  <c:v>2.4611111111111108</c:v>
                </c:pt>
                <c:pt idx="887">
                  <c:v>2.463888888888889</c:v>
                </c:pt>
                <c:pt idx="888">
                  <c:v>2.4666666666666668</c:v>
                </c:pt>
                <c:pt idx="889">
                  <c:v>2.4694444444444441</c:v>
                </c:pt>
                <c:pt idx="890">
                  <c:v>2.4722222222222223</c:v>
                </c:pt>
                <c:pt idx="891">
                  <c:v>2.4750000000000001</c:v>
                </c:pt>
                <c:pt idx="892">
                  <c:v>2.4777777777777774</c:v>
                </c:pt>
                <c:pt idx="893">
                  <c:v>2.4805555555555556</c:v>
                </c:pt>
                <c:pt idx="894">
                  <c:v>2.4833333333333334</c:v>
                </c:pt>
                <c:pt idx="895">
                  <c:v>2.4861111111111112</c:v>
                </c:pt>
                <c:pt idx="896">
                  <c:v>2.4888888888888889</c:v>
                </c:pt>
                <c:pt idx="897">
                  <c:v>2.4916666666666667</c:v>
                </c:pt>
                <c:pt idx="898">
                  <c:v>2.4944444444444445</c:v>
                </c:pt>
                <c:pt idx="899">
                  <c:v>2.4972222222222222</c:v>
                </c:pt>
                <c:pt idx="900">
                  <c:v>2.5</c:v>
                </c:pt>
                <c:pt idx="901">
                  <c:v>2.5027777777777778</c:v>
                </c:pt>
                <c:pt idx="902">
                  <c:v>2.5055555555555555</c:v>
                </c:pt>
                <c:pt idx="903">
                  <c:v>2.5083333333333333</c:v>
                </c:pt>
                <c:pt idx="904">
                  <c:v>2.5111111111111111</c:v>
                </c:pt>
                <c:pt idx="905">
                  <c:v>2.5138888888888888</c:v>
                </c:pt>
                <c:pt idx="906">
                  <c:v>2.5166666666666666</c:v>
                </c:pt>
                <c:pt idx="907">
                  <c:v>2.5194444444444444</c:v>
                </c:pt>
                <c:pt idx="908">
                  <c:v>2.5222222222222226</c:v>
                </c:pt>
                <c:pt idx="909">
                  <c:v>2.5249999999999999</c:v>
                </c:pt>
                <c:pt idx="910">
                  <c:v>2.5277777777777777</c:v>
                </c:pt>
                <c:pt idx="911">
                  <c:v>2.5305555555555559</c:v>
                </c:pt>
                <c:pt idx="912">
                  <c:v>2.5333333333333332</c:v>
                </c:pt>
                <c:pt idx="913">
                  <c:v>2.536111111111111</c:v>
                </c:pt>
                <c:pt idx="914">
                  <c:v>2.5388888888888892</c:v>
                </c:pt>
                <c:pt idx="915">
                  <c:v>2.5416666666666665</c:v>
                </c:pt>
                <c:pt idx="916">
                  <c:v>2.5444444444444443</c:v>
                </c:pt>
                <c:pt idx="917">
                  <c:v>2.5472222222222225</c:v>
                </c:pt>
                <c:pt idx="918">
                  <c:v>2.5499999999999998</c:v>
                </c:pt>
                <c:pt idx="919">
                  <c:v>2.5527777777777776</c:v>
                </c:pt>
                <c:pt idx="920">
                  <c:v>2.5555555555555558</c:v>
                </c:pt>
                <c:pt idx="921">
                  <c:v>2.5583333333333331</c:v>
                </c:pt>
                <c:pt idx="922">
                  <c:v>2.5611111111111109</c:v>
                </c:pt>
                <c:pt idx="923">
                  <c:v>2.5638888888888891</c:v>
                </c:pt>
                <c:pt idx="924">
                  <c:v>2.5666666666666669</c:v>
                </c:pt>
                <c:pt idx="925">
                  <c:v>2.5694444444444442</c:v>
                </c:pt>
                <c:pt idx="926">
                  <c:v>2.5722222222222224</c:v>
                </c:pt>
                <c:pt idx="927">
                  <c:v>2.5750000000000002</c:v>
                </c:pt>
                <c:pt idx="928">
                  <c:v>2.5777777777777775</c:v>
                </c:pt>
                <c:pt idx="929">
                  <c:v>2.5805555555555557</c:v>
                </c:pt>
                <c:pt idx="930">
                  <c:v>2.5833333333333335</c:v>
                </c:pt>
                <c:pt idx="931">
                  <c:v>2.5861111111111108</c:v>
                </c:pt>
                <c:pt idx="932">
                  <c:v>2.588888888888889</c:v>
                </c:pt>
                <c:pt idx="933">
                  <c:v>2.5916666666666668</c:v>
                </c:pt>
                <c:pt idx="934">
                  <c:v>2.5944444444444441</c:v>
                </c:pt>
                <c:pt idx="935">
                  <c:v>2.5972222222222223</c:v>
                </c:pt>
                <c:pt idx="936">
                  <c:v>2.6</c:v>
                </c:pt>
                <c:pt idx="937">
                  <c:v>2.6027777777777774</c:v>
                </c:pt>
                <c:pt idx="938">
                  <c:v>2.6055555555555556</c:v>
                </c:pt>
                <c:pt idx="939">
                  <c:v>2.6083333333333334</c:v>
                </c:pt>
                <c:pt idx="940">
                  <c:v>2.6111111111111112</c:v>
                </c:pt>
                <c:pt idx="941">
                  <c:v>2.6138888888888889</c:v>
                </c:pt>
                <c:pt idx="942">
                  <c:v>2.6166666666666667</c:v>
                </c:pt>
                <c:pt idx="943">
                  <c:v>2.6194444444444445</c:v>
                </c:pt>
                <c:pt idx="944">
                  <c:v>2.6222222222222222</c:v>
                </c:pt>
                <c:pt idx="945">
                  <c:v>2.625</c:v>
                </c:pt>
                <c:pt idx="946">
                  <c:v>2.6277777777777778</c:v>
                </c:pt>
                <c:pt idx="947">
                  <c:v>2.6305555555555555</c:v>
                </c:pt>
                <c:pt idx="948">
                  <c:v>2.6333333333333333</c:v>
                </c:pt>
                <c:pt idx="949">
                  <c:v>2.6361111111111111</c:v>
                </c:pt>
                <c:pt idx="950">
                  <c:v>2.6388888888888888</c:v>
                </c:pt>
                <c:pt idx="951">
                  <c:v>2.6416666666666666</c:v>
                </c:pt>
                <c:pt idx="952">
                  <c:v>2.6444444444444444</c:v>
                </c:pt>
                <c:pt idx="953">
                  <c:v>2.6472222222222226</c:v>
                </c:pt>
                <c:pt idx="954">
                  <c:v>2.65</c:v>
                </c:pt>
                <c:pt idx="955">
                  <c:v>2.6527777777777777</c:v>
                </c:pt>
                <c:pt idx="956">
                  <c:v>2.6555555555555559</c:v>
                </c:pt>
                <c:pt idx="957">
                  <c:v>2.6583333333333332</c:v>
                </c:pt>
                <c:pt idx="958">
                  <c:v>2.661111111111111</c:v>
                </c:pt>
                <c:pt idx="959">
                  <c:v>2.6638888888888892</c:v>
                </c:pt>
                <c:pt idx="960">
                  <c:v>2.6666666666666665</c:v>
                </c:pt>
                <c:pt idx="961">
                  <c:v>2.6694444444444443</c:v>
                </c:pt>
                <c:pt idx="962">
                  <c:v>2.6722222222222225</c:v>
                </c:pt>
                <c:pt idx="963">
                  <c:v>2.6749999999999998</c:v>
                </c:pt>
                <c:pt idx="964">
                  <c:v>2.6777777777777776</c:v>
                </c:pt>
                <c:pt idx="965">
                  <c:v>2.6805555555555558</c:v>
                </c:pt>
                <c:pt idx="966">
                  <c:v>2.6833333333333331</c:v>
                </c:pt>
                <c:pt idx="967">
                  <c:v>2.6861111111111109</c:v>
                </c:pt>
                <c:pt idx="968">
                  <c:v>2.6888888888888891</c:v>
                </c:pt>
                <c:pt idx="969">
                  <c:v>2.6916666666666669</c:v>
                </c:pt>
                <c:pt idx="970">
                  <c:v>2.6944444444444442</c:v>
                </c:pt>
                <c:pt idx="971">
                  <c:v>2.6972222222222224</c:v>
                </c:pt>
                <c:pt idx="972">
                  <c:v>2.7</c:v>
                </c:pt>
                <c:pt idx="973">
                  <c:v>2.7027777777777775</c:v>
                </c:pt>
                <c:pt idx="974">
                  <c:v>2.7055555555555557</c:v>
                </c:pt>
                <c:pt idx="975">
                  <c:v>2.7083333333333335</c:v>
                </c:pt>
                <c:pt idx="976">
                  <c:v>2.7111111111111108</c:v>
                </c:pt>
                <c:pt idx="977">
                  <c:v>2.713888888888889</c:v>
                </c:pt>
                <c:pt idx="978">
                  <c:v>2.7166666666666668</c:v>
                </c:pt>
                <c:pt idx="979">
                  <c:v>2.7194444444444441</c:v>
                </c:pt>
                <c:pt idx="980">
                  <c:v>2.7222222222222223</c:v>
                </c:pt>
                <c:pt idx="981">
                  <c:v>2.7250000000000001</c:v>
                </c:pt>
                <c:pt idx="982">
                  <c:v>2.7277777777777774</c:v>
                </c:pt>
                <c:pt idx="983">
                  <c:v>2.7305555555555556</c:v>
                </c:pt>
                <c:pt idx="984">
                  <c:v>2.7333333333333334</c:v>
                </c:pt>
                <c:pt idx="985">
                  <c:v>2.7361111111111112</c:v>
                </c:pt>
                <c:pt idx="986">
                  <c:v>2.7388888888888889</c:v>
                </c:pt>
                <c:pt idx="987">
                  <c:v>2.7416666666666667</c:v>
                </c:pt>
                <c:pt idx="988">
                  <c:v>2.7444444444444445</c:v>
                </c:pt>
                <c:pt idx="989">
                  <c:v>2.7472222222222222</c:v>
                </c:pt>
                <c:pt idx="990">
                  <c:v>2.75</c:v>
                </c:pt>
                <c:pt idx="991">
                  <c:v>2.7527777777777778</c:v>
                </c:pt>
                <c:pt idx="992">
                  <c:v>2.7555555555555555</c:v>
                </c:pt>
                <c:pt idx="993">
                  <c:v>2.7583333333333333</c:v>
                </c:pt>
                <c:pt idx="994">
                  <c:v>2.7611111111111111</c:v>
                </c:pt>
                <c:pt idx="995">
                  <c:v>2.7638888888888888</c:v>
                </c:pt>
                <c:pt idx="996">
                  <c:v>2.7666666666666666</c:v>
                </c:pt>
                <c:pt idx="997">
                  <c:v>2.7694444444444444</c:v>
                </c:pt>
                <c:pt idx="998">
                  <c:v>2.7722222222222226</c:v>
                </c:pt>
                <c:pt idx="999">
                  <c:v>2.7749999999999999</c:v>
                </c:pt>
                <c:pt idx="1000">
                  <c:v>2.7777777777777777</c:v>
                </c:pt>
                <c:pt idx="1001">
                  <c:v>2.7805555555555559</c:v>
                </c:pt>
                <c:pt idx="1002">
                  <c:v>2.7833333333333332</c:v>
                </c:pt>
                <c:pt idx="1003">
                  <c:v>2.786111111111111</c:v>
                </c:pt>
                <c:pt idx="1004">
                  <c:v>2.7888888888888892</c:v>
                </c:pt>
                <c:pt idx="1005">
                  <c:v>2.7916666666666665</c:v>
                </c:pt>
                <c:pt idx="1006">
                  <c:v>2.7944444444444443</c:v>
                </c:pt>
                <c:pt idx="1007">
                  <c:v>2.7972222222222225</c:v>
                </c:pt>
                <c:pt idx="1008">
                  <c:v>2.8</c:v>
                </c:pt>
                <c:pt idx="1009">
                  <c:v>2.8027777777777776</c:v>
                </c:pt>
                <c:pt idx="1010">
                  <c:v>2.8055555555555558</c:v>
                </c:pt>
                <c:pt idx="1011">
                  <c:v>2.8083333333333331</c:v>
                </c:pt>
                <c:pt idx="1012">
                  <c:v>2.8111111111111109</c:v>
                </c:pt>
                <c:pt idx="1013">
                  <c:v>2.8138888888888891</c:v>
                </c:pt>
                <c:pt idx="1014">
                  <c:v>2.8166666666666669</c:v>
                </c:pt>
                <c:pt idx="1015">
                  <c:v>2.8194444444444442</c:v>
                </c:pt>
                <c:pt idx="1016">
                  <c:v>2.8222222222222224</c:v>
                </c:pt>
                <c:pt idx="1017">
                  <c:v>2.8250000000000002</c:v>
                </c:pt>
                <c:pt idx="1018">
                  <c:v>2.8277777777777775</c:v>
                </c:pt>
                <c:pt idx="1019">
                  <c:v>2.8305555555555557</c:v>
                </c:pt>
                <c:pt idx="1020">
                  <c:v>2.8333333333333335</c:v>
                </c:pt>
                <c:pt idx="1021">
                  <c:v>2.8361111111111108</c:v>
                </c:pt>
                <c:pt idx="1022">
                  <c:v>2.838888888888889</c:v>
                </c:pt>
                <c:pt idx="1023">
                  <c:v>2.8416666666666668</c:v>
                </c:pt>
                <c:pt idx="1024">
                  <c:v>2.8444444444444441</c:v>
                </c:pt>
                <c:pt idx="1025">
                  <c:v>2.8472222222222223</c:v>
                </c:pt>
                <c:pt idx="1026">
                  <c:v>2.85</c:v>
                </c:pt>
                <c:pt idx="1027">
                  <c:v>2.8527777777777774</c:v>
                </c:pt>
                <c:pt idx="1028">
                  <c:v>2.8555555555555556</c:v>
                </c:pt>
                <c:pt idx="1029">
                  <c:v>2.8583333333333334</c:v>
                </c:pt>
                <c:pt idx="1030">
                  <c:v>2.8611111111111112</c:v>
                </c:pt>
                <c:pt idx="1031">
                  <c:v>2.8638888888888889</c:v>
                </c:pt>
                <c:pt idx="1032">
                  <c:v>2.8666666666666667</c:v>
                </c:pt>
                <c:pt idx="1033">
                  <c:v>2.8694444444444445</c:v>
                </c:pt>
                <c:pt idx="1034">
                  <c:v>2.8722222222222222</c:v>
                </c:pt>
                <c:pt idx="1035">
                  <c:v>2.875</c:v>
                </c:pt>
                <c:pt idx="1036">
                  <c:v>2.8777777777777778</c:v>
                </c:pt>
                <c:pt idx="1037">
                  <c:v>2.8805555555555555</c:v>
                </c:pt>
                <c:pt idx="1038">
                  <c:v>2.8833333333333333</c:v>
                </c:pt>
                <c:pt idx="1039">
                  <c:v>2.8861111111111111</c:v>
                </c:pt>
                <c:pt idx="1040">
                  <c:v>2.8888888888888888</c:v>
                </c:pt>
                <c:pt idx="1041">
                  <c:v>2.8916666666666666</c:v>
                </c:pt>
                <c:pt idx="1042">
                  <c:v>2.8944444444444444</c:v>
                </c:pt>
                <c:pt idx="1043">
                  <c:v>2.8972222222222226</c:v>
                </c:pt>
                <c:pt idx="1044">
                  <c:v>2.9</c:v>
                </c:pt>
                <c:pt idx="1045">
                  <c:v>2.9027777777777777</c:v>
                </c:pt>
                <c:pt idx="1046">
                  <c:v>2.9055555555555559</c:v>
                </c:pt>
                <c:pt idx="1047">
                  <c:v>2.9083333333333332</c:v>
                </c:pt>
                <c:pt idx="1048">
                  <c:v>2.911111111111111</c:v>
                </c:pt>
                <c:pt idx="1049">
                  <c:v>2.9138888888888892</c:v>
                </c:pt>
                <c:pt idx="1050">
                  <c:v>2.9166666666666665</c:v>
                </c:pt>
                <c:pt idx="1051">
                  <c:v>2.9194444444444443</c:v>
                </c:pt>
                <c:pt idx="1052">
                  <c:v>2.9222222222222225</c:v>
                </c:pt>
                <c:pt idx="1053">
                  <c:v>2.9249999999999998</c:v>
                </c:pt>
                <c:pt idx="1054">
                  <c:v>2.9277777777777776</c:v>
                </c:pt>
                <c:pt idx="1055">
                  <c:v>2.9305555555555558</c:v>
                </c:pt>
                <c:pt idx="1056">
                  <c:v>2.9333333333333331</c:v>
                </c:pt>
                <c:pt idx="1057">
                  <c:v>2.9361111111111109</c:v>
                </c:pt>
                <c:pt idx="1058">
                  <c:v>2.9388888888888891</c:v>
                </c:pt>
                <c:pt idx="1059">
                  <c:v>2.9416666666666669</c:v>
                </c:pt>
                <c:pt idx="1060">
                  <c:v>2.9444444444444442</c:v>
                </c:pt>
                <c:pt idx="1061">
                  <c:v>2.9472222222222224</c:v>
                </c:pt>
                <c:pt idx="1062">
                  <c:v>2.95</c:v>
                </c:pt>
                <c:pt idx="1063">
                  <c:v>2.9527777777777775</c:v>
                </c:pt>
                <c:pt idx="1064">
                  <c:v>2.9555555555555557</c:v>
                </c:pt>
                <c:pt idx="1065">
                  <c:v>2.9583333333333335</c:v>
                </c:pt>
                <c:pt idx="1066">
                  <c:v>2.9611111111111108</c:v>
                </c:pt>
                <c:pt idx="1067">
                  <c:v>2.963888888888889</c:v>
                </c:pt>
                <c:pt idx="1068">
                  <c:v>2.9666666666666668</c:v>
                </c:pt>
                <c:pt idx="1069">
                  <c:v>2.9694444444444441</c:v>
                </c:pt>
                <c:pt idx="1070">
                  <c:v>2.9722222222222223</c:v>
                </c:pt>
                <c:pt idx="1071">
                  <c:v>2.9750000000000001</c:v>
                </c:pt>
                <c:pt idx="1072">
                  <c:v>2.9777777777777774</c:v>
                </c:pt>
                <c:pt idx="1073">
                  <c:v>2.9805555555555556</c:v>
                </c:pt>
                <c:pt idx="1074">
                  <c:v>2.9833333333333334</c:v>
                </c:pt>
                <c:pt idx="1075">
                  <c:v>2.9861111111111112</c:v>
                </c:pt>
                <c:pt idx="1076">
                  <c:v>2.9888888888888889</c:v>
                </c:pt>
                <c:pt idx="1077">
                  <c:v>2.9916666666666667</c:v>
                </c:pt>
                <c:pt idx="1078">
                  <c:v>2.9944444444444445</c:v>
                </c:pt>
                <c:pt idx="1079">
                  <c:v>2.9972222222222222</c:v>
                </c:pt>
                <c:pt idx="1080">
                  <c:v>3</c:v>
                </c:pt>
              </c:numCache>
            </c:numRef>
          </c:xVal>
          <c:yVal>
            <c:numRef>
              <c:f>Sheet1!$K$4:$K$1084</c:f>
              <c:numCache>
                <c:formatCode>0.00</c:formatCode>
                <c:ptCount val="1081"/>
                <c:pt idx="0">
                  <c:v>0</c:v>
                </c:pt>
                <c:pt idx="1">
                  <c:v>5.8177946336299903E-139</c:v>
                </c:pt>
                <c:pt idx="2">
                  <c:v>6.0020994094085563E-121</c:v>
                </c:pt>
                <c:pt idx="3">
                  <c:v>1.9748030306025976E-110</c:v>
                </c:pt>
                <c:pt idx="4">
                  <c:v>5.5410623764482213E-103</c:v>
                </c:pt>
                <c:pt idx="5">
                  <c:v>3.2354811737756971E-97</c:v>
                </c:pt>
                <c:pt idx="6">
                  <c:v>1.6313933871748572E-92</c:v>
                </c:pt>
                <c:pt idx="7">
                  <c:v>1.5174386198935783E-88</c:v>
                </c:pt>
                <c:pt idx="8">
                  <c:v>4.0961231874090137E-85</c:v>
                </c:pt>
                <c:pt idx="9">
                  <c:v>4.2980297139192718E-82</c:v>
                </c:pt>
                <c:pt idx="10">
                  <c:v>2.1402470386700499E-79</c:v>
                </c:pt>
                <c:pt idx="11">
                  <c:v>5.8313629322815366E-77</c:v>
                </c:pt>
                <c:pt idx="12">
                  <c:v>9.6567009607164247E-75</c:v>
                </c:pt>
                <c:pt idx="13">
                  <c:v>1.0526893177648884E-72</c:v>
                </c:pt>
                <c:pt idx="14">
                  <c:v>8.0375978998725291E-71</c:v>
                </c:pt>
                <c:pt idx="15">
                  <c:v>4.515072579781733E-69</c:v>
                </c:pt>
                <c:pt idx="16">
                  <c:v>1.9414812897797431E-67</c:v>
                </c:pt>
                <c:pt idx="17">
                  <c:v>6.6010738347454043E-66</c:v>
                </c:pt>
                <c:pt idx="18">
                  <c:v>1.8229496414747564E-64</c:v>
                </c:pt>
                <c:pt idx="19">
                  <c:v>4.1820139780849054E-63</c:v>
                </c:pt>
                <c:pt idx="20">
                  <c:v>8.1229582358662072E-62</c:v>
                </c:pt>
                <c:pt idx="21">
                  <c:v>1.3577419047422989E-60</c:v>
                </c:pt>
                <c:pt idx="22">
                  <c:v>1.9804571257370023E-59</c:v>
                </c:pt>
                <c:pt idx="23">
                  <c:v>2.551642424283248E-58</c:v>
                </c:pt>
                <c:pt idx="24">
                  <c:v>2.934737175273351E-57</c:v>
                </c:pt>
                <c:pt idx="25">
                  <c:v>3.0411671356004327E-56</c:v>
                </c:pt>
                <c:pt idx="26">
                  <c:v>2.8627650343495943E-55</c:v>
                </c:pt>
                <c:pt idx="27">
                  <c:v>2.4657879901696896E-54</c:v>
                </c:pt>
                <c:pt idx="28">
                  <c:v>1.9559458242716055E-53</c:v>
                </c:pt>
                <c:pt idx="29">
                  <c:v>1.437142631484374E-52</c:v>
                </c:pt>
                <c:pt idx="30">
                  <c:v>9.8319653497675473E-52</c:v>
                </c:pt>
                <c:pt idx="31">
                  <c:v>6.2923336616863528E-51</c:v>
                </c:pt>
                <c:pt idx="32">
                  <c:v>3.7831526941174229E-50</c:v>
                </c:pt>
                <c:pt idx="33">
                  <c:v>2.1450460570576952E-49</c:v>
                </c:pt>
                <c:pt idx="34">
                  <c:v>1.1510132125282343E-48</c:v>
                </c:pt>
                <c:pt idx="35">
                  <c:v>5.8637170427124175E-48</c:v>
                </c:pt>
                <c:pt idx="36">
                  <c:v>2.844365796296694E-47</c:v>
                </c:pt>
                <c:pt idx="37">
                  <c:v>1.3172976077269638E-46</c:v>
                </c:pt>
                <c:pt idx="38">
                  <c:v>5.8390381622316141E-46</c:v>
                </c:pt>
                <c:pt idx="39">
                  <c:v>2.4828300658001266E-45</c:v>
                </c:pt>
                <c:pt idx="40">
                  <c:v>1.0148809754697864E-44</c:v>
                </c:pt>
                <c:pt idx="41">
                  <c:v>3.9956928136953283E-44</c:v>
                </c:pt>
                <c:pt idx="42">
                  <c:v>1.5179699378967416E-43</c:v>
                </c:pt>
                <c:pt idx="43">
                  <c:v>5.5738867344665508E-43</c:v>
                </c:pt>
                <c:pt idx="44">
                  <c:v>1.9813283386958906E-42</c:v>
                </c:pt>
                <c:pt idx="45">
                  <c:v>6.8279722304286105E-42</c:v>
                </c:pt>
                <c:pt idx="46">
                  <c:v>2.2843144031316964E-41</c:v>
                </c:pt>
                <c:pt idx="47">
                  <c:v>7.4285236596820123E-41</c:v>
                </c:pt>
                <c:pt idx="48">
                  <c:v>2.3509875803695209E-40</c:v>
                </c:pt>
                <c:pt idx="49">
                  <c:v>7.2491310600390373E-40</c:v>
                </c:pt>
                <c:pt idx="50">
                  <c:v>2.1800500665439603E-39</c:v>
                </c:pt>
                <c:pt idx="51">
                  <c:v>6.400616856195226E-39</c:v>
                </c:pt>
                <c:pt idx="52">
                  <c:v>1.8363562637707821E-38</c:v>
                </c:pt>
                <c:pt idx="53">
                  <c:v>5.1529218533220449E-38</c:v>
                </c:pt>
                <c:pt idx="54">
                  <c:v>1.4153766516373452E-37</c:v>
                </c:pt>
                <c:pt idx="55">
                  <c:v>3.8084903977437977E-37</c:v>
                </c:pt>
                <c:pt idx="56">
                  <c:v>1.0046578297349268E-36</c:v>
                </c:pt>
                <c:pt idx="57">
                  <c:v>2.5999976221417752E-36</c:v>
                </c:pt>
                <c:pt idx="58">
                  <c:v>6.605508895837141E-36</c:v>
                </c:pt>
                <c:pt idx="59">
                  <c:v>1.6485131814428834E-35</c:v>
                </c:pt>
                <c:pt idx="60">
                  <c:v>4.0438199094587049E-35</c:v>
                </c:pt>
                <c:pt idx="61">
                  <c:v>9.7555540926953576E-35</c:v>
                </c:pt>
                <c:pt idx="62">
                  <c:v>2.315838492063012E-34</c:v>
                </c:pt>
                <c:pt idx="63">
                  <c:v>5.4123381573129143E-34</c:v>
                </c:pt>
                <c:pt idx="64">
                  <c:v>1.2459351908065262E-33</c:v>
                </c:pt>
                <c:pt idx="65">
                  <c:v>2.8264640729462356E-33</c:v>
                </c:pt>
                <c:pt idx="66">
                  <c:v>6.3215453962878553E-33</c:v>
                </c:pt>
                <c:pt idx="67">
                  <c:v>1.3945058745924316E-32</c:v>
                </c:pt>
                <c:pt idx="68">
                  <c:v>3.0353725759446429E-32</c:v>
                </c:pt>
                <c:pt idx="69">
                  <c:v>6.5218040400107474E-32</c:v>
                </c:pt>
                <c:pt idx="70">
                  <c:v>1.3837249113168765E-31</c:v>
                </c:pt>
                <c:pt idx="71">
                  <c:v>2.9001024453357031E-31</c:v>
                </c:pt>
                <c:pt idx="72">
                  <c:v>6.0063033116102034E-31</c:v>
                </c:pt>
                <c:pt idx="73">
                  <c:v>1.2296291176567861E-30</c:v>
                </c:pt>
                <c:pt idx="74">
                  <c:v>2.4891483050235072E-30</c:v>
                </c:pt>
                <c:pt idx="75">
                  <c:v>4.9838900198953333E-30</c:v>
                </c:pt>
                <c:pt idx="76">
                  <c:v>9.8730932989909114E-30</c:v>
                </c:pt>
                <c:pt idx="77">
                  <c:v>1.9356475050394233E-29</c:v>
                </c:pt>
                <c:pt idx="78">
                  <c:v>3.7566780797883696E-29</c:v>
                </c:pt>
                <c:pt idx="79">
                  <c:v>7.219354272849454E-29</c:v>
                </c:pt>
                <c:pt idx="80">
                  <c:v>1.3740962486606667E-28</c:v>
                </c:pt>
                <c:pt idx="81">
                  <c:v>2.5909803824226249E-28</c:v>
                </c:pt>
                <c:pt idx="82">
                  <c:v>4.8410458133138843E-28</c:v>
                </c:pt>
                <c:pt idx="83">
                  <c:v>8.9647596362482815E-28</c:v>
                </c:pt>
                <c:pt idx="84">
                  <c:v>1.6457176558659851E-27</c:v>
                </c:pt>
                <c:pt idx="85">
                  <c:v>2.9955651205197486E-27</c:v>
                </c:pt>
                <c:pt idx="86">
                  <c:v>5.4074853867371952E-27</c:v>
                </c:pt>
                <c:pt idx="87">
                  <c:v>9.6825220469001329E-27</c:v>
                </c:pt>
                <c:pt idx="88">
                  <c:v>1.7200407023470734E-26</c:v>
                </c:pt>
                <c:pt idx="89">
                  <c:v>3.0319626794793709E-26</c:v>
                </c:pt>
                <c:pt idx="90">
                  <c:v>5.3041900495350991E-26</c:v>
                </c:pt>
                <c:pt idx="91">
                  <c:v>9.2107947966787804E-26</c:v>
                </c:pt>
                <c:pt idx="92">
                  <c:v>1.5879187102760412E-25</c:v>
                </c:pt>
                <c:pt idx="93">
                  <c:v>2.7181949172830894E-25</c:v>
                </c:pt>
                <c:pt idx="94">
                  <c:v>4.6208296299190288E-25</c:v>
                </c:pt>
                <c:pt idx="95">
                  <c:v>7.8020749009984579E-25</c:v>
                </c:pt>
                <c:pt idx="96">
                  <c:v>1.3086178438614306E-24</c:v>
                </c:pt>
                <c:pt idx="97">
                  <c:v>2.1806600587661631E-24</c:v>
                </c:pt>
                <c:pt idx="98">
                  <c:v>3.6107175111384404E-24</c:v>
                </c:pt>
                <c:pt idx="99">
                  <c:v>5.9413577569963032E-24</c:v>
                </c:pt>
                <c:pt idx="100">
                  <c:v>9.71670652299863E-24</c:v>
                </c:pt>
                <c:pt idx="101">
                  <c:v>1.5795979822627184E-23</c:v>
                </c:pt>
                <c:pt idx="102">
                  <c:v>2.5528159615466133E-23</c:v>
                </c:pt>
                <c:pt idx="103">
                  <c:v>4.1019252396286644E-23</c:v>
                </c:pt>
                <c:pt idx="104">
                  <c:v>6.5538979383287293E-23</c:v>
                </c:pt>
                <c:pt idx="105">
                  <c:v>1.041363419226334E-22</c:v>
                </c:pt>
                <c:pt idx="106">
                  <c:v>1.6456646756539188E-22</c:v>
                </c:pt>
                <c:pt idx="107">
                  <c:v>2.5867898598803676E-22</c:v>
                </c:pt>
                <c:pt idx="108">
                  <c:v>4.044872862602252E-22</c:v>
                </c:pt>
                <c:pt idx="109">
                  <c:v>6.2923733107234428E-22</c:v>
                </c:pt>
                <c:pt idx="110">
                  <c:v>9.7393678894297122E-22</c:v>
                </c:pt>
                <c:pt idx="111">
                  <c:v>1.5000075541905621E-21</c:v>
                </c:pt>
                <c:pt idx="112">
                  <c:v>2.29901146352307E-21</c:v>
                </c:pt>
                <c:pt idx="113">
                  <c:v>3.5068035954130466E-21</c:v>
                </c:pt>
                <c:pt idx="114">
                  <c:v>5.3240358587834367E-21</c:v>
                </c:pt>
                <c:pt idx="115">
                  <c:v>8.0457284464941351E-21</c:v>
                </c:pt>
                <c:pt idx="116">
                  <c:v>1.2103733712783646E-20</c:v>
                </c:pt>
                <c:pt idx="117">
                  <c:v>1.8127452223542369E-20</c:v>
                </c:pt>
                <c:pt idx="118">
                  <c:v>2.7030280987939297E-20</c:v>
                </c:pt>
                <c:pt idx="119">
                  <c:v>4.0132190315303793E-20</c:v>
                </c:pt>
                <c:pt idx="120">
                  <c:v>5.9332821335230749E-20</c:v>
                </c:pt>
                <c:pt idx="121">
                  <c:v>8.7354948831773687E-20</c:v>
                </c:pt>
                <c:pt idx="122">
                  <c:v>1.2808556629423422E-19</c:v>
                </c:pt>
                <c:pt idx="123">
                  <c:v>1.8705188803612045E-19</c:v>
                </c:pt>
                <c:pt idx="124">
                  <c:v>2.7208310625749852E-19</c:v>
                </c:pt>
                <c:pt idx="125">
                  <c:v>3.94226945810047E-19</c:v>
                </c:pt>
                <c:pt idx="126">
                  <c:v>5.690144424150517E-19</c:v>
                </c:pt>
                <c:pt idx="127">
                  <c:v>8.1819891156962613E-19</c:v>
                </c:pt>
                <c:pt idx="128">
                  <c:v>1.1721383529601818E-18</c:v>
                </c:pt>
                <c:pt idx="129">
                  <c:v>1.6730478923113604E-18</c:v>
                </c:pt>
                <c:pt idx="130">
                  <c:v>2.3794246213588168E-18</c:v>
                </c:pt>
                <c:pt idx="131">
                  <c:v>3.3720469257785353E-18</c:v>
                </c:pt>
                <c:pt idx="132">
                  <c:v>4.7620812417682047E-18</c:v>
                </c:pt>
                <c:pt idx="133">
                  <c:v>6.7020003086004127E-18</c:v>
                </c:pt>
                <c:pt idx="134">
                  <c:v>9.4002400670664204E-18</c:v>
                </c:pt>
                <c:pt idx="135">
                  <c:v>1.3140812249013886E-17</c:v>
                </c:pt>
                <c:pt idx="136">
                  <c:v>1.8309465249597439E-17</c:v>
                </c:pt>
                <c:pt idx="137">
                  <c:v>2.5428470885779446E-17</c:v>
                </c:pt>
                <c:pt idx="138">
                  <c:v>3.5202739135735274E-17</c:v>
                </c:pt>
                <c:pt idx="139">
                  <c:v>4.8580764638540522E-17</c:v>
                </c:pt>
                <c:pt idx="140">
                  <c:v>6.6834934863505461E-17</c:v>
                </c:pt>
                <c:pt idx="141">
                  <c:v>9.1667039462800585E-17</c:v>
                </c:pt>
                <c:pt idx="142">
                  <c:v>1.2534648693086944E-16</c:v>
                </c:pt>
                <c:pt idx="143">
                  <c:v>1.7089084964675183E-16</c:v>
                </c:pt>
                <c:pt idx="144">
                  <c:v>2.3230103480991387E-16</c:v>
                </c:pt>
                <c:pt idx="145">
                  <c:v>3.1486675645504316E-16</c:v>
                </c:pt>
                <c:pt idx="146">
                  <c:v>4.255622348186639E-16</c:v>
                </c:pt>
                <c:pt idx="147">
                  <c:v>5.7355738536254506E-16</c:v>
                </c:pt>
                <c:pt idx="148">
                  <c:v>7.708764399376273E-16</c:v>
                </c:pt>
                <c:pt idx="149">
                  <c:v>1.033244283677794E-15</c:v>
                </c:pt>
                <c:pt idx="150">
                  <c:v>1.3811711793893951E-15</c:v>
                </c:pt>
                <c:pt idx="151">
                  <c:v>1.8413394559430853E-15</c:v>
                </c:pt>
                <c:pt idx="152">
                  <c:v>2.4483717278627775E-15</c:v>
                </c:pt>
                <c:pt idx="153">
                  <c:v>3.2470799787412422E-15</c:v>
                </c:pt>
                <c:pt idx="154">
                  <c:v>4.2953192124904393E-15</c:v>
                </c:pt>
                <c:pt idx="155">
                  <c:v>5.6675993543254736E-15</c:v>
                </c:pt>
                <c:pt idx="156">
                  <c:v>7.4596458693353606E-15</c:v>
                </c:pt>
                <c:pt idx="157">
                  <c:v>9.7941445999326046E-15</c:v>
                </c:pt>
                <c:pt idx="158">
                  <c:v>1.2827961324704064E-14</c:v>
                </c:pt>
                <c:pt idx="159">
                  <c:v>1.6761193561396703E-14</c:v>
                </c:pt>
                <c:pt idx="160">
                  <c:v>2.184849361595379E-14</c:v>
                </c:pt>
                <c:pt idx="161">
                  <c:v>2.8413200713503418E-14</c:v>
                </c:pt>
                <c:pt idx="162">
                  <c:v>3.6864939665056299E-14</c:v>
                </c:pt>
                <c:pt idx="163">
                  <c:v>4.7721487976531364E-14</c:v>
                </c:pt>
                <c:pt idx="164">
                  <c:v>6.1635887370273631E-14</c:v>
                </c:pt>
                <c:pt idx="165">
                  <c:v>7.9429984980423128E-14</c:v>
                </c:pt>
                <c:pt idx="166">
                  <c:v>1.0213584059459443E-13</c:v>
                </c:pt>
                <c:pt idx="167">
                  <c:v>1.3104673696532549E-13</c:v>
                </c:pt>
                <c:pt idx="168">
                  <c:v>1.677798894266849E-13</c:v>
                </c:pt>
                <c:pt idx="169">
                  <c:v>2.1435337934316756E-13</c:v>
                </c:pt>
                <c:pt idx="170">
                  <c:v>2.7328034552947797E-13</c:v>
                </c:pt>
                <c:pt idx="171">
                  <c:v>3.4768407292226126E-13</c:v>
                </c:pt>
                <c:pt idx="172">
                  <c:v>4.4143833492617505E-13</c:v>
                </c:pt>
                <c:pt idx="173">
                  <c:v>5.5933819403775019E-13</c:v>
                </c:pt>
                <c:pt idx="174">
                  <c:v>7.0730746654435551E-13</c:v>
                </c:pt>
                <c:pt idx="175">
                  <c:v>8.9265023660491644E-13</c:v>
                </c:pt>
                <c:pt idx="176">
                  <c:v>1.1243551919254976E-12</c:v>
                </c:pt>
                <c:pt idx="177">
                  <c:v>1.4134631808979086E-12</c:v>
                </c:pt>
                <c:pt idx="178">
                  <c:v>1.7735102976540299E-12</c:v>
                </c:pt>
                <c:pt idx="179">
                  <c:v>2.2210610306170079E-12</c:v>
                </c:pt>
                <c:pt idx="180">
                  <c:v>2.7763486115291638E-12</c:v>
                </c:pt>
                <c:pt idx="181">
                  <c:v>3.4640427321940542E-12</c:v>
                </c:pt>
                <c:pt idx="182">
                  <c:v>4.3141683195497334E-12</c:v>
                </c:pt>
                <c:pt idx="183">
                  <c:v>5.3632031490346178E-12</c:v>
                </c:pt>
                <c:pt idx="184">
                  <c:v>6.6553868139298861E-12</c:v>
                </c:pt>
                <c:pt idx="185">
                  <c:v>8.2442790475118621E-12</c:v>
                </c:pt>
                <c:pt idx="186">
                  <c:v>1.0194611720301754E-11</c:v>
                </c:pt>
                <c:pt idx="187">
                  <c:v>1.2584486124412195E-11</c:v>
                </c:pt>
                <c:pt idx="188">
                  <c:v>1.5507975543419238E-11</c:v>
                </c:pt>
                <c:pt idx="189">
                  <c:v>1.9078202737735475E-11</c:v>
                </c:pt>
                <c:pt idx="190">
                  <c:v>2.3430973018145046E-11</c:v>
                </c:pt>
                <c:pt idx="191">
                  <c:v>2.8729056219308976E-11</c:v>
                </c:pt>
                <c:pt idx="192">
                  <c:v>3.5167225327186432E-11</c:v>
                </c:pt>
                <c:pt idx="193">
                  <c:v>4.2978175989155504E-11</c:v>
                </c:pt>
                <c:pt idx="194">
                  <c:v>5.2439469898153316E-11</c:v>
                </c:pt>
                <c:pt idx="195">
                  <c:v>6.388166637501909E-11</c:v>
                </c:pt>
                <c:pt idx="196">
                  <c:v>7.7697830688944452E-11</c:v>
                </c:pt>
                <c:pt idx="197">
                  <c:v>9.4354635099610145E-11</c:v>
                </c:pt>
                <c:pt idx="198">
                  <c:v>1.1440529965651286E-10</c:v>
                </c:pt>
                <c:pt idx="199">
                  <c:v>1.3850465486938112E-10</c:v>
                </c:pt>
                <c:pt idx="200">
                  <c:v>1.6742664792772774E-10</c:v>
                </c:pt>
                <c:pt idx="201">
                  <c:v>2.0208465870062077E-10</c:v>
                </c:pt>
                <c:pt idx="202">
                  <c:v>2.4355504184033119E-10</c:v>
                </c:pt>
                <c:pt idx="203">
                  <c:v>2.9310436754619371E-10</c:v>
                </c:pt>
                <c:pt idx="204">
                  <c:v>3.5222089657319734E-10</c:v>
                </c:pt>
                <c:pt idx="205">
                  <c:v>4.2265089560524561E-10</c:v>
                </c:pt>
                <c:pt idx="206">
                  <c:v>5.0644047792934165E-10</c:v>
                </c:pt>
                <c:pt idx="207">
                  <c:v>6.0598374228174931E-10</c:v>
                </c:pt>
                <c:pt idx="208">
                  <c:v>7.2407808069704615E-10</c:v>
                </c:pt>
                <c:pt idx="209">
                  <c:v>8.6398763515274463E-10</c:v>
                </c:pt>
                <c:pt idx="210">
                  <c:v>1.0295160038216633E-9</c:v>
                </c:pt>
                <c:pt idx="211">
                  <c:v>1.2250894319517547E-9</c:v>
                </c:pt>
                <c:pt idx="212">
                  <c:v>1.455851871005914E-9</c:v>
                </c:pt>
                <c:pt idx="213">
                  <c:v>1.7277734540142519E-9</c:v>
                </c:pt>
                <c:pt idx="214">
                  <c:v>2.0477741165080839E-9</c:v>
                </c:pt>
                <c:pt idx="215">
                  <c:v>2.4238642924043388E-9</c:v>
                </c:pt>
                <c:pt idx="216">
                  <c:v>2.8653048343683212E-9</c:v>
                </c:pt>
                <c:pt idx="217">
                  <c:v>3.3827885501810785E-9</c:v>
                </c:pt>
                <c:pt idx="218">
                  <c:v>3.9886460122500261E-9</c:v>
                </c:pt>
                <c:pt idx="219">
                  <c:v>4.6970785885087954E-9</c:v>
                </c:pt>
                <c:pt idx="220">
                  <c:v>5.5244219615382771E-9</c:v>
                </c:pt>
                <c:pt idx="221">
                  <c:v>6.4894437508879017E-9</c:v>
                </c:pt>
                <c:pt idx="222">
                  <c:v>7.6136792334828748E-9</c:v>
                </c:pt>
                <c:pt idx="223">
                  <c:v>8.9218095709582041E-9</c:v>
                </c:pt>
                <c:pt idx="224">
                  <c:v>1.0442087403167963E-8</c:v>
                </c:pt>
                <c:pt idx="225">
                  <c:v>1.2206815156472383E-8</c:v>
                </c:pt>
                <c:pt idx="226">
                  <c:v>1.4252881946316426E-8</c:v>
                </c:pt>
                <c:pt idx="227">
                  <c:v>1.6622365528753176E-8</c:v>
                </c:pt>
                <c:pt idx="228">
                  <c:v>1.9363206377745423E-8</c:v>
                </c:pt>
                <c:pt idx="229">
                  <c:v>2.252996163714372E-8</c:v>
                </c:pt>
                <c:pt idx="230">
                  <c:v>2.6184647421138606E-8</c:v>
                </c:pt>
                <c:pt idx="231">
                  <c:v>3.0397678717756213E-8</c:v>
                </c:pt>
                <c:pt idx="232">
                  <c:v>3.5248916989637786E-8</c:v>
                </c:pt>
                <c:pt idx="233">
                  <c:v>4.0828836468101378E-8</c:v>
                </c:pt>
                <c:pt idx="234">
                  <c:v>4.7239821103412086E-8</c:v>
                </c:pt>
                <c:pt idx="235">
                  <c:v>5.4597605169567711E-8</c:v>
                </c:pt>
                <c:pt idx="236">
                  <c:v>6.3032871628800587E-8</c:v>
                </c:pt>
                <c:pt idx="237">
                  <c:v>7.2693023542752579E-8</c:v>
                </c:pt>
                <c:pt idx="238">
                  <c:v>8.3744145076854789E-8</c:v>
                </c:pt>
                <c:pt idx="239">
                  <c:v>9.6373169985157356E-8</c:v>
                </c:pt>
                <c:pt idx="240">
                  <c:v>1.1079027688754417E-7</c:v>
                </c:pt>
                <c:pt idx="241">
                  <c:v>1.2723153216303611E-7</c:v>
                </c:pt>
                <c:pt idx="242">
                  <c:v>1.4596180288443259E-7</c:v>
                </c:pt>
                <c:pt idx="243">
                  <c:v>1.6727796391365304E-7</c:v>
                </c:pt>
                <c:pt idx="244">
                  <c:v>1.91512425066227E-7</c:v>
                </c:pt>
                <c:pt idx="245">
                  <c:v>2.1903700613979778E-7</c:v>
                </c:pt>
                <c:pt idx="246">
                  <c:v>2.502671895872644E-7</c:v>
                </c:pt>
                <c:pt idx="247">
                  <c:v>2.8566678270214305E-7</c:v>
                </c:pt>
                <c:pt idx="248">
                  <c:v>3.2575302337329634E-7</c:v>
                </c:pt>
                <c:pt idx="249">
                  <c:v>3.7110216575946742E-7</c:v>
                </c:pt>
                <c:pt idx="250">
                  <c:v>4.2235558463191834E-7</c:v>
                </c:pt>
                <c:pt idx="251">
                  <c:v>4.8022643963624123E-7</c:v>
                </c:pt>
                <c:pt idx="252">
                  <c:v>5.4550694333158555E-7</c:v>
                </c:pt>
                <c:pt idx="253">
                  <c:v>6.1907627957736578E-7</c:v>
                </c:pt>
                <c:pt idx="254">
                  <c:v>7.019092216514578E-7</c:v>
                </c:pt>
                <c:pt idx="255">
                  <c:v>7.9508550239967488E-7</c:v>
                </c:pt>
                <c:pt idx="256">
                  <c:v>8.9979999173037546E-7</c:v>
                </c:pt>
                <c:pt idx="257">
                  <c:v>1.017373739877752E-6</c:v>
                </c:pt>
                <c:pt idx="258">
                  <c:v>1.1492659480590305E-6</c:v>
                </c:pt>
                <c:pt idx="259">
                  <c:v>1.2970869314397589E-6</c:v>
                </c:pt>
                <c:pt idx="260">
                  <c:v>1.4626121426919082E-6</c:v>
                </c:pt>
                <c:pt idx="261">
                  <c:v>1.6477973278759266E-6</c:v>
                </c:pt>
                <c:pt idx="262">
                  <c:v>1.8547948898932822E-6</c:v>
                </c:pt>
                <c:pt idx="263">
                  <c:v>2.0859715383307993E-6</c:v>
                </c:pt>
                <c:pt idx="264">
                  <c:v>2.3439273081459451E-6</c:v>
                </c:pt>
                <c:pt idx="265">
                  <c:v>2.6315160333107719E-6</c:v>
                </c:pt>
                <c:pt idx="266">
                  <c:v>2.9518673652309877E-6</c:v>
                </c:pt>
                <c:pt idx="267">
                  <c:v>3.3084104294755476E-6</c:v>
                </c:pt>
                <c:pt idx="268">
                  <c:v>3.7048992180744392E-6</c:v>
                </c:pt>
                <c:pt idx="269">
                  <c:v>4.1454398183579921E-6</c:v>
                </c:pt>
                <c:pt idx="270">
                  <c:v>4.6345195829999931E-6</c:v>
                </c:pt>
                <c:pt idx="271">
                  <c:v>5.1770383495787224E-6</c:v>
                </c:pt>
                <c:pt idx="272">
                  <c:v>5.7783418215602168E-6</c:v>
                </c:pt>
                <c:pt idx="273">
                  <c:v>6.4442572261231255E-6</c:v>
                </c:pt>
                <c:pt idx="274">
                  <c:v>7.1811313676631774E-6</c:v>
                </c:pt>
                <c:pt idx="275">
                  <c:v>7.9958711991161496E-6</c:v>
                </c:pt>
                <c:pt idx="276">
                  <c:v>8.8959870363956152E-6</c:v>
                </c:pt>
                <c:pt idx="277">
                  <c:v>9.8896385442450926E-6</c:v>
                </c:pt>
                <c:pt idx="278">
                  <c:v>1.0985683624608432E-5</c:v>
                </c:pt>
                <c:pt idx="279">
                  <c:v>1.2193730341225058E-5</c:v>
                </c:pt>
                <c:pt idx="280">
                  <c:v>1.3524192016512919E-5</c:v>
                </c:pt>
                <c:pt idx="281">
                  <c:v>1.4988345638899219E-5</c:v>
                </c:pt>
                <c:pt idx="282">
                  <c:v>1.6598393720555412E-5</c:v>
                </c:pt>
                <c:pt idx="283">
                  <c:v>1.8367529746973456E-5</c:v>
                </c:pt>
                <c:pt idx="284">
                  <c:v>2.0310007360947305E-5</c:v>
                </c:pt>
                <c:pt idx="285">
                  <c:v>2.2441213424261463E-5</c:v>
                </c:pt>
                <c:pt idx="286">
                  <c:v>2.4777745100732378E-5</c:v>
                </c:pt>
                <c:pt idx="287">
                  <c:v>2.7337491104122473E-5</c:v>
                </c:pt>
                <c:pt idx="288">
                  <c:v>3.0139717253872968E-5</c:v>
                </c:pt>
                <c:pt idx="289">
                  <c:v>3.3205156480500647E-5</c:v>
                </c:pt>
                <c:pt idx="290">
                  <c:v>3.6556103420877114E-5</c:v>
                </c:pt>
                <c:pt idx="291">
                  <c:v>4.0216513741409767E-5</c:v>
                </c:pt>
                <c:pt idx="292">
                  <c:v>4.4212108324346275E-5</c:v>
                </c:pt>
                <c:pt idx="293">
                  <c:v>4.8570482448981221E-5</c:v>
                </c:pt>
                <c:pt idx="294">
                  <c:v>5.3321220095467418E-5</c:v>
                </c:pt>
                <c:pt idx="295">
                  <c:v>5.8496013494142595E-5</c:v>
                </c:pt>
                <c:pt idx="296">
                  <c:v>6.4128788037762899E-5</c:v>
                </c:pt>
                <c:pt idx="297">
                  <c:v>7.0255832667811963E-5</c:v>
                </c:pt>
                <c:pt idx="298">
                  <c:v>7.6915935839002325E-5</c:v>
                </c:pt>
                <c:pt idx="299">
                  <c:v>8.4150527158255198E-5</c:v>
                </c:pt>
                <c:pt idx="300">
                  <c:v>9.200382478582634E-5</c:v>
                </c:pt>
                <c:pt idx="301">
                  <c:v>1.0052298867670433E-4</c:v>
                </c:pt>
                <c:pt idx="302">
                  <c:v>1.0975827973009232E-4</c:v>
                </c:pt>
                <c:pt idx="303">
                  <c:v>1.1976322490348143E-4</c:v>
                </c:pt>
                <c:pt idx="304">
                  <c:v>1.3059478833576675E-4</c:v>
                </c:pt>
                <c:pt idx="305">
                  <c:v>1.4231354851069989E-4</c:v>
                </c:pt>
                <c:pt idx="306">
                  <c:v>1.549838814780976E-4</c:v>
                </c:pt>
                <c:pt idx="307">
                  <c:v>1.6867415013523788E-4</c:v>
                </c:pt>
                <c:pt idx="308">
                  <c:v>1.8345689955510827E-4</c:v>
                </c:pt>
                <c:pt idx="309">
                  <c:v>1.9940905833135711E-4</c:v>
                </c:pt>
                <c:pt idx="310">
                  <c:v>2.1661214589210157E-4</c:v>
                </c:pt>
                <c:pt idx="311">
                  <c:v>2.3515248571619659E-4</c:v>
                </c:pt>
                <c:pt idx="312">
                  <c:v>2.551214243658752E-4</c:v>
                </c:pt>
                <c:pt idx="313">
                  <c:v>2.7661555622943905E-4</c:v>
                </c:pt>
                <c:pt idx="314">
                  <c:v>2.997369538461577E-4</c:v>
                </c:pt>
                <c:pt idx="315">
                  <c:v>3.2459340366353053E-4</c:v>
                </c:pt>
                <c:pt idx="316">
                  <c:v>3.5129864705389782E-4</c:v>
                </c:pt>
                <c:pt idx="317">
                  <c:v>3.7997262639372277E-4</c:v>
                </c:pt>
                <c:pt idx="318">
                  <c:v>4.1074173598414332E-4</c:v>
                </c:pt>
                <c:pt idx="319">
                  <c:v>4.4373907756619252E-4</c:v>
                </c:pt>
                <c:pt idx="320">
                  <c:v>4.7910472015805184E-4</c:v>
                </c:pt>
                <c:pt idx="321">
                  <c:v>5.1698596391505517E-4</c:v>
                </c:pt>
                <c:pt idx="322">
                  <c:v>5.5753760768600241E-4</c:v>
                </c:pt>
                <c:pt idx="323">
                  <c:v>6.00922219911593E-4</c:v>
                </c:pt>
                <c:pt idx="324">
                  <c:v>6.4731041248255745E-4</c:v>
                </c:pt>
                <c:pt idx="325">
                  <c:v>6.9688111714666563E-4</c:v>
                </c:pt>
                <c:pt idx="326">
                  <c:v>7.4982186402455927E-4</c:v>
                </c:pt>
                <c:pt idx="327">
                  <c:v>8.0632906176565427E-4</c:v>
                </c:pt>
                <c:pt idx="328">
                  <c:v>8.6660827884569571E-4</c:v>
                </c:pt>
                <c:pt idx="329">
                  <c:v>9.3087452547827541E-4</c:v>
                </c:pt>
                <c:pt idx="330">
                  <c:v>9.9935253558347406E-4</c:v>
                </c:pt>
                <c:pt idx="331">
                  <c:v>1.0722770482271059E-3</c:v>
                </c:pt>
                <c:pt idx="332">
                  <c:v>1.1498930879154409E-3</c:v>
                </c:pt>
                <c:pt idx="333">
                  <c:v>1.2324562431011352E-3</c:v>
                </c:pt>
                <c:pt idx="334">
                  <c:v>1.3202329422280197E-3</c:v>
                </c:pt>
                <c:pt idx="335">
                  <c:v>1.4135007266144507E-3</c:v>
                </c:pt>
                <c:pt idx="336">
                  <c:v>1.5125485194475176E-3</c:v>
                </c:pt>
                <c:pt idx="337">
                  <c:v>1.6176768901343798E-3</c:v>
                </c:pt>
                <c:pt idx="338">
                  <c:v>1.7291983132305699E-3</c:v>
                </c:pt>
                <c:pt idx="339">
                  <c:v>1.8474374211415285E-3</c:v>
                </c:pt>
                <c:pt idx="340">
                  <c:v>1.972731249768391E-3</c:v>
                </c:pt>
                <c:pt idx="341">
                  <c:v>2.1054294762485092E-3</c:v>
                </c:pt>
                <c:pt idx="342">
                  <c:v>2.2458946479183349E-3</c:v>
                </c:pt>
                <c:pt idx="343">
                  <c:v>2.3945024016074731E-3</c:v>
                </c:pt>
                <c:pt idx="344">
                  <c:v>2.551641672354507E-3</c:v>
                </c:pt>
                <c:pt idx="345">
                  <c:v>2.7177148906181153E-3</c:v>
                </c:pt>
                <c:pt idx="346">
                  <c:v>2.8931381670428374E-3</c:v>
                </c:pt>
                <c:pt idx="347">
                  <c:v>3.0783414638254161E-3</c:v>
                </c:pt>
                <c:pt idx="348">
                  <c:v>3.273768751717207E-3</c:v>
                </c:pt>
                <c:pt idx="349">
                  <c:v>3.4798781516887319E-3</c:v>
                </c:pt>
                <c:pt idx="350">
                  <c:v>3.6971420602765728E-3</c:v>
                </c:pt>
                <c:pt idx="351">
                  <c:v>3.9260472576275497E-3</c:v>
                </c:pt>
                <c:pt idx="352">
                  <c:v>4.1670949972543699E-3</c:v>
                </c:pt>
                <c:pt idx="353">
                  <c:v>4.4208010765160047E-3</c:v>
                </c:pt>
                <c:pt idx="354">
                  <c:v>4.6876958868409231E-3</c:v>
                </c:pt>
                <c:pt idx="355">
                  <c:v>4.9683244427153207E-3</c:v>
                </c:pt>
                <c:pt idx="356">
                  <c:v>5.2632463884682117E-3</c:v>
                </c:pt>
                <c:pt idx="357">
                  <c:v>5.5730359818967389E-3</c:v>
                </c:pt>
                <c:pt idx="358">
                  <c:v>5.8982820537878166E-3</c:v>
                </c:pt>
                <c:pt idx="359">
                  <c:v>6.2395879424105485E-3</c:v>
                </c:pt>
                <c:pt idx="360">
                  <c:v>6.5975714020741422E-3</c:v>
                </c:pt>
                <c:pt idx="361">
                  <c:v>6.9728644848680386E-3</c:v>
                </c:pt>
                <c:pt idx="362">
                  <c:v>7.3661133947279193E-3</c:v>
                </c:pt>
                <c:pt idx="363">
                  <c:v>7.777978312999527E-3</c:v>
                </c:pt>
                <c:pt idx="364">
                  <c:v>8.2091331947065551E-3</c:v>
                </c:pt>
                <c:pt idx="365">
                  <c:v>8.6602655347615652E-3</c:v>
                </c:pt>
                <c:pt idx="366">
                  <c:v>9.1320761033983813E-3</c:v>
                </c:pt>
                <c:pt idx="367">
                  <c:v>9.6252786501471368E-3</c:v>
                </c:pt>
                <c:pt idx="368">
                  <c:v>1.0140599575715852E-2</c:v>
                </c:pt>
                <c:pt idx="369">
                  <c:v>1.0678777571189719E-2</c:v>
                </c:pt>
                <c:pt idx="370">
                  <c:v>1.1240563224012977E-2</c:v>
                </c:pt>
                <c:pt idx="371">
                  <c:v>1.1826718590265812E-2</c:v>
                </c:pt>
                <c:pt idx="372">
                  <c:v>1.2438016732812199E-2</c:v>
                </c:pt>
                <c:pt idx="373">
                  <c:v>1.307524122494623E-2</c:v>
                </c:pt>
                <c:pt idx="374">
                  <c:v>1.3739185619231818E-2</c:v>
                </c:pt>
                <c:pt idx="375">
                  <c:v>1.4430652881290839E-2</c:v>
                </c:pt>
                <c:pt idx="376">
                  <c:v>1.5150454788366068E-2</c:v>
                </c:pt>
                <c:pt idx="377">
                  <c:v>1.5899411292547027E-2</c:v>
                </c:pt>
                <c:pt idx="378">
                  <c:v>1.6678349848626393E-2</c:v>
                </c:pt>
                <c:pt idx="379">
                  <c:v>1.7488104706622931E-2</c:v>
                </c:pt>
                <c:pt idx="380">
                  <c:v>1.8329516169081021E-2</c:v>
                </c:pt>
                <c:pt idx="381">
                  <c:v>1.9203429813341052E-2</c:v>
                </c:pt>
                <c:pt idx="382">
                  <c:v>2.0110695679042469E-2</c:v>
                </c:pt>
                <c:pt idx="383">
                  <c:v>2.1052167421214629E-2</c:v>
                </c:pt>
                <c:pt idx="384">
                  <c:v>2.2028701429380338E-2</c:v>
                </c:pt>
                <c:pt idx="385">
                  <c:v>2.3041155913183512E-2</c:v>
                </c:pt>
                <c:pt idx="386">
                  <c:v>2.4090389955144866E-2</c:v>
                </c:pt>
                <c:pt idx="387">
                  <c:v>2.5177262531213416E-2</c:v>
                </c:pt>
                <c:pt idx="388">
                  <c:v>2.630263149988744E-2</c:v>
                </c:pt>
                <c:pt idx="389">
                  <c:v>2.7467352560751508E-2</c:v>
                </c:pt>
                <c:pt idx="390">
                  <c:v>2.8672278183362952E-2</c:v>
                </c:pt>
                <c:pt idx="391">
                  <c:v>2.991825650750727E-2</c:v>
                </c:pt>
                <c:pt idx="392">
                  <c:v>3.1206130215925554E-2</c:v>
                </c:pt>
                <c:pt idx="393">
                  <c:v>3.2536735380705298E-2</c:v>
                </c:pt>
                <c:pt idx="394">
                  <c:v>3.3910900284596861E-2</c:v>
                </c:pt>
                <c:pt idx="395">
                  <c:v>3.5329444218614774E-2</c:v>
                </c:pt>
                <c:pt idx="396">
                  <c:v>3.6793176257357126E-2</c:v>
                </c:pt>
                <c:pt idx="397">
                  <c:v>3.8302894013544378E-2</c:v>
                </c:pt>
                <c:pt idx="398">
                  <c:v>3.9859382373382643E-2</c:v>
                </c:pt>
                <c:pt idx="399">
                  <c:v>4.1463412214402293E-2</c:v>
                </c:pt>
                <c:pt idx="400">
                  <c:v>4.3115739107515691E-2</c:v>
                </c:pt>
                <c:pt idx="401">
                  <c:v>4.4817102005099974E-2</c:v>
                </c:pt>
                <c:pt idx="402">
                  <c:v>4.6568221916986792E-2</c:v>
                </c:pt>
                <c:pt idx="403">
                  <c:v>4.8369800576284802E-2</c:v>
                </c:pt>
                <c:pt idx="404">
                  <c:v>5.0222519097055607E-2</c:v>
                </c:pt>
                <c:pt idx="405">
                  <c:v>5.2127036625897023E-2</c:v>
                </c:pt>
                <c:pt idx="406">
                  <c:v>5.4083988989543974E-2</c:v>
                </c:pt>
                <c:pt idx="407">
                  <c:v>5.6093987340664245E-2</c:v>
                </c:pt>
                <c:pt idx="408">
                  <c:v>5.8157616804064498E-2</c:v>
                </c:pt>
                <c:pt idx="409">
                  <c:v>6.0275435125554958E-2</c:v>
                </c:pt>
                <c:pt idx="410">
                  <c:v>6.2447971325782239E-2</c:v>
                </c:pt>
                <c:pt idx="411">
                  <c:v>6.4675724361359765E-2</c:v>
                </c:pt>
                <c:pt idx="412">
                  <c:v>6.6959161795652172E-2</c:v>
                </c:pt>
                <c:pt idx="413">
                  <c:v>6.929871848161348E-2</c:v>
                </c:pt>
                <c:pt idx="414">
                  <c:v>7.1694795259077432E-2</c:v>
                </c:pt>
                <c:pt idx="415">
                  <c:v>7.4147757668933584E-2</c:v>
                </c:pt>
                <c:pt idx="416">
                  <c:v>7.6657934686616955E-2</c:v>
                </c:pt>
                <c:pt idx="417">
                  <c:v>7.9225617477362634E-2</c:v>
                </c:pt>
                <c:pt idx="418">
                  <c:v>8.1851058175654148E-2</c:v>
                </c:pt>
                <c:pt idx="419">
                  <c:v>8.4534468691313466E-2</c:v>
                </c:pt>
                <c:pt idx="420">
                  <c:v>8.7276019544655595E-2</c:v>
                </c:pt>
                <c:pt idx="421">
                  <c:v>9.0075838733118543E-2</c:v>
                </c:pt>
                <c:pt idx="422">
                  <c:v>9.2934010631755284E-2</c:v>
                </c:pt>
                <c:pt idx="423">
                  <c:v>9.585057492996224E-2</c:v>
                </c:pt>
                <c:pt idx="424">
                  <c:v>9.8825525606764816E-2</c:v>
                </c:pt>
                <c:pt idx="425">
                  <c:v>0.10185880994696306</c:v>
                </c:pt>
                <c:pt idx="426">
                  <c:v>0.1049503276003866</c:v>
                </c:pt>
                <c:pt idx="427">
                  <c:v>0.10809992968647007</c:v>
                </c:pt>
                <c:pt idx="428">
                  <c:v>0.11130741794628832</c:v>
                </c:pt>
                <c:pt idx="429">
                  <c:v>0.11457254394416745</c:v>
                </c:pt>
                <c:pt idx="430">
                  <c:v>0.11789500832087398</c:v>
                </c:pt>
                <c:pt idx="431">
                  <c:v>0.12127446010038655</c:v>
                </c:pt>
                <c:pt idx="432">
                  <c:v>0.12471049605208999</c:v>
                </c:pt>
                <c:pt idx="433">
                  <c:v>0.12820266011025427</c:v>
                </c:pt>
                <c:pt idx="434">
                  <c:v>0.13175044285249216</c:v>
                </c:pt>
                <c:pt idx="435">
                  <c:v>0.13535328103886696</c:v>
                </c:pt>
                <c:pt idx="436">
                  <c:v>0.13901055721319411</c:v>
                </c:pt>
                <c:pt idx="437">
                  <c:v>0.14272159936797946</c:v>
                </c:pt>
                <c:pt idx="438">
                  <c:v>0.14648568067439552</c:v>
                </c:pt>
                <c:pt idx="439">
                  <c:v>0.150302019278517</c:v>
                </c:pt>
                <c:pt idx="440">
                  <c:v>0.15416977816498659</c:v>
                </c:pt>
                <c:pt idx="441">
                  <c:v>0.15808806508914977</c:v>
                </c:pt>
                <c:pt idx="442">
                  <c:v>0.16205593257860235</c:v>
                </c:pt>
                <c:pt idx="443">
                  <c:v>0.16607237800494876</c:v>
                </c:pt>
                <c:pt idx="444">
                  <c:v>0.17013634372650205</c:v>
                </c:pt>
                <c:pt idx="445">
                  <c:v>0.17424671730246821</c:v>
                </c:pt>
                <c:pt idx="446">
                  <c:v>0.17840233177912584</c:v>
                </c:pt>
                <c:pt idx="447">
                  <c:v>0.18260196604827469</c:v>
                </c:pt>
                <c:pt idx="448">
                  <c:v>0.18684434527824911</c:v>
                </c:pt>
                <c:pt idx="449">
                  <c:v>0.19112814141750226</c:v>
                </c:pt>
                <c:pt idx="450">
                  <c:v>0.19545197377077062</c:v>
                </c:pt>
                <c:pt idx="451">
                  <c:v>0.19981440964766375</c:v>
                </c:pt>
                <c:pt idx="452">
                  <c:v>0.20421396508332051</c:v>
                </c:pt>
                <c:pt idx="453">
                  <c:v>0.20864910563081349</c:v>
                </c:pt>
                <c:pt idx="454">
                  <c:v>0.21311824722465711</c:v>
                </c:pt>
                <c:pt idx="455">
                  <c:v>0.217619757114799</c:v>
                </c:pt>
                <c:pt idx="456">
                  <c:v>0.22215195487030354</c:v>
                </c:pt>
                <c:pt idx="457">
                  <c:v>0.22671311345174369</c:v>
                </c:pt>
                <c:pt idx="458">
                  <c:v>0.23130146035134597</c:v>
                </c:pt>
                <c:pt idx="459">
                  <c:v>0.23591517879962565</c:v>
                </c:pt>
                <c:pt idx="460">
                  <c:v>0.24055240903728947</c:v>
                </c:pt>
                <c:pt idx="461">
                  <c:v>0.24521124965095928</c:v>
                </c:pt>
                <c:pt idx="462">
                  <c:v>0.24988975897125315</c:v>
                </c:pt>
                <c:pt idx="463">
                  <c:v>0.2545859565314797</c:v>
                </c:pt>
                <c:pt idx="464">
                  <c:v>0.25929782458535922</c:v>
                </c:pt>
                <c:pt idx="465">
                  <c:v>0.26402330968175991</c:v>
                </c:pt>
                <c:pt idx="466">
                  <c:v>0.2687603242946171</c:v>
                </c:pt>
                <c:pt idx="467">
                  <c:v>0.27350674850592332</c:v>
                </c:pt>
                <c:pt idx="468">
                  <c:v>0.27826043173966641</c:v>
                </c:pt>
                <c:pt idx="469">
                  <c:v>0.28301919454445823</c:v>
                </c:pt>
                <c:pt idx="470">
                  <c:v>0.28778083042254815</c:v>
                </c:pt>
                <c:pt idx="471">
                  <c:v>0.29254310770279718</c:v>
                </c:pt>
                <c:pt idx="472">
                  <c:v>0.29730377145512488</c:v>
                </c:pt>
                <c:pt idx="473">
                  <c:v>0.30206054544389094</c:v>
                </c:pt>
                <c:pt idx="474">
                  <c:v>0.30681113411755184</c:v>
                </c:pt>
                <c:pt idx="475">
                  <c:v>0.31155322463191654</c:v>
                </c:pt>
                <c:pt idx="476">
                  <c:v>0.31628448890425276</c:v>
                </c:pt>
                <c:pt idx="477">
                  <c:v>0.32100258569541107</c:v>
                </c:pt>
                <c:pt idx="478">
                  <c:v>0.32570516271716826</c:v>
                </c:pt>
                <c:pt idx="479">
                  <c:v>0.33038985876184512</c:v>
                </c:pt>
                <c:pt idx="480">
                  <c:v>0.33505430585126594</c:v>
                </c:pt>
                <c:pt idx="481">
                  <c:v>0.33969613140214078</c:v>
                </c:pt>
                <c:pt idx="482">
                  <c:v>0.34431296040483123</c:v>
                </c:pt>
                <c:pt idx="483">
                  <c:v>0.34890241761252039</c:v>
                </c:pt>
                <c:pt idx="484">
                  <c:v>0.35346212973774754</c:v>
                </c:pt>
                <c:pt idx="485">
                  <c:v>0.35798972765327458</c:v>
                </c:pt>
                <c:pt idx="486">
                  <c:v>0.36248284859424618</c:v>
                </c:pt>
                <c:pt idx="487">
                  <c:v>0.36693913835862674</c:v>
                </c:pt>
                <c:pt idx="488">
                  <c:v>0.37135625350283441</c:v>
                </c:pt>
                <c:pt idx="489">
                  <c:v>0.37573186352963672</c:v>
                </c:pt>
                <c:pt idx="490">
                  <c:v>0.38006365306521295</c:v>
                </c:pt>
                <c:pt idx="491">
                  <c:v>0.38434932402254435</c:v>
                </c:pt>
                <c:pt idx="492">
                  <c:v>0.38858659774799975</c:v>
                </c:pt>
                <c:pt idx="493">
                  <c:v>0.39277321714842106</c:v>
                </c:pt>
                <c:pt idx="494">
                  <c:v>0.39690694879568728</c:v>
                </c:pt>
                <c:pt idx="495">
                  <c:v>0.40098558500597159</c:v>
                </c:pt>
                <c:pt idx="496">
                  <c:v>0.4050069458909622</c:v>
                </c:pt>
                <c:pt idx="497">
                  <c:v>0.40896888137825921</c:v>
                </c:pt>
                <c:pt idx="498">
                  <c:v>0.41286927319835243</c:v>
                </c:pt>
                <c:pt idx="499">
                  <c:v>0.41670603683548829</c:v>
                </c:pt>
                <c:pt idx="500">
                  <c:v>0.42047712344003763</c:v>
                </c:pt>
                <c:pt idx="501">
                  <c:v>0.42418052169972953</c:v>
                </c:pt>
                <c:pt idx="502">
                  <c:v>0.42781425966753167</c:v>
                </c:pt>
                <c:pt idx="503">
                  <c:v>0.43137640654374204</c:v>
                </c:pt>
                <c:pt idx="504">
                  <c:v>0.43486507441015848</c:v>
                </c:pt>
                <c:pt idx="505">
                  <c:v>0.43827841991416017</c:v>
                </c:pt>
                <c:pt idx="506">
                  <c:v>0.4416146459005984</c:v>
                </c:pt>
                <c:pt idx="507">
                  <c:v>0.44487200298966595</c:v>
                </c:pt>
                <c:pt idx="508">
                  <c:v>0.44804879109876428</c:v>
                </c:pt>
                <c:pt idx="509">
                  <c:v>0.45114336090663015</c:v>
                </c:pt>
                <c:pt idx="510">
                  <c:v>0.45415411525817001</c:v>
                </c:pt>
                <c:pt idx="511">
                  <c:v>0.45707951050824541</c:v>
                </c:pt>
                <c:pt idx="512">
                  <c:v>0.45991805780311379</c:v>
                </c:pt>
                <c:pt idx="513">
                  <c:v>0.46266832429812665</c:v>
                </c:pt>
                <c:pt idx="514">
                  <c:v>0.4653289343103697</c:v>
                </c:pt>
                <c:pt idx="515">
                  <c:v>0.46789857040521227</c:v>
                </c:pt>
                <c:pt idx="516">
                  <c:v>0.47037597441566453</c:v>
                </c:pt>
                <c:pt idx="517">
                  <c:v>0.47275994839363822</c:v>
                </c:pt>
                <c:pt idx="518">
                  <c:v>0.47504935549234029</c:v>
                </c:pt>
                <c:pt idx="519">
                  <c:v>0.47724312077898706</c:v>
                </c:pt>
                <c:pt idx="520">
                  <c:v>0.47934023197741044</c:v>
                </c:pt>
                <c:pt idx="521">
                  <c:v>0.48133974013993869</c:v>
                </c:pt>
                <c:pt idx="522">
                  <c:v>0.48324076024823881</c:v>
                </c:pt>
                <c:pt idx="523">
                  <c:v>0.48504247174286802</c:v>
                </c:pt>
                <c:pt idx="524">
                  <c:v>0.48674411898135278</c:v>
                </c:pt>
                <c:pt idx="525">
                  <c:v>0.4883450116247679</c:v>
                </c:pt>
                <c:pt idx="526">
                  <c:v>0.48984452495289621</c:v>
                </c:pt>
                <c:pt idx="527">
                  <c:v>0.49124210010804248</c:v>
                </c:pt>
                <c:pt idx="528">
                  <c:v>0.49253724426796952</c:v>
                </c:pt>
                <c:pt idx="529">
                  <c:v>0.49372953074805398</c:v>
                </c:pt>
                <c:pt idx="530">
                  <c:v>0.49481859903337189</c:v>
                </c:pt>
                <c:pt idx="531">
                  <c:v>0.49580415474120226</c:v>
                </c:pt>
                <c:pt idx="532">
                  <c:v>0.49668596951453337</c:v>
                </c:pt>
                <c:pt idx="533">
                  <c:v>0.4974638808474745</c:v>
                </c:pt>
                <c:pt idx="534">
                  <c:v>0.49813779184331869</c:v>
                </c:pt>
                <c:pt idx="535">
                  <c:v>0.49870767090623225</c:v>
                </c:pt>
                <c:pt idx="536">
                  <c:v>0.49917355136759584</c:v>
                </c:pt>
                <c:pt idx="537">
                  <c:v>0.4995355310481096</c:v>
                </c:pt>
                <c:pt idx="538">
                  <c:v>0.49979377175682765</c:v>
                </c:pt>
                <c:pt idx="539">
                  <c:v>0.49994849872843194</c:v>
                </c:pt>
                <c:pt idx="540">
                  <c:v>0.5</c:v>
                </c:pt>
                <c:pt idx="541">
                  <c:v>0.4999486257287864</c:v>
                </c:pt>
                <c:pt idx="542">
                  <c:v>0.49979478745238826</c:v>
                </c:pt>
                <c:pt idx="543">
                  <c:v>0.49953895729292769</c:v>
                </c:pt>
                <c:pt idx="544">
                  <c:v>0.49918166710675965</c:v>
                </c:pt>
                <c:pt idx="545">
                  <c:v>0.49872350758143685</c:v>
                </c:pt>
                <c:pt idx="546">
                  <c:v>0.49816512728161122</c:v>
                </c:pt>
                <c:pt idx="547">
                  <c:v>0.49750723164561267</c:v>
                </c:pt>
                <c:pt idx="548">
                  <c:v>0.49675058193457133</c:v>
                </c:pt>
                <c:pt idx="549">
                  <c:v>0.49589599413585012</c:v>
                </c:pt>
                <c:pt idx="550">
                  <c:v>0.49494433782272723</c:v>
                </c:pt>
                <c:pt idx="551">
                  <c:v>0.49389653497227742</c:v>
                </c:pt>
                <c:pt idx="552">
                  <c:v>0.49275355874329957</c:v>
                </c:pt>
                <c:pt idx="553">
                  <c:v>0.49151643221641794</c:v>
                </c:pt>
                <c:pt idx="554">
                  <c:v>0.49018622709822746</c:v>
                </c:pt>
                <c:pt idx="555">
                  <c:v>0.48876406239160025</c:v>
                </c:pt>
                <c:pt idx="556">
                  <c:v>0.48725110303413782</c:v>
                </c:pt>
                <c:pt idx="557">
                  <c:v>0.48564855850688249</c:v>
                </c:pt>
                <c:pt idx="558">
                  <c:v>0.48395768141531731</c:v>
                </c:pt>
                <c:pt idx="559">
                  <c:v>0.48217976604471813</c:v>
                </c:pt>
                <c:pt idx="560">
                  <c:v>0.48031614689195024</c:v>
                </c:pt>
                <c:pt idx="561">
                  <c:v>0.47836819717583279</c:v>
                </c:pt>
                <c:pt idx="562">
                  <c:v>0.47633732732803097</c:v>
                </c:pt>
                <c:pt idx="563">
                  <c:v>0.47422498346665437</c:v>
                </c:pt>
                <c:pt idx="564">
                  <c:v>0.47203264585455113</c:v>
                </c:pt>
                <c:pt idx="565">
                  <c:v>0.46976182734438293</c:v>
                </c:pt>
                <c:pt idx="566">
                  <c:v>0.4674140718124617</c:v>
                </c:pt>
                <c:pt idx="567">
                  <c:v>0.46499095258337048</c:v>
                </c:pt>
                <c:pt idx="568">
                  <c:v>0.46249407084742827</c:v>
                </c:pt>
                <c:pt idx="569">
                  <c:v>0.45992505407282247</c:v>
                </c:pt>
                <c:pt idx="570">
                  <c:v>0.4572855544144746</c:v>
                </c:pt>
                <c:pt idx="571">
                  <c:v>0.45457724712147074</c:v>
                </c:pt>
                <c:pt idx="572">
                  <c:v>0.45180182894495263</c:v>
                </c:pt>
                <c:pt idx="573">
                  <c:v>0.44896101654832421</c:v>
                </c:pt>
                <c:pt idx="574">
                  <c:v>0.44605654492155755</c:v>
                </c:pt>
                <c:pt idx="575">
                  <c:v>0.44309016580136917</c:v>
                </c:pt>
                <c:pt idx="576">
                  <c:v>0.44006364609899701</c:v>
                </c:pt>
                <c:pt idx="577">
                  <c:v>0.43697876633727195</c:v>
                </c:pt>
                <c:pt idx="578">
                  <c:v>0.43383731909860596</c:v>
                </c:pt>
                <c:pt idx="579">
                  <c:v>0.43064110748548845</c:v>
                </c:pt>
                <c:pt idx="580">
                  <c:v>0.42739194359507465</c:v>
                </c:pt>
                <c:pt idx="581">
                  <c:v>0.42409164700932345</c:v>
                </c:pt>
                <c:pt idx="582">
                  <c:v>0.42074204330214199</c:v>
                </c:pt>
                <c:pt idx="583">
                  <c:v>0.4173449625649886</c:v>
                </c:pt>
                <c:pt idx="584">
                  <c:v>0.41390223795218867</c:v>
                </c:pt>
                <c:pt idx="585">
                  <c:v>0.41041570424735507</c:v>
                </c:pt>
                <c:pt idx="586">
                  <c:v>0.40688719645207028</c:v>
                </c:pt>
                <c:pt idx="587">
                  <c:v>0.40331854839808878</c:v>
                </c:pt>
                <c:pt idx="588">
                  <c:v>0.39971159138413276</c:v>
                </c:pt>
                <c:pt idx="589">
                  <c:v>0.39606815283841407</c:v>
                </c:pt>
                <c:pt idx="590">
                  <c:v>0.39239005500784374</c:v>
                </c:pt>
                <c:pt idx="591">
                  <c:v>0.38867911367495167</c:v>
                </c:pt>
                <c:pt idx="592">
                  <c:v>0.38493713690336673</c:v>
                </c:pt>
                <c:pt idx="593">
                  <c:v>0.38116592381277858</c:v>
                </c:pt>
                <c:pt idx="594">
                  <c:v>0.37736726338411769</c:v>
                </c:pt>
                <c:pt idx="595">
                  <c:v>0.37354293329570276</c:v>
                </c:pt>
                <c:pt idx="596">
                  <c:v>0.36969469879109784</c:v>
                </c:pt>
                <c:pt idx="597">
                  <c:v>0.36582431157919837</c:v>
                </c:pt>
                <c:pt idx="598">
                  <c:v>0.36193350876724212</c:v>
                </c:pt>
                <c:pt idx="599">
                  <c:v>0.35802401182716825</c:v>
                </c:pt>
                <c:pt idx="600">
                  <c:v>0.35409752559581908</c:v>
                </c:pt>
                <c:pt idx="601">
                  <c:v>0.35015573730942462</c:v>
                </c:pt>
                <c:pt idx="602">
                  <c:v>0.34620031567265974</c:v>
                </c:pt>
                <c:pt idx="603">
                  <c:v>0.34223290996266165</c:v>
                </c:pt>
                <c:pt idx="604">
                  <c:v>0.33825514916816302</c:v>
                </c:pt>
                <c:pt idx="605">
                  <c:v>0.33426864116404725</c:v>
                </c:pt>
                <c:pt idx="606">
                  <c:v>0.330274971921377</c:v>
                </c:pt>
                <c:pt idx="607">
                  <c:v>0.32627570475308149</c:v>
                </c:pt>
                <c:pt idx="608">
                  <c:v>0.32227237959529825</c:v>
                </c:pt>
                <c:pt idx="609">
                  <c:v>0.31826651232442177</c:v>
                </c:pt>
                <c:pt idx="610">
                  <c:v>0.3142595941097881</c:v>
                </c:pt>
                <c:pt idx="611">
                  <c:v>0.31025309080193664</c:v>
                </c:pt>
                <c:pt idx="612">
                  <c:v>0.30624844235631754</c:v>
                </c:pt>
                <c:pt idx="613">
                  <c:v>0.30224706229227583</c:v>
                </c:pt>
                <c:pt idx="614">
                  <c:v>0.29825033718711164</c:v>
                </c:pt>
                <c:pt idx="615">
                  <c:v>0.29425962620497481</c:v>
                </c:pt>
                <c:pt idx="616">
                  <c:v>0.29027626066028761</c:v>
                </c:pt>
                <c:pt idx="617">
                  <c:v>0.28630154361541338</c:v>
                </c:pt>
                <c:pt idx="618">
                  <c:v>0.28233674951218368</c:v>
                </c:pt>
                <c:pt idx="619">
                  <c:v>0.278383123836904</c:v>
                </c:pt>
                <c:pt idx="620">
                  <c:v>0.27444188281844872</c:v>
                </c:pt>
                <c:pt idx="621">
                  <c:v>0.27051421315891516</c:v>
                </c:pt>
                <c:pt idx="622">
                  <c:v>0.26660127179648191</c:v>
                </c:pt>
                <c:pt idx="623">
                  <c:v>0.26270418569981802</c:v>
                </c:pt>
                <c:pt idx="624">
                  <c:v>0.25882405169362943</c:v>
                </c:pt>
                <c:pt idx="625">
                  <c:v>0.25496193631472475</c:v>
                </c:pt>
                <c:pt idx="626">
                  <c:v>0.2511188756980095</c:v>
                </c:pt>
                <c:pt idx="627">
                  <c:v>0.24729587549184151</c:v>
                </c:pt>
                <c:pt idx="628">
                  <c:v>0.24349391080211466</c:v>
                </c:pt>
                <c:pt idx="629">
                  <c:v>0.23971392616438711</c:v>
                </c:pt>
                <c:pt idx="630">
                  <c:v>0.23595683554344621</c:v>
                </c:pt>
                <c:pt idx="631">
                  <c:v>0.23222352235960006</c:v>
                </c:pt>
                <c:pt idx="632">
                  <c:v>0.22851483954100482</c:v>
                </c:pt>
                <c:pt idx="633">
                  <c:v>0.22483160960134904</c:v>
                </c:pt>
                <c:pt idx="634">
                  <c:v>0.22117462474212929</c:v>
                </c:pt>
                <c:pt idx="635">
                  <c:v>0.21754464697883533</c:v>
                </c:pt>
                <c:pt idx="636">
                  <c:v>0.21394240829028044</c:v>
                </c:pt>
                <c:pt idx="637">
                  <c:v>0.21036861079033387</c:v>
                </c:pt>
                <c:pt idx="638">
                  <c:v>0.20682392692131141</c:v>
                </c:pt>
                <c:pt idx="639">
                  <c:v>0.20330899966825053</c:v>
                </c:pt>
                <c:pt idx="640">
                  <c:v>0.19982444279332953</c:v>
                </c:pt>
                <c:pt idx="641">
                  <c:v>0.19637084108962893</c:v>
                </c:pt>
                <c:pt idx="642">
                  <c:v>0.19294875065350889</c:v>
                </c:pt>
                <c:pt idx="643">
                  <c:v>0.18955869917480503</c:v>
                </c:pt>
                <c:pt idx="644">
                  <c:v>0.18620118624407267</c:v>
                </c:pt>
                <c:pt idx="645">
                  <c:v>0.18287668367613383</c:v>
                </c:pt>
                <c:pt idx="646">
                  <c:v>0.17958563584912976</c:v>
                </c:pt>
                <c:pt idx="647">
                  <c:v>0.17632846005834626</c:v>
                </c:pt>
                <c:pt idx="648">
                  <c:v>0.17310554688403407</c:v>
                </c:pt>
                <c:pt idx="649">
                  <c:v>0.16991726057247178</c:v>
                </c:pt>
                <c:pt idx="650">
                  <c:v>0.16676393942954024</c:v>
                </c:pt>
                <c:pt idx="651">
                  <c:v>0.16364589622603698</c:v>
                </c:pt>
                <c:pt idx="652">
                  <c:v>0.16056341861402471</c:v>
                </c:pt>
                <c:pt idx="653">
                  <c:v>0.15751676955349095</c:v>
                </c:pt>
                <c:pt idx="654">
                  <c:v>0.15450618774854993</c:v>
                </c:pt>
                <c:pt idx="655">
                  <c:v>0.15153188809257229</c:v>
                </c:pt>
                <c:pt idx="656">
                  <c:v>0.14859406212145138</c:v>
                </c:pt>
                <c:pt idx="657">
                  <c:v>0.1456928784743847</c:v>
                </c:pt>
                <c:pt idx="658">
                  <c:v>0.14282848336146547</c:v>
                </c:pt>
                <c:pt idx="659">
                  <c:v>0.14000100103744387</c:v>
                </c:pt>
                <c:pt idx="660">
                  <c:v>0.13721053428097973</c:v>
                </c:pt>
                <c:pt idx="661">
                  <c:v>0.13445716487878023</c:v>
                </c:pt>
                <c:pt idx="662">
                  <c:v>0.13174095411398692</c:v>
                </c:pt>
                <c:pt idx="663">
                  <c:v>0.12906194325819284</c:v>
                </c:pt>
                <c:pt idx="664">
                  <c:v>0.1264201540665161</c:v>
                </c:pt>
                <c:pt idx="665">
                  <c:v>0.12381558927513722</c:v>
                </c:pt>
                <c:pt idx="666">
                  <c:v>0.12124823310073465</c:v>
                </c:pt>
                <c:pt idx="667">
                  <c:v>0.11871805174127043</c:v>
                </c:pt>
                <c:pt idx="668">
                  <c:v>0.11622499387759978</c:v>
                </c:pt>
                <c:pt idx="669">
                  <c:v>0.11376899117536253</c:v>
                </c:pt>
                <c:pt idx="670">
                  <c:v>0.11134995878668585</c:v>
                </c:pt>
                <c:pt idx="671">
                  <c:v>0.10896779585118267</c:v>
                </c:pt>
                <c:pt idx="672">
                  <c:v>0.10662238599578414</c:v>
                </c:pt>
                <c:pt idx="673">
                  <c:v>0.10431359783296394</c:v>
                </c:pt>
                <c:pt idx="674">
                  <c:v>0.10204128545688597</c:v>
                </c:pt>
                <c:pt idx="675">
                  <c:v>9.9805288937084152E-2</c:v>
                </c:pt>
                <c:pt idx="676">
                  <c:v>9.7605434809249617E-2</c:v>
                </c:pt>
                <c:pt idx="677">
                  <c:v>9.5441536562735907E-2</c:v>
                </c:pt>
                <c:pt idx="678">
                  <c:v>9.331339512441629E-2</c:v>
                </c:pt>
                <c:pt idx="679">
                  <c:v>9.1220799338524561E-2</c:v>
                </c:pt>
                <c:pt idx="680">
                  <c:v>8.9163526442148658E-2</c:v>
                </c:pt>
                <c:pt idx="681">
                  <c:v>8.7141342536043137E-2</c:v>
                </c:pt>
                <c:pt idx="682">
                  <c:v>8.5154003050448859E-2</c:v>
                </c:pt>
                <c:pt idx="683">
                  <c:v>8.3201253205639203E-2</c:v>
                </c:pt>
                <c:pt idx="684">
                  <c:v>8.1282828466890514E-2</c:v>
                </c:pt>
                <c:pt idx="685">
                  <c:v>7.9398454993640774E-2</c:v>
                </c:pt>
                <c:pt idx="686">
                  <c:v>7.7547850082561612E-2</c:v>
                </c:pt>
                <c:pt idx="687">
                  <c:v>7.5730722604331252E-2</c:v>
                </c:pt>
                <c:pt idx="688">
                  <c:v>7.3946773433880411E-2</c:v>
                </c:pt>
                <c:pt idx="689">
                  <c:v>7.2195695873903357E-2</c:v>
                </c:pt>
                <c:pt idx="690">
                  <c:v>7.0477176071454886E-2</c:v>
                </c:pt>
                <c:pt idx="691">
                  <c:v>6.8790893427447625E-2</c:v>
                </c:pt>
                <c:pt idx="692">
                  <c:v>6.7136520998894694E-2</c:v>
                </c:pt>
                <c:pt idx="693">
                  <c:v>6.5513725893744476E-2</c:v>
                </c:pt>
                <c:pt idx="694">
                  <c:v>6.3922169658176722E-2</c:v>
                </c:pt>
                <c:pt idx="695">
                  <c:v>6.2361508656232897E-2</c:v>
                </c:pt>
                <c:pt idx="696">
                  <c:v>6.083139444167323E-2</c:v>
                </c:pt>
                <c:pt idx="697">
                  <c:v>5.9331474121965731E-2</c:v>
                </c:pt>
                <c:pt idx="698">
                  <c:v>5.7861390714318707E-2</c:v>
                </c:pt>
                <c:pt idx="699">
                  <c:v>5.6420783493679058E-2</c:v>
                </c:pt>
                <c:pt idx="700">
                  <c:v>5.5009288332649002E-2</c:v>
                </c:pt>
                <c:pt idx="701">
                  <c:v>5.3626538033244547E-2</c:v>
                </c:pt>
                <c:pt idx="702">
                  <c:v>5.2272162650484733E-2</c:v>
                </c:pt>
                <c:pt idx="703">
                  <c:v>5.0945789807757415E-2</c:v>
                </c:pt>
                <c:pt idx="704">
                  <c:v>4.9647045003953498E-2</c:v>
                </c:pt>
                <c:pt idx="705">
                  <c:v>4.8375551912353938E-2</c:v>
                </c:pt>
                <c:pt idx="706">
                  <c:v>4.7130932671275258E-2</c:v>
                </c:pt>
                <c:pt idx="707">
                  <c:v>4.5912808166469497E-2</c:v>
                </c:pt>
                <c:pt idx="708">
                  <c:v>4.4720798305305925E-2</c:v>
                </c:pt>
                <c:pt idx="709">
                  <c:v>4.3554522282756018E-2</c:v>
                </c:pt>
                <c:pt idx="710">
                  <c:v>4.2413598839210927E-2</c:v>
                </c:pt>
                <c:pt idx="711">
                  <c:v>4.129764651017339E-2</c:v>
                </c:pt>
                <c:pt idx="712">
                  <c:v>4.0206283867879659E-2</c:v>
                </c:pt>
                <c:pt idx="713">
                  <c:v>3.9139129754890652E-2</c:v>
                </c:pt>
                <c:pt idx="714">
                  <c:v>3.8095803509727709E-2</c:v>
                </c:pt>
                <c:pt idx="715">
                  <c:v>3.7075925184615707E-2</c:v>
                </c:pt>
                <c:pt idx="716">
                  <c:v>3.6079115755403623E-2</c:v>
                </c:pt>
                <c:pt idx="717">
                  <c:v>3.5104997323746931E-2</c:v>
                </c:pt>
                <c:pt idx="718">
                  <c:v>3.4153193311638019E-2</c:v>
                </c:pt>
                <c:pt idx="719">
                  <c:v>3.3223328648366836E-2</c:v>
                </c:pt>
                <c:pt idx="720">
                  <c:v>3.2315029950014243E-2</c:v>
                </c:pt>
                <c:pt idx="721">
                  <c:v>3.1427925691575306E-2</c:v>
                </c:pt>
                <c:pt idx="722">
                  <c:v>3.0561646371811305E-2</c:v>
                </c:pt>
                <c:pt idx="723">
                  <c:v>2.971582467094604E-2</c:v>
                </c:pt>
                <c:pt idx="724">
                  <c:v>2.8890095601310454E-2</c:v>
                </c:pt>
                <c:pt idx="725">
                  <c:v>2.8084096651053311E-2</c:v>
                </c:pt>
                <c:pt idx="726">
                  <c:v>2.7297467921034237E-2</c:v>
                </c:pt>
                <c:pt idx="727">
                  <c:v>2.6529852255019658E-2</c:v>
                </c:pt>
                <c:pt idx="728">
                  <c:v>2.5780895363306178E-2</c:v>
                </c:pt>
                <c:pt idx="729">
                  <c:v>2.5050245939893079E-2</c:v>
                </c:pt>
                <c:pt idx="730">
                  <c:v>2.4337555773333353E-2</c:v>
                </c:pt>
                <c:pt idx="731">
                  <c:v>2.3642479851395913E-2</c:v>
                </c:pt>
                <c:pt idx="732">
                  <c:v>2.296467645966065E-2</c:v>
                </c:pt>
                <c:pt idx="733">
                  <c:v>2.2303807274188157E-2</c:v>
                </c:pt>
                <c:pt idx="734">
                  <c:v>2.1659537448394283E-2</c:v>
                </c:pt>
                <c:pt idx="735">
                  <c:v>2.1031535694258158E-2</c:v>
                </c:pt>
                <c:pt idx="736">
                  <c:v>2.0419474358010035E-2</c:v>
                </c:pt>
                <c:pt idx="737">
                  <c:v>1.9823029490426029E-2</c:v>
                </c:pt>
                <c:pt idx="738">
                  <c:v>1.9241880911866589E-2</c:v>
                </c:pt>
                <c:pt idx="739">
                  <c:v>1.8675712272202123E-2</c:v>
                </c:pt>
                <c:pt idx="740">
                  <c:v>1.8124211105753647E-2</c:v>
                </c:pt>
                <c:pt idx="741">
                  <c:v>1.7587068881390423E-2</c:v>
                </c:pt>
                <c:pt idx="742">
                  <c:v>1.7063981047918432E-2</c:v>
                </c:pt>
                <c:pt idx="743">
                  <c:v>1.6554647074898145E-2</c:v>
                </c:pt>
                <c:pt idx="744">
                  <c:v>1.605877048902124E-2</c:v>
                </c:pt>
                <c:pt idx="745">
                  <c:v>1.5576058906189544E-2</c:v>
                </c:pt>
                <c:pt idx="746">
                  <c:v>1.5106224059420128E-2</c:v>
                </c:pt>
                <c:pt idx="747">
                  <c:v>1.4648981822717332E-2</c:v>
                </c:pt>
                <c:pt idx="748">
                  <c:v>1.4204052231040033E-2</c:v>
                </c:pt>
                <c:pt idx="749">
                  <c:v>1.3771159496493397E-2</c:v>
                </c:pt>
                <c:pt idx="750">
                  <c:v>1.335003202087791E-2</c:v>
                </c:pt>
                <c:pt idx="751">
                  <c:v>1.2940402404721907E-2</c:v>
                </c:pt>
                <c:pt idx="752">
                  <c:v>1.2542007452922542E-2</c:v>
                </c:pt>
                <c:pt idx="753">
                  <c:v>1.2154588177123515E-2</c:v>
                </c:pt>
                <c:pt idx="754">
                  <c:v>1.1777889794949682E-2</c:v>
                </c:pt>
                <c:pt idx="755">
                  <c:v>1.1411661726222454E-2</c:v>
                </c:pt>
                <c:pt idx="756">
                  <c:v>1.1055657586274234E-2</c:v>
                </c:pt>
                <c:pt idx="757">
                  <c:v>1.0709635176480593E-2</c:v>
                </c:pt>
                <c:pt idx="758">
                  <c:v>1.0373356472126692E-2</c:v>
                </c:pt>
                <c:pt idx="759">
                  <c:v>1.0046587607720311E-2</c:v>
                </c:pt>
                <c:pt idx="760">
                  <c:v>9.729098859866463E-3</c:v>
                </c:pt>
                <c:pt idx="761">
                  <c:v>9.4206646278098567E-3</c:v>
                </c:pt>
                <c:pt idx="762">
                  <c:v>9.1210634117572451E-3</c:v>
                </c:pt>
                <c:pt idx="763">
                  <c:v>8.8300777890820102E-3</c:v>
                </c:pt>
                <c:pt idx="764">
                  <c:v>8.5474943885169262E-3</c:v>
                </c:pt>
                <c:pt idx="765">
                  <c:v>8.2731038624344992E-3</c:v>
                </c:pt>
                <c:pt idx="766">
                  <c:v>8.0067008573170475E-3</c:v>
                </c:pt>
                <c:pt idx="767">
                  <c:v>7.748083982510005E-3</c:v>
                </c:pt>
                <c:pt idx="768">
                  <c:v>7.4970557773556259E-3</c:v>
                </c:pt>
                <c:pt idx="769">
                  <c:v>7.2534226767991313E-3</c:v>
                </c:pt>
                <c:pt idx="770">
                  <c:v>7.0169949755565023E-3</c:v>
                </c:pt>
                <c:pt idx="771">
                  <c:v>6.7875867909330447E-3</c:v>
                </c:pt>
                <c:pt idx="772">
                  <c:v>6.565016024377212E-3</c:v>
                </c:pt>
                <c:pt idx="773">
                  <c:v>6.3491043218544436E-3</c:v>
                </c:pt>
                <c:pt idx="774">
                  <c:v>6.1396770331204513E-3</c:v>
                </c:pt>
                <c:pt idx="775">
                  <c:v>5.9365631699736113E-3</c:v>
                </c:pt>
                <c:pt idx="776">
                  <c:v>5.7395953635631259E-3</c:v>
                </c:pt>
                <c:pt idx="777">
                  <c:v>5.5486098208274185E-3</c:v>
                </c:pt>
                <c:pt idx="778">
                  <c:v>5.3634462801325214E-3</c:v>
                </c:pt>
                <c:pt idx="779">
                  <c:v>5.1839479661843551E-3</c:v>
                </c:pt>
                <c:pt idx="780">
                  <c:v>5.0099615442783475E-3</c:v>
                </c:pt>
                <c:pt idx="781">
                  <c:v>4.8413370739541061E-3</c:v>
                </c:pt>
                <c:pt idx="782">
                  <c:v>4.6779279621182611E-3</c:v>
                </c:pt>
                <c:pt idx="783">
                  <c:v>4.5195909156954929E-3</c:v>
                </c:pt>
                <c:pt idx="784">
                  <c:v>4.3661858938670705E-3</c:v>
                </c:pt>
                <c:pt idx="785">
                  <c:v>4.217576059955052E-3</c:v>
                </c:pt>
                <c:pt idx="786">
                  <c:v>4.0736277330047409E-3</c:v>
                </c:pt>
                <c:pt idx="787">
                  <c:v>3.9342103391197258E-3</c:v>
                </c:pt>
                <c:pt idx="788">
                  <c:v>3.7991963625997756E-3</c:v>
                </c:pt>
                <c:pt idx="789">
                  <c:v>3.6684612969306927E-3</c:v>
                </c:pt>
                <c:pt idx="790">
                  <c:v>3.5418835956717285E-3</c:v>
                </c:pt>
                <c:pt idx="791">
                  <c:v>3.4193446232874875E-3</c:v>
                </c:pt>
                <c:pt idx="792">
                  <c:v>3.3007286059656442E-3</c:v>
                </c:pt>
                <c:pt idx="793">
                  <c:v>3.1859225824624922E-3</c:v>
                </c:pt>
                <c:pt idx="794">
                  <c:v>3.0748163550155822E-3</c:v>
                </c:pt>
                <c:pt idx="795">
                  <c:v>2.9673024403613401E-3</c:v>
                </c:pt>
                <c:pt idx="796">
                  <c:v>2.8632760208928566E-3</c:v>
                </c:pt>
                <c:pt idx="797">
                  <c:v>2.7626348959929234E-3</c:v>
                </c:pt>
                <c:pt idx="798">
                  <c:v>2.6652794335747668E-3</c:v>
                </c:pt>
                <c:pt idx="799">
                  <c:v>2.5711125218605821E-3</c:v>
                </c:pt>
                <c:pt idx="800">
                  <c:v>2.4800395214283452E-3</c:v>
                </c:pt>
                <c:pt idx="801">
                  <c:v>2.3919682175544154E-3</c:v>
                </c:pt>
                <c:pt idx="802">
                  <c:v>2.3068087728777102E-3</c:v>
                </c:pt>
                <c:pt idx="803">
                  <c:v>2.2244736804111504E-3</c:v>
                </c:pt>
                <c:pt idx="804">
                  <c:v>2.1448777169234411E-3</c:v>
                </c:pt>
                <c:pt idx="805">
                  <c:v>2.06793789671318E-3</c:v>
                </c:pt>
                <c:pt idx="806">
                  <c:v>1.9935734257963958E-3</c:v>
                </c:pt>
                <c:pt idx="807">
                  <c:v>1.9217056565265062E-3</c:v>
                </c:pt>
                <c:pt idx="808">
                  <c:v>1.8522580426653366E-3</c:v>
                </c:pt>
                <c:pt idx="809">
                  <c:v>1.7851560949216185E-3</c:v>
                </c:pt>
                <c:pt idx="810">
                  <c:v>1.7203273369732703E-3</c:v>
                </c:pt>
                <c:pt idx="811">
                  <c:v>1.6577012619875451E-3</c:v>
                </c:pt>
                <c:pt idx="812">
                  <c:v>1.5972092896528807E-3</c:v>
                </c:pt>
                <c:pt idx="813">
                  <c:v>1.538784723734686E-3</c:v>
                </c:pt>
                <c:pt idx="814">
                  <c:v>1.4823627101662516E-3</c:v>
                </c:pt>
                <c:pt idx="815">
                  <c:v>1.4278801956856396E-3</c:v>
                </c:pt>
                <c:pt idx="816">
                  <c:v>1.3752758870272759E-3</c:v>
                </c:pt>
                <c:pt idx="817">
                  <c:v>1.3244902106770793E-3</c:v>
                </c:pt>
                <c:pt idx="818">
                  <c:v>1.2754652731985104E-3</c:v>
                </c:pt>
                <c:pt idx="819">
                  <c:v>1.2281448221363527E-3</c:v>
                </c:pt>
                <c:pt idx="820">
                  <c:v>1.1824742075036221E-3</c:v>
                </c:pt>
                <c:pt idx="821">
                  <c:v>1.1384003438571263E-3</c:v>
                </c:pt>
                <c:pt idx="822">
                  <c:v>1.0958716729656392E-3</c:v>
                </c:pt>
                <c:pt idx="823">
                  <c:v>1.0548381270739941E-3</c:v>
                </c:pt>
                <c:pt idx="824">
                  <c:v>1.01525109276641E-3</c:v>
                </c:pt>
                <c:pt idx="825">
                  <c:v>9.7706337543059418E-4</c:v>
                </c:pt>
                <c:pt idx="826">
                  <c:v>9.4022916432432769E-4</c:v>
                </c:pt>
                <c:pt idx="827">
                  <c:v>9.0470399824545502E-4</c:v>
                </c:pt>
                <c:pt idx="828">
                  <c:v>8.704447318053154E-4</c:v>
                </c:pt>
                <c:pt idx="829">
                  <c:v>8.3740950230526726E-4</c:v>
                </c:pt>
                <c:pt idx="830">
                  <c:v>8.0555769721567098E-4</c:v>
                </c:pt>
                <c:pt idx="831">
                  <c:v>7.7484992225569248E-4</c:v>
                </c:pt>
                <c:pt idx="832">
                  <c:v>7.4524797007219357E-4</c:v>
                </c:pt>
                <c:pt idx="833">
                  <c:v>7.1671478951529127E-4</c:v>
                </c:pt>
                <c:pt idx="834">
                  <c:v>6.8921445550785252E-4</c:v>
                </c:pt>
                <c:pt idx="835">
                  <c:v>6.627121395057831E-4</c:v>
                </c:pt>
                <c:pt idx="836">
                  <c:v>6.3717408054536249E-4</c:v>
                </c:pt>
                <c:pt idx="837">
                  <c:v>6.1256755687392355E-4</c:v>
                </c:pt>
                <c:pt idx="838">
                  <c:v>5.8886085815931224E-4</c:v>
                </c:pt>
                <c:pt idx="839">
                  <c:v>5.6602325827369423E-4</c:v>
                </c:pt>
                <c:pt idx="840">
                  <c:v>5.4402498864673267E-4</c:v>
                </c:pt>
                <c:pt idx="841">
                  <c:v>5.2283721218283701E-4</c:v>
                </c:pt>
                <c:pt idx="842">
                  <c:v>5.0243199773708101E-4</c:v>
                </c:pt>
                <c:pt idx="843">
                  <c:v>4.827822951440667E-4</c:v>
                </c:pt>
                <c:pt idx="844">
                  <c:v>4.638619107937252E-4</c:v>
                </c:pt>
                <c:pt idx="845">
                  <c:v>4.4564548374782158E-4</c:v>
                </c:pt>
                <c:pt idx="846">
                  <c:v>4.2810846239097367E-4</c:v>
                </c:pt>
                <c:pt idx="847">
                  <c:v>4.112270816093824E-4</c:v>
                </c:pt>
                <c:pt idx="848">
                  <c:v>3.9497834049076756E-4</c:v>
                </c:pt>
                <c:pt idx="849">
                  <c:v>3.7933998053851374E-4</c:v>
                </c:pt>
                <c:pt idx="850">
                  <c:v>3.6429046439302455E-4</c:v>
                </c:pt>
                <c:pt idx="851">
                  <c:v>3.4980895505322347E-4</c:v>
                </c:pt>
                <c:pt idx="852">
                  <c:v>3.3587529559086929E-4</c:v>
                </c:pt>
                <c:pt idx="853">
                  <c:v>3.224699893504293E-4</c:v>
                </c:pt>
                <c:pt idx="854">
                  <c:v>3.0957418062703331E-4</c:v>
                </c:pt>
                <c:pt idx="855">
                  <c:v>2.9716963581501475E-4</c:v>
                </c:pt>
                <c:pt idx="856">
                  <c:v>2.8523872501953898E-4</c:v>
                </c:pt>
                <c:pt idx="857">
                  <c:v>2.7376440412363805E-4</c:v>
                </c:pt>
                <c:pt idx="858">
                  <c:v>2.6273019730306682E-4</c:v>
                </c:pt>
                <c:pt idx="859">
                  <c:v>2.5212017998124518E-4</c:v>
                </c:pt>
                <c:pt idx="860">
                  <c:v>2.4191896221661651E-4</c:v>
                </c:pt>
                <c:pt idx="861">
                  <c:v>2.3211167251474784E-4</c:v>
                </c:pt>
                <c:pt idx="862">
                  <c:v>2.226839420573492E-4</c:v>
                </c:pt>
                <c:pt idx="863">
                  <c:v>2.1362188934061371E-4</c:v>
                </c:pt>
                <c:pt idx="864">
                  <c:v>2.049121052151151E-4</c:v>
                </c:pt>
                <c:pt idx="865">
                  <c:v>1.9654163831955422E-4</c:v>
                </c:pt>
                <c:pt idx="866">
                  <c:v>1.8849798090078161E-4</c:v>
                </c:pt>
                <c:pt idx="867">
                  <c:v>1.8076905501239086E-4</c:v>
                </c:pt>
                <c:pt idx="868">
                  <c:v>1.7334319908430697E-4</c:v>
                </c:pt>
                <c:pt idx="869">
                  <c:v>1.6620915485589043E-4</c:v>
                </c:pt>
                <c:pt idx="870">
                  <c:v>1.5935605466494451E-4</c:v>
                </c:pt>
                <c:pt idx="871">
                  <c:v>1.5277340908529232E-4</c:v>
                </c:pt>
                <c:pt idx="872">
                  <c:v>1.46451094905485E-4</c:v>
                </c:pt>
                <c:pt idx="873">
                  <c:v>1.4037934344132439E-4</c:v>
                </c:pt>
                <c:pt idx="874">
                  <c:v>1.3454872917495906E-4</c:v>
                </c:pt>
                <c:pt idx="875">
                  <c:v>1.2895015871335785E-4</c:v>
                </c:pt>
                <c:pt idx="876">
                  <c:v>1.2357486005908463E-4</c:v>
                </c:pt>
                <c:pt idx="877">
                  <c:v>1.1841437218628984E-4</c:v>
                </c:pt>
                <c:pt idx="878">
                  <c:v>1.1346053491502861E-4</c:v>
                </c:pt>
                <c:pt idx="879">
                  <c:v>1.0870547907700456E-4</c:v>
                </c:pt>
                <c:pt idx="880">
                  <c:v>1.0414161696597895E-4</c:v>
                </c:pt>
                <c:pt idx="881">
                  <c:v>9.9761633066133772E-5</c:v>
                </c:pt>
                <c:pt idx="882">
                  <c:v>9.555847505183093E-5</c:v>
                </c:pt>
                <c:pt idx="883">
                  <c:v>9.1525345052217595E-5</c:v>
                </c:pt>
                <c:pt idx="884">
                  <c:v>8.7655691174292401E-5</c:v>
                </c:pt>
                <c:pt idx="885">
                  <c:v>8.3943199278115987E-5</c:v>
                </c:pt>
                <c:pt idx="886">
                  <c:v>8.0381784997941516E-5</c:v>
                </c:pt>
                <c:pt idx="887">
                  <c:v>7.6965586003143016E-5</c:v>
                </c:pt>
                <c:pt idx="888">
                  <c:v>7.3688954492941652E-5</c:v>
                </c:pt>
                <c:pt idx="889">
                  <c:v>7.0546449918983145E-5</c:v>
                </c:pt>
                <c:pt idx="890">
                  <c:v>6.7532831929969348E-5</c:v>
                </c:pt>
                <c:pt idx="891">
                  <c:v>6.4643053532616231E-5</c:v>
                </c:pt>
                <c:pt idx="892">
                  <c:v>6.1872254463331855E-5</c:v>
                </c:pt>
                <c:pt idx="893">
                  <c:v>5.9215754765085441E-5</c:v>
                </c:pt>
                <c:pt idx="894">
                  <c:v>5.6669048564085529E-5</c:v>
                </c:pt>
                <c:pt idx="895">
                  <c:v>5.4227798040926332E-5</c:v>
                </c:pt>
                <c:pt idx="896">
                  <c:v>5.1887827591013555E-5</c:v>
                </c:pt>
                <c:pt idx="897">
                  <c:v>4.9645118169174495E-5</c:v>
                </c:pt>
                <c:pt idx="898">
                  <c:v>4.7495801813424201E-5</c:v>
                </c:pt>
                <c:pt idx="899">
                  <c:v>4.5436156343013253E-5</c:v>
                </c:pt>
                <c:pt idx="900">
                  <c:v>4.3462600225935454E-5</c:v>
                </c:pt>
                <c:pt idx="901">
                  <c:v>4.1571687611211377E-5</c:v>
                </c:pt>
                <c:pt idx="902">
                  <c:v>3.976010352133642E-5</c:v>
                </c:pt>
                <c:pt idx="903">
                  <c:v>3.8024659200394466E-5</c:v>
                </c:pt>
                <c:pt idx="904">
                  <c:v>3.636228761343751E-5</c:v>
                </c:pt>
                <c:pt idx="905">
                  <c:v>3.4770039092815188E-5</c:v>
                </c:pt>
                <c:pt idx="906">
                  <c:v>3.3245077127252845E-5</c:v>
                </c:pt>
                <c:pt idx="907">
                  <c:v>3.1784674289559443E-5</c:v>
                </c:pt>
                <c:pt idx="908">
                  <c:v>3.0386208298939448E-5</c:v>
                </c:pt>
                <c:pt idx="909">
                  <c:v>2.9047158213991453E-5</c:v>
                </c:pt>
                <c:pt idx="910">
                  <c:v>2.7765100752542986E-5</c:v>
                </c:pt>
                <c:pt idx="911">
                  <c:v>2.6537706734591656E-5</c:v>
                </c:pt>
                <c:pt idx="912">
                  <c:v>2.5362737644688263E-5</c:v>
                </c:pt>
                <c:pt idx="913">
                  <c:v>2.4238042310192602E-5</c:v>
                </c:pt>
                <c:pt idx="914">
                  <c:v>2.3161553691932084E-5</c:v>
                </c:pt>
                <c:pt idx="915">
                  <c:v>2.2131285783862631E-5</c:v>
                </c:pt>
                <c:pt idx="916">
                  <c:v>2.1145330618419159E-5</c:v>
                </c:pt>
                <c:pt idx="917">
                  <c:v>2.0201855374341695E-5</c:v>
                </c:pt>
                <c:pt idx="918">
                  <c:v>1.9299099583822158E-5</c:v>
                </c:pt>
                <c:pt idx="919">
                  <c:v>1.8435372435911825E-5</c:v>
                </c:pt>
                <c:pt idx="920">
                  <c:v>1.760905017320885E-5</c:v>
                </c:pt>
                <c:pt idx="921">
                  <c:v>1.6818573578916968E-5</c:v>
                </c:pt>
                <c:pt idx="922">
                  <c:v>1.6062445551443829E-5</c:v>
                </c:pt>
                <c:pt idx="923">
                  <c:v>1.533922876378946E-5</c:v>
                </c:pt>
                <c:pt idx="924">
                  <c:v>1.4647543405040601E-5</c:v>
                </c:pt>
                <c:pt idx="925">
                  <c:v>1.3986065001361459E-5</c:v>
                </c:pt>
                <c:pt idx="926">
                  <c:v>1.3353522313947328E-5</c:v>
                </c:pt>
                <c:pt idx="927">
                  <c:v>1.274869531147092E-5</c:v>
                </c:pt>
                <c:pt idx="928">
                  <c:v>1.2170413214618599E-5</c:v>
                </c:pt>
                <c:pt idx="929">
                  <c:v>1.1617552610388563E-5</c:v>
                </c:pt>
                <c:pt idx="930">
                  <c:v>1.1089035633880193E-5</c:v>
                </c:pt>
                <c:pt idx="931">
                  <c:v>1.0583828215369531E-5</c:v>
                </c:pt>
                <c:pt idx="932">
                  <c:v>1.010093839053218E-5</c:v>
                </c:pt>
                <c:pt idx="933">
                  <c:v>9.6394146717328342E-6</c:v>
                </c:pt>
                <c:pt idx="934">
                  <c:v>9.198344478358623E-6</c:v>
                </c:pt>
                <c:pt idx="935">
                  <c:v>8.7768526242383227E-6</c:v>
                </c:pt>
                <c:pt idx="936">
                  <c:v>8.3740998602414153E-6</c:v>
                </c:pt>
                <c:pt idx="937">
                  <c:v>7.9892814702062591E-6</c:v>
                </c:pt>
                <c:pt idx="938">
                  <c:v>7.6216259184072011E-6</c:v>
                </c:pt>
                <c:pt idx="939">
                  <c:v>7.2703935468174325E-6</c:v>
                </c:pt>
                <c:pt idx="940">
                  <c:v>6.9348753204789248E-6</c:v>
                </c:pt>
                <c:pt idx="941">
                  <c:v>6.6143916193424477E-6</c:v>
                </c:pt>
                <c:pt idx="942">
                  <c:v>6.3082910749897214E-6</c:v>
                </c:pt>
                <c:pt idx="943">
                  <c:v>6.0159494506957104E-6</c:v>
                </c:pt>
                <c:pt idx="944">
                  <c:v>5.7367685633403483E-6</c:v>
                </c:pt>
                <c:pt idx="945">
                  <c:v>5.4701752457211855E-6</c:v>
                </c:pt>
                <c:pt idx="946">
                  <c:v>5.2156203478661394E-6</c:v>
                </c:pt>
                <c:pt idx="947">
                  <c:v>4.9725777759860065E-6</c:v>
                </c:pt>
                <c:pt idx="948">
                  <c:v>4.7405435677522973E-6</c:v>
                </c:pt>
                <c:pt idx="949">
                  <c:v>4.5190350026249282E-6</c:v>
                </c:pt>
                <c:pt idx="950">
                  <c:v>4.3075897459951422E-6</c:v>
                </c:pt>
                <c:pt idx="951">
                  <c:v>4.1057650259489295E-6</c:v>
                </c:pt>
                <c:pt idx="952">
                  <c:v>3.9131368414935017E-6</c:v>
                </c:pt>
                <c:pt idx="953">
                  <c:v>3.7292992011270164E-6</c:v>
                </c:pt>
                <c:pt idx="954">
                  <c:v>3.5538633906678452E-6</c:v>
                </c:pt>
                <c:pt idx="955">
                  <c:v>3.3864572692940898E-6</c:v>
                </c:pt>
                <c:pt idx="956">
                  <c:v>3.2267245927796437E-6</c:v>
                </c:pt>
                <c:pt idx="957">
                  <c:v>3.0743243629446268E-6</c:v>
                </c:pt>
                <c:pt idx="958">
                  <c:v>2.9289302023712847E-6</c:v>
                </c:pt>
                <c:pt idx="959">
                  <c:v>2.7902297534674421E-6</c:v>
                </c:pt>
                <c:pt idx="960">
                  <c:v>2.6579241009907966E-6</c:v>
                </c:pt>
                <c:pt idx="961">
                  <c:v>2.5317272171745021E-6</c:v>
                </c:pt>
                <c:pt idx="962">
                  <c:v>2.4113654286270685E-6</c:v>
                </c:pt>
                <c:pt idx="963">
                  <c:v>2.2965769042037096E-6</c:v>
                </c:pt>
                <c:pt idx="964">
                  <c:v>2.1871111630752311E-6</c:v>
                </c:pt>
                <c:pt idx="965">
                  <c:v>2.0827286022471043E-6</c:v>
                </c:pt>
                <c:pt idx="966">
                  <c:v>1.9832000428054456E-6</c:v>
                </c:pt>
                <c:pt idx="967">
                  <c:v>1.8883062941920297E-6</c:v>
                </c:pt>
                <c:pt idx="968">
                  <c:v>1.7978377358351482E-6</c:v>
                </c:pt>
                <c:pt idx="969">
                  <c:v>1.7115939154848871E-6</c:v>
                </c:pt>
                <c:pt idx="970">
                  <c:v>1.6293831636249469E-6</c:v>
                </c:pt>
                <c:pt idx="971">
                  <c:v>1.5510222233545713E-6</c:v>
                </c:pt>
                <c:pt idx="972">
                  <c:v>1.4763358951555382E-6</c:v>
                </c:pt>
                <c:pt idx="973">
                  <c:v>1.4051566959792017E-6</c:v>
                </c:pt>
                <c:pt idx="974">
                  <c:v>1.3373245321087399E-6</c:v>
                </c:pt>
                <c:pt idx="975">
                  <c:v>1.2726863852713523E-6</c:v>
                </c:pt>
                <c:pt idx="976">
                  <c:v>1.2110960114925973E-6</c:v>
                </c:pt>
                <c:pt idx="977">
                  <c:v>1.1524136522044625E-6</c:v>
                </c:pt>
                <c:pt idx="978">
                  <c:v>1.096505757135394E-6</c:v>
                </c:pt>
                <c:pt idx="979">
                  <c:v>1.043244718527332E-6</c:v>
                </c:pt>
                <c:pt idx="980">
                  <c:v>9.9250861624162795E-7</c:v>
                </c:pt>
                <c:pt idx="981">
                  <c:v>9.4418097333128105E-7</c:v>
                </c:pt>
                <c:pt idx="982">
                  <c:v>8.981505216719557E-7</c:v>
                </c:pt>
                <c:pt idx="983">
                  <c:v>8.5431097725951716E-7</c:v>
                </c:pt>
                <c:pt idx="984">
                  <c:v>8.1256082479585378E-7</c:v>
                </c:pt>
                <c:pt idx="985">
                  <c:v>7.7280311119847982E-7</c:v>
                </c:pt>
                <c:pt idx="986">
                  <c:v>7.3494524768302319E-7</c:v>
                </c:pt>
                <c:pt idx="987">
                  <c:v>6.9889882008056654E-7</c:v>
                </c:pt>
                <c:pt idx="988">
                  <c:v>6.6457940706402956E-7</c:v>
                </c:pt>
                <c:pt idx="989">
                  <c:v>6.3190640597033795E-7</c:v>
                </c:pt>
                <c:pt idx="990">
                  <c:v>6.0080286591624448E-7</c:v>
                </c:pt>
                <c:pt idx="991">
                  <c:v>5.7119532791729721E-7</c:v>
                </c:pt>
                <c:pt idx="992">
                  <c:v>5.4301367173025534E-7</c:v>
                </c:pt>
                <c:pt idx="993">
                  <c:v>5.1619096914955572E-7</c:v>
                </c:pt>
                <c:pt idx="994">
                  <c:v>4.9066334349883902E-7</c:v>
                </c:pt>
                <c:pt idx="995">
                  <c:v>4.6636983506816222E-7</c:v>
                </c:pt>
                <c:pt idx="996">
                  <c:v>4.4325227225699529E-7</c:v>
                </c:pt>
                <c:pt idx="997">
                  <c:v>4.2125514819224887E-7</c:v>
                </c:pt>
                <c:pt idx="998">
                  <c:v>4.0032550259941094E-7</c:v>
                </c:pt>
                <c:pt idx="999">
                  <c:v>3.804128087132032E-7</c:v>
                </c:pt>
                <c:pt idx="1000">
                  <c:v>3.6146886502252073E-7</c:v>
                </c:pt>
                <c:pt idx="1001">
                  <c:v>3.4344769165227414E-7</c:v>
                </c:pt>
                <c:pt idx="1002">
                  <c:v>3.2630543119229962E-7</c:v>
                </c:pt>
                <c:pt idx="1003">
                  <c:v>3.1000025379082968E-7</c:v>
                </c:pt>
                <c:pt idx="1004">
                  <c:v>2.9449226633733219E-7</c:v>
                </c:pt>
                <c:pt idx="1005">
                  <c:v>2.7974342556595562E-7</c:v>
                </c:pt>
                <c:pt idx="1006">
                  <c:v>2.6571745491773272E-7</c:v>
                </c:pt>
                <c:pt idx="1007">
                  <c:v>2.5237976500589703E-7</c:v>
                </c:pt>
                <c:pt idx="1008">
                  <c:v>2.3969737753473176E-7</c:v>
                </c:pt>
                <c:pt idx="1009">
                  <c:v>2.2763885252832996E-7</c:v>
                </c:pt>
                <c:pt idx="1010">
                  <c:v>2.1617421873130978E-7</c:v>
                </c:pt>
                <c:pt idx="1011">
                  <c:v>2.0527490704890776E-7</c:v>
                </c:pt>
                <c:pt idx="1012">
                  <c:v>1.9491368689920313E-7</c:v>
                </c:pt>
                <c:pt idx="1013">
                  <c:v>1.8506460535531597E-7</c:v>
                </c:pt>
                <c:pt idx="1014">
                  <c:v>1.7570292896014673E-7</c:v>
                </c:pt>
                <c:pt idx="1015">
                  <c:v>1.6680508810111876E-7</c:v>
                </c:pt>
                <c:pt idx="1016">
                  <c:v>1.5834862383669954E-7</c:v>
                </c:pt>
                <c:pt idx="1017">
                  <c:v>1.5031213707102307E-7</c:v>
                </c:pt>
                <c:pt idx="1018">
                  <c:v>1.4267523997690829E-7</c:v>
                </c:pt>
                <c:pt idx="1019">
                  <c:v>1.3541850957175841E-7</c:v>
                </c:pt>
                <c:pt idx="1020">
                  <c:v>1.2852344335464434E-7</c:v>
                </c:pt>
                <c:pt idx="1021">
                  <c:v>1.2197241691653004E-7</c:v>
                </c:pt>
                <c:pt idx="1022">
                  <c:v>1.1574864343928726E-7</c:v>
                </c:pt>
                <c:pt idx="1023">
                  <c:v>1.0983613500253461E-7</c:v>
                </c:pt>
                <c:pt idx="1024">
                  <c:v>1.0421966562062994E-7</c:v>
                </c:pt>
                <c:pt idx="1025">
                  <c:v>9.8884735935366539E-8</c:v>
                </c:pt>
                <c:pt idx="1026">
                  <c:v>9.3817539492979722E-8</c:v>
                </c:pt>
                <c:pt idx="1027">
                  <c:v>8.9004930536987475E-8</c:v>
                </c:pt>
                <c:pt idx="1028">
                  <c:v>8.4434393251219341E-8</c:v>
                </c:pt>
                <c:pt idx="1029">
                  <c:v>8.0094012390162943E-8</c:v>
                </c:pt>
                <c:pt idx="1030">
                  <c:v>7.5972445236252828E-8</c:v>
                </c:pt>
                <c:pt idx="1031">
                  <c:v>7.2058894826370779E-8</c:v>
                </c:pt>
                <c:pt idx="1032">
                  <c:v>6.8343084392117391E-8</c:v>
                </c:pt>
                <c:pt idx="1033">
                  <c:v>6.4815232960811121E-8</c:v>
                </c:pt>
                <c:pt idx="1034">
                  <c:v>6.1466032066345126E-8</c:v>
                </c:pt>
                <c:pt idx="1035">
                  <c:v>5.8286623521189497E-8</c:v>
                </c:pt>
                <c:pt idx="1036">
                  <c:v>5.5268578202881803E-8</c:v>
                </c:pt>
                <c:pt idx="1037">
                  <c:v>5.2403875810278944E-8</c:v>
                </c:pt>
                <c:pt idx="1038">
                  <c:v>4.9684885546790973E-8</c:v>
                </c:pt>
                <c:pt idx="1039">
                  <c:v>4.7104347689569811E-8</c:v>
                </c:pt>
                <c:pt idx="1040">
                  <c:v>4.4655356005411719E-8</c:v>
                </c:pt>
                <c:pt idx="1041">
                  <c:v>4.2331340975781194E-8</c:v>
                </c:pt>
                <c:pt idx="1042">
                  <c:v>4.0126053794966274E-8</c:v>
                </c:pt>
                <c:pt idx="1043">
                  <c:v>3.8033551106920123E-8</c:v>
                </c:pt>
                <c:pt idx="1044">
                  <c:v>3.6048180447814604E-8</c:v>
                </c:pt>
                <c:pt idx="1045">
                  <c:v>3.4164566362741008E-8</c:v>
                </c:pt>
                <c:pt idx="1046">
                  <c:v>3.2377597166367357E-8</c:v>
                </c:pt>
                <c:pt idx="1047">
                  <c:v>3.0682412318640985E-8</c:v>
                </c:pt>
                <c:pt idx="1048">
                  <c:v>2.9074390387881071E-8</c:v>
                </c:pt>
                <c:pt idx="1049">
                  <c:v>2.7549137574816064E-8</c:v>
                </c:pt>
                <c:pt idx="1050">
                  <c:v>2.6102476772246864E-8</c:v>
                </c:pt>
                <c:pt idx="1051">
                  <c:v>2.4730437136122113E-8</c:v>
                </c:pt>
                <c:pt idx="1052">
                  <c:v>2.3429244144880918E-8</c:v>
                </c:pt>
                <c:pt idx="1053">
                  <c:v>2.2195310124906844E-8</c:v>
                </c:pt>
                <c:pt idx="1054">
                  <c:v>2.1025225220913896E-8</c:v>
                </c:pt>
                <c:pt idx="1055">
                  <c:v>1.9915748791021087E-8</c:v>
                </c:pt>
                <c:pt idx="1056">
                  <c:v>1.8863801207147104E-8</c:v>
                </c:pt>
                <c:pt idx="1057">
                  <c:v>1.7866456042213507E-8</c:v>
                </c:pt>
                <c:pt idx="1058">
                  <c:v>1.6920932626463408E-8</c:v>
                </c:pt>
                <c:pt idx="1059">
                  <c:v>1.6024588955981211E-8</c:v>
                </c:pt>
                <c:pt idx="1060">
                  <c:v>1.5174914937241868E-8</c:v>
                </c:pt>
                <c:pt idx="1061">
                  <c:v>1.4369525952245416E-8</c:v>
                </c:pt>
                <c:pt idx="1062">
                  <c:v>1.3606156729470395E-8</c:v>
                </c:pt>
                <c:pt idx="1063">
                  <c:v>1.2882655506533823E-8</c:v>
                </c:pt>
                <c:pt idx="1064">
                  <c:v>1.2196978471086004E-8</c:v>
                </c:pt>
                <c:pt idx="1065">
                  <c:v>1.1547184467058632E-8</c:v>
                </c:pt>
                <c:pt idx="1066">
                  <c:v>1.0931429953964383E-8</c:v>
                </c:pt>
                <c:pt idx="1067">
                  <c:v>1.0347964207500476E-8</c:v>
                </c:pt>
                <c:pt idx="1068">
                  <c:v>9.7951247502327391E-9</c:v>
                </c:pt>
                <c:pt idx="1069">
                  <c:v>9.2713330016411787E-9</c:v>
                </c:pt>
                <c:pt idx="1070">
                  <c:v>8.7750901372940283E-9</c:v>
                </c:pt>
                <c:pt idx="1071">
                  <c:v>8.3049731473782836E-9</c:v>
                </c:pt>
                <c:pt idx="1072">
                  <c:v>7.8596310852517093E-9</c:v>
                </c:pt>
                <c:pt idx="1073">
                  <c:v>7.4377814971137452E-9</c:v>
                </c:pt>
                <c:pt idx="1074">
                  <c:v>7.0382070242884891E-9</c:v>
                </c:pt>
                <c:pt idx="1075">
                  <c:v>6.6597521700026468E-9</c:v>
                </c:pt>
                <c:pt idx="1076">
                  <c:v>6.301320222912539E-9</c:v>
                </c:pt>
                <c:pt idx="1077">
                  <c:v>5.9618703299851184E-9</c:v>
                </c:pt>
                <c:pt idx="1078">
                  <c:v>5.6404147116776257E-9</c:v>
                </c:pt>
                <c:pt idx="1079">
                  <c:v>5.3360160126830337E-9</c:v>
                </c:pt>
                <c:pt idx="1080">
                  <c:v>5.0477847818170671E-9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07AB-439E-B53A-3AF750E485ED}"/>
            </c:ext>
          </c:extLst>
        </c:ser>
        <c:ser>
          <c:idx val="1"/>
          <c:order val="1"/>
          <c:tx>
            <c:strRef>
              <c:f>Sheet1!$L$3</c:f>
              <c:strCache>
                <c:ptCount val="1"/>
                <c:pt idx="0">
                  <c:v>Qp = 1.0 L/s</c:v>
                </c:pt>
              </c:strCache>
            </c:strRef>
          </c:tx>
          <c:spPr>
            <a:ln w="19050" cap="rnd">
              <a:solidFill>
                <a:srgbClr val="002060"/>
              </a:solidFill>
              <a:round/>
            </a:ln>
            <a:effectLst/>
          </c:spPr>
          <c:marker>
            <c:symbol val="none"/>
          </c:marker>
          <c:xVal>
            <c:numRef>
              <c:f>Sheet1!$J$4:$J$1084</c:f>
              <c:numCache>
                <c:formatCode>General</c:formatCode>
                <c:ptCount val="1081"/>
                <c:pt idx="0">
                  <c:v>0</c:v>
                </c:pt>
                <c:pt idx="1">
                  <c:v>2.7777777777777775E-3</c:v>
                </c:pt>
                <c:pt idx="2">
                  <c:v>5.5555555555555549E-3</c:v>
                </c:pt>
                <c:pt idx="3">
                  <c:v>8.3333333333333332E-3</c:v>
                </c:pt>
                <c:pt idx="4">
                  <c:v>1.111111111111111E-2</c:v>
                </c:pt>
                <c:pt idx="5">
                  <c:v>1.388888888888889E-2</c:v>
                </c:pt>
                <c:pt idx="6">
                  <c:v>1.6666666666666666E-2</c:v>
                </c:pt>
                <c:pt idx="7">
                  <c:v>1.9444444444444445E-2</c:v>
                </c:pt>
                <c:pt idx="8">
                  <c:v>2.222222222222222E-2</c:v>
                </c:pt>
                <c:pt idx="9">
                  <c:v>2.5000000000000001E-2</c:v>
                </c:pt>
                <c:pt idx="10">
                  <c:v>2.777777777777778E-2</c:v>
                </c:pt>
                <c:pt idx="11">
                  <c:v>3.0555555555555555E-2</c:v>
                </c:pt>
                <c:pt idx="12">
                  <c:v>3.3333333333333333E-2</c:v>
                </c:pt>
                <c:pt idx="13">
                  <c:v>3.6111111111111108E-2</c:v>
                </c:pt>
                <c:pt idx="14">
                  <c:v>3.888888888888889E-2</c:v>
                </c:pt>
                <c:pt idx="15">
                  <c:v>4.1666666666666664E-2</c:v>
                </c:pt>
                <c:pt idx="16">
                  <c:v>4.4444444444444439E-2</c:v>
                </c:pt>
                <c:pt idx="17">
                  <c:v>4.7222222222222228E-2</c:v>
                </c:pt>
                <c:pt idx="18">
                  <c:v>0.05</c:v>
                </c:pt>
                <c:pt idx="19">
                  <c:v>5.2777777777777778E-2</c:v>
                </c:pt>
                <c:pt idx="20">
                  <c:v>5.5555555555555559E-2</c:v>
                </c:pt>
                <c:pt idx="21">
                  <c:v>5.8333333333333334E-2</c:v>
                </c:pt>
                <c:pt idx="22">
                  <c:v>6.1111111111111109E-2</c:v>
                </c:pt>
                <c:pt idx="23">
                  <c:v>6.3888888888888898E-2</c:v>
                </c:pt>
                <c:pt idx="24">
                  <c:v>6.6666666666666666E-2</c:v>
                </c:pt>
                <c:pt idx="25">
                  <c:v>6.9444444444444448E-2</c:v>
                </c:pt>
                <c:pt idx="26">
                  <c:v>7.2222222222222215E-2</c:v>
                </c:pt>
                <c:pt idx="27">
                  <c:v>7.4999999999999997E-2</c:v>
                </c:pt>
                <c:pt idx="28">
                  <c:v>7.7777777777777779E-2</c:v>
                </c:pt>
                <c:pt idx="29">
                  <c:v>8.0555555555555547E-2</c:v>
                </c:pt>
                <c:pt idx="30">
                  <c:v>8.3333333333333329E-2</c:v>
                </c:pt>
                <c:pt idx="31">
                  <c:v>8.611111111111111E-2</c:v>
                </c:pt>
                <c:pt idx="32">
                  <c:v>8.8888888888888878E-2</c:v>
                </c:pt>
                <c:pt idx="33">
                  <c:v>9.166666666666666E-2</c:v>
                </c:pt>
                <c:pt idx="34">
                  <c:v>9.4444444444444456E-2</c:v>
                </c:pt>
                <c:pt idx="35">
                  <c:v>9.7222222222222224E-2</c:v>
                </c:pt>
                <c:pt idx="36">
                  <c:v>0.1</c:v>
                </c:pt>
                <c:pt idx="37">
                  <c:v>0.10277777777777779</c:v>
                </c:pt>
                <c:pt idx="38">
                  <c:v>0.10555555555555556</c:v>
                </c:pt>
                <c:pt idx="39">
                  <c:v>0.10833333333333334</c:v>
                </c:pt>
                <c:pt idx="40">
                  <c:v>0.11111111111111112</c:v>
                </c:pt>
                <c:pt idx="41">
                  <c:v>0.11388888888888889</c:v>
                </c:pt>
                <c:pt idx="42">
                  <c:v>0.11666666666666667</c:v>
                </c:pt>
                <c:pt idx="43">
                  <c:v>0.11944444444444445</c:v>
                </c:pt>
                <c:pt idx="44">
                  <c:v>0.12222222222222222</c:v>
                </c:pt>
                <c:pt idx="45">
                  <c:v>0.125</c:v>
                </c:pt>
                <c:pt idx="46">
                  <c:v>0.1277777777777778</c:v>
                </c:pt>
                <c:pt idx="47">
                  <c:v>0.13055555555555556</c:v>
                </c:pt>
                <c:pt idx="48">
                  <c:v>0.13333333333333333</c:v>
                </c:pt>
                <c:pt idx="49">
                  <c:v>0.1361111111111111</c:v>
                </c:pt>
                <c:pt idx="50">
                  <c:v>0.1388888888888889</c:v>
                </c:pt>
                <c:pt idx="51">
                  <c:v>0.14166666666666666</c:v>
                </c:pt>
                <c:pt idx="52">
                  <c:v>0.14444444444444443</c:v>
                </c:pt>
                <c:pt idx="53">
                  <c:v>0.14722222222222223</c:v>
                </c:pt>
                <c:pt idx="54">
                  <c:v>0.15</c:v>
                </c:pt>
                <c:pt idx="55">
                  <c:v>0.15277777777777776</c:v>
                </c:pt>
                <c:pt idx="56">
                  <c:v>0.15555555555555556</c:v>
                </c:pt>
                <c:pt idx="57">
                  <c:v>0.15833333333333333</c:v>
                </c:pt>
                <c:pt idx="58">
                  <c:v>0.16111111111111109</c:v>
                </c:pt>
                <c:pt idx="59">
                  <c:v>0.16388888888888889</c:v>
                </c:pt>
                <c:pt idx="60">
                  <c:v>0.16666666666666666</c:v>
                </c:pt>
                <c:pt idx="61">
                  <c:v>0.16944444444444443</c:v>
                </c:pt>
                <c:pt idx="62">
                  <c:v>0.17222222222222222</c:v>
                </c:pt>
                <c:pt idx="63">
                  <c:v>0.17499999999999999</c:v>
                </c:pt>
                <c:pt idx="64">
                  <c:v>0.17777777777777776</c:v>
                </c:pt>
                <c:pt idx="65">
                  <c:v>0.18055555555555555</c:v>
                </c:pt>
                <c:pt idx="66">
                  <c:v>0.18333333333333332</c:v>
                </c:pt>
                <c:pt idx="67">
                  <c:v>0.18611111111111109</c:v>
                </c:pt>
                <c:pt idx="68">
                  <c:v>0.18888888888888891</c:v>
                </c:pt>
                <c:pt idx="69">
                  <c:v>0.19166666666666668</c:v>
                </c:pt>
                <c:pt idx="70">
                  <c:v>0.19444444444444445</c:v>
                </c:pt>
                <c:pt idx="71">
                  <c:v>0.19722222222222224</c:v>
                </c:pt>
                <c:pt idx="72">
                  <c:v>0.2</c:v>
                </c:pt>
                <c:pt idx="73">
                  <c:v>0.20277777777777778</c:v>
                </c:pt>
                <c:pt idx="74">
                  <c:v>0.20555555555555557</c:v>
                </c:pt>
                <c:pt idx="75">
                  <c:v>0.20833333333333334</c:v>
                </c:pt>
                <c:pt idx="76">
                  <c:v>0.21111111111111111</c:v>
                </c:pt>
                <c:pt idx="77">
                  <c:v>0.21388888888888891</c:v>
                </c:pt>
                <c:pt idx="78">
                  <c:v>0.21666666666666667</c:v>
                </c:pt>
                <c:pt idx="79">
                  <c:v>0.21944444444444444</c:v>
                </c:pt>
                <c:pt idx="80">
                  <c:v>0.22222222222222224</c:v>
                </c:pt>
                <c:pt idx="81">
                  <c:v>0.22500000000000001</c:v>
                </c:pt>
                <c:pt idx="82">
                  <c:v>0.22777777777777777</c:v>
                </c:pt>
                <c:pt idx="83">
                  <c:v>0.23055555555555557</c:v>
                </c:pt>
                <c:pt idx="84">
                  <c:v>0.23333333333333334</c:v>
                </c:pt>
                <c:pt idx="85">
                  <c:v>0.2361111111111111</c:v>
                </c:pt>
                <c:pt idx="86">
                  <c:v>0.2388888888888889</c:v>
                </c:pt>
                <c:pt idx="87">
                  <c:v>0.24166666666666667</c:v>
                </c:pt>
                <c:pt idx="88">
                  <c:v>0.24444444444444444</c:v>
                </c:pt>
                <c:pt idx="89">
                  <c:v>0.24722222222222223</c:v>
                </c:pt>
                <c:pt idx="90">
                  <c:v>0.25</c:v>
                </c:pt>
                <c:pt idx="91">
                  <c:v>0.25277777777777777</c:v>
                </c:pt>
                <c:pt idx="92">
                  <c:v>0.25555555555555559</c:v>
                </c:pt>
                <c:pt idx="93">
                  <c:v>0.25833333333333336</c:v>
                </c:pt>
                <c:pt idx="94">
                  <c:v>0.26111111111111113</c:v>
                </c:pt>
                <c:pt idx="95">
                  <c:v>0.2638888888888889</c:v>
                </c:pt>
                <c:pt idx="96">
                  <c:v>0.26666666666666666</c:v>
                </c:pt>
                <c:pt idx="97">
                  <c:v>0.26944444444444449</c:v>
                </c:pt>
                <c:pt idx="98">
                  <c:v>0.2722222222222222</c:v>
                </c:pt>
                <c:pt idx="99">
                  <c:v>0.27500000000000002</c:v>
                </c:pt>
                <c:pt idx="100">
                  <c:v>0.27777777777777779</c:v>
                </c:pt>
                <c:pt idx="101">
                  <c:v>0.28055555555555556</c:v>
                </c:pt>
                <c:pt idx="102">
                  <c:v>0.28333333333333333</c:v>
                </c:pt>
                <c:pt idx="103">
                  <c:v>0.28611111111111115</c:v>
                </c:pt>
                <c:pt idx="104">
                  <c:v>0.28888888888888886</c:v>
                </c:pt>
                <c:pt idx="105">
                  <c:v>0.29166666666666669</c:v>
                </c:pt>
                <c:pt idx="106">
                  <c:v>0.29444444444444445</c:v>
                </c:pt>
                <c:pt idx="107">
                  <c:v>0.29722222222222222</c:v>
                </c:pt>
                <c:pt idx="108">
                  <c:v>0.3</c:v>
                </c:pt>
                <c:pt idx="109">
                  <c:v>0.30277777777777781</c:v>
                </c:pt>
                <c:pt idx="110">
                  <c:v>0.30555555555555552</c:v>
                </c:pt>
                <c:pt idx="111">
                  <c:v>0.30833333333333335</c:v>
                </c:pt>
                <c:pt idx="112">
                  <c:v>0.31111111111111112</c:v>
                </c:pt>
                <c:pt idx="113">
                  <c:v>0.31388888888888888</c:v>
                </c:pt>
                <c:pt idx="114">
                  <c:v>0.31666666666666665</c:v>
                </c:pt>
                <c:pt idx="115">
                  <c:v>0.31944444444444448</c:v>
                </c:pt>
                <c:pt idx="116">
                  <c:v>0.32222222222222219</c:v>
                </c:pt>
                <c:pt idx="117">
                  <c:v>0.32500000000000001</c:v>
                </c:pt>
                <c:pt idx="118">
                  <c:v>0.32777777777777778</c:v>
                </c:pt>
                <c:pt idx="119">
                  <c:v>0.33055555555555555</c:v>
                </c:pt>
                <c:pt idx="120">
                  <c:v>0.33333333333333331</c:v>
                </c:pt>
                <c:pt idx="121">
                  <c:v>0.33611111111111114</c:v>
                </c:pt>
                <c:pt idx="122">
                  <c:v>0.33888888888888885</c:v>
                </c:pt>
                <c:pt idx="123">
                  <c:v>0.34166666666666667</c:v>
                </c:pt>
                <c:pt idx="124">
                  <c:v>0.34444444444444444</c:v>
                </c:pt>
                <c:pt idx="125">
                  <c:v>0.34722222222222221</c:v>
                </c:pt>
                <c:pt idx="126">
                  <c:v>0.35</c:v>
                </c:pt>
                <c:pt idx="127">
                  <c:v>0.3527777777777778</c:v>
                </c:pt>
                <c:pt idx="128">
                  <c:v>0.35555555555555551</c:v>
                </c:pt>
                <c:pt idx="129">
                  <c:v>0.35833333333333334</c:v>
                </c:pt>
                <c:pt idx="130">
                  <c:v>0.3611111111111111</c:v>
                </c:pt>
                <c:pt idx="131">
                  <c:v>0.36388888888888887</c:v>
                </c:pt>
                <c:pt idx="132">
                  <c:v>0.36666666666666664</c:v>
                </c:pt>
                <c:pt idx="133">
                  <c:v>0.36944444444444446</c:v>
                </c:pt>
                <c:pt idx="134">
                  <c:v>0.37222222222222218</c:v>
                </c:pt>
                <c:pt idx="135">
                  <c:v>0.375</c:v>
                </c:pt>
                <c:pt idx="136">
                  <c:v>0.37777777777777782</c:v>
                </c:pt>
                <c:pt idx="137">
                  <c:v>0.38055555555555554</c:v>
                </c:pt>
                <c:pt idx="138">
                  <c:v>0.38333333333333336</c:v>
                </c:pt>
                <c:pt idx="139">
                  <c:v>0.38611111111111113</c:v>
                </c:pt>
                <c:pt idx="140">
                  <c:v>0.3888888888888889</c:v>
                </c:pt>
                <c:pt idx="141">
                  <c:v>0.39166666666666666</c:v>
                </c:pt>
                <c:pt idx="142">
                  <c:v>0.39444444444444449</c:v>
                </c:pt>
                <c:pt idx="143">
                  <c:v>0.3972222222222222</c:v>
                </c:pt>
                <c:pt idx="144">
                  <c:v>0.4</c:v>
                </c:pt>
                <c:pt idx="145">
                  <c:v>0.40277777777777779</c:v>
                </c:pt>
                <c:pt idx="146">
                  <c:v>0.40555555555555556</c:v>
                </c:pt>
                <c:pt idx="147">
                  <c:v>0.40833333333333333</c:v>
                </c:pt>
                <c:pt idx="148">
                  <c:v>0.41111111111111115</c:v>
                </c:pt>
                <c:pt idx="149">
                  <c:v>0.41388888888888886</c:v>
                </c:pt>
                <c:pt idx="150">
                  <c:v>0.41666666666666669</c:v>
                </c:pt>
                <c:pt idx="151">
                  <c:v>0.41944444444444445</c:v>
                </c:pt>
                <c:pt idx="152">
                  <c:v>0.42222222222222222</c:v>
                </c:pt>
                <c:pt idx="153">
                  <c:v>0.42499999999999999</c:v>
                </c:pt>
                <c:pt idx="154">
                  <c:v>0.42777777777777781</c:v>
                </c:pt>
                <c:pt idx="155">
                  <c:v>0.43055555555555552</c:v>
                </c:pt>
                <c:pt idx="156">
                  <c:v>0.43333333333333335</c:v>
                </c:pt>
                <c:pt idx="157">
                  <c:v>0.43611111111111112</c:v>
                </c:pt>
                <c:pt idx="158">
                  <c:v>0.43888888888888888</c:v>
                </c:pt>
                <c:pt idx="159">
                  <c:v>0.44166666666666665</c:v>
                </c:pt>
                <c:pt idx="160">
                  <c:v>0.44444444444444448</c:v>
                </c:pt>
                <c:pt idx="161">
                  <c:v>0.44722222222222219</c:v>
                </c:pt>
                <c:pt idx="162">
                  <c:v>0.45</c:v>
                </c:pt>
                <c:pt idx="163">
                  <c:v>0.45277777777777778</c:v>
                </c:pt>
                <c:pt idx="164">
                  <c:v>0.45555555555555555</c:v>
                </c:pt>
                <c:pt idx="165">
                  <c:v>0.45833333333333331</c:v>
                </c:pt>
                <c:pt idx="166">
                  <c:v>0.46111111111111114</c:v>
                </c:pt>
                <c:pt idx="167">
                  <c:v>0.46388888888888885</c:v>
                </c:pt>
                <c:pt idx="168">
                  <c:v>0.46666666666666667</c:v>
                </c:pt>
                <c:pt idx="169">
                  <c:v>0.46944444444444444</c:v>
                </c:pt>
                <c:pt idx="170">
                  <c:v>0.47222222222222221</c:v>
                </c:pt>
                <c:pt idx="171">
                  <c:v>0.47499999999999998</c:v>
                </c:pt>
                <c:pt idx="172">
                  <c:v>0.4777777777777778</c:v>
                </c:pt>
                <c:pt idx="173">
                  <c:v>0.48055555555555551</c:v>
                </c:pt>
                <c:pt idx="174">
                  <c:v>0.48333333333333334</c:v>
                </c:pt>
                <c:pt idx="175">
                  <c:v>0.4861111111111111</c:v>
                </c:pt>
                <c:pt idx="176">
                  <c:v>0.48888888888888887</c:v>
                </c:pt>
                <c:pt idx="177">
                  <c:v>0.49166666666666664</c:v>
                </c:pt>
                <c:pt idx="178">
                  <c:v>0.49444444444444446</c:v>
                </c:pt>
                <c:pt idx="179">
                  <c:v>0.49722222222222218</c:v>
                </c:pt>
                <c:pt idx="180">
                  <c:v>0.5</c:v>
                </c:pt>
                <c:pt idx="181">
                  <c:v>0.50277777777777777</c:v>
                </c:pt>
                <c:pt idx="182">
                  <c:v>0.50555555555555554</c:v>
                </c:pt>
                <c:pt idx="183">
                  <c:v>0.5083333333333333</c:v>
                </c:pt>
                <c:pt idx="184">
                  <c:v>0.51111111111111118</c:v>
                </c:pt>
                <c:pt idx="185">
                  <c:v>0.51388888888888884</c:v>
                </c:pt>
                <c:pt idx="186">
                  <c:v>0.51666666666666672</c:v>
                </c:pt>
                <c:pt idx="187">
                  <c:v>0.51944444444444449</c:v>
                </c:pt>
                <c:pt idx="188">
                  <c:v>0.52222222222222225</c:v>
                </c:pt>
                <c:pt idx="189">
                  <c:v>0.52500000000000002</c:v>
                </c:pt>
                <c:pt idx="190">
                  <c:v>0.52777777777777779</c:v>
                </c:pt>
                <c:pt idx="191">
                  <c:v>0.53055555555555556</c:v>
                </c:pt>
                <c:pt idx="192">
                  <c:v>0.53333333333333333</c:v>
                </c:pt>
                <c:pt idx="193">
                  <c:v>0.53611111111111109</c:v>
                </c:pt>
                <c:pt idx="194">
                  <c:v>0.53888888888888897</c:v>
                </c:pt>
                <c:pt idx="195">
                  <c:v>0.54166666666666663</c:v>
                </c:pt>
                <c:pt idx="196">
                  <c:v>0.5444444444444444</c:v>
                </c:pt>
                <c:pt idx="197">
                  <c:v>0.54722222222222228</c:v>
                </c:pt>
                <c:pt idx="198">
                  <c:v>0.55000000000000004</c:v>
                </c:pt>
                <c:pt idx="199">
                  <c:v>0.5527777777777777</c:v>
                </c:pt>
                <c:pt idx="200">
                  <c:v>0.55555555555555558</c:v>
                </c:pt>
                <c:pt idx="201">
                  <c:v>0.55833333333333335</c:v>
                </c:pt>
                <c:pt idx="202">
                  <c:v>0.56111111111111112</c:v>
                </c:pt>
                <c:pt idx="203">
                  <c:v>0.56388888888888888</c:v>
                </c:pt>
                <c:pt idx="204">
                  <c:v>0.56666666666666665</c:v>
                </c:pt>
                <c:pt idx="205">
                  <c:v>0.56944444444444442</c:v>
                </c:pt>
                <c:pt idx="206">
                  <c:v>0.5722222222222223</c:v>
                </c:pt>
                <c:pt idx="207">
                  <c:v>0.57499999999999996</c:v>
                </c:pt>
                <c:pt idx="208">
                  <c:v>0.57777777777777772</c:v>
                </c:pt>
                <c:pt idx="209">
                  <c:v>0.5805555555555556</c:v>
                </c:pt>
                <c:pt idx="210">
                  <c:v>0.58333333333333337</c:v>
                </c:pt>
                <c:pt idx="211">
                  <c:v>0.58611111111111103</c:v>
                </c:pt>
                <c:pt idx="212">
                  <c:v>0.58888888888888891</c:v>
                </c:pt>
                <c:pt idx="213">
                  <c:v>0.59166666666666667</c:v>
                </c:pt>
                <c:pt idx="214">
                  <c:v>0.59444444444444444</c:v>
                </c:pt>
                <c:pt idx="215">
                  <c:v>0.59722222222222221</c:v>
                </c:pt>
                <c:pt idx="216">
                  <c:v>0.6</c:v>
                </c:pt>
                <c:pt idx="217">
                  <c:v>0.60277777777777775</c:v>
                </c:pt>
                <c:pt idx="218">
                  <c:v>0.60555555555555562</c:v>
                </c:pt>
                <c:pt idx="219">
                  <c:v>0.60833333333333328</c:v>
                </c:pt>
                <c:pt idx="220">
                  <c:v>0.61111111111111105</c:v>
                </c:pt>
                <c:pt idx="221">
                  <c:v>0.61388888888888893</c:v>
                </c:pt>
                <c:pt idx="222">
                  <c:v>0.6166666666666667</c:v>
                </c:pt>
                <c:pt idx="223">
                  <c:v>0.61944444444444435</c:v>
                </c:pt>
                <c:pt idx="224">
                  <c:v>0.62222222222222223</c:v>
                </c:pt>
                <c:pt idx="225">
                  <c:v>0.625</c:v>
                </c:pt>
                <c:pt idx="226">
                  <c:v>0.62777777777777777</c:v>
                </c:pt>
                <c:pt idx="227">
                  <c:v>0.63055555555555565</c:v>
                </c:pt>
                <c:pt idx="228">
                  <c:v>0.6333333333333333</c:v>
                </c:pt>
                <c:pt idx="229">
                  <c:v>0.63611111111111107</c:v>
                </c:pt>
                <c:pt idx="230">
                  <c:v>0.63888888888888895</c:v>
                </c:pt>
                <c:pt idx="231">
                  <c:v>0.64166666666666672</c:v>
                </c:pt>
                <c:pt idx="232">
                  <c:v>0.64444444444444438</c:v>
                </c:pt>
                <c:pt idx="233">
                  <c:v>0.64722222222222225</c:v>
                </c:pt>
                <c:pt idx="234">
                  <c:v>0.65</c:v>
                </c:pt>
                <c:pt idx="235">
                  <c:v>0.65277777777777779</c:v>
                </c:pt>
                <c:pt idx="236">
                  <c:v>0.65555555555555556</c:v>
                </c:pt>
                <c:pt idx="237">
                  <c:v>0.65833333333333333</c:v>
                </c:pt>
                <c:pt idx="238">
                  <c:v>0.66111111111111109</c:v>
                </c:pt>
                <c:pt idx="239">
                  <c:v>0.66388888888888897</c:v>
                </c:pt>
                <c:pt idx="240">
                  <c:v>0.66666666666666663</c:v>
                </c:pt>
                <c:pt idx="241">
                  <c:v>0.6694444444444444</c:v>
                </c:pt>
                <c:pt idx="242">
                  <c:v>0.67222222222222228</c:v>
                </c:pt>
                <c:pt idx="243">
                  <c:v>0.67500000000000004</c:v>
                </c:pt>
                <c:pt idx="244">
                  <c:v>0.6777777777777777</c:v>
                </c:pt>
                <c:pt idx="245">
                  <c:v>0.68055555555555558</c:v>
                </c:pt>
                <c:pt idx="246">
                  <c:v>0.68333333333333335</c:v>
                </c:pt>
                <c:pt idx="247">
                  <c:v>0.68611111111111112</c:v>
                </c:pt>
                <c:pt idx="248">
                  <c:v>0.68888888888888888</c:v>
                </c:pt>
                <c:pt idx="249">
                  <c:v>0.69166666666666665</c:v>
                </c:pt>
                <c:pt idx="250">
                  <c:v>0.69444444444444442</c:v>
                </c:pt>
                <c:pt idx="251">
                  <c:v>0.6972222222222223</c:v>
                </c:pt>
                <c:pt idx="252">
                  <c:v>0.7</c:v>
                </c:pt>
                <c:pt idx="253">
                  <c:v>0.70277777777777772</c:v>
                </c:pt>
                <c:pt idx="254">
                  <c:v>0.7055555555555556</c:v>
                </c:pt>
                <c:pt idx="255">
                  <c:v>0.70833333333333337</c:v>
                </c:pt>
                <c:pt idx="256">
                  <c:v>0.71111111111111103</c:v>
                </c:pt>
                <c:pt idx="257">
                  <c:v>0.71388888888888891</c:v>
                </c:pt>
                <c:pt idx="258">
                  <c:v>0.71666666666666667</c:v>
                </c:pt>
                <c:pt idx="259">
                  <c:v>0.71944444444444444</c:v>
                </c:pt>
                <c:pt idx="260">
                  <c:v>0.72222222222222221</c:v>
                </c:pt>
                <c:pt idx="261">
                  <c:v>0.72499999999999998</c:v>
                </c:pt>
                <c:pt idx="262">
                  <c:v>0.72777777777777775</c:v>
                </c:pt>
                <c:pt idx="263">
                  <c:v>0.73055555555555562</c:v>
                </c:pt>
                <c:pt idx="264">
                  <c:v>0.73333333333333328</c:v>
                </c:pt>
                <c:pt idx="265">
                  <c:v>0.73611111111111105</c:v>
                </c:pt>
                <c:pt idx="266">
                  <c:v>0.73888888888888893</c:v>
                </c:pt>
                <c:pt idx="267">
                  <c:v>0.7416666666666667</c:v>
                </c:pt>
                <c:pt idx="268">
                  <c:v>0.74444444444444435</c:v>
                </c:pt>
                <c:pt idx="269">
                  <c:v>0.74722222222222223</c:v>
                </c:pt>
                <c:pt idx="270">
                  <c:v>0.75</c:v>
                </c:pt>
                <c:pt idx="271">
                  <c:v>0.75277777777777777</c:v>
                </c:pt>
                <c:pt idx="272">
                  <c:v>0.75555555555555565</c:v>
                </c:pt>
                <c:pt idx="273">
                  <c:v>0.7583333333333333</c:v>
                </c:pt>
                <c:pt idx="274">
                  <c:v>0.76111111111111107</c:v>
                </c:pt>
                <c:pt idx="275">
                  <c:v>0.76388888888888895</c:v>
                </c:pt>
                <c:pt idx="276">
                  <c:v>0.76666666666666672</c:v>
                </c:pt>
                <c:pt idx="277">
                  <c:v>0.76944444444444438</c:v>
                </c:pt>
                <c:pt idx="278">
                  <c:v>0.77222222222222225</c:v>
                </c:pt>
                <c:pt idx="279">
                  <c:v>0.77500000000000002</c:v>
                </c:pt>
                <c:pt idx="280">
                  <c:v>0.77777777777777779</c:v>
                </c:pt>
                <c:pt idx="281">
                  <c:v>0.78055555555555556</c:v>
                </c:pt>
                <c:pt idx="282">
                  <c:v>0.78333333333333333</c:v>
                </c:pt>
                <c:pt idx="283">
                  <c:v>0.78611111111111109</c:v>
                </c:pt>
                <c:pt idx="284">
                  <c:v>0.78888888888888897</c:v>
                </c:pt>
                <c:pt idx="285">
                  <c:v>0.79166666666666663</c:v>
                </c:pt>
                <c:pt idx="286">
                  <c:v>0.7944444444444444</c:v>
                </c:pt>
                <c:pt idx="287">
                  <c:v>0.79722222222222228</c:v>
                </c:pt>
                <c:pt idx="288">
                  <c:v>0.8</c:v>
                </c:pt>
                <c:pt idx="289">
                  <c:v>0.8027777777777777</c:v>
                </c:pt>
                <c:pt idx="290">
                  <c:v>0.80555555555555558</c:v>
                </c:pt>
                <c:pt idx="291">
                  <c:v>0.80833333333333335</c:v>
                </c:pt>
                <c:pt idx="292">
                  <c:v>0.81111111111111112</c:v>
                </c:pt>
                <c:pt idx="293">
                  <c:v>0.81388888888888888</c:v>
                </c:pt>
                <c:pt idx="294">
                  <c:v>0.81666666666666665</c:v>
                </c:pt>
                <c:pt idx="295">
                  <c:v>0.81944444444444442</c:v>
                </c:pt>
                <c:pt idx="296">
                  <c:v>0.8222222222222223</c:v>
                </c:pt>
                <c:pt idx="297">
                  <c:v>0.82499999999999996</c:v>
                </c:pt>
                <c:pt idx="298">
                  <c:v>0.82777777777777772</c:v>
                </c:pt>
                <c:pt idx="299">
                  <c:v>0.8305555555555556</c:v>
                </c:pt>
                <c:pt idx="300">
                  <c:v>0.83333333333333337</c:v>
                </c:pt>
                <c:pt idx="301">
                  <c:v>0.83611111111111103</c:v>
                </c:pt>
                <c:pt idx="302">
                  <c:v>0.83888888888888891</c:v>
                </c:pt>
                <c:pt idx="303">
                  <c:v>0.84166666666666667</c:v>
                </c:pt>
                <c:pt idx="304">
                  <c:v>0.84444444444444444</c:v>
                </c:pt>
                <c:pt idx="305">
                  <c:v>0.84722222222222221</c:v>
                </c:pt>
                <c:pt idx="306">
                  <c:v>0.85</c:v>
                </c:pt>
                <c:pt idx="307">
                  <c:v>0.85277777777777775</c:v>
                </c:pt>
                <c:pt idx="308">
                  <c:v>0.85555555555555562</c:v>
                </c:pt>
                <c:pt idx="309">
                  <c:v>0.85833333333333328</c:v>
                </c:pt>
                <c:pt idx="310">
                  <c:v>0.86111111111111105</c:v>
                </c:pt>
                <c:pt idx="311">
                  <c:v>0.86388888888888893</c:v>
                </c:pt>
                <c:pt idx="312">
                  <c:v>0.8666666666666667</c:v>
                </c:pt>
                <c:pt idx="313">
                  <c:v>0.86944444444444435</c:v>
                </c:pt>
                <c:pt idx="314">
                  <c:v>0.87222222222222223</c:v>
                </c:pt>
                <c:pt idx="315">
                  <c:v>0.875</c:v>
                </c:pt>
                <c:pt idx="316">
                  <c:v>0.87777777777777777</c:v>
                </c:pt>
                <c:pt idx="317">
                  <c:v>0.88055555555555565</c:v>
                </c:pt>
                <c:pt idx="318">
                  <c:v>0.8833333333333333</c:v>
                </c:pt>
                <c:pt idx="319">
                  <c:v>0.88611111111111107</c:v>
                </c:pt>
                <c:pt idx="320">
                  <c:v>0.88888888888888895</c:v>
                </c:pt>
                <c:pt idx="321">
                  <c:v>0.89166666666666672</c:v>
                </c:pt>
                <c:pt idx="322">
                  <c:v>0.89444444444444438</c:v>
                </c:pt>
                <c:pt idx="323">
                  <c:v>0.89722222222222225</c:v>
                </c:pt>
                <c:pt idx="324">
                  <c:v>0.9</c:v>
                </c:pt>
                <c:pt idx="325">
                  <c:v>0.90277777777777779</c:v>
                </c:pt>
                <c:pt idx="326">
                  <c:v>0.90555555555555556</c:v>
                </c:pt>
                <c:pt idx="327">
                  <c:v>0.90833333333333333</c:v>
                </c:pt>
                <c:pt idx="328">
                  <c:v>0.91111111111111109</c:v>
                </c:pt>
                <c:pt idx="329">
                  <c:v>0.91388888888888897</c:v>
                </c:pt>
                <c:pt idx="330">
                  <c:v>0.91666666666666663</c:v>
                </c:pt>
                <c:pt idx="331">
                  <c:v>0.9194444444444444</c:v>
                </c:pt>
                <c:pt idx="332">
                  <c:v>0.92222222222222228</c:v>
                </c:pt>
                <c:pt idx="333">
                  <c:v>0.92500000000000004</c:v>
                </c:pt>
                <c:pt idx="334">
                  <c:v>0.9277777777777777</c:v>
                </c:pt>
                <c:pt idx="335">
                  <c:v>0.93055555555555558</c:v>
                </c:pt>
                <c:pt idx="336">
                  <c:v>0.93333333333333335</c:v>
                </c:pt>
                <c:pt idx="337">
                  <c:v>0.93611111111111112</c:v>
                </c:pt>
                <c:pt idx="338">
                  <c:v>0.93888888888888888</c:v>
                </c:pt>
                <c:pt idx="339">
                  <c:v>0.94166666666666665</c:v>
                </c:pt>
                <c:pt idx="340">
                  <c:v>0.94444444444444442</c:v>
                </c:pt>
                <c:pt idx="341">
                  <c:v>0.9472222222222223</c:v>
                </c:pt>
                <c:pt idx="342">
                  <c:v>0.95</c:v>
                </c:pt>
                <c:pt idx="343">
                  <c:v>0.95277777777777772</c:v>
                </c:pt>
                <c:pt idx="344">
                  <c:v>0.9555555555555556</c:v>
                </c:pt>
                <c:pt idx="345">
                  <c:v>0.95833333333333337</c:v>
                </c:pt>
                <c:pt idx="346">
                  <c:v>0.96111111111111103</c:v>
                </c:pt>
                <c:pt idx="347">
                  <c:v>0.96388888888888891</c:v>
                </c:pt>
                <c:pt idx="348">
                  <c:v>0.96666666666666667</c:v>
                </c:pt>
                <c:pt idx="349">
                  <c:v>0.96944444444444444</c:v>
                </c:pt>
                <c:pt idx="350">
                  <c:v>0.97222222222222221</c:v>
                </c:pt>
                <c:pt idx="351">
                  <c:v>0.97499999999999998</c:v>
                </c:pt>
                <c:pt idx="352">
                  <c:v>0.97777777777777775</c:v>
                </c:pt>
                <c:pt idx="353">
                  <c:v>0.98055555555555562</c:v>
                </c:pt>
                <c:pt idx="354">
                  <c:v>0.98333333333333328</c:v>
                </c:pt>
                <c:pt idx="355">
                  <c:v>0.98611111111111105</c:v>
                </c:pt>
                <c:pt idx="356">
                  <c:v>0.98888888888888893</c:v>
                </c:pt>
                <c:pt idx="357">
                  <c:v>0.9916666666666667</c:v>
                </c:pt>
                <c:pt idx="358">
                  <c:v>0.99444444444444435</c:v>
                </c:pt>
                <c:pt idx="359">
                  <c:v>0.99722222222222223</c:v>
                </c:pt>
                <c:pt idx="360">
                  <c:v>1</c:v>
                </c:pt>
                <c:pt idx="361">
                  <c:v>1.0027777777777778</c:v>
                </c:pt>
                <c:pt idx="362">
                  <c:v>1.0055555555555555</c:v>
                </c:pt>
                <c:pt idx="363">
                  <c:v>1.0083333333333333</c:v>
                </c:pt>
                <c:pt idx="364">
                  <c:v>1.0111111111111111</c:v>
                </c:pt>
                <c:pt idx="365">
                  <c:v>1.0138888888888888</c:v>
                </c:pt>
                <c:pt idx="366">
                  <c:v>1.0166666666666666</c:v>
                </c:pt>
                <c:pt idx="367">
                  <c:v>1.0194444444444444</c:v>
                </c:pt>
                <c:pt idx="368">
                  <c:v>1.0222222222222224</c:v>
                </c:pt>
                <c:pt idx="369">
                  <c:v>1.0249999999999999</c:v>
                </c:pt>
                <c:pt idx="370">
                  <c:v>1.0277777777777777</c:v>
                </c:pt>
                <c:pt idx="371">
                  <c:v>1.0305555555555557</c:v>
                </c:pt>
                <c:pt idx="372">
                  <c:v>1.0333333333333334</c:v>
                </c:pt>
                <c:pt idx="373">
                  <c:v>1.036111111111111</c:v>
                </c:pt>
                <c:pt idx="374">
                  <c:v>1.038888888888889</c:v>
                </c:pt>
                <c:pt idx="375">
                  <c:v>1.0416666666666667</c:v>
                </c:pt>
                <c:pt idx="376">
                  <c:v>1.0444444444444445</c:v>
                </c:pt>
                <c:pt idx="377">
                  <c:v>1.0472222222222223</c:v>
                </c:pt>
                <c:pt idx="378">
                  <c:v>1.05</c:v>
                </c:pt>
                <c:pt idx="379">
                  <c:v>1.0527777777777778</c:v>
                </c:pt>
                <c:pt idx="380">
                  <c:v>1.0555555555555556</c:v>
                </c:pt>
                <c:pt idx="381">
                  <c:v>1.0583333333333333</c:v>
                </c:pt>
                <c:pt idx="382">
                  <c:v>1.0611111111111111</c:v>
                </c:pt>
                <c:pt idx="383">
                  <c:v>1.0638888888888889</c:v>
                </c:pt>
                <c:pt idx="384">
                  <c:v>1.0666666666666667</c:v>
                </c:pt>
                <c:pt idx="385">
                  <c:v>1.0694444444444444</c:v>
                </c:pt>
                <c:pt idx="386">
                  <c:v>1.0722222222222222</c:v>
                </c:pt>
                <c:pt idx="387">
                  <c:v>1.075</c:v>
                </c:pt>
                <c:pt idx="388">
                  <c:v>1.0777777777777779</c:v>
                </c:pt>
                <c:pt idx="389">
                  <c:v>1.0805555555555555</c:v>
                </c:pt>
                <c:pt idx="390">
                  <c:v>1.0833333333333333</c:v>
                </c:pt>
                <c:pt idx="391">
                  <c:v>1.0861111111111112</c:v>
                </c:pt>
                <c:pt idx="392">
                  <c:v>1.0888888888888888</c:v>
                </c:pt>
                <c:pt idx="393">
                  <c:v>1.0916666666666666</c:v>
                </c:pt>
                <c:pt idx="394">
                  <c:v>1.0944444444444446</c:v>
                </c:pt>
                <c:pt idx="395">
                  <c:v>1.0972222222222221</c:v>
                </c:pt>
                <c:pt idx="396">
                  <c:v>1.1000000000000001</c:v>
                </c:pt>
                <c:pt idx="397">
                  <c:v>1.1027777777777779</c:v>
                </c:pt>
                <c:pt idx="398">
                  <c:v>1.1055555555555554</c:v>
                </c:pt>
                <c:pt idx="399">
                  <c:v>1.1083333333333334</c:v>
                </c:pt>
                <c:pt idx="400">
                  <c:v>1.1111111111111112</c:v>
                </c:pt>
                <c:pt idx="401">
                  <c:v>1.1138888888888887</c:v>
                </c:pt>
                <c:pt idx="402">
                  <c:v>1.1166666666666667</c:v>
                </c:pt>
                <c:pt idx="403">
                  <c:v>1.1194444444444445</c:v>
                </c:pt>
                <c:pt idx="404">
                  <c:v>1.1222222222222222</c:v>
                </c:pt>
                <c:pt idx="405">
                  <c:v>1.125</c:v>
                </c:pt>
                <c:pt idx="406">
                  <c:v>1.1277777777777778</c:v>
                </c:pt>
                <c:pt idx="407">
                  <c:v>1.1305555555555555</c:v>
                </c:pt>
                <c:pt idx="408">
                  <c:v>1.1333333333333333</c:v>
                </c:pt>
                <c:pt idx="409">
                  <c:v>1.1361111111111113</c:v>
                </c:pt>
                <c:pt idx="410">
                  <c:v>1.1388888888888888</c:v>
                </c:pt>
                <c:pt idx="411">
                  <c:v>1.1416666666666666</c:v>
                </c:pt>
                <c:pt idx="412">
                  <c:v>1.1444444444444446</c:v>
                </c:pt>
                <c:pt idx="413">
                  <c:v>1.1472222222222221</c:v>
                </c:pt>
                <c:pt idx="414">
                  <c:v>1.1499999999999999</c:v>
                </c:pt>
                <c:pt idx="415">
                  <c:v>1.1527777777777779</c:v>
                </c:pt>
                <c:pt idx="416">
                  <c:v>1.1555555555555554</c:v>
                </c:pt>
                <c:pt idx="417">
                  <c:v>1.1583333333333334</c:v>
                </c:pt>
                <c:pt idx="418">
                  <c:v>1.1611111111111112</c:v>
                </c:pt>
                <c:pt idx="419">
                  <c:v>1.1638888888888888</c:v>
                </c:pt>
                <c:pt idx="420">
                  <c:v>1.1666666666666667</c:v>
                </c:pt>
                <c:pt idx="421">
                  <c:v>1.1694444444444445</c:v>
                </c:pt>
                <c:pt idx="422">
                  <c:v>1.1722222222222221</c:v>
                </c:pt>
                <c:pt idx="423">
                  <c:v>1.175</c:v>
                </c:pt>
                <c:pt idx="424">
                  <c:v>1.1777777777777778</c:v>
                </c:pt>
                <c:pt idx="425">
                  <c:v>1.1805555555555556</c:v>
                </c:pt>
                <c:pt idx="426">
                  <c:v>1.1833333333333333</c:v>
                </c:pt>
                <c:pt idx="427">
                  <c:v>1.1861111111111111</c:v>
                </c:pt>
                <c:pt idx="428">
                  <c:v>1.1888888888888889</c:v>
                </c:pt>
                <c:pt idx="429">
                  <c:v>1.1916666666666667</c:v>
                </c:pt>
                <c:pt idx="430">
                  <c:v>1.1944444444444444</c:v>
                </c:pt>
                <c:pt idx="431">
                  <c:v>1.1972222222222222</c:v>
                </c:pt>
                <c:pt idx="432">
                  <c:v>1.2</c:v>
                </c:pt>
                <c:pt idx="433">
                  <c:v>1.2027777777777779</c:v>
                </c:pt>
                <c:pt idx="434">
                  <c:v>1.2055555555555555</c:v>
                </c:pt>
                <c:pt idx="435">
                  <c:v>1.2083333333333333</c:v>
                </c:pt>
                <c:pt idx="436">
                  <c:v>1.2111111111111112</c:v>
                </c:pt>
                <c:pt idx="437">
                  <c:v>1.2138888888888888</c:v>
                </c:pt>
                <c:pt idx="438">
                  <c:v>1.2166666666666666</c:v>
                </c:pt>
                <c:pt idx="439">
                  <c:v>1.2194444444444446</c:v>
                </c:pt>
                <c:pt idx="440">
                  <c:v>1.2222222222222221</c:v>
                </c:pt>
                <c:pt idx="441">
                  <c:v>1.2250000000000001</c:v>
                </c:pt>
                <c:pt idx="442">
                  <c:v>1.2277777777777779</c:v>
                </c:pt>
                <c:pt idx="443">
                  <c:v>1.2305555555555554</c:v>
                </c:pt>
                <c:pt idx="444">
                  <c:v>1.2333333333333334</c:v>
                </c:pt>
                <c:pt idx="445">
                  <c:v>1.2361111111111112</c:v>
                </c:pt>
                <c:pt idx="446">
                  <c:v>1.2388888888888887</c:v>
                </c:pt>
                <c:pt idx="447">
                  <c:v>1.2416666666666667</c:v>
                </c:pt>
                <c:pt idx="448">
                  <c:v>1.2444444444444445</c:v>
                </c:pt>
                <c:pt idx="449">
                  <c:v>1.2472222222222222</c:v>
                </c:pt>
                <c:pt idx="450">
                  <c:v>1.25</c:v>
                </c:pt>
                <c:pt idx="451">
                  <c:v>1.2527777777777778</c:v>
                </c:pt>
                <c:pt idx="452">
                  <c:v>1.2555555555555555</c:v>
                </c:pt>
                <c:pt idx="453">
                  <c:v>1.2583333333333333</c:v>
                </c:pt>
                <c:pt idx="454">
                  <c:v>1.2611111111111113</c:v>
                </c:pt>
                <c:pt idx="455">
                  <c:v>1.2638888888888888</c:v>
                </c:pt>
                <c:pt idx="456">
                  <c:v>1.2666666666666666</c:v>
                </c:pt>
                <c:pt idx="457">
                  <c:v>1.2694444444444446</c:v>
                </c:pt>
                <c:pt idx="458">
                  <c:v>1.2722222222222221</c:v>
                </c:pt>
                <c:pt idx="459">
                  <c:v>1.2749999999999999</c:v>
                </c:pt>
                <c:pt idx="460">
                  <c:v>1.2777777777777779</c:v>
                </c:pt>
                <c:pt idx="461">
                  <c:v>1.2805555555555554</c:v>
                </c:pt>
                <c:pt idx="462">
                  <c:v>1.2833333333333334</c:v>
                </c:pt>
                <c:pt idx="463">
                  <c:v>1.2861111111111112</c:v>
                </c:pt>
                <c:pt idx="464">
                  <c:v>1.2888888888888888</c:v>
                </c:pt>
                <c:pt idx="465">
                  <c:v>1.2916666666666667</c:v>
                </c:pt>
                <c:pt idx="466">
                  <c:v>1.2944444444444445</c:v>
                </c:pt>
                <c:pt idx="467">
                  <c:v>1.2972222222222221</c:v>
                </c:pt>
                <c:pt idx="468">
                  <c:v>1.3</c:v>
                </c:pt>
                <c:pt idx="469">
                  <c:v>1.3027777777777778</c:v>
                </c:pt>
                <c:pt idx="470">
                  <c:v>1.3055555555555556</c:v>
                </c:pt>
                <c:pt idx="471">
                  <c:v>1.3083333333333333</c:v>
                </c:pt>
                <c:pt idx="472">
                  <c:v>1.3111111111111111</c:v>
                </c:pt>
                <c:pt idx="473">
                  <c:v>1.3138888888888889</c:v>
                </c:pt>
                <c:pt idx="474">
                  <c:v>1.3166666666666667</c:v>
                </c:pt>
                <c:pt idx="475">
                  <c:v>1.3194444444444444</c:v>
                </c:pt>
                <c:pt idx="476">
                  <c:v>1.3222222222222222</c:v>
                </c:pt>
                <c:pt idx="477">
                  <c:v>1.325</c:v>
                </c:pt>
                <c:pt idx="478">
                  <c:v>1.3277777777777779</c:v>
                </c:pt>
                <c:pt idx="479">
                  <c:v>1.3305555555555555</c:v>
                </c:pt>
                <c:pt idx="480">
                  <c:v>1.3333333333333333</c:v>
                </c:pt>
                <c:pt idx="481">
                  <c:v>1.3361111111111112</c:v>
                </c:pt>
                <c:pt idx="482">
                  <c:v>1.3388888888888888</c:v>
                </c:pt>
                <c:pt idx="483">
                  <c:v>1.3416666666666666</c:v>
                </c:pt>
                <c:pt idx="484">
                  <c:v>1.3444444444444446</c:v>
                </c:pt>
                <c:pt idx="485">
                  <c:v>1.3472222222222221</c:v>
                </c:pt>
                <c:pt idx="486">
                  <c:v>1.35</c:v>
                </c:pt>
                <c:pt idx="487">
                  <c:v>1.3527777777777779</c:v>
                </c:pt>
                <c:pt idx="488">
                  <c:v>1.3555555555555554</c:v>
                </c:pt>
                <c:pt idx="489">
                  <c:v>1.3583333333333334</c:v>
                </c:pt>
                <c:pt idx="490">
                  <c:v>1.3611111111111112</c:v>
                </c:pt>
                <c:pt idx="491">
                  <c:v>1.3638888888888887</c:v>
                </c:pt>
                <c:pt idx="492">
                  <c:v>1.3666666666666667</c:v>
                </c:pt>
                <c:pt idx="493">
                  <c:v>1.3694444444444445</c:v>
                </c:pt>
                <c:pt idx="494">
                  <c:v>1.3722222222222222</c:v>
                </c:pt>
                <c:pt idx="495">
                  <c:v>1.375</c:v>
                </c:pt>
                <c:pt idx="496">
                  <c:v>1.3777777777777778</c:v>
                </c:pt>
                <c:pt idx="497">
                  <c:v>1.3805555555555555</c:v>
                </c:pt>
                <c:pt idx="498">
                  <c:v>1.3833333333333333</c:v>
                </c:pt>
                <c:pt idx="499">
                  <c:v>1.3861111111111113</c:v>
                </c:pt>
                <c:pt idx="500">
                  <c:v>1.3888888888888888</c:v>
                </c:pt>
                <c:pt idx="501">
                  <c:v>1.3916666666666666</c:v>
                </c:pt>
                <c:pt idx="502">
                  <c:v>1.3944444444444446</c:v>
                </c:pt>
                <c:pt idx="503">
                  <c:v>1.3972222222222221</c:v>
                </c:pt>
                <c:pt idx="504">
                  <c:v>1.4</c:v>
                </c:pt>
                <c:pt idx="505">
                  <c:v>1.4027777777777779</c:v>
                </c:pt>
                <c:pt idx="506">
                  <c:v>1.4055555555555554</c:v>
                </c:pt>
                <c:pt idx="507">
                  <c:v>1.4083333333333334</c:v>
                </c:pt>
                <c:pt idx="508">
                  <c:v>1.4111111111111112</c:v>
                </c:pt>
                <c:pt idx="509">
                  <c:v>1.4138888888888888</c:v>
                </c:pt>
                <c:pt idx="510">
                  <c:v>1.4166666666666667</c:v>
                </c:pt>
                <c:pt idx="511">
                  <c:v>1.4194444444444445</c:v>
                </c:pt>
                <c:pt idx="512">
                  <c:v>1.4222222222222221</c:v>
                </c:pt>
                <c:pt idx="513">
                  <c:v>1.425</c:v>
                </c:pt>
                <c:pt idx="514">
                  <c:v>1.4277777777777778</c:v>
                </c:pt>
                <c:pt idx="515">
                  <c:v>1.4305555555555556</c:v>
                </c:pt>
                <c:pt idx="516">
                  <c:v>1.4333333333333333</c:v>
                </c:pt>
                <c:pt idx="517">
                  <c:v>1.4361111111111111</c:v>
                </c:pt>
                <c:pt idx="518">
                  <c:v>1.4388888888888889</c:v>
                </c:pt>
                <c:pt idx="519">
                  <c:v>1.4416666666666667</c:v>
                </c:pt>
                <c:pt idx="520">
                  <c:v>1.4444444444444444</c:v>
                </c:pt>
                <c:pt idx="521">
                  <c:v>1.4472222222222222</c:v>
                </c:pt>
                <c:pt idx="522">
                  <c:v>1.45</c:v>
                </c:pt>
                <c:pt idx="523">
                  <c:v>1.4527777777777779</c:v>
                </c:pt>
                <c:pt idx="524">
                  <c:v>1.4555555555555555</c:v>
                </c:pt>
                <c:pt idx="525">
                  <c:v>1.4583333333333333</c:v>
                </c:pt>
                <c:pt idx="526">
                  <c:v>1.4611111111111112</c:v>
                </c:pt>
                <c:pt idx="527">
                  <c:v>1.4638888888888888</c:v>
                </c:pt>
                <c:pt idx="528">
                  <c:v>1.4666666666666666</c:v>
                </c:pt>
                <c:pt idx="529">
                  <c:v>1.4694444444444446</c:v>
                </c:pt>
                <c:pt idx="530">
                  <c:v>1.4722222222222221</c:v>
                </c:pt>
                <c:pt idx="531">
                  <c:v>1.4750000000000001</c:v>
                </c:pt>
                <c:pt idx="532">
                  <c:v>1.4777777777777779</c:v>
                </c:pt>
                <c:pt idx="533">
                  <c:v>1.4805555555555554</c:v>
                </c:pt>
                <c:pt idx="534">
                  <c:v>1.4833333333333334</c:v>
                </c:pt>
                <c:pt idx="535">
                  <c:v>1.4861111111111112</c:v>
                </c:pt>
                <c:pt idx="536">
                  <c:v>1.4888888888888887</c:v>
                </c:pt>
                <c:pt idx="537">
                  <c:v>1.4916666666666667</c:v>
                </c:pt>
                <c:pt idx="538">
                  <c:v>1.4944444444444445</c:v>
                </c:pt>
                <c:pt idx="539">
                  <c:v>1.4972222222222222</c:v>
                </c:pt>
                <c:pt idx="540">
                  <c:v>1.5</c:v>
                </c:pt>
                <c:pt idx="541">
                  <c:v>1.5027777777777778</c:v>
                </c:pt>
                <c:pt idx="542">
                  <c:v>1.5055555555555555</c:v>
                </c:pt>
                <c:pt idx="543">
                  <c:v>1.5083333333333333</c:v>
                </c:pt>
                <c:pt idx="544">
                  <c:v>1.5111111111111113</c:v>
                </c:pt>
                <c:pt idx="545">
                  <c:v>1.5138888888888888</c:v>
                </c:pt>
                <c:pt idx="546">
                  <c:v>1.5166666666666666</c:v>
                </c:pt>
                <c:pt idx="547">
                  <c:v>1.5194444444444446</c:v>
                </c:pt>
                <c:pt idx="548">
                  <c:v>1.5222222222222221</c:v>
                </c:pt>
                <c:pt idx="549">
                  <c:v>1.5249999999999999</c:v>
                </c:pt>
                <c:pt idx="550">
                  <c:v>1.5277777777777779</c:v>
                </c:pt>
                <c:pt idx="551">
                  <c:v>1.5305555555555554</c:v>
                </c:pt>
                <c:pt idx="552">
                  <c:v>1.5333333333333334</c:v>
                </c:pt>
                <c:pt idx="553">
                  <c:v>1.5361111111111112</c:v>
                </c:pt>
                <c:pt idx="554">
                  <c:v>1.5388888888888888</c:v>
                </c:pt>
                <c:pt idx="555">
                  <c:v>1.5416666666666667</c:v>
                </c:pt>
                <c:pt idx="556">
                  <c:v>1.5444444444444445</c:v>
                </c:pt>
                <c:pt idx="557">
                  <c:v>1.5472222222222221</c:v>
                </c:pt>
                <c:pt idx="558">
                  <c:v>1.55</c:v>
                </c:pt>
                <c:pt idx="559">
                  <c:v>1.5527777777777778</c:v>
                </c:pt>
                <c:pt idx="560">
                  <c:v>1.5555555555555556</c:v>
                </c:pt>
                <c:pt idx="561">
                  <c:v>1.5583333333333333</c:v>
                </c:pt>
                <c:pt idx="562">
                  <c:v>1.5611111111111111</c:v>
                </c:pt>
                <c:pt idx="563">
                  <c:v>1.5638888888888889</c:v>
                </c:pt>
                <c:pt idx="564">
                  <c:v>1.5666666666666667</c:v>
                </c:pt>
                <c:pt idx="565">
                  <c:v>1.5694444444444444</c:v>
                </c:pt>
                <c:pt idx="566">
                  <c:v>1.5722222222222222</c:v>
                </c:pt>
                <c:pt idx="567">
                  <c:v>1.575</c:v>
                </c:pt>
                <c:pt idx="568">
                  <c:v>1.5777777777777779</c:v>
                </c:pt>
                <c:pt idx="569">
                  <c:v>1.5805555555555555</c:v>
                </c:pt>
                <c:pt idx="570">
                  <c:v>1.5833333333333333</c:v>
                </c:pt>
                <c:pt idx="571">
                  <c:v>1.5861111111111112</c:v>
                </c:pt>
                <c:pt idx="572">
                  <c:v>1.5888888888888888</c:v>
                </c:pt>
                <c:pt idx="573">
                  <c:v>1.5916666666666666</c:v>
                </c:pt>
                <c:pt idx="574">
                  <c:v>1.5944444444444446</c:v>
                </c:pt>
                <c:pt idx="575">
                  <c:v>1.5972222222222221</c:v>
                </c:pt>
                <c:pt idx="576">
                  <c:v>1.6</c:v>
                </c:pt>
                <c:pt idx="577">
                  <c:v>1.6027777777777779</c:v>
                </c:pt>
                <c:pt idx="578">
                  <c:v>1.6055555555555554</c:v>
                </c:pt>
                <c:pt idx="579">
                  <c:v>1.6083333333333334</c:v>
                </c:pt>
                <c:pt idx="580">
                  <c:v>1.6111111111111112</c:v>
                </c:pt>
                <c:pt idx="581">
                  <c:v>1.6138888888888887</c:v>
                </c:pt>
                <c:pt idx="582">
                  <c:v>1.6166666666666667</c:v>
                </c:pt>
                <c:pt idx="583">
                  <c:v>1.6194444444444445</c:v>
                </c:pt>
                <c:pt idx="584">
                  <c:v>1.6222222222222222</c:v>
                </c:pt>
                <c:pt idx="585">
                  <c:v>1.625</c:v>
                </c:pt>
                <c:pt idx="586">
                  <c:v>1.6277777777777778</c:v>
                </c:pt>
                <c:pt idx="587">
                  <c:v>1.6305555555555555</c:v>
                </c:pt>
                <c:pt idx="588">
                  <c:v>1.6333333333333333</c:v>
                </c:pt>
                <c:pt idx="589">
                  <c:v>1.6361111111111113</c:v>
                </c:pt>
                <c:pt idx="590">
                  <c:v>1.6388888888888888</c:v>
                </c:pt>
                <c:pt idx="591">
                  <c:v>1.6416666666666666</c:v>
                </c:pt>
                <c:pt idx="592">
                  <c:v>1.6444444444444446</c:v>
                </c:pt>
                <c:pt idx="593">
                  <c:v>1.6472222222222221</c:v>
                </c:pt>
                <c:pt idx="594">
                  <c:v>1.65</c:v>
                </c:pt>
                <c:pt idx="595">
                  <c:v>1.6527777777777779</c:v>
                </c:pt>
                <c:pt idx="596">
                  <c:v>1.6555555555555554</c:v>
                </c:pt>
                <c:pt idx="597">
                  <c:v>1.6583333333333334</c:v>
                </c:pt>
                <c:pt idx="598">
                  <c:v>1.6611111111111112</c:v>
                </c:pt>
                <c:pt idx="599">
                  <c:v>1.6638888888888888</c:v>
                </c:pt>
                <c:pt idx="600">
                  <c:v>1.6666666666666667</c:v>
                </c:pt>
                <c:pt idx="601">
                  <c:v>1.6694444444444445</c:v>
                </c:pt>
                <c:pt idx="602">
                  <c:v>1.6722222222222221</c:v>
                </c:pt>
                <c:pt idx="603">
                  <c:v>1.675</c:v>
                </c:pt>
                <c:pt idx="604">
                  <c:v>1.6777777777777778</c:v>
                </c:pt>
                <c:pt idx="605">
                  <c:v>1.6805555555555556</c:v>
                </c:pt>
                <c:pt idx="606">
                  <c:v>1.6833333333333333</c:v>
                </c:pt>
                <c:pt idx="607">
                  <c:v>1.6861111111111111</c:v>
                </c:pt>
                <c:pt idx="608">
                  <c:v>1.6888888888888889</c:v>
                </c:pt>
                <c:pt idx="609">
                  <c:v>1.6916666666666667</c:v>
                </c:pt>
                <c:pt idx="610">
                  <c:v>1.6944444444444444</c:v>
                </c:pt>
                <c:pt idx="611">
                  <c:v>1.6972222222222222</c:v>
                </c:pt>
                <c:pt idx="612">
                  <c:v>1.7</c:v>
                </c:pt>
                <c:pt idx="613">
                  <c:v>1.7027777777777779</c:v>
                </c:pt>
                <c:pt idx="614">
                  <c:v>1.7055555555555555</c:v>
                </c:pt>
                <c:pt idx="615">
                  <c:v>1.7083333333333333</c:v>
                </c:pt>
                <c:pt idx="616">
                  <c:v>1.7111111111111112</c:v>
                </c:pt>
                <c:pt idx="617">
                  <c:v>1.7138888888888888</c:v>
                </c:pt>
                <c:pt idx="618">
                  <c:v>1.7166666666666666</c:v>
                </c:pt>
                <c:pt idx="619">
                  <c:v>1.7194444444444446</c:v>
                </c:pt>
                <c:pt idx="620">
                  <c:v>1.7222222222222221</c:v>
                </c:pt>
                <c:pt idx="621">
                  <c:v>1.7250000000000001</c:v>
                </c:pt>
                <c:pt idx="622">
                  <c:v>1.7277777777777779</c:v>
                </c:pt>
                <c:pt idx="623">
                  <c:v>1.7305555555555554</c:v>
                </c:pt>
                <c:pt idx="624">
                  <c:v>1.7333333333333334</c:v>
                </c:pt>
                <c:pt idx="625">
                  <c:v>1.7361111111111112</c:v>
                </c:pt>
                <c:pt idx="626">
                  <c:v>1.7388888888888887</c:v>
                </c:pt>
                <c:pt idx="627">
                  <c:v>1.7416666666666667</c:v>
                </c:pt>
                <c:pt idx="628">
                  <c:v>1.7444444444444445</c:v>
                </c:pt>
                <c:pt idx="629">
                  <c:v>1.7472222222222222</c:v>
                </c:pt>
                <c:pt idx="630">
                  <c:v>1.75</c:v>
                </c:pt>
                <c:pt idx="631">
                  <c:v>1.7527777777777778</c:v>
                </c:pt>
                <c:pt idx="632">
                  <c:v>1.7555555555555555</c:v>
                </c:pt>
                <c:pt idx="633">
                  <c:v>1.7583333333333333</c:v>
                </c:pt>
                <c:pt idx="634">
                  <c:v>1.7611111111111113</c:v>
                </c:pt>
                <c:pt idx="635">
                  <c:v>1.7638888888888888</c:v>
                </c:pt>
                <c:pt idx="636">
                  <c:v>1.7666666666666666</c:v>
                </c:pt>
                <c:pt idx="637">
                  <c:v>1.7694444444444446</c:v>
                </c:pt>
                <c:pt idx="638">
                  <c:v>1.7722222222222221</c:v>
                </c:pt>
                <c:pt idx="639">
                  <c:v>1.7749999999999999</c:v>
                </c:pt>
                <c:pt idx="640">
                  <c:v>1.7777777777777779</c:v>
                </c:pt>
                <c:pt idx="641">
                  <c:v>1.7805555555555554</c:v>
                </c:pt>
                <c:pt idx="642">
                  <c:v>1.7833333333333334</c:v>
                </c:pt>
                <c:pt idx="643">
                  <c:v>1.7861111111111112</c:v>
                </c:pt>
                <c:pt idx="644">
                  <c:v>1.7888888888888888</c:v>
                </c:pt>
                <c:pt idx="645">
                  <c:v>1.7916666666666667</c:v>
                </c:pt>
                <c:pt idx="646">
                  <c:v>1.7944444444444445</c:v>
                </c:pt>
                <c:pt idx="647">
                  <c:v>1.7972222222222221</c:v>
                </c:pt>
                <c:pt idx="648">
                  <c:v>1.8</c:v>
                </c:pt>
                <c:pt idx="649">
                  <c:v>1.8027777777777778</c:v>
                </c:pt>
                <c:pt idx="650">
                  <c:v>1.8055555555555556</c:v>
                </c:pt>
                <c:pt idx="651">
                  <c:v>1.8083333333333333</c:v>
                </c:pt>
                <c:pt idx="652">
                  <c:v>1.8111111111111111</c:v>
                </c:pt>
                <c:pt idx="653">
                  <c:v>1.8138888888888889</c:v>
                </c:pt>
                <c:pt idx="654">
                  <c:v>1.8166666666666667</c:v>
                </c:pt>
                <c:pt idx="655">
                  <c:v>1.8194444444444444</c:v>
                </c:pt>
                <c:pt idx="656">
                  <c:v>1.8222222222222222</c:v>
                </c:pt>
                <c:pt idx="657">
                  <c:v>1.825</c:v>
                </c:pt>
                <c:pt idx="658">
                  <c:v>1.8277777777777779</c:v>
                </c:pt>
                <c:pt idx="659">
                  <c:v>1.8305555555555555</c:v>
                </c:pt>
                <c:pt idx="660">
                  <c:v>1.8333333333333333</c:v>
                </c:pt>
                <c:pt idx="661">
                  <c:v>1.8361111111111112</c:v>
                </c:pt>
                <c:pt idx="662">
                  <c:v>1.8388888888888888</c:v>
                </c:pt>
                <c:pt idx="663">
                  <c:v>1.8416666666666666</c:v>
                </c:pt>
                <c:pt idx="664">
                  <c:v>1.8444444444444446</c:v>
                </c:pt>
                <c:pt idx="665">
                  <c:v>1.8472222222222221</c:v>
                </c:pt>
                <c:pt idx="666">
                  <c:v>1.85</c:v>
                </c:pt>
                <c:pt idx="667">
                  <c:v>1.8527777777777779</c:v>
                </c:pt>
                <c:pt idx="668">
                  <c:v>1.8555555555555554</c:v>
                </c:pt>
                <c:pt idx="669">
                  <c:v>1.8583333333333334</c:v>
                </c:pt>
                <c:pt idx="670">
                  <c:v>1.8611111111111112</c:v>
                </c:pt>
                <c:pt idx="671">
                  <c:v>1.8638888888888887</c:v>
                </c:pt>
                <c:pt idx="672">
                  <c:v>1.8666666666666667</c:v>
                </c:pt>
                <c:pt idx="673">
                  <c:v>1.8694444444444445</c:v>
                </c:pt>
                <c:pt idx="674">
                  <c:v>1.8722222222222222</c:v>
                </c:pt>
                <c:pt idx="675">
                  <c:v>1.875</c:v>
                </c:pt>
                <c:pt idx="676">
                  <c:v>1.8777777777777778</c:v>
                </c:pt>
                <c:pt idx="677">
                  <c:v>1.8805555555555555</c:v>
                </c:pt>
                <c:pt idx="678">
                  <c:v>1.8833333333333333</c:v>
                </c:pt>
                <c:pt idx="679">
                  <c:v>1.8861111111111113</c:v>
                </c:pt>
                <c:pt idx="680">
                  <c:v>1.8888888888888888</c:v>
                </c:pt>
                <c:pt idx="681">
                  <c:v>1.8916666666666666</c:v>
                </c:pt>
                <c:pt idx="682">
                  <c:v>1.8944444444444446</c:v>
                </c:pt>
                <c:pt idx="683">
                  <c:v>1.8972222222222221</c:v>
                </c:pt>
                <c:pt idx="684">
                  <c:v>1.9</c:v>
                </c:pt>
                <c:pt idx="685">
                  <c:v>1.9027777777777779</c:v>
                </c:pt>
                <c:pt idx="686">
                  <c:v>1.9055555555555554</c:v>
                </c:pt>
                <c:pt idx="687">
                  <c:v>1.9083333333333334</c:v>
                </c:pt>
                <c:pt idx="688">
                  <c:v>1.9111111111111112</c:v>
                </c:pt>
                <c:pt idx="689">
                  <c:v>1.9138888888888888</c:v>
                </c:pt>
                <c:pt idx="690">
                  <c:v>1.9166666666666667</c:v>
                </c:pt>
                <c:pt idx="691">
                  <c:v>1.9194444444444445</c:v>
                </c:pt>
                <c:pt idx="692">
                  <c:v>1.9222222222222221</c:v>
                </c:pt>
                <c:pt idx="693">
                  <c:v>1.925</c:v>
                </c:pt>
                <c:pt idx="694">
                  <c:v>1.9277777777777778</c:v>
                </c:pt>
                <c:pt idx="695">
                  <c:v>1.9305555555555556</c:v>
                </c:pt>
                <c:pt idx="696">
                  <c:v>1.9333333333333333</c:v>
                </c:pt>
                <c:pt idx="697">
                  <c:v>1.9361111111111111</c:v>
                </c:pt>
                <c:pt idx="698">
                  <c:v>1.9388888888888889</c:v>
                </c:pt>
                <c:pt idx="699">
                  <c:v>1.9416666666666667</c:v>
                </c:pt>
                <c:pt idx="700">
                  <c:v>1.9444444444444444</c:v>
                </c:pt>
                <c:pt idx="701">
                  <c:v>1.9472222222222222</c:v>
                </c:pt>
                <c:pt idx="702">
                  <c:v>1.95</c:v>
                </c:pt>
                <c:pt idx="703">
                  <c:v>1.9527777777777779</c:v>
                </c:pt>
                <c:pt idx="704">
                  <c:v>1.9555555555555555</c:v>
                </c:pt>
                <c:pt idx="705">
                  <c:v>1.9583333333333333</c:v>
                </c:pt>
                <c:pt idx="706">
                  <c:v>1.9611111111111112</c:v>
                </c:pt>
                <c:pt idx="707">
                  <c:v>1.9638888888888888</c:v>
                </c:pt>
                <c:pt idx="708">
                  <c:v>1.9666666666666666</c:v>
                </c:pt>
                <c:pt idx="709">
                  <c:v>1.9694444444444446</c:v>
                </c:pt>
                <c:pt idx="710">
                  <c:v>1.9722222222222221</c:v>
                </c:pt>
                <c:pt idx="711">
                  <c:v>1.9750000000000001</c:v>
                </c:pt>
                <c:pt idx="712">
                  <c:v>1.9777777777777779</c:v>
                </c:pt>
                <c:pt idx="713">
                  <c:v>1.9805555555555554</c:v>
                </c:pt>
                <c:pt idx="714">
                  <c:v>1.9833333333333334</c:v>
                </c:pt>
                <c:pt idx="715">
                  <c:v>1.9861111111111112</c:v>
                </c:pt>
                <c:pt idx="716">
                  <c:v>1.9888888888888887</c:v>
                </c:pt>
                <c:pt idx="717">
                  <c:v>1.9916666666666667</c:v>
                </c:pt>
                <c:pt idx="718">
                  <c:v>1.9944444444444445</c:v>
                </c:pt>
                <c:pt idx="719">
                  <c:v>1.9972222222222222</c:v>
                </c:pt>
                <c:pt idx="720">
                  <c:v>2</c:v>
                </c:pt>
                <c:pt idx="721">
                  <c:v>2.0027777777777778</c:v>
                </c:pt>
                <c:pt idx="722">
                  <c:v>2.0055555555555555</c:v>
                </c:pt>
                <c:pt idx="723">
                  <c:v>2.0083333333333333</c:v>
                </c:pt>
                <c:pt idx="724">
                  <c:v>2.0111111111111111</c:v>
                </c:pt>
                <c:pt idx="725">
                  <c:v>2.0138888888888888</c:v>
                </c:pt>
                <c:pt idx="726">
                  <c:v>2.0166666666666666</c:v>
                </c:pt>
                <c:pt idx="727">
                  <c:v>2.0194444444444444</c:v>
                </c:pt>
                <c:pt idx="728">
                  <c:v>2.0222222222222221</c:v>
                </c:pt>
                <c:pt idx="729">
                  <c:v>2.0249999999999999</c:v>
                </c:pt>
                <c:pt idx="730">
                  <c:v>2.0277777777777777</c:v>
                </c:pt>
                <c:pt idx="731">
                  <c:v>2.0305555555555554</c:v>
                </c:pt>
                <c:pt idx="732">
                  <c:v>2.0333333333333332</c:v>
                </c:pt>
                <c:pt idx="733">
                  <c:v>2.036111111111111</c:v>
                </c:pt>
                <c:pt idx="734">
                  <c:v>2.0388888888888888</c:v>
                </c:pt>
                <c:pt idx="735">
                  <c:v>2.0416666666666665</c:v>
                </c:pt>
                <c:pt idx="736">
                  <c:v>2.0444444444444447</c:v>
                </c:pt>
                <c:pt idx="737">
                  <c:v>2.0472222222222221</c:v>
                </c:pt>
                <c:pt idx="738">
                  <c:v>2.0499999999999998</c:v>
                </c:pt>
                <c:pt idx="739">
                  <c:v>2.052777777777778</c:v>
                </c:pt>
                <c:pt idx="740">
                  <c:v>2.0555555555555554</c:v>
                </c:pt>
                <c:pt idx="741">
                  <c:v>2.0583333333333331</c:v>
                </c:pt>
                <c:pt idx="742">
                  <c:v>2.0611111111111113</c:v>
                </c:pt>
                <c:pt idx="743">
                  <c:v>2.0638888888888887</c:v>
                </c:pt>
                <c:pt idx="744">
                  <c:v>2.0666666666666669</c:v>
                </c:pt>
                <c:pt idx="745">
                  <c:v>2.0694444444444446</c:v>
                </c:pt>
                <c:pt idx="746">
                  <c:v>2.072222222222222</c:v>
                </c:pt>
                <c:pt idx="747">
                  <c:v>2.0750000000000002</c:v>
                </c:pt>
                <c:pt idx="748">
                  <c:v>2.0777777777777779</c:v>
                </c:pt>
                <c:pt idx="749">
                  <c:v>2.0805555555555553</c:v>
                </c:pt>
                <c:pt idx="750">
                  <c:v>2.0833333333333335</c:v>
                </c:pt>
                <c:pt idx="751">
                  <c:v>2.0861111111111112</c:v>
                </c:pt>
                <c:pt idx="752">
                  <c:v>2.088888888888889</c:v>
                </c:pt>
                <c:pt idx="753">
                  <c:v>2.0916666666666668</c:v>
                </c:pt>
                <c:pt idx="754">
                  <c:v>2.0944444444444446</c:v>
                </c:pt>
                <c:pt idx="755">
                  <c:v>2.0972222222222223</c:v>
                </c:pt>
                <c:pt idx="756">
                  <c:v>2.1</c:v>
                </c:pt>
                <c:pt idx="757">
                  <c:v>2.1027777777777779</c:v>
                </c:pt>
                <c:pt idx="758">
                  <c:v>2.1055555555555556</c:v>
                </c:pt>
                <c:pt idx="759">
                  <c:v>2.1083333333333334</c:v>
                </c:pt>
                <c:pt idx="760">
                  <c:v>2.1111111111111112</c:v>
                </c:pt>
                <c:pt idx="761">
                  <c:v>2.1138888888888889</c:v>
                </c:pt>
                <c:pt idx="762">
                  <c:v>2.1166666666666667</c:v>
                </c:pt>
                <c:pt idx="763">
                  <c:v>2.1194444444444445</c:v>
                </c:pt>
                <c:pt idx="764">
                  <c:v>2.1222222222222222</c:v>
                </c:pt>
                <c:pt idx="765">
                  <c:v>2.125</c:v>
                </c:pt>
                <c:pt idx="766">
                  <c:v>2.1277777777777778</c:v>
                </c:pt>
                <c:pt idx="767">
                  <c:v>2.1305555555555555</c:v>
                </c:pt>
                <c:pt idx="768">
                  <c:v>2.1333333333333333</c:v>
                </c:pt>
                <c:pt idx="769">
                  <c:v>2.1361111111111111</c:v>
                </c:pt>
                <c:pt idx="770">
                  <c:v>2.1388888888888888</c:v>
                </c:pt>
                <c:pt idx="771">
                  <c:v>2.1416666666666666</c:v>
                </c:pt>
                <c:pt idx="772">
                  <c:v>2.1444444444444444</c:v>
                </c:pt>
                <c:pt idx="773">
                  <c:v>2.1472222222222226</c:v>
                </c:pt>
                <c:pt idx="774">
                  <c:v>2.15</c:v>
                </c:pt>
                <c:pt idx="775">
                  <c:v>2.1527777777777777</c:v>
                </c:pt>
                <c:pt idx="776">
                  <c:v>2.1555555555555559</c:v>
                </c:pt>
                <c:pt idx="777">
                  <c:v>2.1583333333333332</c:v>
                </c:pt>
                <c:pt idx="778">
                  <c:v>2.161111111111111</c:v>
                </c:pt>
                <c:pt idx="779">
                  <c:v>2.1638888888888892</c:v>
                </c:pt>
                <c:pt idx="780">
                  <c:v>2.1666666666666665</c:v>
                </c:pt>
                <c:pt idx="781">
                  <c:v>2.1694444444444443</c:v>
                </c:pt>
                <c:pt idx="782">
                  <c:v>2.1722222222222225</c:v>
                </c:pt>
                <c:pt idx="783">
                  <c:v>2.1749999999999998</c:v>
                </c:pt>
                <c:pt idx="784">
                  <c:v>2.1777777777777776</c:v>
                </c:pt>
                <c:pt idx="785">
                  <c:v>2.1805555555555558</c:v>
                </c:pt>
                <c:pt idx="786">
                  <c:v>2.1833333333333331</c:v>
                </c:pt>
                <c:pt idx="787">
                  <c:v>2.1861111111111109</c:v>
                </c:pt>
                <c:pt idx="788">
                  <c:v>2.1888888888888891</c:v>
                </c:pt>
                <c:pt idx="789">
                  <c:v>2.1916666666666669</c:v>
                </c:pt>
                <c:pt idx="790">
                  <c:v>2.1944444444444442</c:v>
                </c:pt>
                <c:pt idx="791">
                  <c:v>2.1972222222222224</c:v>
                </c:pt>
                <c:pt idx="792">
                  <c:v>2.2000000000000002</c:v>
                </c:pt>
                <c:pt idx="793">
                  <c:v>2.2027777777777775</c:v>
                </c:pt>
                <c:pt idx="794">
                  <c:v>2.2055555555555557</c:v>
                </c:pt>
                <c:pt idx="795">
                  <c:v>2.2083333333333335</c:v>
                </c:pt>
                <c:pt idx="796">
                  <c:v>2.2111111111111108</c:v>
                </c:pt>
                <c:pt idx="797">
                  <c:v>2.213888888888889</c:v>
                </c:pt>
                <c:pt idx="798">
                  <c:v>2.2166666666666668</c:v>
                </c:pt>
                <c:pt idx="799">
                  <c:v>2.2194444444444441</c:v>
                </c:pt>
                <c:pt idx="800">
                  <c:v>2.2222222222222223</c:v>
                </c:pt>
                <c:pt idx="801">
                  <c:v>2.2250000000000001</c:v>
                </c:pt>
                <c:pt idx="802">
                  <c:v>2.2277777777777774</c:v>
                </c:pt>
                <c:pt idx="803">
                  <c:v>2.2305555555555556</c:v>
                </c:pt>
                <c:pt idx="804">
                  <c:v>2.2333333333333334</c:v>
                </c:pt>
                <c:pt idx="805">
                  <c:v>2.2361111111111112</c:v>
                </c:pt>
                <c:pt idx="806">
                  <c:v>2.2388888888888889</c:v>
                </c:pt>
                <c:pt idx="807">
                  <c:v>2.2416666666666667</c:v>
                </c:pt>
                <c:pt idx="808">
                  <c:v>2.2444444444444445</c:v>
                </c:pt>
                <c:pt idx="809">
                  <c:v>2.2472222222222222</c:v>
                </c:pt>
                <c:pt idx="810">
                  <c:v>2.25</c:v>
                </c:pt>
                <c:pt idx="811">
                  <c:v>2.2527777777777778</c:v>
                </c:pt>
                <c:pt idx="812">
                  <c:v>2.2555555555555555</c:v>
                </c:pt>
                <c:pt idx="813">
                  <c:v>2.2583333333333333</c:v>
                </c:pt>
                <c:pt idx="814">
                  <c:v>2.2611111111111111</c:v>
                </c:pt>
                <c:pt idx="815">
                  <c:v>2.2638888888888888</c:v>
                </c:pt>
                <c:pt idx="816">
                  <c:v>2.2666666666666666</c:v>
                </c:pt>
                <c:pt idx="817">
                  <c:v>2.2694444444444444</c:v>
                </c:pt>
                <c:pt idx="818">
                  <c:v>2.2722222222222226</c:v>
                </c:pt>
                <c:pt idx="819">
                  <c:v>2.2749999999999999</c:v>
                </c:pt>
                <c:pt idx="820">
                  <c:v>2.2777777777777777</c:v>
                </c:pt>
                <c:pt idx="821">
                  <c:v>2.2805555555555559</c:v>
                </c:pt>
                <c:pt idx="822">
                  <c:v>2.2833333333333332</c:v>
                </c:pt>
                <c:pt idx="823">
                  <c:v>2.286111111111111</c:v>
                </c:pt>
                <c:pt idx="824">
                  <c:v>2.2888888888888892</c:v>
                </c:pt>
                <c:pt idx="825">
                  <c:v>2.2916666666666665</c:v>
                </c:pt>
                <c:pt idx="826">
                  <c:v>2.2944444444444443</c:v>
                </c:pt>
                <c:pt idx="827">
                  <c:v>2.2972222222222225</c:v>
                </c:pt>
                <c:pt idx="828">
                  <c:v>2.2999999999999998</c:v>
                </c:pt>
                <c:pt idx="829">
                  <c:v>2.3027777777777776</c:v>
                </c:pt>
                <c:pt idx="830">
                  <c:v>2.3055555555555558</c:v>
                </c:pt>
                <c:pt idx="831">
                  <c:v>2.3083333333333331</c:v>
                </c:pt>
                <c:pt idx="832">
                  <c:v>2.3111111111111109</c:v>
                </c:pt>
                <c:pt idx="833">
                  <c:v>2.3138888888888891</c:v>
                </c:pt>
                <c:pt idx="834">
                  <c:v>2.3166666666666669</c:v>
                </c:pt>
                <c:pt idx="835">
                  <c:v>2.3194444444444442</c:v>
                </c:pt>
                <c:pt idx="836">
                  <c:v>2.3222222222222224</c:v>
                </c:pt>
                <c:pt idx="837">
                  <c:v>2.3250000000000002</c:v>
                </c:pt>
                <c:pt idx="838">
                  <c:v>2.3277777777777775</c:v>
                </c:pt>
                <c:pt idx="839">
                  <c:v>2.3305555555555557</c:v>
                </c:pt>
                <c:pt idx="840">
                  <c:v>2.3333333333333335</c:v>
                </c:pt>
                <c:pt idx="841">
                  <c:v>2.3361111111111108</c:v>
                </c:pt>
                <c:pt idx="842">
                  <c:v>2.338888888888889</c:v>
                </c:pt>
                <c:pt idx="843">
                  <c:v>2.3416666666666668</c:v>
                </c:pt>
                <c:pt idx="844">
                  <c:v>2.3444444444444441</c:v>
                </c:pt>
                <c:pt idx="845">
                  <c:v>2.3472222222222223</c:v>
                </c:pt>
                <c:pt idx="846">
                  <c:v>2.35</c:v>
                </c:pt>
                <c:pt idx="847">
                  <c:v>2.3527777777777774</c:v>
                </c:pt>
                <c:pt idx="848">
                  <c:v>2.3555555555555556</c:v>
                </c:pt>
                <c:pt idx="849">
                  <c:v>2.3583333333333334</c:v>
                </c:pt>
                <c:pt idx="850">
                  <c:v>2.3611111111111112</c:v>
                </c:pt>
                <c:pt idx="851">
                  <c:v>2.3638888888888889</c:v>
                </c:pt>
                <c:pt idx="852">
                  <c:v>2.3666666666666667</c:v>
                </c:pt>
                <c:pt idx="853">
                  <c:v>2.3694444444444445</c:v>
                </c:pt>
                <c:pt idx="854">
                  <c:v>2.3722222222222222</c:v>
                </c:pt>
                <c:pt idx="855">
                  <c:v>2.375</c:v>
                </c:pt>
                <c:pt idx="856">
                  <c:v>2.3777777777777778</c:v>
                </c:pt>
                <c:pt idx="857">
                  <c:v>2.3805555555555555</c:v>
                </c:pt>
                <c:pt idx="858">
                  <c:v>2.3833333333333333</c:v>
                </c:pt>
                <c:pt idx="859">
                  <c:v>2.3861111111111111</c:v>
                </c:pt>
                <c:pt idx="860">
                  <c:v>2.3888888888888888</c:v>
                </c:pt>
                <c:pt idx="861">
                  <c:v>2.3916666666666666</c:v>
                </c:pt>
                <c:pt idx="862">
                  <c:v>2.3944444444444444</c:v>
                </c:pt>
                <c:pt idx="863">
                  <c:v>2.3972222222222226</c:v>
                </c:pt>
                <c:pt idx="864">
                  <c:v>2.4</c:v>
                </c:pt>
                <c:pt idx="865">
                  <c:v>2.4027777777777777</c:v>
                </c:pt>
                <c:pt idx="866">
                  <c:v>2.4055555555555559</c:v>
                </c:pt>
                <c:pt idx="867">
                  <c:v>2.4083333333333332</c:v>
                </c:pt>
                <c:pt idx="868">
                  <c:v>2.411111111111111</c:v>
                </c:pt>
                <c:pt idx="869">
                  <c:v>2.4138888888888892</c:v>
                </c:pt>
                <c:pt idx="870">
                  <c:v>2.4166666666666665</c:v>
                </c:pt>
                <c:pt idx="871">
                  <c:v>2.4194444444444443</c:v>
                </c:pt>
                <c:pt idx="872">
                  <c:v>2.4222222222222225</c:v>
                </c:pt>
                <c:pt idx="873">
                  <c:v>2.4249999999999998</c:v>
                </c:pt>
                <c:pt idx="874">
                  <c:v>2.4277777777777776</c:v>
                </c:pt>
                <c:pt idx="875">
                  <c:v>2.4305555555555558</c:v>
                </c:pt>
                <c:pt idx="876">
                  <c:v>2.4333333333333331</c:v>
                </c:pt>
                <c:pt idx="877">
                  <c:v>2.4361111111111109</c:v>
                </c:pt>
                <c:pt idx="878">
                  <c:v>2.4388888888888891</c:v>
                </c:pt>
                <c:pt idx="879">
                  <c:v>2.4416666666666669</c:v>
                </c:pt>
                <c:pt idx="880">
                  <c:v>2.4444444444444442</c:v>
                </c:pt>
                <c:pt idx="881">
                  <c:v>2.4472222222222224</c:v>
                </c:pt>
                <c:pt idx="882">
                  <c:v>2.4500000000000002</c:v>
                </c:pt>
                <c:pt idx="883">
                  <c:v>2.4527777777777775</c:v>
                </c:pt>
                <c:pt idx="884">
                  <c:v>2.4555555555555557</c:v>
                </c:pt>
                <c:pt idx="885">
                  <c:v>2.4583333333333335</c:v>
                </c:pt>
                <c:pt idx="886">
                  <c:v>2.4611111111111108</c:v>
                </c:pt>
                <c:pt idx="887">
                  <c:v>2.463888888888889</c:v>
                </c:pt>
                <c:pt idx="888">
                  <c:v>2.4666666666666668</c:v>
                </c:pt>
                <c:pt idx="889">
                  <c:v>2.4694444444444441</c:v>
                </c:pt>
                <c:pt idx="890">
                  <c:v>2.4722222222222223</c:v>
                </c:pt>
                <c:pt idx="891">
                  <c:v>2.4750000000000001</c:v>
                </c:pt>
                <c:pt idx="892">
                  <c:v>2.4777777777777774</c:v>
                </c:pt>
                <c:pt idx="893">
                  <c:v>2.4805555555555556</c:v>
                </c:pt>
                <c:pt idx="894">
                  <c:v>2.4833333333333334</c:v>
                </c:pt>
                <c:pt idx="895">
                  <c:v>2.4861111111111112</c:v>
                </c:pt>
                <c:pt idx="896">
                  <c:v>2.4888888888888889</c:v>
                </c:pt>
                <c:pt idx="897">
                  <c:v>2.4916666666666667</c:v>
                </c:pt>
                <c:pt idx="898">
                  <c:v>2.4944444444444445</c:v>
                </c:pt>
                <c:pt idx="899">
                  <c:v>2.4972222222222222</c:v>
                </c:pt>
                <c:pt idx="900">
                  <c:v>2.5</c:v>
                </c:pt>
                <c:pt idx="901">
                  <c:v>2.5027777777777778</c:v>
                </c:pt>
                <c:pt idx="902">
                  <c:v>2.5055555555555555</c:v>
                </c:pt>
                <c:pt idx="903">
                  <c:v>2.5083333333333333</c:v>
                </c:pt>
                <c:pt idx="904">
                  <c:v>2.5111111111111111</c:v>
                </c:pt>
                <c:pt idx="905">
                  <c:v>2.5138888888888888</c:v>
                </c:pt>
                <c:pt idx="906">
                  <c:v>2.5166666666666666</c:v>
                </c:pt>
                <c:pt idx="907">
                  <c:v>2.5194444444444444</c:v>
                </c:pt>
                <c:pt idx="908">
                  <c:v>2.5222222222222226</c:v>
                </c:pt>
                <c:pt idx="909">
                  <c:v>2.5249999999999999</c:v>
                </c:pt>
                <c:pt idx="910">
                  <c:v>2.5277777777777777</c:v>
                </c:pt>
                <c:pt idx="911">
                  <c:v>2.5305555555555559</c:v>
                </c:pt>
                <c:pt idx="912">
                  <c:v>2.5333333333333332</c:v>
                </c:pt>
                <c:pt idx="913">
                  <c:v>2.536111111111111</c:v>
                </c:pt>
                <c:pt idx="914">
                  <c:v>2.5388888888888892</c:v>
                </c:pt>
                <c:pt idx="915">
                  <c:v>2.5416666666666665</c:v>
                </c:pt>
                <c:pt idx="916">
                  <c:v>2.5444444444444443</c:v>
                </c:pt>
                <c:pt idx="917">
                  <c:v>2.5472222222222225</c:v>
                </c:pt>
                <c:pt idx="918">
                  <c:v>2.5499999999999998</c:v>
                </c:pt>
                <c:pt idx="919">
                  <c:v>2.5527777777777776</c:v>
                </c:pt>
                <c:pt idx="920">
                  <c:v>2.5555555555555558</c:v>
                </c:pt>
                <c:pt idx="921">
                  <c:v>2.5583333333333331</c:v>
                </c:pt>
                <c:pt idx="922">
                  <c:v>2.5611111111111109</c:v>
                </c:pt>
                <c:pt idx="923">
                  <c:v>2.5638888888888891</c:v>
                </c:pt>
                <c:pt idx="924">
                  <c:v>2.5666666666666669</c:v>
                </c:pt>
                <c:pt idx="925">
                  <c:v>2.5694444444444442</c:v>
                </c:pt>
                <c:pt idx="926">
                  <c:v>2.5722222222222224</c:v>
                </c:pt>
                <c:pt idx="927">
                  <c:v>2.5750000000000002</c:v>
                </c:pt>
                <c:pt idx="928">
                  <c:v>2.5777777777777775</c:v>
                </c:pt>
                <c:pt idx="929">
                  <c:v>2.5805555555555557</c:v>
                </c:pt>
                <c:pt idx="930">
                  <c:v>2.5833333333333335</c:v>
                </c:pt>
                <c:pt idx="931">
                  <c:v>2.5861111111111108</c:v>
                </c:pt>
                <c:pt idx="932">
                  <c:v>2.588888888888889</c:v>
                </c:pt>
                <c:pt idx="933">
                  <c:v>2.5916666666666668</c:v>
                </c:pt>
                <c:pt idx="934">
                  <c:v>2.5944444444444441</c:v>
                </c:pt>
                <c:pt idx="935">
                  <c:v>2.5972222222222223</c:v>
                </c:pt>
                <c:pt idx="936">
                  <c:v>2.6</c:v>
                </c:pt>
                <c:pt idx="937">
                  <c:v>2.6027777777777774</c:v>
                </c:pt>
                <c:pt idx="938">
                  <c:v>2.6055555555555556</c:v>
                </c:pt>
                <c:pt idx="939">
                  <c:v>2.6083333333333334</c:v>
                </c:pt>
                <c:pt idx="940">
                  <c:v>2.6111111111111112</c:v>
                </c:pt>
                <c:pt idx="941">
                  <c:v>2.6138888888888889</c:v>
                </c:pt>
                <c:pt idx="942">
                  <c:v>2.6166666666666667</c:v>
                </c:pt>
                <c:pt idx="943">
                  <c:v>2.6194444444444445</c:v>
                </c:pt>
                <c:pt idx="944">
                  <c:v>2.6222222222222222</c:v>
                </c:pt>
                <c:pt idx="945">
                  <c:v>2.625</c:v>
                </c:pt>
                <c:pt idx="946">
                  <c:v>2.6277777777777778</c:v>
                </c:pt>
                <c:pt idx="947">
                  <c:v>2.6305555555555555</c:v>
                </c:pt>
                <c:pt idx="948">
                  <c:v>2.6333333333333333</c:v>
                </c:pt>
                <c:pt idx="949">
                  <c:v>2.6361111111111111</c:v>
                </c:pt>
                <c:pt idx="950">
                  <c:v>2.6388888888888888</c:v>
                </c:pt>
                <c:pt idx="951">
                  <c:v>2.6416666666666666</c:v>
                </c:pt>
                <c:pt idx="952">
                  <c:v>2.6444444444444444</c:v>
                </c:pt>
                <c:pt idx="953">
                  <c:v>2.6472222222222226</c:v>
                </c:pt>
                <c:pt idx="954">
                  <c:v>2.65</c:v>
                </c:pt>
                <c:pt idx="955">
                  <c:v>2.6527777777777777</c:v>
                </c:pt>
                <c:pt idx="956">
                  <c:v>2.6555555555555559</c:v>
                </c:pt>
                <c:pt idx="957">
                  <c:v>2.6583333333333332</c:v>
                </c:pt>
                <c:pt idx="958">
                  <c:v>2.661111111111111</c:v>
                </c:pt>
                <c:pt idx="959">
                  <c:v>2.6638888888888892</c:v>
                </c:pt>
                <c:pt idx="960">
                  <c:v>2.6666666666666665</c:v>
                </c:pt>
                <c:pt idx="961">
                  <c:v>2.6694444444444443</c:v>
                </c:pt>
                <c:pt idx="962">
                  <c:v>2.6722222222222225</c:v>
                </c:pt>
                <c:pt idx="963">
                  <c:v>2.6749999999999998</c:v>
                </c:pt>
                <c:pt idx="964">
                  <c:v>2.6777777777777776</c:v>
                </c:pt>
                <c:pt idx="965">
                  <c:v>2.6805555555555558</c:v>
                </c:pt>
                <c:pt idx="966">
                  <c:v>2.6833333333333331</c:v>
                </c:pt>
                <c:pt idx="967">
                  <c:v>2.6861111111111109</c:v>
                </c:pt>
                <c:pt idx="968">
                  <c:v>2.6888888888888891</c:v>
                </c:pt>
                <c:pt idx="969">
                  <c:v>2.6916666666666669</c:v>
                </c:pt>
                <c:pt idx="970">
                  <c:v>2.6944444444444442</c:v>
                </c:pt>
                <c:pt idx="971">
                  <c:v>2.6972222222222224</c:v>
                </c:pt>
                <c:pt idx="972">
                  <c:v>2.7</c:v>
                </c:pt>
                <c:pt idx="973">
                  <c:v>2.7027777777777775</c:v>
                </c:pt>
                <c:pt idx="974">
                  <c:v>2.7055555555555557</c:v>
                </c:pt>
                <c:pt idx="975">
                  <c:v>2.7083333333333335</c:v>
                </c:pt>
                <c:pt idx="976">
                  <c:v>2.7111111111111108</c:v>
                </c:pt>
                <c:pt idx="977">
                  <c:v>2.713888888888889</c:v>
                </c:pt>
                <c:pt idx="978">
                  <c:v>2.7166666666666668</c:v>
                </c:pt>
                <c:pt idx="979">
                  <c:v>2.7194444444444441</c:v>
                </c:pt>
                <c:pt idx="980">
                  <c:v>2.7222222222222223</c:v>
                </c:pt>
                <c:pt idx="981">
                  <c:v>2.7250000000000001</c:v>
                </c:pt>
                <c:pt idx="982">
                  <c:v>2.7277777777777774</c:v>
                </c:pt>
                <c:pt idx="983">
                  <c:v>2.7305555555555556</c:v>
                </c:pt>
                <c:pt idx="984">
                  <c:v>2.7333333333333334</c:v>
                </c:pt>
                <c:pt idx="985">
                  <c:v>2.7361111111111112</c:v>
                </c:pt>
                <c:pt idx="986">
                  <c:v>2.7388888888888889</c:v>
                </c:pt>
                <c:pt idx="987">
                  <c:v>2.7416666666666667</c:v>
                </c:pt>
                <c:pt idx="988">
                  <c:v>2.7444444444444445</c:v>
                </c:pt>
                <c:pt idx="989">
                  <c:v>2.7472222222222222</c:v>
                </c:pt>
                <c:pt idx="990">
                  <c:v>2.75</c:v>
                </c:pt>
                <c:pt idx="991">
                  <c:v>2.7527777777777778</c:v>
                </c:pt>
                <c:pt idx="992">
                  <c:v>2.7555555555555555</c:v>
                </c:pt>
                <c:pt idx="993">
                  <c:v>2.7583333333333333</c:v>
                </c:pt>
                <c:pt idx="994">
                  <c:v>2.7611111111111111</c:v>
                </c:pt>
                <c:pt idx="995">
                  <c:v>2.7638888888888888</c:v>
                </c:pt>
                <c:pt idx="996">
                  <c:v>2.7666666666666666</c:v>
                </c:pt>
                <c:pt idx="997">
                  <c:v>2.7694444444444444</c:v>
                </c:pt>
                <c:pt idx="998">
                  <c:v>2.7722222222222226</c:v>
                </c:pt>
                <c:pt idx="999">
                  <c:v>2.7749999999999999</c:v>
                </c:pt>
                <c:pt idx="1000">
                  <c:v>2.7777777777777777</c:v>
                </c:pt>
                <c:pt idx="1001">
                  <c:v>2.7805555555555559</c:v>
                </c:pt>
                <c:pt idx="1002">
                  <c:v>2.7833333333333332</c:v>
                </c:pt>
                <c:pt idx="1003">
                  <c:v>2.786111111111111</c:v>
                </c:pt>
                <c:pt idx="1004">
                  <c:v>2.7888888888888892</c:v>
                </c:pt>
                <c:pt idx="1005">
                  <c:v>2.7916666666666665</c:v>
                </c:pt>
                <c:pt idx="1006">
                  <c:v>2.7944444444444443</c:v>
                </c:pt>
                <c:pt idx="1007">
                  <c:v>2.7972222222222225</c:v>
                </c:pt>
                <c:pt idx="1008">
                  <c:v>2.8</c:v>
                </c:pt>
                <c:pt idx="1009">
                  <c:v>2.8027777777777776</c:v>
                </c:pt>
                <c:pt idx="1010">
                  <c:v>2.8055555555555558</c:v>
                </c:pt>
                <c:pt idx="1011">
                  <c:v>2.8083333333333331</c:v>
                </c:pt>
                <c:pt idx="1012">
                  <c:v>2.8111111111111109</c:v>
                </c:pt>
                <c:pt idx="1013">
                  <c:v>2.8138888888888891</c:v>
                </c:pt>
                <c:pt idx="1014">
                  <c:v>2.8166666666666669</c:v>
                </c:pt>
                <c:pt idx="1015">
                  <c:v>2.8194444444444442</c:v>
                </c:pt>
                <c:pt idx="1016">
                  <c:v>2.8222222222222224</c:v>
                </c:pt>
                <c:pt idx="1017">
                  <c:v>2.8250000000000002</c:v>
                </c:pt>
                <c:pt idx="1018">
                  <c:v>2.8277777777777775</c:v>
                </c:pt>
                <c:pt idx="1019">
                  <c:v>2.8305555555555557</c:v>
                </c:pt>
                <c:pt idx="1020">
                  <c:v>2.8333333333333335</c:v>
                </c:pt>
                <c:pt idx="1021">
                  <c:v>2.8361111111111108</c:v>
                </c:pt>
                <c:pt idx="1022">
                  <c:v>2.838888888888889</c:v>
                </c:pt>
                <c:pt idx="1023">
                  <c:v>2.8416666666666668</c:v>
                </c:pt>
                <c:pt idx="1024">
                  <c:v>2.8444444444444441</c:v>
                </c:pt>
                <c:pt idx="1025">
                  <c:v>2.8472222222222223</c:v>
                </c:pt>
                <c:pt idx="1026">
                  <c:v>2.85</c:v>
                </c:pt>
                <c:pt idx="1027">
                  <c:v>2.8527777777777774</c:v>
                </c:pt>
                <c:pt idx="1028">
                  <c:v>2.8555555555555556</c:v>
                </c:pt>
                <c:pt idx="1029">
                  <c:v>2.8583333333333334</c:v>
                </c:pt>
                <c:pt idx="1030">
                  <c:v>2.8611111111111112</c:v>
                </c:pt>
                <c:pt idx="1031">
                  <c:v>2.8638888888888889</c:v>
                </c:pt>
                <c:pt idx="1032">
                  <c:v>2.8666666666666667</c:v>
                </c:pt>
                <c:pt idx="1033">
                  <c:v>2.8694444444444445</c:v>
                </c:pt>
                <c:pt idx="1034">
                  <c:v>2.8722222222222222</c:v>
                </c:pt>
                <c:pt idx="1035">
                  <c:v>2.875</c:v>
                </c:pt>
                <c:pt idx="1036">
                  <c:v>2.8777777777777778</c:v>
                </c:pt>
                <c:pt idx="1037">
                  <c:v>2.8805555555555555</c:v>
                </c:pt>
                <c:pt idx="1038">
                  <c:v>2.8833333333333333</c:v>
                </c:pt>
                <c:pt idx="1039">
                  <c:v>2.8861111111111111</c:v>
                </c:pt>
                <c:pt idx="1040">
                  <c:v>2.8888888888888888</c:v>
                </c:pt>
                <c:pt idx="1041">
                  <c:v>2.8916666666666666</c:v>
                </c:pt>
                <c:pt idx="1042">
                  <c:v>2.8944444444444444</c:v>
                </c:pt>
                <c:pt idx="1043">
                  <c:v>2.8972222222222226</c:v>
                </c:pt>
                <c:pt idx="1044">
                  <c:v>2.9</c:v>
                </c:pt>
                <c:pt idx="1045">
                  <c:v>2.9027777777777777</c:v>
                </c:pt>
                <c:pt idx="1046">
                  <c:v>2.9055555555555559</c:v>
                </c:pt>
                <c:pt idx="1047">
                  <c:v>2.9083333333333332</c:v>
                </c:pt>
                <c:pt idx="1048">
                  <c:v>2.911111111111111</c:v>
                </c:pt>
                <c:pt idx="1049">
                  <c:v>2.9138888888888892</c:v>
                </c:pt>
                <c:pt idx="1050">
                  <c:v>2.9166666666666665</c:v>
                </c:pt>
                <c:pt idx="1051">
                  <c:v>2.9194444444444443</c:v>
                </c:pt>
                <c:pt idx="1052">
                  <c:v>2.9222222222222225</c:v>
                </c:pt>
                <c:pt idx="1053">
                  <c:v>2.9249999999999998</c:v>
                </c:pt>
                <c:pt idx="1054">
                  <c:v>2.9277777777777776</c:v>
                </c:pt>
                <c:pt idx="1055">
                  <c:v>2.9305555555555558</c:v>
                </c:pt>
                <c:pt idx="1056">
                  <c:v>2.9333333333333331</c:v>
                </c:pt>
                <c:pt idx="1057">
                  <c:v>2.9361111111111109</c:v>
                </c:pt>
                <c:pt idx="1058">
                  <c:v>2.9388888888888891</c:v>
                </c:pt>
                <c:pt idx="1059">
                  <c:v>2.9416666666666669</c:v>
                </c:pt>
                <c:pt idx="1060">
                  <c:v>2.9444444444444442</c:v>
                </c:pt>
                <c:pt idx="1061">
                  <c:v>2.9472222222222224</c:v>
                </c:pt>
                <c:pt idx="1062">
                  <c:v>2.95</c:v>
                </c:pt>
                <c:pt idx="1063">
                  <c:v>2.9527777777777775</c:v>
                </c:pt>
                <c:pt idx="1064">
                  <c:v>2.9555555555555557</c:v>
                </c:pt>
                <c:pt idx="1065">
                  <c:v>2.9583333333333335</c:v>
                </c:pt>
                <c:pt idx="1066">
                  <c:v>2.9611111111111108</c:v>
                </c:pt>
                <c:pt idx="1067">
                  <c:v>2.963888888888889</c:v>
                </c:pt>
                <c:pt idx="1068">
                  <c:v>2.9666666666666668</c:v>
                </c:pt>
                <c:pt idx="1069">
                  <c:v>2.9694444444444441</c:v>
                </c:pt>
                <c:pt idx="1070">
                  <c:v>2.9722222222222223</c:v>
                </c:pt>
                <c:pt idx="1071">
                  <c:v>2.9750000000000001</c:v>
                </c:pt>
                <c:pt idx="1072">
                  <c:v>2.9777777777777774</c:v>
                </c:pt>
                <c:pt idx="1073">
                  <c:v>2.9805555555555556</c:v>
                </c:pt>
                <c:pt idx="1074">
                  <c:v>2.9833333333333334</c:v>
                </c:pt>
                <c:pt idx="1075">
                  <c:v>2.9861111111111112</c:v>
                </c:pt>
                <c:pt idx="1076">
                  <c:v>2.9888888888888889</c:v>
                </c:pt>
                <c:pt idx="1077">
                  <c:v>2.9916666666666667</c:v>
                </c:pt>
                <c:pt idx="1078">
                  <c:v>2.9944444444444445</c:v>
                </c:pt>
                <c:pt idx="1079">
                  <c:v>2.9972222222222222</c:v>
                </c:pt>
                <c:pt idx="1080">
                  <c:v>3</c:v>
                </c:pt>
              </c:numCache>
            </c:numRef>
          </c:xVal>
          <c:yVal>
            <c:numRef>
              <c:f>Sheet1!$L$4:$L$1084</c:f>
              <c:numCache>
                <c:formatCode>0.00</c:formatCode>
                <c:ptCount val="1081"/>
                <c:pt idx="0">
                  <c:v>0</c:v>
                </c:pt>
                <c:pt idx="1">
                  <c:v>1.1635589267259981E-138</c:v>
                </c:pt>
                <c:pt idx="2">
                  <c:v>1.2004198818817113E-120</c:v>
                </c:pt>
                <c:pt idx="3">
                  <c:v>3.9496060612051953E-110</c:v>
                </c:pt>
                <c:pt idx="4">
                  <c:v>1.1082124752896443E-102</c:v>
                </c:pt>
                <c:pt idx="5">
                  <c:v>6.4709623475513943E-97</c:v>
                </c:pt>
                <c:pt idx="6">
                  <c:v>3.2627867743497144E-92</c:v>
                </c:pt>
                <c:pt idx="7">
                  <c:v>3.0348772397871566E-88</c:v>
                </c:pt>
                <c:pt idx="8">
                  <c:v>8.1922463748180274E-85</c:v>
                </c:pt>
                <c:pt idx="9">
                  <c:v>8.5960594278385436E-82</c:v>
                </c:pt>
                <c:pt idx="10">
                  <c:v>4.2804940773400998E-79</c:v>
                </c:pt>
                <c:pt idx="11">
                  <c:v>1.1662725864563073E-76</c:v>
                </c:pt>
                <c:pt idx="12">
                  <c:v>1.9313401921432849E-74</c:v>
                </c:pt>
                <c:pt idx="13">
                  <c:v>2.1053786355297769E-72</c:v>
                </c:pt>
                <c:pt idx="14">
                  <c:v>1.6075195799745058E-70</c:v>
                </c:pt>
                <c:pt idx="15">
                  <c:v>9.030145159563466E-69</c:v>
                </c:pt>
                <c:pt idx="16">
                  <c:v>3.8829625795594863E-67</c:v>
                </c:pt>
                <c:pt idx="17">
                  <c:v>1.3202147669490809E-65</c:v>
                </c:pt>
                <c:pt idx="18">
                  <c:v>3.6458992829495127E-64</c:v>
                </c:pt>
                <c:pt idx="19">
                  <c:v>8.3640279561698108E-63</c:v>
                </c:pt>
                <c:pt idx="20">
                  <c:v>1.6245916471732414E-61</c:v>
                </c:pt>
                <c:pt idx="21">
                  <c:v>2.7154838094845977E-60</c:v>
                </c:pt>
                <c:pt idx="22">
                  <c:v>3.9609142514740047E-59</c:v>
                </c:pt>
                <c:pt idx="23">
                  <c:v>5.103284848566496E-58</c:v>
                </c:pt>
                <c:pt idx="24">
                  <c:v>5.869474350546702E-57</c:v>
                </c:pt>
                <c:pt idx="25">
                  <c:v>6.0823342712008654E-56</c:v>
                </c:pt>
                <c:pt idx="26">
                  <c:v>5.7255300686991885E-55</c:v>
                </c:pt>
                <c:pt idx="27">
                  <c:v>4.9315759803393793E-54</c:v>
                </c:pt>
                <c:pt idx="28">
                  <c:v>3.911891648543211E-53</c:v>
                </c:pt>
                <c:pt idx="29">
                  <c:v>2.8742852629687481E-52</c:v>
                </c:pt>
                <c:pt idx="30">
                  <c:v>1.9663930699535095E-51</c:v>
                </c:pt>
                <c:pt idx="31">
                  <c:v>1.2584667323372706E-50</c:v>
                </c:pt>
                <c:pt idx="32">
                  <c:v>7.5663053882348458E-50</c:v>
                </c:pt>
                <c:pt idx="33">
                  <c:v>4.2900921141153904E-49</c:v>
                </c:pt>
                <c:pt idx="34">
                  <c:v>2.3020264250564687E-48</c:v>
                </c:pt>
                <c:pt idx="35">
                  <c:v>1.1727434085424835E-47</c:v>
                </c:pt>
                <c:pt idx="36">
                  <c:v>5.688731592593388E-47</c:v>
                </c:pt>
                <c:pt idx="37">
                  <c:v>2.6345952154539276E-46</c:v>
                </c:pt>
                <c:pt idx="38">
                  <c:v>1.1678076324463228E-45</c:v>
                </c:pt>
                <c:pt idx="39">
                  <c:v>4.9656601316002531E-45</c:v>
                </c:pt>
                <c:pt idx="40">
                  <c:v>2.0297619509395727E-44</c:v>
                </c:pt>
                <c:pt idx="41">
                  <c:v>7.9913856273906565E-44</c:v>
                </c:pt>
                <c:pt idx="42">
                  <c:v>3.0359398757934832E-43</c:v>
                </c:pt>
                <c:pt idx="43">
                  <c:v>1.1147773468933102E-42</c:v>
                </c:pt>
                <c:pt idx="44">
                  <c:v>3.9626566773917812E-42</c:v>
                </c:pt>
                <c:pt idx="45">
                  <c:v>1.3655944460857221E-41</c:v>
                </c:pt>
                <c:pt idx="46">
                  <c:v>4.5686288062633929E-41</c:v>
                </c:pt>
                <c:pt idx="47">
                  <c:v>1.4857047319364025E-40</c:v>
                </c:pt>
                <c:pt idx="48">
                  <c:v>4.7019751607390418E-40</c:v>
                </c:pt>
                <c:pt idx="49">
                  <c:v>1.4498262120078075E-39</c:v>
                </c:pt>
                <c:pt idx="50">
                  <c:v>4.3601001330879207E-39</c:v>
                </c:pt>
                <c:pt idx="51">
                  <c:v>1.2801233712390452E-38</c:v>
                </c:pt>
                <c:pt idx="52">
                  <c:v>3.6727125275415642E-38</c:v>
                </c:pt>
                <c:pt idx="53">
                  <c:v>1.030584370664409E-37</c:v>
                </c:pt>
                <c:pt idx="54">
                  <c:v>2.8307533032746905E-37</c:v>
                </c:pt>
                <c:pt idx="55">
                  <c:v>7.6169807954875954E-37</c:v>
                </c:pt>
                <c:pt idx="56">
                  <c:v>2.0093156594698536E-36</c:v>
                </c:pt>
                <c:pt idx="57">
                  <c:v>5.1999952442835504E-36</c:v>
                </c:pt>
                <c:pt idx="58">
                  <c:v>1.3211017791674282E-35</c:v>
                </c:pt>
                <c:pt idx="59">
                  <c:v>3.2970263628857669E-35</c:v>
                </c:pt>
                <c:pt idx="60">
                  <c:v>8.0876398189174098E-35</c:v>
                </c:pt>
                <c:pt idx="61">
                  <c:v>1.9511108185390715E-34</c:v>
                </c:pt>
                <c:pt idx="62">
                  <c:v>4.631676984126024E-34</c:v>
                </c:pt>
                <c:pt idx="63">
                  <c:v>1.0824676314625829E-33</c:v>
                </c:pt>
                <c:pt idx="64">
                  <c:v>2.4918703816130524E-33</c:v>
                </c:pt>
                <c:pt idx="65">
                  <c:v>5.6529281458924713E-33</c:v>
                </c:pt>
                <c:pt idx="66">
                  <c:v>1.2643090792575711E-32</c:v>
                </c:pt>
                <c:pt idx="67">
                  <c:v>2.7890117491848633E-32</c:v>
                </c:pt>
                <c:pt idx="68">
                  <c:v>6.0707451518892857E-32</c:v>
                </c:pt>
                <c:pt idx="69">
                  <c:v>1.3043608080021495E-31</c:v>
                </c:pt>
                <c:pt idx="70">
                  <c:v>2.767449822633753E-31</c:v>
                </c:pt>
                <c:pt idx="71">
                  <c:v>5.8002048906714062E-31</c:v>
                </c:pt>
                <c:pt idx="72">
                  <c:v>1.2012606623220407E-30</c:v>
                </c:pt>
                <c:pt idx="73">
                  <c:v>2.4592582353135722E-30</c:v>
                </c:pt>
                <c:pt idx="74">
                  <c:v>4.9782966100470144E-30</c:v>
                </c:pt>
                <c:pt idx="75">
                  <c:v>9.9677800397906667E-30</c:v>
                </c:pt>
                <c:pt idx="76">
                  <c:v>1.9746186597981823E-29</c:v>
                </c:pt>
                <c:pt idx="77">
                  <c:v>3.8712950100788467E-29</c:v>
                </c:pt>
                <c:pt idx="78">
                  <c:v>7.5133561595767392E-29</c:v>
                </c:pt>
                <c:pt idx="79">
                  <c:v>1.4438708545698908E-28</c:v>
                </c:pt>
                <c:pt idx="80">
                  <c:v>2.7481924973213335E-28</c:v>
                </c:pt>
                <c:pt idx="81">
                  <c:v>5.1819607648452498E-28</c:v>
                </c:pt>
                <c:pt idx="82">
                  <c:v>9.6820916266277685E-28</c:v>
                </c:pt>
                <c:pt idx="83">
                  <c:v>1.7929519272496563E-27</c:v>
                </c:pt>
                <c:pt idx="84">
                  <c:v>3.2914353117319702E-27</c:v>
                </c:pt>
                <c:pt idx="85">
                  <c:v>5.9911302410394973E-27</c:v>
                </c:pt>
                <c:pt idx="86">
                  <c:v>1.081497077347439E-26</c:v>
                </c:pt>
                <c:pt idx="87">
                  <c:v>1.9365044093800266E-26</c:v>
                </c:pt>
                <c:pt idx="88">
                  <c:v>3.4400814046941468E-26</c:v>
                </c:pt>
                <c:pt idx="89">
                  <c:v>6.0639253589587417E-26</c:v>
                </c:pt>
                <c:pt idx="90">
                  <c:v>1.0608380099070198E-25</c:v>
                </c:pt>
                <c:pt idx="91">
                  <c:v>1.8421589593357561E-25</c:v>
                </c:pt>
                <c:pt idx="92">
                  <c:v>3.1758374205520824E-25</c:v>
                </c:pt>
                <c:pt idx="93">
                  <c:v>5.4363898345661789E-25</c:v>
                </c:pt>
                <c:pt idx="94">
                  <c:v>9.2416592598380576E-25</c:v>
                </c:pt>
                <c:pt idx="95">
                  <c:v>1.5604149801996916E-24</c:v>
                </c:pt>
                <c:pt idx="96">
                  <c:v>2.6172356877228612E-24</c:v>
                </c:pt>
                <c:pt idx="97">
                  <c:v>4.3613201175323262E-24</c:v>
                </c:pt>
                <c:pt idx="98">
                  <c:v>7.2214350222768809E-24</c:v>
                </c:pt>
                <c:pt idx="99">
                  <c:v>1.1882715513992606E-23</c:v>
                </c:pt>
                <c:pt idx="100">
                  <c:v>1.943341304599726E-23</c:v>
                </c:pt>
                <c:pt idx="101">
                  <c:v>3.1591959645254369E-23</c:v>
                </c:pt>
                <c:pt idx="102">
                  <c:v>5.1056319230932266E-23</c:v>
                </c:pt>
                <c:pt idx="103">
                  <c:v>8.2038504792573287E-23</c:v>
                </c:pt>
                <c:pt idx="104">
                  <c:v>1.3107795876657459E-22</c:v>
                </c:pt>
                <c:pt idx="105">
                  <c:v>2.0827268384526679E-22</c:v>
                </c:pt>
                <c:pt idx="106">
                  <c:v>3.2913293513078377E-22</c:v>
                </c:pt>
                <c:pt idx="107">
                  <c:v>5.1735797197607352E-22</c:v>
                </c:pt>
                <c:pt idx="108">
                  <c:v>8.0897457252045041E-22</c:v>
                </c:pt>
                <c:pt idx="109">
                  <c:v>1.2584746621446886E-21</c:v>
                </c:pt>
                <c:pt idx="110">
                  <c:v>1.9478735778859424E-21</c:v>
                </c:pt>
                <c:pt idx="111">
                  <c:v>3.0000151083811243E-21</c:v>
                </c:pt>
                <c:pt idx="112">
                  <c:v>4.5980229270461399E-21</c:v>
                </c:pt>
                <c:pt idx="113">
                  <c:v>7.0136071908260933E-21</c:v>
                </c:pt>
                <c:pt idx="114">
                  <c:v>1.0648071717566873E-20</c:v>
                </c:pt>
                <c:pt idx="115">
                  <c:v>1.609145689298827E-20</c:v>
                </c:pt>
                <c:pt idx="116">
                  <c:v>2.4207467425567291E-20</c:v>
                </c:pt>
                <c:pt idx="117">
                  <c:v>3.6254904447084738E-20</c:v>
                </c:pt>
                <c:pt idx="118">
                  <c:v>5.4060561975878595E-20</c:v>
                </c:pt>
                <c:pt idx="119">
                  <c:v>8.0264380630607586E-20</c:v>
                </c:pt>
                <c:pt idx="120">
                  <c:v>1.186656426704615E-19</c:v>
                </c:pt>
                <c:pt idx="121">
                  <c:v>1.7470989766354737E-19</c:v>
                </c:pt>
                <c:pt idx="122">
                  <c:v>2.5617113258846844E-19</c:v>
                </c:pt>
                <c:pt idx="123">
                  <c:v>3.7410377607224089E-19</c:v>
                </c:pt>
                <c:pt idx="124">
                  <c:v>5.4416621251499703E-19</c:v>
                </c:pt>
                <c:pt idx="125">
                  <c:v>7.8845389162009399E-19</c:v>
                </c:pt>
                <c:pt idx="126">
                  <c:v>1.1380288848301034E-18</c:v>
                </c:pt>
                <c:pt idx="127">
                  <c:v>1.6363978231392523E-18</c:v>
                </c:pt>
                <c:pt idx="128">
                  <c:v>2.3442767059203636E-18</c:v>
                </c:pt>
                <c:pt idx="129">
                  <c:v>3.3460957846227207E-18</c:v>
                </c:pt>
                <c:pt idx="130">
                  <c:v>4.7588492427176335E-18</c:v>
                </c:pt>
                <c:pt idx="131">
                  <c:v>6.7440938515570706E-18</c:v>
                </c:pt>
                <c:pt idx="132">
                  <c:v>9.5241624835364093E-18</c:v>
                </c:pt>
                <c:pt idx="133">
                  <c:v>1.3404000617200825E-17</c:v>
                </c:pt>
                <c:pt idx="134">
                  <c:v>1.8800480134132841E-17</c:v>
                </c:pt>
                <c:pt idx="135">
                  <c:v>2.6281624498027772E-17</c:v>
                </c:pt>
                <c:pt idx="136">
                  <c:v>3.6618930499194878E-17</c:v>
                </c:pt>
                <c:pt idx="137">
                  <c:v>5.0856941771558892E-17</c:v>
                </c:pt>
                <c:pt idx="138">
                  <c:v>7.0405478271470548E-17</c:v>
                </c:pt>
                <c:pt idx="139">
                  <c:v>9.7161529277081044E-17</c:v>
                </c:pt>
                <c:pt idx="140">
                  <c:v>1.3366986972701092E-16</c:v>
                </c:pt>
                <c:pt idx="141">
                  <c:v>1.8333407892560117E-16</c:v>
                </c:pt>
                <c:pt idx="142">
                  <c:v>2.5069297386173889E-16</c:v>
                </c:pt>
                <c:pt idx="143">
                  <c:v>3.4178169929350366E-16</c:v>
                </c:pt>
                <c:pt idx="144">
                  <c:v>4.6460206961982773E-16</c:v>
                </c:pt>
                <c:pt idx="145">
                  <c:v>6.2973351291008632E-16</c:v>
                </c:pt>
                <c:pt idx="146">
                  <c:v>8.511244696373278E-16</c:v>
                </c:pt>
                <c:pt idx="147">
                  <c:v>1.1471147707250901E-15</c:v>
                </c:pt>
                <c:pt idx="148">
                  <c:v>1.5417528798752546E-15</c:v>
                </c:pt>
                <c:pt idx="149">
                  <c:v>2.066488567355588E-15</c:v>
                </c:pt>
                <c:pt idx="150">
                  <c:v>2.7623423587787903E-15</c:v>
                </c:pt>
                <c:pt idx="151">
                  <c:v>3.6826789118861707E-15</c:v>
                </c:pt>
                <c:pt idx="152">
                  <c:v>4.896743455725555E-15</c:v>
                </c:pt>
                <c:pt idx="153">
                  <c:v>6.4941599574824843E-15</c:v>
                </c:pt>
                <c:pt idx="154">
                  <c:v>8.5906384249808786E-15</c:v>
                </c:pt>
                <c:pt idx="155">
                  <c:v>1.1335198708650947E-14</c:v>
                </c:pt>
                <c:pt idx="156">
                  <c:v>1.4919291738670721E-14</c:v>
                </c:pt>
                <c:pt idx="157">
                  <c:v>1.9588289199865209E-14</c:v>
                </c:pt>
                <c:pt idx="158">
                  <c:v>2.5655922649408129E-14</c:v>
                </c:pt>
                <c:pt idx="159">
                  <c:v>3.3522387122793405E-14</c:v>
                </c:pt>
                <c:pt idx="160">
                  <c:v>4.369698723190758E-14</c:v>
                </c:pt>
                <c:pt idx="161">
                  <c:v>5.6826401427006836E-14</c:v>
                </c:pt>
                <c:pt idx="162">
                  <c:v>7.3729879330112599E-14</c:v>
                </c:pt>
                <c:pt idx="163">
                  <c:v>9.5442975953062728E-14</c:v>
                </c:pt>
                <c:pt idx="164">
                  <c:v>1.2327177474054726E-13</c:v>
                </c:pt>
                <c:pt idx="165">
                  <c:v>1.5885996996084626E-13</c:v>
                </c:pt>
                <c:pt idx="166">
                  <c:v>2.0427168118918885E-13</c:v>
                </c:pt>
                <c:pt idx="167">
                  <c:v>2.6209347393065099E-13</c:v>
                </c:pt>
                <c:pt idx="168">
                  <c:v>3.355597788533698E-13</c:v>
                </c:pt>
                <c:pt idx="169">
                  <c:v>4.2870675868633513E-13</c:v>
                </c:pt>
                <c:pt idx="170">
                  <c:v>5.4656069105895593E-13</c:v>
                </c:pt>
                <c:pt idx="171">
                  <c:v>6.9536814584452252E-13</c:v>
                </c:pt>
                <c:pt idx="172">
                  <c:v>8.8287666985235011E-13</c:v>
                </c:pt>
                <c:pt idx="173">
                  <c:v>1.1186763880755004E-12</c:v>
                </c:pt>
                <c:pt idx="174">
                  <c:v>1.414614933088711E-12</c:v>
                </c:pt>
                <c:pt idx="175">
                  <c:v>1.7853004732098329E-12</c:v>
                </c:pt>
                <c:pt idx="176">
                  <c:v>2.2487103838509952E-12</c:v>
                </c:pt>
                <c:pt idx="177">
                  <c:v>2.8269263617958171E-12</c:v>
                </c:pt>
                <c:pt idx="178">
                  <c:v>3.5470205953080598E-12</c:v>
                </c:pt>
                <c:pt idx="179">
                  <c:v>4.4421220612340159E-12</c:v>
                </c:pt>
                <c:pt idx="180">
                  <c:v>5.5526972230583276E-12</c:v>
                </c:pt>
                <c:pt idx="181">
                  <c:v>6.9280854643881084E-12</c:v>
                </c:pt>
                <c:pt idx="182">
                  <c:v>8.6283366390994669E-12</c:v>
                </c:pt>
                <c:pt idx="183">
                  <c:v>1.0726406298069236E-11</c:v>
                </c:pt>
                <c:pt idx="184">
                  <c:v>1.3310773627859772E-11</c:v>
                </c:pt>
                <c:pt idx="185">
                  <c:v>1.6488558095023724E-11</c:v>
                </c:pt>
                <c:pt idx="186">
                  <c:v>2.0389223440603509E-11</c:v>
                </c:pt>
                <c:pt idx="187">
                  <c:v>2.5168972248824391E-11</c:v>
                </c:pt>
                <c:pt idx="188">
                  <c:v>3.1015951086838476E-11</c:v>
                </c:pt>
                <c:pt idx="189">
                  <c:v>3.8156405475470951E-11</c:v>
                </c:pt>
                <c:pt idx="190">
                  <c:v>4.6861946036290093E-11</c:v>
                </c:pt>
                <c:pt idx="191">
                  <c:v>5.7458112438617952E-11</c:v>
                </c:pt>
                <c:pt idx="192">
                  <c:v>7.0334450654372864E-11</c:v>
                </c:pt>
                <c:pt idx="193">
                  <c:v>8.5956351978311008E-11</c:v>
                </c:pt>
                <c:pt idx="194">
                  <c:v>1.0487893979630663E-10</c:v>
                </c:pt>
                <c:pt idx="195">
                  <c:v>1.2776333275003818E-10</c:v>
                </c:pt>
                <c:pt idx="196">
                  <c:v>1.553956613778889E-10</c:v>
                </c:pt>
                <c:pt idx="197">
                  <c:v>1.8870927019922029E-10</c:v>
                </c:pt>
                <c:pt idx="198">
                  <c:v>2.2881059931302572E-10</c:v>
                </c:pt>
                <c:pt idx="199">
                  <c:v>2.7700930973876223E-10</c:v>
                </c:pt>
                <c:pt idx="200">
                  <c:v>3.3485329585545549E-10</c:v>
                </c:pt>
                <c:pt idx="201">
                  <c:v>4.0416931740124153E-10</c:v>
                </c:pt>
                <c:pt idx="202">
                  <c:v>4.8711008368066238E-10</c:v>
                </c:pt>
                <c:pt idx="203">
                  <c:v>5.8620873509238743E-10</c:v>
                </c:pt>
                <c:pt idx="204">
                  <c:v>7.0444179314639468E-10</c:v>
                </c:pt>
                <c:pt idx="205">
                  <c:v>8.4530179121049123E-10</c:v>
                </c:pt>
                <c:pt idx="206">
                  <c:v>1.0128809558586833E-9</c:v>
                </c:pt>
                <c:pt idx="207">
                  <c:v>1.2119674845634986E-9</c:v>
                </c:pt>
                <c:pt idx="208">
                  <c:v>1.4481561613940923E-9</c:v>
                </c:pt>
                <c:pt idx="209">
                  <c:v>1.7279752703054893E-9</c:v>
                </c:pt>
                <c:pt idx="210">
                  <c:v>2.0590320076433266E-9</c:v>
                </c:pt>
                <c:pt idx="211">
                  <c:v>2.4501788639035094E-9</c:v>
                </c:pt>
                <c:pt idx="212">
                  <c:v>2.911703742011828E-9</c:v>
                </c:pt>
                <c:pt idx="213">
                  <c:v>3.4555469080285037E-9</c:v>
                </c:pt>
                <c:pt idx="214">
                  <c:v>4.0955482330161679E-9</c:v>
                </c:pt>
                <c:pt idx="215">
                  <c:v>4.8477285848086776E-9</c:v>
                </c:pt>
                <c:pt idx="216">
                  <c:v>5.7306096687366424E-9</c:v>
                </c:pt>
                <c:pt idx="217">
                  <c:v>6.7655771003621571E-9</c:v>
                </c:pt>
                <c:pt idx="218">
                  <c:v>7.9772920245000521E-9</c:v>
                </c:pt>
                <c:pt idx="219">
                  <c:v>9.3941571770175908E-9</c:v>
                </c:pt>
                <c:pt idx="220">
                  <c:v>1.1048843923076554E-8</c:v>
                </c:pt>
                <c:pt idx="221">
                  <c:v>1.2978887501775803E-8</c:v>
                </c:pt>
                <c:pt idx="222">
                  <c:v>1.522735846696575E-8</c:v>
                </c:pt>
                <c:pt idx="223">
                  <c:v>1.7843619141916408E-8</c:v>
                </c:pt>
                <c:pt idx="224">
                  <c:v>2.0884174806335925E-8</c:v>
                </c:pt>
                <c:pt idx="225">
                  <c:v>2.4413630312944767E-8</c:v>
                </c:pt>
                <c:pt idx="226">
                  <c:v>2.8505763892632851E-8</c:v>
                </c:pt>
                <c:pt idx="227">
                  <c:v>3.3244731057506352E-8</c:v>
                </c:pt>
                <c:pt idx="228">
                  <c:v>3.8726412755490845E-8</c:v>
                </c:pt>
                <c:pt idx="229">
                  <c:v>4.505992327428744E-8</c:v>
                </c:pt>
                <c:pt idx="230">
                  <c:v>5.2369294842277213E-8</c:v>
                </c:pt>
                <c:pt idx="231">
                  <c:v>6.0795357435512426E-8</c:v>
                </c:pt>
                <c:pt idx="232">
                  <c:v>7.0497833979275572E-8</c:v>
                </c:pt>
                <c:pt idx="233">
                  <c:v>8.1657672936202756E-8</c:v>
                </c:pt>
                <c:pt idx="234">
                  <c:v>9.4479642206824172E-8</c:v>
                </c:pt>
                <c:pt idx="235">
                  <c:v>1.0919521033913542E-7</c:v>
                </c:pt>
                <c:pt idx="236">
                  <c:v>1.2606574325760117E-7</c:v>
                </c:pt>
                <c:pt idx="237">
                  <c:v>1.4538604708550516E-7</c:v>
                </c:pt>
                <c:pt idx="238">
                  <c:v>1.6748829015370958E-7</c:v>
                </c:pt>
                <c:pt idx="239">
                  <c:v>1.9274633997031471E-7</c:v>
                </c:pt>
                <c:pt idx="240">
                  <c:v>2.2158055377508835E-7</c:v>
                </c:pt>
                <c:pt idx="241">
                  <c:v>2.5446306432607223E-7</c:v>
                </c:pt>
                <c:pt idx="242">
                  <c:v>2.9192360576886518E-7</c:v>
                </c:pt>
                <c:pt idx="243">
                  <c:v>3.3455592782730607E-7</c:v>
                </c:pt>
                <c:pt idx="244">
                  <c:v>3.83024850132454E-7</c:v>
                </c:pt>
                <c:pt idx="245">
                  <c:v>4.3807401227959557E-7</c:v>
                </c:pt>
                <c:pt idx="246">
                  <c:v>5.0053437917452881E-7</c:v>
                </c:pt>
                <c:pt idx="247">
                  <c:v>5.7133356540428611E-7</c:v>
                </c:pt>
                <c:pt idx="248">
                  <c:v>6.5150604674659267E-7</c:v>
                </c:pt>
                <c:pt idx="249">
                  <c:v>7.4220433151893484E-7</c:v>
                </c:pt>
                <c:pt idx="250">
                  <c:v>8.4471116926383668E-7</c:v>
                </c:pt>
                <c:pt idx="251">
                  <c:v>9.6045287927248247E-7</c:v>
                </c:pt>
                <c:pt idx="252">
                  <c:v>1.0910138866631711E-6</c:v>
                </c:pt>
                <c:pt idx="253">
                  <c:v>1.2381525591547316E-6</c:v>
                </c:pt>
                <c:pt idx="254">
                  <c:v>1.4038184433029156E-6</c:v>
                </c:pt>
                <c:pt idx="255">
                  <c:v>1.5901710047993498E-6</c:v>
                </c:pt>
                <c:pt idx="256">
                  <c:v>1.7995999834607509E-6</c:v>
                </c:pt>
                <c:pt idx="257">
                  <c:v>2.034747479755504E-6</c:v>
                </c:pt>
                <c:pt idx="258">
                  <c:v>2.2985318961180609E-6</c:v>
                </c:pt>
                <c:pt idx="259">
                  <c:v>2.5941738628795179E-6</c:v>
                </c:pt>
                <c:pt idx="260">
                  <c:v>2.9252242853838163E-6</c:v>
                </c:pt>
                <c:pt idx="261">
                  <c:v>3.2955946557518532E-6</c:v>
                </c:pt>
                <c:pt idx="262">
                  <c:v>3.7095897797865644E-6</c:v>
                </c:pt>
                <c:pt idx="263">
                  <c:v>4.1719430766615986E-6</c:v>
                </c:pt>
                <c:pt idx="264">
                  <c:v>4.6878546162918903E-6</c:v>
                </c:pt>
                <c:pt idx="265">
                  <c:v>5.2630320666215438E-6</c:v>
                </c:pt>
                <c:pt idx="266">
                  <c:v>5.9037347304619755E-6</c:v>
                </c:pt>
                <c:pt idx="267">
                  <c:v>6.6168208589510951E-6</c:v>
                </c:pt>
                <c:pt idx="268">
                  <c:v>7.4097984361488783E-6</c:v>
                </c:pt>
                <c:pt idx="269">
                  <c:v>8.2908796367159842E-6</c:v>
                </c:pt>
                <c:pt idx="270">
                  <c:v>9.2690391659999861E-6</c:v>
                </c:pt>
                <c:pt idx="271">
                  <c:v>1.0354076699157445E-5</c:v>
                </c:pt>
                <c:pt idx="272">
                  <c:v>1.1556683643120434E-5</c:v>
                </c:pt>
                <c:pt idx="273">
                  <c:v>1.2888514452246251E-5</c:v>
                </c:pt>
                <c:pt idx="274">
                  <c:v>1.4362262735326355E-5</c:v>
                </c:pt>
                <c:pt idx="275">
                  <c:v>1.5991742398232299E-5</c:v>
                </c:pt>
                <c:pt idx="276">
                  <c:v>1.779197407279123E-5</c:v>
                </c:pt>
                <c:pt idx="277">
                  <c:v>1.9779277088490185E-5</c:v>
                </c:pt>
                <c:pt idx="278">
                  <c:v>2.1971367249216864E-5</c:v>
                </c:pt>
                <c:pt idx="279">
                  <c:v>2.4387460682450116E-5</c:v>
                </c:pt>
                <c:pt idx="280">
                  <c:v>2.7048384033025838E-5</c:v>
                </c:pt>
                <c:pt idx="281">
                  <c:v>2.9976691277798437E-5</c:v>
                </c:pt>
                <c:pt idx="282">
                  <c:v>3.3196787441110823E-5</c:v>
                </c:pt>
                <c:pt idx="283">
                  <c:v>3.6735059493946912E-5</c:v>
                </c:pt>
                <c:pt idx="284">
                  <c:v>4.0620014721894609E-5</c:v>
                </c:pt>
                <c:pt idx="285">
                  <c:v>4.4882426848522926E-5</c:v>
                </c:pt>
                <c:pt idx="286">
                  <c:v>4.9555490201464756E-5</c:v>
                </c:pt>
                <c:pt idx="287">
                  <c:v>5.4674982208244946E-5</c:v>
                </c:pt>
                <c:pt idx="288">
                  <c:v>6.0279434507745935E-5</c:v>
                </c:pt>
                <c:pt idx="289">
                  <c:v>6.6410312961001294E-5</c:v>
                </c:pt>
                <c:pt idx="290">
                  <c:v>7.3112206841754229E-5</c:v>
                </c:pt>
                <c:pt idx="291">
                  <c:v>8.0433027482819535E-5</c:v>
                </c:pt>
                <c:pt idx="292">
                  <c:v>8.8424216648692549E-5</c:v>
                </c:pt>
                <c:pt idx="293">
                  <c:v>9.7140964897962442E-5</c:v>
                </c:pt>
                <c:pt idx="294">
                  <c:v>1.0664244019093484E-4</c:v>
                </c:pt>
                <c:pt idx="295">
                  <c:v>1.1699202698828519E-4</c:v>
                </c:pt>
                <c:pt idx="296">
                  <c:v>1.282575760755258E-4</c:v>
                </c:pt>
                <c:pt idx="297">
                  <c:v>1.4051166533562393E-4</c:v>
                </c:pt>
                <c:pt idx="298">
                  <c:v>1.5383187167800465E-4</c:v>
                </c:pt>
                <c:pt idx="299">
                  <c:v>1.683010543165104E-4</c:v>
                </c:pt>
                <c:pt idx="300">
                  <c:v>1.8400764957165268E-4</c:v>
                </c:pt>
                <c:pt idx="301">
                  <c:v>2.0104597735340866E-4</c:v>
                </c:pt>
                <c:pt idx="302">
                  <c:v>2.1951655946018464E-4</c:v>
                </c:pt>
                <c:pt idx="303">
                  <c:v>2.3952644980696286E-4</c:v>
                </c:pt>
                <c:pt idx="304">
                  <c:v>2.6118957667153349E-4</c:v>
                </c:pt>
                <c:pt idx="305">
                  <c:v>2.8462709702139978E-4</c:v>
                </c:pt>
                <c:pt idx="306">
                  <c:v>3.0996776295619521E-4</c:v>
                </c:pt>
                <c:pt idx="307">
                  <c:v>3.3734830027047576E-4</c:v>
                </c:pt>
                <c:pt idx="308">
                  <c:v>3.6691379911021654E-4</c:v>
                </c:pt>
                <c:pt idx="309">
                  <c:v>3.9881811666271421E-4</c:v>
                </c:pt>
                <c:pt idx="310">
                  <c:v>4.3322429178420315E-4</c:v>
                </c:pt>
                <c:pt idx="311">
                  <c:v>4.7030497143239319E-4</c:v>
                </c:pt>
                <c:pt idx="312">
                  <c:v>5.1024284873175041E-4</c:v>
                </c:pt>
                <c:pt idx="313">
                  <c:v>5.532311124588781E-4</c:v>
                </c:pt>
                <c:pt idx="314">
                  <c:v>5.9947390769231541E-4</c:v>
                </c:pt>
                <c:pt idx="315">
                  <c:v>6.4918680732706105E-4</c:v>
                </c:pt>
                <c:pt idx="316">
                  <c:v>7.0259729410779564E-4</c:v>
                </c:pt>
                <c:pt idx="317">
                  <c:v>7.5994525278744553E-4</c:v>
                </c:pt>
                <c:pt idx="318">
                  <c:v>8.2148347196828663E-4</c:v>
                </c:pt>
                <c:pt idx="319">
                  <c:v>8.8747815513238505E-4</c:v>
                </c:pt>
                <c:pt idx="320">
                  <c:v>9.5820944031610369E-4</c:v>
                </c:pt>
                <c:pt idx="321">
                  <c:v>1.0339719278301103E-3</c:v>
                </c:pt>
                <c:pt idx="322">
                  <c:v>1.1150752153720048E-3</c:v>
                </c:pt>
                <c:pt idx="323">
                  <c:v>1.201844439823186E-3</c:v>
                </c:pt>
                <c:pt idx="324">
                  <c:v>1.2946208249651149E-3</c:v>
                </c:pt>
                <c:pt idx="325">
                  <c:v>1.3937622342933313E-3</c:v>
                </c:pt>
                <c:pt idx="326">
                  <c:v>1.4996437280491185E-3</c:v>
                </c:pt>
                <c:pt idx="327">
                  <c:v>1.6126581235313085E-3</c:v>
                </c:pt>
                <c:pt idx="328">
                  <c:v>1.7332165576913914E-3</c:v>
                </c:pt>
                <c:pt idx="329">
                  <c:v>1.8617490509565508E-3</c:v>
                </c:pt>
                <c:pt idx="330">
                  <c:v>1.9987050711669481E-3</c:v>
                </c:pt>
                <c:pt idx="331">
                  <c:v>2.1445540964542117E-3</c:v>
                </c:pt>
                <c:pt idx="332">
                  <c:v>2.2997861758308818E-3</c:v>
                </c:pt>
                <c:pt idx="333">
                  <c:v>2.4649124862022704E-3</c:v>
                </c:pt>
                <c:pt idx="334">
                  <c:v>2.6404658844560395E-3</c:v>
                </c:pt>
                <c:pt idx="335">
                  <c:v>2.8270014532289015E-3</c:v>
                </c:pt>
                <c:pt idx="336">
                  <c:v>3.0250970388950352E-3</c:v>
                </c:pt>
                <c:pt idx="337">
                  <c:v>3.2353537802687596E-3</c:v>
                </c:pt>
                <c:pt idx="338">
                  <c:v>3.4583966264611398E-3</c:v>
                </c:pt>
                <c:pt idx="339">
                  <c:v>3.694874842283057E-3</c:v>
                </c:pt>
                <c:pt idx="340">
                  <c:v>3.945462499536782E-3</c:v>
                </c:pt>
                <c:pt idx="341">
                  <c:v>4.2108589524970184E-3</c:v>
                </c:pt>
                <c:pt idx="342">
                  <c:v>4.4917892958366698E-3</c:v>
                </c:pt>
                <c:pt idx="343">
                  <c:v>4.7890048032149463E-3</c:v>
                </c:pt>
                <c:pt idx="344">
                  <c:v>5.1032833447090141E-3</c:v>
                </c:pt>
                <c:pt idx="345">
                  <c:v>5.4354297812362305E-3</c:v>
                </c:pt>
                <c:pt idx="346">
                  <c:v>5.7862763340856748E-3</c:v>
                </c:pt>
                <c:pt idx="347">
                  <c:v>6.1566829276508321E-3</c:v>
                </c:pt>
                <c:pt idx="348">
                  <c:v>6.5475375034344139E-3</c:v>
                </c:pt>
                <c:pt idx="349">
                  <c:v>6.9597563033774639E-3</c:v>
                </c:pt>
                <c:pt idx="350">
                  <c:v>7.3942841205531457E-3</c:v>
                </c:pt>
                <c:pt idx="351">
                  <c:v>7.8520945152550994E-3</c:v>
                </c:pt>
                <c:pt idx="352">
                  <c:v>8.3341899945087398E-3</c:v>
                </c:pt>
                <c:pt idx="353">
                  <c:v>8.8416021530320094E-3</c:v>
                </c:pt>
                <c:pt idx="354">
                  <c:v>9.3753917736818463E-3</c:v>
                </c:pt>
                <c:pt idx="355">
                  <c:v>9.9366488854306413E-3</c:v>
                </c:pt>
                <c:pt idx="356">
                  <c:v>1.0526492776936423E-2</c:v>
                </c:pt>
                <c:pt idx="357">
                  <c:v>1.1146071963793478E-2</c:v>
                </c:pt>
                <c:pt idx="358">
                  <c:v>1.1796564107575633E-2</c:v>
                </c:pt>
                <c:pt idx="359">
                  <c:v>1.2479175884821097E-2</c:v>
                </c:pt>
                <c:pt idx="360">
                  <c:v>1.3195142804148284E-2</c:v>
                </c:pt>
                <c:pt idx="361">
                  <c:v>1.3945728969736077E-2</c:v>
                </c:pt>
                <c:pt idx="362">
                  <c:v>1.4732226789455839E-2</c:v>
                </c:pt>
                <c:pt idx="363">
                  <c:v>1.5555956625999054E-2</c:v>
                </c:pt>
                <c:pt idx="364">
                  <c:v>1.641826638941311E-2</c:v>
                </c:pt>
                <c:pt idx="365">
                  <c:v>1.732053106952313E-2</c:v>
                </c:pt>
                <c:pt idx="366">
                  <c:v>1.8264152206796763E-2</c:v>
                </c:pt>
                <c:pt idx="367">
                  <c:v>1.9250557300294274E-2</c:v>
                </c:pt>
                <c:pt idx="368">
                  <c:v>2.0281199151431704E-2</c:v>
                </c:pt>
                <c:pt idx="369">
                  <c:v>2.1357555142379438E-2</c:v>
                </c:pt>
                <c:pt idx="370">
                  <c:v>2.2481126448025954E-2</c:v>
                </c:pt>
                <c:pt idx="371">
                  <c:v>2.3653437180531624E-2</c:v>
                </c:pt>
                <c:pt idx="372">
                  <c:v>2.4876033465624399E-2</c:v>
                </c:pt>
                <c:pt idx="373">
                  <c:v>2.6150482449892459E-2</c:v>
                </c:pt>
                <c:pt idx="374">
                  <c:v>2.7478371238463636E-2</c:v>
                </c:pt>
                <c:pt idx="375">
                  <c:v>2.8861305762581679E-2</c:v>
                </c:pt>
                <c:pt idx="376">
                  <c:v>3.0300909576732135E-2</c:v>
                </c:pt>
                <c:pt idx="377">
                  <c:v>3.1798822585094054E-2</c:v>
                </c:pt>
                <c:pt idx="378">
                  <c:v>3.3356699697252787E-2</c:v>
                </c:pt>
                <c:pt idx="379">
                  <c:v>3.4976209413245862E-2</c:v>
                </c:pt>
                <c:pt idx="380">
                  <c:v>3.6659032338162041E-2</c:v>
                </c:pt>
                <c:pt idx="381">
                  <c:v>3.8406859626682104E-2</c:v>
                </c:pt>
                <c:pt idx="382">
                  <c:v>4.0221391358084939E-2</c:v>
                </c:pt>
                <c:pt idx="383">
                  <c:v>4.2104334842429259E-2</c:v>
                </c:pt>
                <c:pt idx="384">
                  <c:v>4.4057402858760676E-2</c:v>
                </c:pt>
                <c:pt idx="385">
                  <c:v>4.6082311826367024E-2</c:v>
                </c:pt>
                <c:pt idx="386">
                  <c:v>4.8180779910289732E-2</c:v>
                </c:pt>
                <c:pt idx="387">
                  <c:v>5.0354525062426832E-2</c:v>
                </c:pt>
                <c:pt idx="388">
                  <c:v>5.2605262999774881E-2</c:v>
                </c:pt>
                <c:pt idx="389">
                  <c:v>5.4934705121503016E-2</c:v>
                </c:pt>
                <c:pt idx="390">
                  <c:v>5.7344556366725905E-2</c:v>
                </c:pt>
                <c:pt idx="391">
                  <c:v>5.9836513015014539E-2</c:v>
                </c:pt>
                <c:pt idx="392">
                  <c:v>6.2412260431851108E-2</c:v>
                </c:pt>
                <c:pt idx="393">
                  <c:v>6.5073470761410596E-2</c:v>
                </c:pt>
                <c:pt idx="394">
                  <c:v>6.7821800569193721E-2</c:v>
                </c:pt>
                <c:pt idx="395">
                  <c:v>7.0658888437229547E-2</c:v>
                </c:pt>
                <c:pt idx="396">
                  <c:v>7.3586352514714251E-2</c:v>
                </c:pt>
                <c:pt idx="397">
                  <c:v>7.6605788027088756E-2</c:v>
                </c:pt>
                <c:pt idx="398">
                  <c:v>7.9718764746765286E-2</c:v>
                </c:pt>
                <c:pt idx="399">
                  <c:v>8.2926824428804585E-2</c:v>
                </c:pt>
                <c:pt idx="400">
                  <c:v>8.6231478215031382E-2</c:v>
                </c:pt>
                <c:pt idx="401">
                  <c:v>8.9634204010199947E-2</c:v>
                </c:pt>
                <c:pt idx="402">
                  <c:v>9.3136443833973584E-2</c:v>
                </c:pt>
                <c:pt idx="403">
                  <c:v>9.6739601152569604E-2</c:v>
                </c:pt>
                <c:pt idx="404">
                  <c:v>0.10044503819411121</c:v>
                </c:pt>
                <c:pt idx="405">
                  <c:v>0.10425407325179405</c:v>
                </c:pt>
                <c:pt idx="406">
                  <c:v>0.10816797797908795</c:v>
                </c:pt>
                <c:pt idx="407">
                  <c:v>0.11218797468132849</c:v>
                </c:pt>
                <c:pt idx="408">
                  <c:v>0.116315233608129</c:v>
                </c:pt>
                <c:pt idx="409">
                  <c:v>0.12055087025110992</c:v>
                </c:pt>
                <c:pt idx="410">
                  <c:v>0.12489594265156448</c:v>
                </c:pt>
                <c:pt idx="411">
                  <c:v>0.12935144872271953</c:v>
                </c:pt>
                <c:pt idx="412">
                  <c:v>0.13391832359130434</c:v>
                </c:pt>
                <c:pt idx="413">
                  <c:v>0.13859743696322696</c:v>
                </c:pt>
                <c:pt idx="414">
                  <c:v>0.14338959051815486</c:v>
                </c:pt>
                <c:pt idx="415">
                  <c:v>0.14829551533786717</c:v>
                </c:pt>
                <c:pt idx="416">
                  <c:v>0.15331586937323391</c:v>
                </c:pt>
                <c:pt idx="417">
                  <c:v>0.15845123495472527</c:v>
                </c:pt>
                <c:pt idx="418">
                  <c:v>0.1637021163513083</c:v>
                </c:pt>
                <c:pt idx="419">
                  <c:v>0.16906893738262693</c:v>
                </c:pt>
                <c:pt idx="420">
                  <c:v>0.17455203908931119</c:v>
                </c:pt>
                <c:pt idx="421">
                  <c:v>0.18015167746623709</c:v>
                </c:pt>
                <c:pt idx="422">
                  <c:v>0.18586802126351057</c:v>
                </c:pt>
                <c:pt idx="423">
                  <c:v>0.19170114985992448</c:v>
                </c:pt>
                <c:pt idx="424">
                  <c:v>0.19765105121352963</c:v>
                </c:pt>
                <c:pt idx="425">
                  <c:v>0.20371761989392612</c:v>
                </c:pt>
                <c:pt idx="426">
                  <c:v>0.2099006552007732</c:v>
                </c:pt>
                <c:pt idx="427">
                  <c:v>0.21619985937294015</c:v>
                </c:pt>
                <c:pt idx="428">
                  <c:v>0.22261483589257663</c:v>
                </c:pt>
                <c:pt idx="429">
                  <c:v>0.2291450878883349</c:v>
                </c:pt>
                <c:pt idx="430">
                  <c:v>0.23579001664174795</c:v>
                </c:pt>
                <c:pt idx="431">
                  <c:v>0.24254892020077309</c:v>
                </c:pt>
                <c:pt idx="432">
                  <c:v>0.24942099210417998</c:v>
                </c:pt>
                <c:pt idx="433">
                  <c:v>0.25640532022050855</c:v>
                </c:pt>
                <c:pt idx="434">
                  <c:v>0.26350088570498431</c:v>
                </c:pt>
                <c:pt idx="435">
                  <c:v>0.27070656207773391</c:v>
                </c:pt>
                <c:pt idx="436">
                  <c:v>0.27802111442638822</c:v>
                </c:pt>
                <c:pt idx="437">
                  <c:v>0.28544319873595891</c:v>
                </c:pt>
                <c:pt idx="438">
                  <c:v>0.29297136134879104</c:v>
                </c:pt>
                <c:pt idx="439">
                  <c:v>0.30060403855703399</c:v>
                </c:pt>
                <c:pt idx="440">
                  <c:v>0.30833955632997317</c:v>
                </c:pt>
                <c:pt idx="441">
                  <c:v>0.31617613017829954</c:v>
                </c:pt>
                <c:pt idx="442">
                  <c:v>0.32411186515720469</c:v>
                </c:pt>
                <c:pt idx="443">
                  <c:v>0.33214475600989751</c:v>
                </c:pt>
                <c:pt idx="444">
                  <c:v>0.3402726874530041</c:v>
                </c:pt>
                <c:pt idx="445">
                  <c:v>0.34849343460493643</c:v>
                </c:pt>
                <c:pt idx="446">
                  <c:v>0.35680466355825169</c:v>
                </c:pt>
                <c:pt idx="447">
                  <c:v>0.36520393209654939</c:v>
                </c:pt>
                <c:pt idx="448">
                  <c:v>0.37368869055649823</c:v>
                </c:pt>
                <c:pt idx="449">
                  <c:v>0.38225628283500451</c:v>
                </c:pt>
                <c:pt idx="450">
                  <c:v>0.39090394754154123</c:v>
                </c:pt>
                <c:pt idx="451">
                  <c:v>0.39962881929532751</c:v>
                </c:pt>
                <c:pt idx="452">
                  <c:v>0.40842793016664103</c:v>
                </c:pt>
                <c:pt idx="453">
                  <c:v>0.41729821126162697</c:v>
                </c:pt>
                <c:pt idx="454">
                  <c:v>0.42623649444931422</c:v>
                </c:pt>
                <c:pt idx="455">
                  <c:v>0.435239514229598</c:v>
                </c:pt>
                <c:pt idx="456">
                  <c:v>0.44430390974060707</c:v>
                </c:pt>
                <c:pt idx="457">
                  <c:v>0.45342622690348738</c:v>
                </c:pt>
                <c:pt idx="458">
                  <c:v>0.46260292070269193</c:v>
                </c:pt>
                <c:pt idx="459">
                  <c:v>0.47183035759925129</c:v>
                </c:pt>
                <c:pt idx="460">
                  <c:v>0.48110481807457894</c:v>
                </c:pt>
                <c:pt idx="461">
                  <c:v>0.49042249930191856</c:v>
                </c:pt>
                <c:pt idx="462">
                  <c:v>0.4997795179425063</c:v>
                </c:pt>
                <c:pt idx="463">
                  <c:v>0.50917191306295939</c:v>
                </c:pt>
                <c:pt idx="464">
                  <c:v>0.51859564917071843</c:v>
                </c:pt>
                <c:pt idx="465">
                  <c:v>0.52804661936351982</c:v>
                </c:pt>
                <c:pt idx="466">
                  <c:v>0.53752064858923421</c:v>
                </c:pt>
                <c:pt idx="467">
                  <c:v>0.54701349701184665</c:v>
                </c:pt>
                <c:pt idx="468">
                  <c:v>0.55652086347933283</c:v>
                </c:pt>
                <c:pt idx="469">
                  <c:v>0.56603838908891646</c:v>
                </c:pt>
                <c:pt idx="470">
                  <c:v>0.5755616608450963</c:v>
                </c:pt>
                <c:pt idx="471">
                  <c:v>0.58508621540559436</c:v>
                </c:pt>
                <c:pt idx="472">
                  <c:v>0.59460754291024975</c:v>
                </c:pt>
                <c:pt idx="473">
                  <c:v>0.60412109088778188</c:v>
                </c:pt>
                <c:pt idx="474">
                  <c:v>0.61362226823510369</c:v>
                </c:pt>
                <c:pt idx="475">
                  <c:v>0.62310644926383307</c:v>
                </c:pt>
                <c:pt idx="476">
                  <c:v>0.63256897780850552</c:v>
                </c:pt>
                <c:pt idx="477">
                  <c:v>0.64200517139082214</c:v>
                </c:pt>
                <c:pt idx="478">
                  <c:v>0.65141032543433652</c:v>
                </c:pt>
                <c:pt idx="479">
                  <c:v>0.66077971752369025</c:v>
                </c:pt>
                <c:pt idx="480">
                  <c:v>0.67010861170253189</c:v>
                </c:pt>
                <c:pt idx="481">
                  <c:v>0.67939226280428155</c:v>
                </c:pt>
                <c:pt idx="482">
                  <c:v>0.68862592080966245</c:v>
                </c:pt>
                <c:pt idx="483">
                  <c:v>0.69780483522504078</c:v>
                </c:pt>
                <c:pt idx="484">
                  <c:v>0.70692425947549509</c:v>
                </c:pt>
                <c:pt idx="485">
                  <c:v>0.71597945530654916</c:v>
                </c:pt>
                <c:pt idx="486">
                  <c:v>0.72496569718849235</c:v>
                </c:pt>
                <c:pt idx="487">
                  <c:v>0.73387827671725347</c:v>
                </c:pt>
                <c:pt idx="488">
                  <c:v>0.74271250700566882</c:v>
                </c:pt>
                <c:pt idx="489">
                  <c:v>0.75146372705927345</c:v>
                </c:pt>
                <c:pt idx="490">
                  <c:v>0.76012730613042589</c:v>
                </c:pt>
                <c:pt idx="491">
                  <c:v>0.76869864804508869</c:v>
                </c:pt>
                <c:pt idx="492">
                  <c:v>0.7771731954959995</c:v>
                </c:pt>
                <c:pt idx="493">
                  <c:v>0.78554643429684212</c:v>
                </c:pt>
                <c:pt idx="494">
                  <c:v>0.79381389759137455</c:v>
                </c:pt>
                <c:pt idx="495">
                  <c:v>0.80197117001194318</c:v>
                </c:pt>
                <c:pt idx="496">
                  <c:v>0.8100138917819244</c:v>
                </c:pt>
                <c:pt idx="497">
                  <c:v>0.81793776275651842</c:v>
                </c:pt>
                <c:pt idx="498">
                  <c:v>0.82573854639670485</c:v>
                </c:pt>
                <c:pt idx="499">
                  <c:v>0.83341207367097658</c:v>
                </c:pt>
                <c:pt idx="500">
                  <c:v>0.84095424688007525</c:v>
                </c:pt>
                <c:pt idx="501">
                  <c:v>0.84836104339945906</c:v>
                </c:pt>
                <c:pt idx="502">
                  <c:v>0.85562851933506334</c:v>
                </c:pt>
                <c:pt idx="503">
                  <c:v>0.86275281308748408</c:v>
                </c:pt>
                <c:pt idx="504">
                  <c:v>0.86973014882031696</c:v>
                </c:pt>
                <c:pt idx="505">
                  <c:v>0.87655683982832033</c:v>
                </c:pt>
                <c:pt idx="506">
                  <c:v>0.8832292918011968</c:v>
                </c:pt>
                <c:pt idx="507">
                  <c:v>0.8897440059793319</c:v>
                </c:pt>
                <c:pt idx="508">
                  <c:v>0.89609758219752855</c:v>
                </c:pt>
                <c:pt idx="509">
                  <c:v>0.90228672181326031</c:v>
                </c:pt>
                <c:pt idx="510">
                  <c:v>0.90830823051634002</c:v>
                </c:pt>
                <c:pt idx="511">
                  <c:v>0.91415902101649082</c:v>
                </c:pt>
                <c:pt idx="512">
                  <c:v>0.91983611560622758</c:v>
                </c:pt>
                <c:pt idx="513">
                  <c:v>0.92533664859625331</c:v>
                </c:pt>
                <c:pt idx="514">
                  <c:v>0.9306578686207394</c:v>
                </c:pt>
                <c:pt idx="515">
                  <c:v>0.93579714081042453</c:v>
                </c:pt>
                <c:pt idx="516">
                  <c:v>0.94075194883132907</c:v>
                </c:pt>
                <c:pt idx="517">
                  <c:v>0.94551989678727644</c:v>
                </c:pt>
                <c:pt idx="518">
                  <c:v>0.95009871098468057</c:v>
                </c:pt>
                <c:pt idx="519">
                  <c:v>0.95448624155797412</c:v>
                </c:pt>
                <c:pt idx="520">
                  <c:v>0.95868046395482087</c:v>
                </c:pt>
                <c:pt idx="521">
                  <c:v>0.96267948027987738</c:v>
                </c:pt>
                <c:pt idx="522">
                  <c:v>0.96648152049647762</c:v>
                </c:pt>
                <c:pt idx="523">
                  <c:v>0.97008494348573604</c:v>
                </c:pt>
                <c:pt idx="524">
                  <c:v>0.97348823796270556</c:v>
                </c:pt>
                <c:pt idx="525">
                  <c:v>0.9766900232495358</c:v>
                </c:pt>
                <c:pt idx="526">
                  <c:v>0.97968904990579242</c:v>
                </c:pt>
                <c:pt idx="527">
                  <c:v>0.98248420021608496</c:v>
                </c:pt>
                <c:pt idx="528">
                  <c:v>0.98507448853593904</c:v>
                </c:pt>
                <c:pt idx="529">
                  <c:v>0.98745906149610796</c:v>
                </c:pt>
                <c:pt idx="530">
                  <c:v>0.98963719806674377</c:v>
                </c:pt>
                <c:pt idx="531">
                  <c:v>0.99160830948240453</c:v>
                </c:pt>
                <c:pt idx="532">
                  <c:v>0.99337193902906673</c:v>
                </c:pt>
                <c:pt idx="533">
                  <c:v>0.99492776169494901</c:v>
                </c:pt>
                <c:pt idx="534">
                  <c:v>0.99627558368663738</c:v>
                </c:pt>
                <c:pt idx="535">
                  <c:v>0.9974153418124645</c:v>
                </c:pt>
                <c:pt idx="536">
                  <c:v>0.99834710273519167</c:v>
                </c:pt>
                <c:pt idx="537">
                  <c:v>0.99907106209621921</c:v>
                </c:pt>
                <c:pt idx="538">
                  <c:v>0.99958754351365531</c:v>
                </c:pt>
                <c:pt idx="539">
                  <c:v>0.99989699745686389</c:v>
                </c:pt>
                <c:pt idx="540">
                  <c:v>1</c:v>
                </c:pt>
                <c:pt idx="541">
                  <c:v>0.9998972514575728</c:v>
                </c:pt>
                <c:pt idx="542">
                  <c:v>0.99958957490477651</c:v>
                </c:pt>
                <c:pt idx="543">
                  <c:v>0.99907791458585538</c:v>
                </c:pt>
                <c:pt idx="544">
                  <c:v>0.9983633342135193</c:v>
                </c:pt>
                <c:pt idx="545">
                  <c:v>0.99744701516287371</c:v>
                </c:pt>
                <c:pt idx="546">
                  <c:v>0.99633025456322244</c:v>
                </c:pt>
                <c:pt idx="547">
                  <c:v>0.99501446329122534</c:v>
                </c:pt>
                <c:pt idx="548">
                  <c:v>0.99350116386914267</c:v>
                </c:pt>
                <c:pt idx="549">
                  <c:v>0.99179198827170023</c:v>
                </c:pt>
                <c:pt idx="550">
                  <c:v>0.98988867564545446</c:v>
                </c:pt>
                <c:pt idx="551">
                  <c:v>0.98779306994455485</c:v>
                </c:pt>
                <c:pt idx="552">
                  <c:v>0.98550711748659914</c:v>
                </c:pt>
                <c:pt idx="553">
                  <c:v>0.98303286443283588</c:v>
                </c:pt>
                <c:pt idx="554">
                  <c:v>0.98037245419645491</c:v>
                </c:pt>
                <c:pt idx="555">
                  <c:v>0.9775281247832005</c:v>
                </c:pt>
                <c:pt idx="556">
                  <c:v>0.97450220606827564</c:v>
                </c:pt>
                <c:pt idx="557">
                  <c:v>0.97129711701376498</c:v>
                </c:pt>
                <c:pt idx="558">
                  <c:v>0.96791536283063462</c:v>
                </c:pt>
                <c:pt idx="559">
                  <c:v>0.96435953208943626</c:v>
                </c:pt>
                <c:pt idx="560">
                  <c:v>0.96063229378390047</c:v>
                </c:pt>
                <c:pt idx="561">
                  <c:v>0.95673639435166558</c:v>
                </c:pt>
                <c:pt idx="562">
                  <c:v>0.95267465465606194</c:v>
                </c:pt>
                <c:pt idx="563">
                  <c:v>0.94844996693330874</c:v>
                </c:pt>
                <c:pt idx="564">
                  <c:v>0.94406529170910225</c:v>
                </c:pt>
                <c:pt idx="565">
                  <c:v>0.93952365468876586</c:v>
                </c:pt>
                <c:pt idx="566">
                  <c:v>0.93482814362492339</c:v>
                </c:pt>
                <c:pt idx="567">
                  <c:v>0.92998190516674095</c:v>
                </c:pt>
                <c:pt idx="568">
                  <c:v>0.92498814169485655</c:v>
                </c:pt>
                <c:pt idx="569">
                  <c:v>0.91985010814564494</c:v>
                </c:pt>
                <c:pt idx="570">
                  <c:v>0.91457110882894921</c:v>
                </c:pt>
                <c:pt idx="571">
                  <c:v>0.90915449424294148</c:v>
                </c:pt>
                <c:pt idx="572">
                  <c:v>0.90360365788990527</c:v>
                </c:pt>
                <c:pt idx="573">
                  <c:v>0.89792203309664842</c:v>
                </c:pt>
                <c:pt idx="574">
                  <c:v>0.8921130898431151</c:v>
                </c:pt>
                <c:pt idx="575">
                  <c:v>0.88618033160273835</c:v>
                </c:pt>
                <c:pt idx="576">
                  <c:v>0.88012729219799402</c:v>
                </c:pt>
                <c:pt idx="577">
                  <c:v>0.8739575326745439</c:v>
                </c:pt>
                <c:pt idx="578">
                  <c:v>0.86767463819721191</c:v>
                </c:pt>
                <c:pt idx="579">
                  <c:v>0.8612822149709769</c:v>
                </c:pt>
                <c:pt idx="580">
                  <c:v>0.85478388719014931</c:v>
                </c:pt>
                <c:pt idx="581">
                  <c:v>0.84818329401864689</c:v>
                </c:pt>
                <c:pt idx="582">
                  <c:v>0.84148408660428398</c:v>
                </c:pt>
                <c:pt idx="583">
                  <c:v>0.83468992512997719</c:v>
                </c:pt>
                <c:pt idx="584">
                  <c:v>0.82780447590437733</c:v>
                </c:pt>
                <c:pt idx="585">
                  <c:v>0.82083140849471015</c:v>
                </c:pt>
                <c:pt idx="586">
                  <c:v>0.81377439290414055</c:v>
                </c:pt>
                <c:pt idx="587">
                  <c:v>0.80663709679617757</c:v>
                </c:pt>
                <c:pt idx="588">
                  <c:v>0.79942318276826552</c:v>
                </c:pt>
                <c:pt idx="589">
                  <c:v>0.79213630567682813</c:v>
                </c:pt>
                <c:pt idx="590">
                  <c:v>0.78478011001568748</c:v>
                </c:pt>
                <c:pt idx="591">
                  <c:v>0.77735822734990334</c:v>
                </c:pt>
                <c:pt idx="592">
                  <c:v>0.76987427380673346</c:v>
                </c:pt>
                <c:pt idx="593">
                  <c:v>0.76233184762555717</c:v>
                </c:pt>
                <c:pt idx="594">
                  <c:v>0.75473452676823538</c:v>
                </c:pt>
                <c:pt idx="595">
                  <c:v>0.74708586659140552</c:v>
                </c:pt>
                <c:pt idx="596">
                  <c:v>0.73938939758219568</c:v>
                </c:pt>
                <c:pt idx="597">
                  <c:v>0.73164862315839674</c:v>
                </c:pt>
                <c:pt idx="598">
                  <c:v>0.72386701753448424</c:v>
                </c:pt>
                <c:pt idx="599">
                  <c:v>0.71604802365433651</c:v>
                </c:pt>
                <c:pt idx="600">
                  <c:v>0.70819505119163817</c:v>
                </c:pt>
                <c:pt idx="601">
                  <c:v>0.70031147461884924</c:v>
                </c:pt>
                <c:pt idx="602">
                  <c:v>0.69240063134531948</c:v>
                </c:pt>
                <c:pt idx="603">
                  <c:v>0.68446581992532329</c:v>
                </c:pt>
                <c:pt idx="604">
                  <c:v>0.67651029833632603</c:v>
                </c:pt>
                <c:pt idx="605">
                  <c:v>0.66853728232809451</c:v>
                </c:pt>
                <c:pt idx="606">
                  <c:v>0.66054994384275401</c:v>
                </c:pt>
                <c:pt idx="607">
                  <c:v>0.65255140950616297</c:v>
                </c:pt>
                <c:pt idx="608">
                  <c:v>0.64454475919059651</c:v>
                </c:pt>
                <c:pt idx="609">
                  <c:v>0.63653302464884354</c:v>
                </c:pt>
                <c:pt idx="610">
                  <c:v>0.6285191882195762</c:v>
                </c:pt>
                <c:pt idx="611">
                  <c:v>0.62050618160387327</c:v>
                </c:pt>
                <c:pt idx="612">
                  <c:v>0.61249688471263508</c:v>
                </c:pt>
                <c:pt idx="613">
                  <c:v>0.60449412458455165</c:v>
                </c:pt>
                <c:pt idx="614">
                  <c:v>0.59650067437422327</c:v>
                </c:pt>
                <c:pt idx="615">
                  <c:v>0.58851925240994962</c:v>
                </c:pt>
                <c:pt idx="616">
                  <c:v>0.58055252132057522</c:v>
                </c:pt>
                <c:pt idx="617">
                  <c:v>0.57260308723082676</c:v>
                </c:pt>
                <c:pt idx="618">
                  <c:v>0.56467349902436736</c:v>
                </c:pt>
                <c:pt idx="619">
                  <c:v>0.556766247673808</c:v>
                </c:pt>
                <c:pt idx="620">
                  <c:v>0.54888376563689745</c:v>
                </c:pt>
                <c:pt idx="621">
                  <c:v>0.54102842631783032</c:v>
                </c:pt>
                <c:pt idx="622">
                  <c:v>0.53320254359296382</c:v>
                </c:pt>
                <c:pt idx="623">
                  <c:v>0.52540837139963603</c:v>
                </c:pt>
                <c:pt idx="624">
                  <c:v>0.51764810338725886</c:v>
                </c:pt>
                <c:pt idx="625">
                  <c:v>0.50992387262944949</c:v>
                </c:pt>
                <c:pt idx="626">
                  <c:v>0.50223775139601901</c:v>
                </c:pt>
                <c:pt idx="627">
                  <c:v>0.49459175098368302</c:v>
                </c:pt>
                <c:pt idx="628">
                  <c:v>0.48698782160422932</c:v>
                </c:pt>
                <c:pt idx="629">
                  <c:v>0.47942785232877422</c:v>
                </c:pt>
                <c:pt idx="630">
                  <c:v>0.47191367108689242</c:v>
                </c:pt>
                <c:pt idx="631">
                  <c:v>0.46444704471920012</c:v>
                </c:pt>
                <c:pt idx="632">
                  <c:v>0.45702967908200964</c:v>
                </c:pt>
                <c:pt idx="633">
                  <c:v>0.44966321920269808</c:v>
                </c:pt>
                <c:pt idx="634">
                  <c:v>0.44234924948425858</c:v>
                </c:pt>
                <c:pt idx="635">
                  <c:v>0.43508929395767065</c:v>
                </c:pt>
                <c:pt idx="636">
                  <c:v>0.42788481658056088</c:v>
                </c:pt>
                <c:pt idx="637">
                  <c:v>0.42073722158066773</c:v>
                </c:pt>
                <c:pt idx="638">
                  <c:v>0.41364785384262281</c:v>
                </c:pt>
                <c:pt idx="639">
                  <c:v>0.40661799933650106</c:v>
                </c:pt>
                <c:pt idx="640">
                  <c:v>0.39964888558665906</c:v>
                </c:pt>
                <c:pt idx="641">
                  <c:v>0.39274168217925787</c:v>
                </c:pt>
                <c:pt idx="642">
                  <c:v>0.38589750130701778</c:v>
                </c:pt>
                <c:pt idx="643">
                  <c:v>0.37911739834961006</c:v>
                </c:pt>
                <c:pt idx="644">
                  <c:v>0.37240237248814534</c:v>
                </c:pt>
                <c:pt idx="645">
                  <c:v>0.36575336735226766</c:v>
                </c:pt>
                <c:pt idx="646">
                  <c:v>0.35917127169825952</c:v>
                </c:pt>
                <c:pt idx="647">
                  <c:v>0.35265692011669253</c:v>
                </c:pt>
                <c:pt idx="648">
                  <c:v>0.34621109376806813</c:v>
                </c:pt>
                <c:pt idx="649">
                  <c:v>0.33983452114494356</c:v>
                </c:pt>
                <c:pt idx="650">
                  <c:v>0.33352787885908047</c:v>
                </c:pt>
                <c:pt idx="651">
                  <c:v>0.32729179245207396</c:v>
                </c:pt>
                <c:pt idx="652">
                  <c:v>0.32112683722804941</c:v>
                </c:pt>
                <c:pt idx="653">
                  <c:v>0.3150335391069819</c:v>
                </c:pt>
                <c:pt idx="654">
                  <c:v>0.30901237549709987</c:v>
                </c:pt>
                <c:pt idx="655">
                  <c:v>0.30306377618514457</c:v>
                </c:pt>
                <c:pt idx="656">
                  <c:v>0.29718812424290275</c:v>
                </c:pt>
                <c:pt idx="657">
                  <c:v>0.29138575694876939</c:v>
                </c:pt>
                <c:pt idx="658">
                  <c:v>0.28565696672293095</c:v>
                </c:pt>
                <c:pt idx="659">
                  <c:v>0.28000200207488773</c:v>
                </c:pt>
                <c:pt idx="660">
                  <c:v>0.27442106856195947</c:v>
                </c:pt>
                <c:pt idx="661">
                  <c:v>0.26891432975756047</c:v>
                </c:pt>
                <c:pt idx="662">
                  <c:v>0.26348190822797385</c:v>
                </c:pt>
                <c:pt idx="663">
                  <c:v>0.25812388651638568</c:v>
                </c:pt>
                <c:pt idx="664">
                  <c:v>0.25284030813303221</c:v>
                </c:pt>
                <c:pt idx="665">
                  <c:v>0.24763117855027444</c:v>
                </c:pt>
                <c:pt idx="666">
                  <c:v>0.24249646620146931</c:v>
                </c:pt>
                <c:pt idx="667">
                  <c:v>0.23743610348254085</c:v>
                </c:pt>
                <c:pt idx="668">
                  <c:v>0.23244998775519957</c:v>
                </c:pt>
                <c:pt idx="669">
                  <c:v>0.22753798235072506</c:v>
                </c:pt>
                <c:pt idx="670">
                  <c:v>0.22269991757337171</c:v>
                </c:pt>
                <c:pt idx="671">
                  <c:v>0.21793559170236534</c:v>
                </c:pt>
                <c:pt idx="672">
                  <c:v>0.21324477199156827</c:v>
                </c:pt>
                <c:pt idx="673">
                  <c:v>0.20862719566592788</c:v>
                </c:pt>
                <c:pt idx="674">
                  <c:v>0.20408257091377194</c:v>
                </c:pt>
                <c:pt idx="675">
                  <c:v>0.1996105778741683</c:v>
                </c:pt>
                <c:pt idx="676">
                  <c:v>0.19521086961849923</c:v>
                </c:pt>
                <c:pt idx="677">
                  <c:v>0.19088307312547181</c:v>
                </c:pt>
                <c:pt idx="678">
                  <c:v>0.18662679024883258</c:v>
                </c:pt>
                <c:pt idx="679">
                  <c:v>0.18244159867704912</c:v>
                </c:pt>
                <c:pt idx="680">
                  <c:v>0.17832705288429732</c:v>
                </c:pt>
                <c:pt idx="681">
                  <c:v>0.17428268507208627</c:v>
                </c:pt>
                <c:pt idx="682">
                  <c:v>0.17030800610089772</c:v>
                </c:pt>
                <c:pt idx="683">
                  <c:v>0.16640250641127841</c:v>
                </c:pt>
                <c:pt idx="684">
                  <c:v>0.16256565693378103</c:v>
                </c:pt>
                <c:pt idx="685">
                  <c:v>0.15879690998728155</c:v>
                </c:pt>
                <c:pt idx="686">
                  <c:v>0.15509570016512322</c:v>
                </c:pt>
                <c:pt idx="687">
                  <c:v>0.1514614452086625</c:v>
                </c:pt>
                <c:pt idx="688">
                  <c:v>0.14789354686776082</c:v>
                </c:pt>
                <c:pt idx="689">
                  <c:v>0.14439139174780671</c:v>
                </c:pt>
                <c:pt idx="690">
                  <c:v>0.14095435214290977</c:v>
                </c:pt>
                <c:pt idx="691">
                  <c:v>0.13758178685489525</c:v>
                </c:pt>
                <c:pt idx="692">
                  <c:v>0.13427304199778939</c:v>
                </c:pt>
                <c:pt idx="693">
                  <c:v>0.13102745178748895</c:v>
                </c:pt>
                <c:pt idx="694">
                  <c:v>0.12784433931635344</c:v>
                </c:pt>
                <c:pt idx="695">
                  <c:v>0.12472301731246579</c:v>
                </c:pt>
                <c:pt idx="696">
                  <c:v>0.12166278888334646</c:v>
                </c:pt>
                <c:pt idx="697">
                  <c:v>0.11866294824393146</c:v>
                </c:pt>
                <c:pt idx="698">
                  <c:v>0.11572278142863741</c:v>
                </c:pt>
                <c:pt idx="699">
                  <c:v>0.11284156698735812</c:v>
                </c:pt>
                <c:pt idx="700">
                  <c:v>0.110018576665298</c:v>
                </c:pt>
                <c:pt idx="701">
                  <c:v>0.10725307606648909</c:v>
                </c:pt>
                <c:pt idx="702">
                  <c:v>0.10454432530096947</c:v>
                </c:pt>
                <c:pt idx="703">
                  <c:v>0.10189157961551483</c:v>
                </c:pt>
                <c:pt idx="704">
                  <c:v>9.9294090007906996E-2</c:v>
                </c:pt>
                <c:pt idx="705">
                  <c:v>9.6751103824707876E-2</c:v>
                </c:pt>
                <c:pt idx="706">
                  <c:v>9.4261865342550516E-2</c:v>
                </c:pt>
                <c:pt idx="707">
                  <c:v>9.1825616332938995E-2</c:v>
                </c:pt>
                <c:pt idx="708">
                  <c:v>8.9441596610611851E-2</c:v>
                </c:pt>
                <c:pt idx="709">
                  <c:v>8.7109044565512037E-2</c:v>
                </c:pt>
                <c:pt idx="710">
                  <c:v>8.4827197678421853E-2</c:v>
                </c:pt>
                <c:pt idx="711">
                  <c:v>8.259529302034678E-2</c:v>
                </c:pt>
                <c:pt idx="712">
                  <c:v>8.0412567735759319E-2</c:v>
                </c:pt>
                <c:pt idx="713">
                  <c:v>7.8278259509781303E-2</c:v>
                </c:pt>
                <c:pt idx="714">
                  <c:v>7.6191607019455418E-2</c:v>
                </c:pt>
                <c:pt idx="715">
                  <c:v>7.4151850369231415E-2</c:v>
                </c:pt>
                <c:pt idx="716">
                  <c:v>7.2158231510807247E-2</c:v>
                </c:pt>
                <c:pt idx="717">
                  <c:v>7.0209994647493862E-2</c:v>
                </c:pt>
                <c:pt idx="718">
                  <c:v>6.8306386623276039E-2</c:v>
                </c:pt>
                <c:pt idx="719">
                  <c:v>6.6446657296733672E-2</c:v>
                </c:pt>
                <c:pt idx="720">
                  <c:v>6.4630059900028486E-2</c:v>
                </c:pt>
                <c:pt idx="721">
                  <c:v>6.2855851383150613E-2</c:v>
                </c:pt>
                <c:pt idx="722">
                  <c:v>6.1123292743622611E-2</c:v>
                </c:pt>
                <c:pt idx="723">
                  <c:v>5.943164934189208E-2</c:v>
                </c:pt>
                <c:pt idx="724">
                  <c:v>5.7780191202620908E-2</c:v>
                </c:pt>
                <c:pt idx="725">
                  <c:v>5.6168193302106623E-2</c:v>
                </c:pt>
                <c:pt idx="726">
                  <c:v>5.4594935842068475E-2</c:v>
                </c:pt>
                <c:pt idx="727">
                  <c:v>5.3059704510039316E-2</c:v>
                </c:pt>
                <c:pt idx="728">
                  <c:v>5.1561790726612357E-2</c:v>
                </c:pt>
                <c:pt idx="729">
                  <c:v>5.0100491879786158E-2</c:v>
                </c:pt>
                <c:pt idx="730">
                  <c:v>4.8675111546666705E-2</c:v>
                </c:pt>
                <c:pt idx="731">
                  <c:v>4.7284959702791826E-2</c:v>
                </c:pt>
                <c:pt idx="732">
                  <c:v>4.5929352919321299E-2</c:v>
                </c:pt>
                <c:pt idx="733">
                  <c:v>4.4607614548376313E-2</c:v>
                </c:pt>
                <c:pt idx="734">
                  <c:v>4.3319074896788566E-2</c:v>
                </c:pt>
                <c:pt idx="735">
                  <c:v>4.2063071388516317E-2</c:v>
                </c:pt>
                <c:pt idx="736">
                  <c:v>4.083894871602007E-2</c:v>
                </c:pt>
                <c:pt idx="737">
                  <c:v>3.9646058980852057E-2</c:v>
                </c:pt>
                <c:pt idx="738">
                  <c:v>3.8483761823733177E-2</c:v>
                </c:pt>
                <c:pt idx="739">
                  <c:v>3.7351424544404245E-2</c:v>
                </c:pt>
                <c:pt idx="740">
                  <c:v>3.6248422211507293E-2</c:v>
                </c:pt>
                <c:pt idx="741">
                  <c:v>3.5174137762780847E-2</c:v>
                </c:pt>
                <c:pt idx="742">
                  <c:v>3.4127962095836864E-2</c:v>
                </c:pt>
                <c:pt idx="743">
                  <c:v>3.3109294149796291E-2</c:v>
                </c:pt>
                <c:pt idx="744">
                  <c:v>3.211754097804248E-2</c:v>
                </c:pt>
                <c:pt idx="745">
                  <c:v>3.1152117812379088E-2</c:v>
                </c:pt>
                <c:pt idx="746">
                  <c:v>3.0212448118840256E-2</c:v>
                </c:pt>
                <c:pt idx="747">
                  <c:v>2.9297963645434664E-2</c:v>
                </c:pt>
                <c:pt idx="748">
                  <c:v>2.8408104462080065E-2</c:v>
                </c:pt>
                <c:pt idx="749">
                  <c:v>2.7542318992986793E-2</c:v>
                </c:pt>
                <c:pt idx="750">
                  <c:v>2.670006404175582E-2</c:v>
                </c:pt>
                <c:pt idx="751">
                  <c:v>2.5880804809443814E-2</c:v>
                </c:pt>
                <c:pt idx="752">
                  <c:v>2.5084014905845085E-2</c:v>
                </c:pt>
                <c:pt idx="753">
                  <c:v>2.4309176354247029E-2</c:v>
                </c:pt>
                <c:pt idx="754">
                  <c:v>2.3555779589899364E-2</c:v>
                </c:pt>
                <c:pt idx="755">
                  <c:v>2.2823323452444907E-2</c:v>
                </c:pt>
                <c:pt idx="756">
                  <c:v>2.2111315172548468E-2</c:v>
                </c:pt>
                <c:pt idx="757">
                  <c:v>2.1419270352961185E-2</c:v>
                </c:pt>
                <c:pt idx="758">
                  <c:v>2.0746712944253384E-2</c:v>
                </c:pt>
                <c:pt idx="759">
                  <c:v>2.0093175215440622E-2</c:v>
                </c:pt>
                <c:pt idx="760">
                  <c:v>1.9458197719732926E-2</c:v>
                </c:pt>
                <c:pt idx="761">
                  <c:v>1.8841329255619713E-2</c:v>
                </c:pt>
                <c:pt idx="762">
                  <c:v>1.824212682351449E-2</c:v>
                </c:pt>
                <c:pt idx="763">
                  <c:v>1.766015557816402E-2</c:v>
                </c:pt>
                <c:pt idx="764">
                  <c:v>1.7094988777033852E-2</c:v>
                </c:pt>
                <c:pt idx="765">
                  <c:v>1.6546207724868998E-2</c:v>
                </c:pt>
                <c:pt idx="766">
                  <c:v>1.6013401714634095E-2</c:v>
                </c:pt>
                <c:pt idx="767">
                  <c:v>1.549616796502001E-2</c:v>
                </c:pt>
                <c:pt idx="768">
                  <c:v>1.4994111554711252E-2</c:v>
                </c:pt>
                <c:pt idx="769">
                  <c:v>1.4506845353598263E-2</c:v>
                </c:pt>
                <c:pt idx="770">
                  <c:v>1.4033989951113005E-2</c:v>
                </c:pt>
                <c:pt idx="771">
                  <c:v>1.3575173581866089E-2</c:v>
                </c:pt>
                <c:pt idx="772">
                  <c:v>1.3130032048754424E-2</c:v>
                </c:pt>
                <c:pt idx="773">
                  <c:v>1.2698208643708887E-2</c:v>
                </c:pt>
                <c:pt idx="774">
                  <c:v>1.2279354066240903E-2</c:v>
                </c:pt>
                <c:pt idx="775">
                  <c:v>1.1873126339947223E-2</c:v>
                </c:pt>
                <c:pt idx="776">
                  <c:v>1.1479190727126252E-2</c:v>
                </c:pt>
                <c:pt idx="777">
                  <c:v>1.1097219641654837E-2</c:v>
                </c:pt>
                <c:pt idx="778">
                  <c:v>1.0726892560265043E-2</c:v>
                </c:pt>
                <c:pt idx="779">
                  <c:v>1.036789593236871E-2</c:v>
                </c:pt>
                <c:pt idx="780">
                  <c:v>1.0019923088556695E-2</c:v>
                </c:pt>
                <c:pt idx="781">
                  <c:v>9.6826741479082122E-3</c:v>
                </c:pt>
                <c:pt idx="782">
                  <c:v>9.3558559242365221E-3</c:v>
                </c:pt>
                <c:pt idx="783">
                  <c:v>9.0391818313909859E-3</c:v>
                </c:pt>
                <c:pt idx="784">
                  <c:v>8.732371787734141E-3</c:v>
                </c:pt>
                <c:pt idx="785">
                  <c:v>8.435152119910104E-3</c:v>
                </c:pt>
                <c:pt idx="786">
                  <c:v>8.1472554660094818E-3</c:v>
                </c:pt>
                <c:pt idx="787">
                  <c:v>7.8684206782394517E-3</c:v>
                </c:pt>
                <c:pt idx="788">
                  <c:v>7.5983927251995513E-3</c:v>
                </c:pt>
                <c:pt idx="789">
                  <c:v>7.3369225938613855E-3</c:v>
                </c:pt>
                <c:pt idx="790">
                  <c:v>7.0837671913434571E-3</c:v>
                </c:pt>
                <c:pt idx="791">
                  <c:v>6.8386892465749751E-3</c:v>
                </c:pt>
                <c:pt idx="792">
                  <c:v>6.6014572119312883E-3</c:v>
                </c:pt>
                <c:pt idx="793">
                  <c:v>6.3718451649249844E-3</c:v>
                </c:pt>
                <c:pt idx="794">
                  <c:v>6.1496327100311644E-3</c:v>
                </c:pt>
                <c:pt idx="795">
                  <c:v>5.9346048807226801E-3</c:v>
                </c:pt>
                <c:pt idx="796">
                  <c:v>5.7265520417857131E-3</c:v>
                </c:pt>
                <c:pt idx="797">
                  <c:v>5.5252697919858469E-3</c:v>
                </c:pt>
                <c:pt idx="798">
                  <c:v>5.3305588671495336E-3</c:v>
                </c:pt>
                <c:pt idx="799">
                  <c:v>5.1422250437211641E-3</c:v>
                </c:pt>
                <c:pt idx="800">
                  <c:v>4.9600790428566905E-3</c:v>
                </c:pt>
                <c:pt idx="801">
                  <c:v>4.7839364351088308E-3</c:v>
                </c:pt>
                <c:pt idx="802">
                  <c:v>4.6136175457554204E-3</c:v>
                </c:pt>
                <c:pt idx="803">
                  <c:v>4.4489473608223008E-3</c:v>
                </c:pt>
                <c:pt idx="804">
                  <c:v>4.2897554338468822E-3</c:v>
                </c:pt>
                <c:pt idx="805">
                  <c:v>4.13587579342636E-3</c:v>
                </c:pt>
                <c:pt idx="806">
                  <c:v>3.9871468515927915E-3</c:v>
                </c:pt>
                <c:pt idx="807">
                  <c:v>3.8434113130530125E-3</c:v>
                </c:pt>
                <c:pt idx="808">
                  <c:v>3.7045160853306732E-3</c:v>
                </c:pt>
                <c:pt idx="809">
                  <c:v>3.570312189843237E-3</c:v>
                </c:pt>
                <c:pt idx="810">
                  <c:v>3.4406546739465405E-3</c:v>
                </c:pt>
                <c:pt idx="811">
                  <c:v>3.3154025239750902E-3</c:v>
                </c:pt>
                <c:pt idx="812">
                  <c:v>3.1944185793057614E-3</c:v>
                </c:pt>
                <c:pt idx="813">
                  <c:v>3.0775694474693719E-3</c:v>
                </c:pt>
                <c:pt idx="814">
                  <c:v>2.9647254203325033E-3</c:v>
                </c:pt>
                <c:pt idx="815">
                  <c:v>2.8557603913712793E-3</c:v>
                </c:pt>
                <c:pt idx="816">
                  <c:v>2.7505517740545517E-3</c:v>
                </c:pt>
                <c:pt idx="817">
                  <c:v>2.6489804213541586E-3</c:v>
                </c:pt>
                <c:pt idx="818">
                  <c:v>2.5509305463970208E-3</c:v>
                </c:pt>
                <c:pt idx="819">
                  <c:v>2.4562896442727055E-3</c:v>
                </c:pt>
                <c:pt idx="820">
                  <c:v>2.3649484150072442E-3</c:v>
                </c:pt>
                <c:pt idx="821">
                  <c:v>2.2768006877142526E-3</c:v>
                </c:pt>
                <c:pt idx="822">
                  <c:v>2.1917433459312783E-3</c:v>
                </c:pt>
                <c:pt idx="823">
                  <c:v>2.1096762541479882E-3</c:v>
                </c:pt>
                <c:pt idx="824">
                  <c:v>2.03050218553282E-3</c:v>
                </c:pt>
                <c:pt idx="825">
                  <c:v>1.9541267508611884E-3</c:v>
                </c:pt>
                <c:pt idx="826">
                  <c:v>1.8804583286486554E-3</c:v>
                </c:pt>
                <c:pt idx="827">
                  <c:v>1.80940799649091E-3</c:v>
                </c:pt>
                <c:pt idx="828">
                  <c:v>1.7408894636106308E-3</c:v>
                </c:pt>
                <c:pt idx="829">
                  <c:v>1.6748190046105345E-3</c:v>
                </c:pt>
                <c:pt idx="830">
                  <c:v>1.611115394431342E-3</c:v>
                </c:pt>
                <c:pt idx="831">
                  <c:v>1.549699844511385E-3</c:v>
                </c:pt>
                <c:pt idx="832">
                  <c:v>1.4904959401443871E-3</c:v>
                </c:pt>
                <c:pt idx="833">
                  <c:v>1.4334295790305825E-3</c:v>
                </c:pt>
                <c:pt idx="834">
                  <c:v>1.378428911015705E-3</c:v>
                </c:pt>
                <c:pt idx="835">
                  <c:v>1.3254242790115662E-3</c:v>
                </c:pt>
                <c:pt idx="836">
                  <c:v>1.274348161090725E-3</c:v>
                </c:pt>
                <c:pt idx="837">
                  <c:v>1.2251351137478471E-3</c:v>
                </c:pt>
                <c:pt idx="838">
                  <c:v>1.1777217163186245E-3</c:v>
                </c:pt>
                <c:pt idx="839">
                  <c:v>1.1320465165473885E-3</c:v>
                </c:pt>
                <c:pt idx="840">
                  <c:v>1.0880499772934653E-3</c:v>
                </c:pt>
                <c:pt idx="841">
                  <c:v>1.045674424365674E-3</c:v>
                </c:pt>
                <c:pt idx="842">
                  <c:v>1.004863995474162E-3</c:v>
                </c:pt>
                <c:pt idx="843">
                  <c:v>9.655645902881334E-4</c:v>
                </c:pt>
                <c:pt idx="844">
                  <c:v>9.277238215874504E-4</c:v>
                </c:pt>
                <c:pt idx="845">
                  <c:v>8.9129096749564316E-4</c:v>
                </c:pt>
                <c:pt idx="846">
                  <c:v>8.5621692478194734E-4</c:v>
                </c:pt>
                <c:pt idx="847">
                  <c:v>8.2245416321876481E-4</c:v>
                </c:pt>
                <c:pt idx="848">
                  <c:v>7.8995668098153513E-4</c:v>
                </c:pt>
                <c:pt idx="849">
                  <c:v>7.5867996107702748E-4</c:v>
                </c:pt>
                <c:pt idx="850">
                  <c:v>7.2858092878604909E-4</c:v>
                </c:pt>
                <c:pt idx="851">
                  <c:v>6.9961791010644694E-4</c:v>
                </c:pt>
                <c:pt idx="852">
                  <c:v>6.7175059118173858E-4</c:v>
                </c:pt>
                <c:pt idx="853">
                  <c:v>6.4493997870085861E-4</c:v>
                </c:pt>
                <c:pt idx="854">
                  <c:v>6.1914836125406662E-4</c:v>
                </c:pt>
                <c:pt idx="855">
                  <c:v>5.9433927163002949E-4</c:v>
                </c:pt>
                <c:pt idx="856">
                  <c:v>5.7047745003907795E-4</c:v>
                </c:pt>
                <c:pt idx="857">
                  <c:v>5.4752880824727611E-4</c:v>
                </c:pt>
                <c:pt idx="858">
                  <c:v>5.2546039460613363E-4</c:v>
                </c:pt>
                <c:pt idx="859">
                  <c:v>5.0424035996249035E-4</c:v>
                </c:pt>
                <c:pt idx="860">
                  <c:v>4.8383792443323302E-4</c:v>
                </c:pt>
                <c:pt idx="861">
                  <c:v>4.6422334502949569E-4</c:v>
                </c:pt>
                <c:pt idx="862">
                  <c:v>4.453678841146984E-4</c:v>
                </c:pt>
                <c:pt idx="863">
                  <c:v>4.2724377868122741E-4</c:v>
                </c:pt>
                <c:pt idx="864">
                  <c:v>4.0982421043023019E-4</c:v>
                </c:pt>
                <c:pt idx="865">
                  <c:v>3.9308327663910845E-4</c:v>
                </c:pt>
                <c:pt idx="866">
                  <c:v>3.7699596180156323E-4</c:v>
                </c:pt>
                <c:pt idx="867">
                  <c:v>3.6153811002478172E-4</c:v>
                </c:pt>
                <c:pt idx="868">
                  <c:v>3.4668639816861393E-4</c:v>
                </c:pt>
                <c:pt idx="869">
                  <c:v>3.3241830971178087E-4</c:v>
                </c:pt>
                <c:pt idx="870">
                  <c:v>3.1871210932988902E-4</c:v>
                </c:pt>
                <c:pt idx="871">
                  <c:v>3.0554681817058463E-4</c:v>
                </c:pt>
                <c:pt idx="872">
                  <c:v>2.9290218981097E-4</c:v>
                </c:pt>
                <c:pt idx="873">
                  <c:v>2.8075868688264878E-4</c:v>
                </c:pt>
                <c:pt idx="874">
                  <c:v>2.6909745834991812E-4</c:v>
                </c:pt>
                <c:pt idx="875">
                  <c:v>2.579003174267157E-4</c:v>
                </c:pt>
                <c:pt idx="876">
                  <c:v>2.4714972011816925E-4</c:v>
                </c:pt>
                <c:pt idx="877">
                  <c:v>2.3682874437257968E-4</c:v>
                </c:pt>
                <c:pt idx="878">
                  <c:v>2.2692106983005723E-4</c:v>
                </c:pt>
                <c:pt idx="879">
                  <c:v>2.1741095815400912E-4</c:v>
                </c:pt>
                <c:pt idx="880">
                  <c:v>2.082832339319579E-4</c:v>
                </c:pt>
                <c:pt idx="881">
                  <c:v>1.9952326613226754E-4</c:v>
                </c:pt>
                <c:pt idx="882">
                  <c:v>1.9111695010366186E-4</c:v>
                </c:pt>
                <c:pt idx="883">
                  <c:v>1.8305069010443519E-4</c:v>
                </c:pt>
                <c:pt idx="884">
                  <c:v>1.753113823485848E-4</c:v>
                </c:pt>
                <c:pt idx="885">
                  <c:v>1.6788639855623197E-4</c:v>
                </c:pt>
                <c:pt idx="886">
                  <c:v>1.6076356999588303E-4</c:v>
                </c:pt>
                <c:pt idx="887">
                  <c:v>1.5393117200628603E-4</c:v>
                </c:pt>
                <c:pt idx="888">
                  <c:v>1.473779089858833E-4</c:v>
                </c:pt>
                <c:pt idx="889">
                  <c:v>1.4109289983796629E-4</c:v>
                </c:pt>
                <c:pt idx="890">
                  <c:v>1.350656638599387E-4</c:v>
                </c:pt>
                <c:pt idx="891">
                  <c:v>1.2928610706523246E-4</c:v>
                </c:pt>
                <c:pt idx="892">
                  <c:v>1.2374450892666371E-4</c:v>
                </c:pt>
                <c:pt idx="893">
                  <c:v>1.1843150953017088E-4</c:v>
                </c:pt>
                <c:pt idx="894">
                  <c:v>1.1333809712817106E-4</c:v>
                </c:pt>
                <c:pt idx="895">
                  <c:v>1.0845559608185266E-4</c:v>
                </c:pt>
                <c:pt idx="896">
                  <c:v>1.0377565518202711E-4</c:v>
                </c:pt>
                <c:pt idx="897">
                  <c:v>9.929023633834899E-5</c:v>
                </c:pt>
                <c:pt idx="898">
                  <c:v>9.4991603626848402E-5</c:v>
                </c:pt>
                <c:pt idx="899">
                  <c:v>9.0872312686026506E-5</c:v>
                </c:pt>
                <c:pt idx="900">
                  <c:v>8.6925200451870907E-5</c:v>
                </c:pt>
                <c:pt idx="901">
                  <c:v>8.3143375222422753E-5</c:v>
                </c:pt>
                <c:pt idx="902">
                  <c:v>7.9520207042672839E-5</c:v>
                </c:pt>
                <c:pt idx="903">
                  <c:v>7.6049318400788933E-5</c:v>
                </c:pt>
                <c:pt idx="904">
                  <c:v>7.272457522687502E-5</c:v>
                </c:pt>
                <c:pt idx="905">
                  <c:v>6.9540078185630376E-5</c:v>
                </c:pt>
                <c:pt idx="906">
                  <c:v>6.6490154254505689E-5</c:v>
                </c:pt>
                <c:pt idx="907">
                  <c:v>6.3569348579118885E-5</c:v>
                </c:pt>
                <c:pt idx="908">
                  <c:v>6.0772416597878895E-5</c:v>
                </c:pt>
                <c:pt idx="909">
                  <c:v>5.8094316427982906E-5</c:v>
                </c:pt>
                <c:pt idx="910">
                  <c:v>5.5530201505085972E-5</c:v>
                </c:pt>
                <c:pt idx="911">
                  <c:v>5.3075413469183312E-5</c:v>
                </c:pt>
                <c:pt idx="912">
                  <c:v>5.0725475289376527E-5</c:v>
                </c:pt>
                <c:pt idx="913">
                  <c:v>4.8476084620385204E-5</c:v>
                </c:pt>
                <c:pt idx="914">
                  <c:v>4.6323107383864167E-5</c:v>
                </c:pt>
                <c:pt idx="915">
                  <c:v>4.4262571567725262E-5</c:v>
                </c:pt>
                <c:pt idx="916">
                  <c:v>4.2290661236838318E-5</c:v>
                </c:pt>
                <c:pt idx="917">
                  <c:v>4.0403710748683391E-5</c:v>
                </c:pt>
                <c:pt idx="918">
                  <c:v>3.8598199167644317E-5</c:v>
                </c:pt>
                <c:pt idx="919">
                  <c:v>3.687074487182365E-5</c:v>
                </c:pt>
                <c:pt idx="920">
                  <c:v>3.5218100346417699E-5</c:v>
                </c:pt>
                <c:pt idx="921">
                  <c:v>3.3637147157833936E-5</c:v>
                </c:pt>
                <c:pt idx="922">
                  <c:v>3.2124891102887659E-5</c:v>
                </c:pt>
                <c:pt idx="923">
                  <c:v>3.067845752757892E-5</c:v>
                </c:pt>
                <c:pt idx="924">
                  <c:v>2.9295086810081201E-5</c:v>
                </c:pt>
                <c:pt idx="925">
                  <c:v>2.7972130002722918E-5</c:v>
                </c:pt>
                <c:pt idx="926">
                  <c:v>2.6707044627894655E-5</c:v>
                </c:pt>
                <c:pt idx="927">
                  <c:v>2.549739062294184E-5</c:v>
                </c:pt>
                <c:pt idx="928">
                  <c:v>2.4340826429237199E-5</c:v>
                </c:pt>
                <c:pt idx="929">
                  <c:v>2.3235105220777126E-5</c:v>
                </c:pt>
                <c:pt idx="930">
                  <c:v>2.2178071267760387E-5</c:v>
                </c:pt>
                <c:pt idx="931">
                  <c:v>2.1167656430739063E-5</c:v>
                </c:pt>
                <c:pt idx="932">
                  <c:v>2.0201876781064359E-5</c:v>
                </c:pt>
                <c:pt idx="933">
                  <c:v>1.9278829343465668E-5</c:v>
                </c:pt>
                <c:pt idx="934">
                  <c:v>1.8396688956717246E-5</c:v>
                </c:pt>
                <c:pt idx="935">
                  <c:v>1.7553705248476645E-5</c:v>
                </c:pt>
                <c:pt idx="936">
                  <c:v>1.6748199720482831E-5</c:v>
                </c:pt>
                <c:pt idx="937">
                  <c:v>1.5978562940412518E-5</c:v>
                </c:pt>
                <c:pt idx="938">
                  <c:v>1.5243251836814402E-5</c:v>
                </c:pt>
                <c:pt idx="939">
                  <c:v>1.4540787093634865E-5</c:v>
                </c:pt>
                <c:pt idx="940">
                  <c:v>1.386975064095785E-5</c:v>
                </c:pt>
                <c:pt idx="941">
                  <c:v>1.3228783238684895E-5</c:v>
                </c:pt>
                <c:pt idx="942">
                  <c:v>1.2616582149979443E-5</c:v>
                </c:pt>
                <c:pt idx="943">
                  <c:v>1.2031898901391421E-5</c:v>
                </c:pt>
                <c:pt idx="944">
                  <c:v>1.1473537126680697E-5</c:v>
                </c:pt>
                <c:pt idx="945">
                  <c:v>1.0940350491442371E-5</c:v>
                </c:pt>
                <c:pt idx="946">
                  <c:v>1.0431240695732279E-5</c:v>
                </c:pt>
                <c:pt idx="947">
                  <c:v>9.945155551972013E-6</c:v>
                </c:pt>
                <c:pt idx="948">
                  <c:v>9.4810871355045947E-6</c:v>
                </c:pt>
                <c:pt idx="949">
                  <c:v>9.0380700052498564E-6</c:v>
                </c:pt>
                <c:pt idx="950">
                  <c:v>8.6151794919902844E-6</c:v>
                </c:pt>
                <c:pt idx="951">
                  <c:v>8.2115300518978591E-6</c:v>
                </c:pt>
                <c:pt idx="952">
                  <c:v>7.8262736829870034E-6</c:v>
                </c:pt>
                <c:pt idx="953">
                  <c:v>7.4585984022540328E-6</c:v>
                </c:pt>
                <c:pt idx="954">
                  <c:v>7.1077267813356904E-6</c:v>
                </c:pt>
                <c:pt idx="955">
                  <c:v>6.7729145385881797E-6</c:v>
                </c:pt>
                <c:pt idx="956">
                  <c:v>6.4534491855592873E-6</c:v>
                </c:pt>
                <c:pt idx="957">
                  <c:v>6.1486487258892536E-6</c:v>
                </c:pt>
                <c:pt idx="958">
                  <c:v>5.8578604047425694E-6</c:v>
                </c:pt>
                <c:pt idx="959">
                  <c:v>5.5804595069348843E-6</c:v>
                </c:pt>
                <c:pt idx="960">
                  <c:v>5.3158482019815933E-6</c:v>
                </c:pt>
                <c:pt idx="961">
                  <c:v>5.0634544343490042E-6</c:v>
                </c:pt>
                <c:pt idx="962">
                  <c:v>4.822730857254137E-6</c:v>
                </c:pt>
                <c:pt idx="963">
                  <c:v>4.5931538084074191E-6</c:v>
                </c:pt>
                <c:pt idx="964">
                  <c:v>4.3742223261504621E-6</c:v>
                </c:pt>
                <c:pt idx="965">
                  <c:v>4.1654572044942085E-6</c:v>
                </c:pt>
                <c:pt idx="966">
                  <c:v>3.9664000856108912E-6</c:v>
                </c:pt>
                <c:pt idx="967">
                  <c:v>3.7766125883840595E-6</c:v>
                </c:pt>
                <c:pt idx="968">
                  <c:v>3.5956754716702963E-6</c:v>
                </c:pt>
                <c:pt idx="969">
                  <c:v>3.4231878309697742E-6</c:v>
                </c:pt>
                <c:pt idx="970">
                  <c:v>3.2587663272498937E-6</c:v>
                </c:pt>
                <c:pt idx="971">
                  <c:v>3.1020444467091425E-6</c:v>
                </c:pt>
                <c:pt idx="972">
                  <c:v>2.9526717903110763E-6</c:v>
                </c:pt>
                <c:pt idx="973">
                  <c:v>2.8103133919584034E-6</c:v>
                </c:pt>
                <c:pt idx="974">
                  <c:v>2.6746490642174798E-6</c:v>
                </c:pt>
                <c:pt idx="975">
                  <c:v>2.5453727705427045E-6</c:v>
                </c:pt>
                <c:pt idx="976">
                  <c:v>2.4221920229851945E-6</c:v>
                </c:pt>
                <c:pt idx="977">
                  <c:v>2.3048273044089249E-6</c:v>
                </c:pt>
                <c:pt idx="978">
                  <c:v>2.193011514270788E-6</c:v>
                </c:pt>
                <c:pt idx="979">
                  <c:v>2.0864894370546641E-6</c:v>
                </c:pt>
                <c:pt idx="980">
                  <c:v>1.9850172324832559E-6</c:v>
                </c:pt>
                <c:pt idx="981">
                  <c:v>1.8883619466625621E-6</c:v>
                </c:pt>
                <c:pt idx="982">
                  <c:v>1.7963010433439114E-6</c:v>
                </c:pt>
                <c:pt idx="983">
                  <c:v>1.7086219545190343E-6</c:v>
                </c:pt>
                <c:pt idx="984">
                  <c:v>1.6251216495917076E-6</c:v>
                </c:pt>
                <c:pt idx="985">
                  <c:v>1.5456062223969596E-6</c:v>
                </c:pt>
                <c:pt idx="986">
                  <c:v>1.4698904953660464E-6</c:v>
                </c:pt>
                <c:pt idx="987">
                  <c:v>1.3977976401611331E-6</c:v>
                </c:pt>
                <c:pt idx="988">
                  <c:v>1.3291588141280591E-6</c:v>
                </c:pt>
                <c:pt idx="989">
                  <c:v>1.2638128119406759E-6</c:v>
                </c:pt>
                <c:pt idx="990">
                  <c:v>1.201605731832489E-6</c:v>
                </c:pt>
                <c:pt idx="991">
                  <c:v>1.1423906558345944E-6</c:v>
                </c:pt>
                <c:pt idx="992">
                  <c:v>1.0860273434605107E-6</c:v>
                </c:pt>
                <c:pt idx="993">
                  <c:v>1.0323819382991114E-6</c:v>
                </c:pt>
                <c:pt idx="994">
                  <c:v>9.8132668699767803E-7</c:v>
                </c:pt>
                <c:pt idx="995">
                  <c:v>9.3273967013632444E-7</c:v>
                </c:pt>
                <c:pt idx="996">
                  <c:v>8.8650454451399057E-7</c:v>
                </c:pt>
                <c:pt idx="997">
                  <c:v>8.4251029638449775E-7</c:v>
                </c:pt>
                <c:pt idx="998">
                  <c:v>8.0065100519882188E-7</c:v>
                </c:pt>
                <c:pt idx="999">
                  <c:v>7.6082561742640639E-7</c:v>
                </c:pt>
                <c:pt idx="1000">
                  <c:v>7.2293773004504146E-7</c:v>
                </c:pt>
                <c:pt idx="1001">
                  <c:v>6.8689538330454828E-7</c:v>
                </c:pt>
                <c:pt idx="1002">
                  <c:v>6.5261086238459925E-7</c:v>
                </c:pt>
                <c:pt idx="1003">
                  <c:v>6.2000050758165936E-7</c:v>
                </c:pt>
                <c:pt idx="1004">
                  <c:v>5.8898453267466439E-7</c:v>
                </c:pt>
                <c:pt idx="1005">
                  <c:v>5.5948685113191125E-7</c:v>
                </c:pt>
                <c:pt idx="1006">
                  <c:v>5.3143490983546545E-7</c:v>
                </c:pt>
                <c:pt idx="1007">
                  <c:v>5.0475953001179405E-7</c:v>
                </c:pt>
                <c:pt idx="1008">
                  <c:v>4.7939475506946353E-7</c:v>
                </c:pt>
                <c:pt idx="1009">
                  <c:v>4.5527770505665991E-7</c:v>
                </c:pt>
                <c:pt idx="1010">
                  <c:v>4.3234843746261956E-7</c:v>
                </c:pt>
                <c:pt idx="1011">
                  <c:v>4.1054981409781552E-7</c:v>
                </c:pt>
                <c:pt idx="1012">
                  <c:v>3.8982737379840626E-7</c:v>
                </c:pt>
                <c:pt idx="1013">
                  <c:v>3.7012921071063194E-7</c:v>
                </c:pt>
                <c:pt idx="1014">
                  <c:v>3.5140585792029346E-7</c:v>
                </c:pt>
                <c:pt idx="1015">
                  <c:v>3.3361017620223752E-7</c:v>
                </c:pt>
                <c:pt idx="1016">
                  <c:v>3.1669724767339907E-7</c:v>
                </c:pt>
                <c:pt idx="1017">
                  <c:v>3.0062427414204615E-7</c:v>
                </c:pt>
                <c:pt idx="1018">
                  <c:v>2.8535047995381658E-7</c:v>
                </c:pt>
                <c:pt idx="1019">
                  <c:v>2.7083701914351681E-7</c:v>
                </c:pt>
                <c:pt idx="1020">
                  <c:v>2.5704688670928868E-7</c:v>
                </c:pt>
                <c:pt idx="1021">
                  <c:v>2.4394483383306009E-7</c:v>
                </c:pt>
                <c:pt idx="1022">
                  <c:v>2.3149728687857453E-7</c:v>
                </c:pt>
                <c:pt idx="1023">
                  <c:v>2.1967227000506921E-7</c:v>
                </c:pt>
                <c:pt idx="1024">
                  <c:v>2.0843933124125988E-7</c:v>
                </c:pt>
                <c:pt idx="1025">
                  <c:v>1.9776947187073308E-7</c:v>
                </c:pt>
                <c:pt idx="1026">
                  <c:v>1.8763507898595944E-7</c:v>
                </c:pt>
                <c:pt idx="1027">
                  <c:v>1.7800986107397495E-7</c:v>
                </c:pt>
                <c:pt idx="1028">
                  <c:v>1.6886878650243868E-7</c:v>
                </c:pt>
                <c:pt idx="1029">
                  <c:v>1.6018802478032589E-7</c:v>
                </c:pt>
                <c:pt idx="1030">
                  <c:v>1.5194489047250566E-7</c:v>
                </c:pt>
                <c:pt idx="1031">
                  <c:v>1.4411778965274156E-7</c:v>
                </c:pt>
                <c:pt idx="1032">
                  <c:v>1.3668616878423478E-7</c:v>
                </c:pt>
                <c:pt idx="1033">
                  <c:v>1.2963046592162224E-7</c:v>
                </c:pt>
                <c:pt idx="1034">
                  <c:v>1.2293206413269025E-7</c:v>
                </c:pt>
                <c:pt idx="1035">
                  <c:v>1.1657324704237899E-7</c:v>
                </c:pt>
                <c:pt idx="1036">
                  <c:v>1.1053715640576361E-7</c:v>
                </c:pt>
                <c:pt idx="1037">
                  <c:v>1.0480775162055789E-7</c:v>
                </c:pt>
                <c:pt idx="1038">
                  <c:v>9.9369771093581946E-8</c:v>
                </c:pt>
                <c:pt idx="1039">
                  <c:v>9.4208695379139622E-8</c:v>
                </c:pt>
                <c:pt idx="1040">
                  <c:v>8.9310712010823439E-8</c:v>
                </c:pt>
                <c:pt idx="1041">
                  <c:v>8.4662681951562388E-8</c:v>
                </c:pt>
                <c:pt idx="1042">
                  <c:v>8.0252107589932548E-8</c:v>
                </c:pt>
                <c:pt idx="1043">
                  <c:v>7.6067102213840245E-8</c:v>
                </c:pt>
                <c:pt idx="1044">
                  <c:v>7.2096360895629208E-8</c:v>
                </c:pt>
                <c:pt idx="1045">
                  <c:v>6.8329132725482017E-8</c:v>
                </c:pt>
                <c:pt idx="1046">
                  <c:v>6.4755194332734714E-8</c:v>
                </c:pt>
                <c:pt idx="1047">
                  <c:v>6.1364824637281971E-8</c:v>
                </c:pt>
                <c:pt idx="1048">
                  <c:v>5.8148780775762142E-8</c:v>
                </c:pt>
                <c:pt idx="1049">
                  <c:v>5.5098275149632129E-8</c:v>
                </c:pt>
                <c:pt idx="1050">
                  <c:v>5.2204953544493728E-8</c:v>
                </c:pt>
                <c:pt idx="1051">
                  <c:v>4.9460874272244226E-8</c:v>
                </c:pt>
                <c:pt idx="1052">
                  <c:v>4.6858488289761837E-8</c:v>
                </c:pt>
                <c:pt idx="1053">
                  <c:v>4.4390620249813688E-8</c:v>
                </c:pt>
                <c:pt idx="1054">
                  <c:v>4.2050450441827791E-8</c:v>
                </c:pt>
                <c:pt idx="1055">
                  <c:v>3.9831497582042175E-8</c:v>
                </c:pt>
                <c:pt idx="1056">
                  <c:v>3.7727602414294208E-8</c:v>
                </c:pt>
                <c:pt idx="1057">
                  <c:v>3.5732912084427015E-8</c:v>
                </c:pt>
                <c:pt idx="1058">
                  <c:v>3.3841865252926817E-8</c:v>
                </c:pt>
                <c:pt idx="1059">
                  <c:v>3.2049177911962421E-8</c:v>
                </c:pt>
                <c:pt idx="1060">
                  <c:v>3.0349829874483735E-8</c:v>
                </c:pt>
                <c:pt idx="1061">
                  <c:v>2.8739051904490831E-8</c:v>
                </c:pt>
                <c:pt idx="1062">
                  <c:v>2.7212313458940791E-8</c:v>
                </c:pt>
                <c:pt idx="1063">
                  <c:v>2.5765311013067646E-8</c:v>
                </c:pt>
                <c:pt idx="1064">
                  <c:v>2.4393956942172008E-8</c:v>
                </c:pt>
                <c:pt idx="1065">
                  <c:v>2.3094368934117265E-8</c:v>
                </c:pt>
                <c:pt idx="1066">
                  <c:v>2.1862859907928766E-8</c:v>
                </c:pt>
                <c:pt idx="1067">
                  <c:v>2.0695928415000953E-8</c:v>
                </c:pt>
                <c:pt idx="1068">
                  <c:v>1.9590249500465478E-8</c:v>
                </c:pt>
                <c:pt idx="1069">
                  <c:v>1.8542666003282357E-8</c:v>
                </c:pt>
                <c:pt idx="1070">
                  <c:v>1.7550180274588057E-8</c:v>
                </c:pt>
                <c:pt idx="1071">
                  <c:v>1.6609946294756567E-8</c:v>
                </c:pt>
                <c:pt idx="1072">
                  <c:v>1.5719262170503419E-8</c:v>
                </c:pt>
                <c:pt idx="1073">
                  <c:v>1.487556299422749E-8</c:v>
                </c:pt>
                <c:pt idx="1074">
                  <c:v>1.4076414048576978E-8</c:v>
                </c:pt>
                <c:pt idx="1075">
                  <c:v>1.3319504340005294E-8</c:v>
                </c:pt>
                <c:pt idx="1076">
                  <c:v>1.2602640445825078E-8</c:v>
                </c:pt>
                <c:pt idx="1077">
                  <c:v>1.1923740659970237E-8</c:v>
                </c:pt>
                <c:pt idx="1078">
                  <c:v>1.1280829423355251E-8</c:v>
                </c:pt>
                <c:pt idx="1079">
                  <c:v>1.0672032025366067E-8</c:v>
                </c:pt>
                <c:pt idx="1080">
                  <c:v>1.0095569563634134E-8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07AB-439E-B53A-3AF750E485ED}"/>
            </c:ext>
          </c:extLst>
        </c:ser>
        <c:ser>
          <c:idx val="2"/>
          <c:order val="2"/>
          <c:tx>
            <c:strRef>
              <c:f>Sheet1!$M$3</c:f>
              <c:strCache>
                <c:ptCount val="1"/>
                <c:pt idx="0">
                  <c:v>Qp = 1.5 L/s</c:v>
                </c:pt>
              </c:strCache>
            </c:strRef>
          </c:tx>
          <c:spPr>
            <a:ln w="19050" cap="rnd">
              <a:solidFill>
                <a:srgbClr val="0070C0"/>
              </a:solidFill>
              <a:round/>
            </a:ln>
            <a:effectLst/>
          </c:spPr>
          <c:marker>
            <c:symbol val="none"/>
          </c:marker>
          <c:xVal>
            <c:numRef>
              <c:f>Sheet1!$J$4:$J$1084</c:f>
              <c:numCache>
                <c:formatCode>General</c:formatCode>
                <c:ptCount val="1081"/>
                <c:pt idx="0">
                  <c:v>0</c:v>
                </c:pt>
                <c:pt idx="1">
                  <c:v>2.7777777777777775E-3</c:v>
                </c:pt>
                <c:pt idx="2">
                  <c:v>5.5555555555555549E-3</c:v>
                </c:pt>
                <c:pt idx="3">
                  <c:v>8.3333333333333332E-3</c:v>
                </c:pt>
                <c:pt idx="4">
                  <c:v>1.111111111111111E-2</c:v>
                </c:pt>
                <c:pt idx="5">
                  <c:v>1.388888888888889E-2</c:v>
                </c:pt>
                <c:pt idx="6">
                  <c:v>1.6666666666666666E-2</c:v>
                </c:pt>
                <c:pt idx="7">
                  <c:v>1.9444444444444445E-2</c:v>
                </c:pt>
                <c:pt idx="8">
                  <c:v>2.222222222222222E-2</c:v>
                </c:pt>
                <c:pt idx="9">
                  <c:v>2.5000000000000001E-2</c:v>
                </c:pt>
                <c:pt idx="10">
                  <c:v>2.777777777777778E-2</c:v>
                </c:pt>
                <c:pt idx="11">
                  <c:v>3.0555555555555555E-2</c:v>
                </c:pt>
                <c:pt idx="12">
                  <c:v>3.3333333333333333E-2</c:v>
                </c:pt>
                <c:pt idx="13">
                  <c:v>3.6111111111111108E-2</c:v>
                </c:pt>
                <c:pt idx="14">
                  <c:v>3.888888888888889E-2</c:v>
                </c:pt>
                <c:pt idx="15">
                  <c:v>4.1666666666666664E-2</c:v>
                </c:pt>
                <c:pt idx="16">
                  <c:v>4.4444444444444439E-2</c:v>
                </c:pt>
                <c:pt idx="17">
                  <c:v>4.7222222222222228E-2</c:v>
                </c:pt>
                <c:pt idx="18">
                  <c:v>0.05</c:v>
                </c:pt>
                <c:pt idx="19">
                  <c:v>5.2777777777777778E-2</c:v>
                </c:pt>
                <c:pt idx="20">
                  <c:v>5.5555555555555559E-2</c:v>
                </c:pt>
                <c:pt idx="21">
                  <c:v>5.8333333333333334E-2</c:v>
                </c:pt>
                <c:pt idx="22">
                  <c:v>6.1111111111111109E-2</c:v>
                </c:pt>
                <c:pt idx="23">
                  <c:v>6.3888888888888898E-2</c:v>
                </c:pt>
                <c:pt idx="24">
                  <c:v>6.6666666666666666E-2</c:v>
                </c:pt>
                <c:pt idx="25">
                  <c:v>6.9444444444444448E-2</c:v>
                </c:pt>
                <c:pt idx="26">
                  <c:v>7.2222222222222215E-2</c:v>
                </c:pt>
                <c:pt idx="27">
                  <c:v>7.4999999999999997E-2</c:v>
                </c:pt>
                <c:pt idx="28">
                  <c:v>7.7777777777777779E-2</c:v>
                </c:pt>
                <c:pt idx="29">
                  <c:v>8.0555555555555547E-2</c:v>
                </c:pt>
                <c:pt idx="30">
                  <c:v>8.3333333333333329E-2</c:v>
                </c:pt>
                <c:pt idx="31">
                  <c:v>8.611111111111111E-2</c:v>
                </c:pt>
                <c:pt idx="32">
                  <c:v>8.8888888888888878E-2</c:v>
                </c:pt>
                <c:pt idx="33">
                  <c:v>9.166666666666666E-2</c:v>
                </c:pt>
                <c:pt idx="34">
                  <c:v>9.4444444444444456E-2</c:v>
                </c:pt>
                <c:pt idx="35">
                  <c:v>9.7222222222222224E-2</c:v>
                </c:pt>
                <c:pt idx="36">
                  <c:v>0.1</c:v>
                </c:pt>
                <c:pt idx="37">
                  <c:v>0.10277777777777779</c:v>
                </c:pt>
                <c:pt idx="38">
                  <c:v>0.10555555555555556</c:v>
                </c:pt>
                <c:pt idx="39">
                  <c:v>0.10833333333333334</c:v>
                </c:pt>
                <c:pt idx="40">
                  <c:v>0.11111111111111112</c:v>
                </c:pt>
                <c:pt idx="41">
                  <c:v>0.11388888888888889</c:v>
                </c:pt>
                <c:pt idx="42">
                  <c:v>0.11666666666666667</c:v>
                </c:pt>
                <c:pt idx="43">
                  <c:v>0.11944444444444445</c:v>
                </c:pt>
                <c:pt idx="44">
                  <c:v>0.12222222222222222</c:v>
                </c:pt>
                <c:pt idx="45">
                  <c:v>0.125</c:v>
                </c:pt>
                <c:pt idx="46">
                  <c:v>0.1277777777777778</c:v>
                </c:pt>
                <c:pt idx="47">
                  <c:v>0.13055555555555556</c:v>
                </c:pt>
                <c:pt idx="48">
                  <c:v>0.13333333333333333</c:v>
                </c:pt>
                <c:pt idx="49">
                  <c:v>0.1361111111111111</c:v>
                </c:pt>
                <c:pt idx="50">
                  <c:v>0.1388888888888889</c:v>
                </c:pt>
                <c:pt idx="51">
                  <c:v>0.14166666666666666</c:v>
                </c:pt>
                <c:pt idx="52">
                  <c:v>0.14444444444444443</c:v>
                </c:pt>
                <c:pt idx="53">
                  <c:v>0.14722222222222223</c:v>
                </c:pt>
                <c:pt idx="54">
                  <c:v>0.15</c:v>
                </c:pt>
                <c:pt idx="55">
                  <c:v>0.15277777777777776</c:v>
                </c:pt>
                <c:pt idx="56">
                  <c:v>0.15555555555555556</c:v>
                </c:pt>
                <c:pt idx="57">
                  <c:v>0.15833333333333333</c:v>
                </c:pt>
                <c:pt idx="58">
                  <c:v>0.16111111111111109</c:v>
                </c:pt>
                <c:pt idx="59">
                  <c:v>0.16388888888888889</c:v>
                </c:pt>
                <c:pt idx="60">
                  <c:v>0.16666666666666666</c:v>
                </c:pt>
                <c:pt idx="61">
                  <c:v>0.16944444444444443</c:v>
                </c:pt>
                <c:pt idx="62">
                  <c:v>0.17222222222222222</c:v>
                </c:pt>
                <c:pt idx="63">
                  <c:v>0.17499999999999999</c:v>
                </c:pt>
                <c:pt idx="64">
                  <c:v>0.17777777777777776</c:v>
                </c:pt>
                <c:pt idx="65">
                  <c:v>0.18055555555555555</c:v>
                </c:pt>
                <c:pt idx="66">
                  <c:v>0.18333333333333332</c:v>
                </c:pt>
                <c:pt idx="67">
                  <c:v>0.18611111111111109</c:v>
                </c:pt>
                <c:pt idx="68">
                  <c:v>0.18888888888888891</c:v>
                </c:pt>
                <c:pt idx="69">
                  <c:v>0.19166666666666668</c:v>
                </c:pt>
                <c:pt idx="70">
                  <c:v>0.19444444444444445</c:v>
                </c:pt>
                <c:pt idx="71">
                  <c:v>0.19722222222222224</c:v>
                </c:pt>
                <c:pt idx="72">
                  <c:v>0.2</c:v>
                </c:pt>
                <c:pt idx="73">
                  <c:v>0.20277777777777778</c:v>
                </c:pt>
                <c:pt idx="74">
                  <c:v>0.20555555555555557</c:v>
                </c:pt>
                <c:pt idx="75">
                  <c:v>0.20833333333333334</c:v>
                </c:pt>
                <c:pt idx="76">
                  <c:v>0.21111111111111111</c:v>
                </c:pt>
                <c:pt idx="77">
                  <c:v>0.21388888888888891</c:v>
                </c:pt>
                <c:pt idx="78">
                  <c:v>0.21666666666666667</c:v>
                </c:pt>
                <c:pt idx="79">
                  <c:v>0.21944444444444444</c:v>
                </c:pt>
                <c:pt idx="80">
                  <c:v>0.22222222222222224</c:v>
                </c:pt>
                <c:pt idx="81">
                  <c:v>0.22500000000000001</c:v>
                </c:pt>
                <c:pt idx="82">
                  <c:v>0.22777777777777777</c:v>
                </c:pt>
                <c:pt idx="83">
                  <c:v>0.23055555555555557</c:v>
                </c:pt>
                <c:pt idx="84">
                  <c:v>0.23333333333333334</c:v>
                </c:pt>
                <c:pt idx="85">
                  <c:v>0.2361111111111111</c:v>
                </c:pt>
                <c:pt idx="86">
                  <c:v>0.2388888888888889</c:v>
                </c:pt>
                <c:pt idx="87">
                  <c:v>0.24166666666666667</c:v>
                </c:pt>
                <c:pt idx="88">
                  <c:v>0.24444444444444444</c:v>
                </c:pt>
                <c:pt idx="89">
                  <c:v>0.24722222222222223</c:v>
                </c:pt>
                <c:pt idx="90">
                  <c:v>0.25</c:v>
                </c:pt>
                <c:pt idx="91">
                  <c:v>0.25277777777777777</c:v>
                </c:pt>
                <c:pt idx="92">
                  <c:v>0.25555555555555559</c:v>
                </c:pt>
                <c:pt idx="93">
                  <c:v>0.25833333333333336</c:v>
                </c:pt>
                <c:pt idx="94">
                  <c:v>0.26111111111111113</c:v>
                </c:pt>
                <c:pt idx="95">
                  <c:v>0.2638888888888889</c:v>
                </c:pt>
                <c:pt idx="96">
                  <c:v>0.26666666666666666</c:v>
                </c:pt>
                <c:pt idx="97">
                  <c:v>0.26944444444444449</c:v>
                </c:pt>
                <c:pt idx="98">
                  <c:v>0.2722222222222222</c:v>
                </c:pt>
                <c:pt idx="99">
                  <c:v>0.27500000000000002</c:v>
                </c:pt>
                <c:pt idx="100">
                  <c:v>0.27777777777777779</c:v>
                </c:pt>
                <c:pt idx="101">
                  <c:v>0.28055555555555556</c:v>
                </c:pt>
                <c:pt idx="102">
                  <c:v>0.28333333333333333</c:v>
                </c:pt>
                <c:pt idx="103">
                  <c:v>0.28611111111111115</c:v>
                </c:pt>
                <c:pt idx="104">
                  <c:v>0.28888888888888886</c:v>
                </c:pt>
                <c:pt idx="105">
                  <c:v>0.29166666666666669</c:v>
                </c:pt>
                <c:pt idx="106">
                  <c:v>0.29444444444444445</c:v>
                </c:pt>
                <c:pt idx="107">
                  <c:v>0.29722222222222222</c:v>
                </c:pt>
                <c:pt idx="108">
                  <c:v>0.3</c:v>
                </c:pt>
                <c:pt idx="109">
                  <c:v>0.30277777777777781</c:v>
                </c:pt>
                <c:pt idx="110">
                  <c:v>0.30555555555555552</c:v>
                </c:pt>
                <c:pt idx="111">
                  <c:v>0.30833333333333335</c:v>
                </c:pt>
                <c:pt idx="112">
                  <c:v>0.31111111111111112</c:v>
                </c:pt>
                <c:pt idx="113">
                  <c:v>0.31388888888888888</c:v>
                </c:pt>
                <c:pt idx="114">
                  <c:v>0.31666666666666665</c:v>
                </c:pt>
                <c:pt idx="115">
                  <c:v>0.31944444444444448</c:v>
                </c:pt>
                <c:pt idx="116">
                  <c:v>0.32222222222222219</c:v>
                </c:pt>
                <c:pt idx="117">
                  <c:v>0.32500000000000001</c:v>
                </c:pt>
                <c:pt idx="118">
                  <c:v>0.32777777777777778</c:v>
                </c:pt>
                <c:pt idx="119">
                  <c:v>0.33055555555555555</c:v>
                </c:pt>
                <c:pt idx="120">
                  <c:v>0.33333333333333331</c:v>
                </c:pt>
                <c:pt idx="121">
                  <c:v>0.33611111111111114</c:v>
                </c:pt>
                <c:pt idx="122">
                  <c:v>0.33888888888888885</c:v>
                </c:pt>
                <c:pt idx="123">
                  <c:v>0.34166666666666667</c:v>
                </c:pt>
                <c:pt idx="124">
                  <c:v>0.34444444444444444</c:v>
                </c:pt>
                <c:pt idx="125">
                  <c:v>0.34722222222222221</c:v>
                </c:pt>
                <c:pt idx="126">
                  <c:v>0.35</c:v>
                </c:pt>
                <c:pt idx="127">
                  <c:v>0.3527777777777778</c:v>
                </c:pt>
                <c:pt idx="128">
                  <c:v>0.35555555555555551</c:v>
                </c:pt>
                <c:pt idx="129">
                  <c:v>0.35833333333333334</c:v>
                </c:pt>
                <c:pt idx="130">
                  <c:v>0.3611111111111111</c:v>
                </c:pt>
                <c:pt idx="131">
                  <c:v>0.36388888888888887</c:v>
                </c:pt>
                <c:pt idx="132">
                  <c:v>0.36666666666666664</c:v>
                </c:pt>
                <c:pt idx="133">
                  <c:v>0.36944444444444446</c:v>
                </c:pt>
                <c:pt idx="134">
                  <c:v>0.37222222222222218</c:v>
                </c:pt>
                <c:pt idx="135">
                  <c:v>0.375</c:v>
                </c:pt>
                <c:pt idx="136">
                  <c:v>0.37777777777777782</c:v>
                </c:pt>
                <c:pt idx="137">
                  <c:v>0.38055555555555554</c:v>
                </c:pt>
                <c:pt idx="138">
                  <c:v>0.38333333333333336</c:v>
                </c:pt>
                <c:pt idx="139">
                  <c:v>0.38611111111111113</c:v>
                </c:pt>
                <c:pt idx="140">
                  <c:v>0.3888888888888889</c:v>
                </c:pt>
                <c:pt idx="141">
                  <c:v>0.39166666666666666</c:v>
                </c:pt>
                <c:pt idx="142">
                  <c:v>0.39444444444444449</c:v>
                </c:pt>
                <c:pt idx="143">
                  <c:v>0.3972222222222222</c:v>
                </c:pt>
                <c:pt idx="144">
                  <c:v>0.4</c:v>
                </c:pt>
                <c:pt idx="145">
                  <c:v>0.40277777777777779</c:v>
                </c:pt>
                <c:pt idx="146">
                  <c:v>0.40555555555555556</c:v>
                </c:pt>
                <c:pt idx="147">
                  <c:v>0.40833333333333333</c:v>
                </c:pt>
                <c:pt idx="148">
                  <c:v>0.41111111111111115</c:v>
                </c:pt>
                <c:pt idx="149">
                  <c:v>0.41388888888888886</c:v>
                </c:pt>
                <c:pt idx="150">
                  <c:v>0.41666666666666669</c:v>
                </c:pt>
                <c:pt idx="151">
                  <c:v>0.41944444444444445</c:v>
                </c:pt>
                <c:pt idx="152">
                  <c:v>0.42222222222222222</c:v>
                </c:pt>
                <c:pt idx="153">
                  <c:v>0.42499999999999999</c:v>
                </c:pt>
                <c:pt idx="154">
                  <c:v>0.42777777777777781</c:v>
                </c:pt>
                <c:pt idx="155">
                  <c:v>0.43055555555555552</c:v>
                </c:pt>
                <c:pt idx="156">
                  <c:v>0.43333333333333335</c:v>
                </c:pt>
                <c:pt idx="157">
                  <c:v>0.43611111111111112</c:v>
                </c:pt>
                <c:pt idx="158">
                  <c:v>0.43888888888888888</c:v>
                </c:pt>
                <c:pt idx="159">
                  <c:v>0.44166666666666665</c:v>
                </c:pt>
                <c:pt idx="160">
                  <c:v>0.44444444444444448</c:v>
                </c:pt>
                <c:pt idx="161">
                  <c:v>0.44722222222222219</c:v>
                </c:pt>
                <c:pt idx="162">
                  <c:v>0.45</c:v>
                </c:pt>
                <c:pt idx="163">
                  <c:v>0.45277777777777778</c:v>
                </c:pt>
                <c:pt idx="164">
                  <c:v>0.45555555555555555</c:v>
                </c:pt>
                <c:pt idx="165">
                  <c:v>0.45833333333333331</c:v>
                </c:pt>
                <c:pt idx="166">
                  <c:v>0.46111111111111114</c:v>
                </c:pt>
                <c:pt idx="167">
                  <c:v>0.46388888888888885</c:v>
                </c:pt>
                <c:pt idx="168">
                  <c:v>0.46666666666666667</c:v>
                </c:pt>
                <c:pt idx="169">
                  <c:v>0.46944444444444444</c:v>
                </c:pt>
                <c:pt idx="170">
                  <c:v>0.47222222222222221</c:v>
                </c:pt>
                <c:pt idx="171">
                  <c:v>0.47499999999999998</c:v>
                </c:pt>
                <c:pt idx="172">
                  <c:v>0.4777777777777778</c:v>
                </c:pt>
                <c:pt idx="173">
                  <c:v>0.48055555555555551</c:v>
                </c:pt>
                <c:pt idx="174">
                  <c:v>0.48333333333333334</c:v>
                </c:pt>
                <c:pt idx="175">
                  <c:v>0.4861111111111111</c:v>
                </c:pt>
                <c:pt idx="176">
                  <c:v>0.48888888888888887</c:v>
                </c:pt>
                <c:pt idx="177">
                  <c:v>0.49166666666666664</c:v>
                </c:pt>
                <c:pt idx="178">
                  <c:v>0.49444444444444446</c:v>
                </c:pt>
                <c:pt idx="179">
                  <c:v>0.49722222222222218</c:v>
                </c:pt>
                <c:pt idx="180">
                  <c:v>0.5</c:v>
                </c:pt>
                <c:pt idx="181">
                  <c:v>0.50277777777777777</c:v>
                </c:pt>
                <c:pt idx="182">
                  <c:v>0.50555555555555554</c:v>
                </c:pt>
                <c:pt idx="183">
                  <c:v>0.5083333333333333</c:v>
                </c:pt>
                <c:pt idx="184">
                  <c:v>0.51111111111111118</c:v>
                </c:pt>
                <c:pt idx="185">
                  <c:v>0.51388888888888884</c:v>
                </c:pt>
                <c:pt idx="186">
                  <c:v>0.51666666666666672</c:v>
                </c:pt>
                <c:pt idx="187">
                  <c:v>0.51944444444444449</c:v>
                </c:pt>
                <c:pt idx="188">
                  <c:v>0.52222222222222225</c:v>
                </c:pt>
                <c:pt idx="189">
                  <c:v>0.52500000000000002</c:v>
                </c:pt>
                <c:pt idx="190">
                  <c:v>0.52777777777777779</c:v>
                </c:pt>
                <c:pt idx="191">
                  <c:v>0.53055555555555556</c:v>
                </c:pt>
                <c:pt idx="192">
                  <c:v>0.53333333333333333</c:v>
                </c:pt>
                <c:pt idx="193">
                  <c:v>0.53611111111111109</c:v>
                </c:pt>
                <c:pt idx="194">
                  <c:v>0.53888888888888897</c:v>
                </c:pt>
                <c:pt idx="195">
                  <c:v>0.54166666666666663</c:v>
                </c:pt>
                <c:pt idx="196">
                  <c:v>0.5444444444444444</c:v>
                </c:pt>
                <c:pt idx="197">
                  <c:v>0.54722222222222228</c:v>
                </c:pt>
                <c:pt idx="198">
                  <c:v>0.55000000000000004</c:v>
                </c:pt>
                <c:pt idx="199">
                  <c:v>0.5527777777777777</c:v>
                </c:pt>
                <c:pt idx="200">
                  <c:v>0.55555555555555558</c:v>
                </c:pt>
                <c:pt idx="201">
                  <c:v>0.55833333333333335</c:v>
                </c:pt>
                <c:pt idx="202">
                  <c:v>0.56111111111111112</c:v>
                </c:pt>
                <c:pt idx="203">
                  <c:v>0.56388888888888888</c:v>
                </c:pt>
                <c:pt idx="204">
                  <c:v>0.56666666666666665</c:v>
                </c:pt>
                <c:pt idx="205">
                  <c:v>0.56944444444444442</c:v>
                </c:pt>
                <c:pt idx="206">
                  <c:v>0.5722222222222223</c:v>
                </c:pt>
                <c:pt idx="207">
                  <c:v>0.57499999999999996</c:v>
                </c:pt>
                <c:pt idx="208">
                  <c:v>0.57777777777777772</c:v>
                </c:pt>
                <c:pt idx="209">
                  <c:v>0.5805555555555556</c:v>
                </c:pt>
                <c:pt idx="210">
                  <c:v>0.58333333333333337</c:v>
                </c:pt>
                <c:pt idx="211">
                  <c:v>0.58611111111111103</c:v>
                </c:pt>
                <c:pt idx="212">
                  <c:v>0.58888888888888891</c:v>
                </c:pt>
                <c:pt idx="213">
                  <c:v>0.59166666666666667</c:v>
                </c:pt>
                <c:pt idx="214">
                  <c:v>0.59444444444444444</c:v>
                </c:pt>
                <c:pt idx="215">
                  <c:v>0.59722222222222221</c:v>
                </c:pt>
                <c:pt idx="216">
                  <c:v>0.6</c:v>
                </c:pt>
                <c:pt idx="217">
                  <c:v>0.60277777777777775</c:v>
                </c:pt>
                <c:pt idx="218">
                  <c:v>0.60555555555555562</c:v>
                </c:pt>
                <c:pt idx="219">
                  <c:v>0.60833333333333328</c:v>
                </c:pt>
                <c:pt idx="220">
                  <c:v>0.61111111111111105</c:v>
                </c:pt>
                <c:pt idx="221">
                  <c:v>0.61388888888888893</c:v>
                </c:pt>
                <c:pt idx="222">
                  <c:v>0.6166666666666667</c:v>
                </c:pt>
                <c:pt idx="223">
                  <c:v>0.61944444444444435</c:v>
                </c:pt>
                <c:pt idx="224">
                  <c:v>0.62222222222222223</c:v>
                </c:pt>
                <c:pt idx="225">
                  <c:v>0.625</c:v>
                </c:pt>
                <c:pt idx="226">
                  <c:v>0.62777777777777777</c:v>
                </c:pt>
                <c:pt idx="227">
                  <c:v>0.63055555555555565</c:v>
                </c:pt>
                <c:pt idx="228">
                  <c:v>0.6333333333333333</c:v>
                </c:pt>
                <c:pt idx="229">
                  <c:v>0.63611111111111107</c:v>
                </c:pt>
                <c:pt idx="230">
                  <c:v>0.63888888888888895</c:v>
                </c:pt>
                <c:pt idx="231">
                  <c:v>0.64166666666666672</c:v>
                </c:pt>
                <c:pt idx="232">
                  <c:v>0.64444444444444438</c:v>
                </c:pt>
                <c:pt idx="233">
                  <c:v>0.64722222222222225</c:v>
                </c:pt>
                <c:pt idx="234">
                  <c:v>0.65</c:v>
                </c:pt>
                <c:pt idx="235">
                  <c:v>0.65277777777777779</c:v>
                </c:pt>
                <c:pt idx="236">
                  <c:v>0.65555555555555556</c:v>
                </c:pt>
                <c:pt idx="237">
                  <c:v>0.65833333333333333</c:v>
                </c:pt>
                <c:pt idx="238">
                  <c:v>0.66111111111111109</c:v>
                </c:pt>
                <c:pt idx="239">
                  <c:v>0.66388888888888897</c:v>
                </c:pt>
                <c:pt idx="240">
                  <c:v>0.66666666666666663</c:v>
                </c:pt>
                <c:pt idx="241">
                  <c:v>0.6694444444444444</c:v>
                </c:pt>
                <c:pt idx="242">
                  <c:v>0.67222222222222228</c:v>
                </c:pt>
                <c:pt idx="243">
                  <c:v>0.67500000000000004</c:v>
                </c:pt>
                <c:pt idx="244">
                  <c:v>0.6777777777777777</c:v>
                </c:pt>
                <c:pt idx="245">
                  <c:v>0.68055555555555558</c:v>
                </c:pt>
                <c:pt idx="246">
                  <c:v>0.68333333333333335</c:v>
                </c:pt>
                <c:pt idx="247">
                  <c:v>0.68611111111111112</c:v>
                </c:pt>
                <c:pt idx="248">
                  <c:v>0.68888888888888888</c:v>
                </c:pt>
                <c:pt idx="249">
                  <c:v>0.69166666666666665</c:v>
                </c:pt>
                <c:pt idx="250">
                  <c:v>0.69444444444444442</c:v>
                </c:pt>
                <c:pt idx="251">
                  <c:v>0.6972222222222223</c:v>
                </c:pt>
                <c:pt idx="252">
                  <c:v>0.7</c:v>
                </c:pt>
                <c:pt idx="253">
                  <c:v>0.70277777777777772</c:v>
                </c:pt>
                <c:pt idx="254">
                  <c:v>0.7055555555555556</c:v>
                </c:pt>
                <c:pt idx="255">
                  <c:v>0.70833333333333337</c:v>
                </c:pt>
                <c:pt idx="256">
                  <c:v>0.71111111111111103</c:v>
                </c:pt>
                <c:pt idx="257">
                  <c:v>0.71388888888888891</c:v>
                </c:pt>
                <c:pt idx="258">
                  <c:v>0.71666666666666667</c:v>
                </c:pt>
                <c:pt idx="259">
                  <c:v>0.71944444444444444</c:v>
                </c:pt>
                <c:pt idx="260">
                  <c:v>0.72222222222222221</c:v>
                </c:pt>
                <c:pt idx="261">
                  <c:v>0.72499999999999998</c:v>
                </c:pt>
                <c:pt idx="262">
                  <c:v>0.72777777777777775</c:v>
                </c:pt>
                <c:pt idx="263">
                  <c:v>0.73055555555555562</c:v>
                </c:pt>
                <c:pt idx="264">
                  <c:v>0.73333333333333328</c:v>
                </c:pt>
                <c:pt idx="265">
                  <c:v>0.73611111111111105</c:v>
                </c:pt>
                <c:pt idx="266">
                  <c:v>0.73888888888888893</c:v>
                </c:pt>
                <c:pt idx="267">
                  <c:v>0.7416666666666667</c:v>
                </c:pt>
                <c:pt idx="268">
                  <c:v>0.74444444444444435</c:v>
                </c:pt>
                <c:pt idx="269">
                  <c:v>0.74722222222222223</c:v>
                </c:pt>
                <c:pt idx="270">
                  <c:v>0.75</c:v>
                </c:pt>
                <c:pt idx="271">
                  <c:v>0.75277777777777777</c:v>
                </c:pt>
                <c:pt idx="272">
                  <c:v>0.75555555555555565</c:v>
                </c:pt>
                <c:pt idx="273">
                  <c:v>0.7583333333333333</c:v>
                </c:pt>
                <c:pt idx="274">
                  <c:v>0.76111111111111107</c:v>
                </c:pt>
                <c:pt idx="275">
                  <c:v>0.76388888888888895</c:v>
                </c:pt>
                <c:pt idx="276">
                  <c:v>0.76666666666666672</c:v>
                </c:pt>
                <c:pt idx="277">
                  <c:v>0.76944444444444438</c:v>
                </c:pt>
                <c:pt idx="278">
                  <c:v>0.77222222222222225</c:v>
                </c:pt>
                <c:pt idx="279">
                  <c:v>0.77500000000000002</c:v>
                </c:pt>
                <c:pt idx="280">
                  <c:v>0.77777777777777779</c:v>
                </c:pt>
                <c:pt idx="281">
                  <c:v>0.78055555555555556</c:v>
                </c:pt>
                <c:pt idx="282">
                  <c:v>0.78333333333333333</c:v>
                </c:pt>
                <c:pt idx="283">
                  <c:v>0.78611111111111109</c:v>
                </c:pt>
                <c:pt idx="284">
                  <c:v>0.78888888888888897</c:v>
                </c:pt>
                <c:pt idx="285">
                  <c:v>0.79166666666666663</c:v>
                </c:pt>
                <c:pt idx="286">
                  <c:v>0.7944444444444444</c:v>
                </c:pt>
                <c:pt idx="287">
                  <c:v>0.79722222222222228</c:v>
                </c:pt>
                <c:pt idx="288">
                  <c:v>0.8</c:v>
                </c:pt>
                <c:pt idx="289">
                  <c:v>0.8027777777777777</c:v>
                </c:pt>
                <c:pt idx="290">
                  <c:v>0.80555555555555558</c:v>
                </c:pt>
                <c:pt idx="291">
                  <c:v>0.80833333333333335</c:v>
                </c:pt>
                <c:pt idx="292">
                  <c:v>0.81111111111111112</c:v>
                </c:pt>
                <c:pt idx="293">
                  <c:v>0.81388888888888888</c:v>
                </c:pt>
                <c:pt idx="294">
                  <c:v>0.81666666666666665</c:v>
                </c:pt>
                <c:pt idx="295">
                  <c:v>0.81944444444444442</c:v>
                </c:pt>
                <c:pt idx="296">
                  <c:v>0.8222222222222223</c:v>
                </c:pt>
                <c:pt idx="297">
                  <c:v>0.82499999999999996</c:v>
                </c:pt>
                <c:pt idx="298">
                  <c:v>0.82777777777777772</c:v>
                </c:pt>
                <c:pt idx="299">
                  <c:v>0.8305555555555556</c:v>
                </c:pt>
                <c:pt idx="300">
                  <c:v>0.83333333333333337</c:v>
                </c:pt>
                <c:pt idx="301">
                  <c:v>0.83611111111111103</c:v>
                </c:pt>
                <c:pt idx="302">
                  <c:v>0.83888888888888891</c:v>
                </c:pt>
                <c:pt idx="303">
                  <c:v>0.84166666666666667</c:v>
                </c:pt>
                <c:pt idx="304">
                  <c:v>0.84444444444444444</c:v>
                </c:pt>
                <c:pt idx="305">
                  <c:v>0.84722222222222221</c:v>
                </c:pt>
                <c:pt idx="306">
                  <c:v>0.85</c:v>
                </c:pt>
                <c:pt idx="307">
                  <c:v>0.85277777777777775</c:v>
                </c:pt>
                <c:pt idx="308">
                  <c:v>0.85555555555555562</c:v>
                </c:pt>
                <c:pt idx="309">
                  <c:v>0.85833333333333328</c:v>
                </c:pt>
                <c:pt idx="310">
                  <c:v>0.86111111111111105</c:v>
                </c:pt>
                <c:pt idx="311">
                  <c:v>0.86388888888888893</c:v>
                </c:pt>
                <c:pt idx="312">
                  <c:v>0.8666666666666667</c:v>
                </c:pt>
                <c:pt idx="313">
                  <c:v>0.86944444444444435</c:v>
                </c:pt>
                <c:pt idx="314">
                  <c:v>0.87222222222222223</c:v>
                </c:pt>
                <c:pt idx="315">
                  <c:v>0.875</c:v>
                </c:pt>
                <c:pt idx="316">
                  <c:v>0.87777777777777777</c:v>
                </c:pt>
                <c:pt idx="317">
                  <c:v>0.88055555555555565</c:v>
                </c:pt>
                <c:pt idx="318">
                  <c:v>0.8833333333333333</c:v>
                </c:pt>
                <c:pt idx="319">
                  <c:v>0.88611111111111107</c:v>
                </c:pt>
                <c:pt idx="320">
                  <c:v>0.88888888888888895</c:v>
                </c:pt>
                <c:pt idx="321">
                  <c:v>0.89166666666666672</c:v>
                </c:pt>
                <c:pt idx="322">
                  <c:v>0.89444444444444438</c:v>
                </c:pt>
                <c:pt idx="323">
                  <c:v>0.89722222222222225</c:v>
                </c:pt>
                <c:pt idx="324">
                  <c:v>0.9</c:v>
                </c:pt>
                <c:pt idx="325">
                  <c:v>0.90277777777777779</c:v>
                </c:pt>
                <c:pt idx="326">
                  <c:v>0.90555555555555556</c:v>
                </c:pt>
                <c:pt idx="327">
                  <c:v>0.90833333333333333</c:v>
                </c:pt>
                <c:pt idx="328">
                  <c:v>0.91111111111111109</c:v>
                </c:pt>
                <c:pt idx="329">
                  <c:v>0.91388888888888897</c:v>
                </c:pt>
                <c:pt idx="330">
                  <c:v>0.91666666666666663</c:v>
                </c:pt>
                <c:pt idx="331">
                  <c:v>0.9194444444444444</c:v>
                </c:pt>
                <c:pt idx="332">
                  <c:v>0.92222222222222228</c:v>
                </c:pt>
                <c:pt idx="333">
                  <c:v>0.92500000000000004</c:v>
                </c:pt>
                <c:pt idx="334">
                  <c:v>0.9277777777777777</c:v>
                </c:pt>
                <c:pt idx="335">
                  <c:v>0.93055555555555558</c:v>
                </c:pt>
                <c:pt idx="336">
                  <c:v>0.93333333333333335</c:v>
                </c:pt>
                <c:pt idx="337">
                  <c:v>0.93611111111111112</c:v>
                </c:pt>
                <c:pt idx="338">
                  <c:v>0.93888888888888888</c:v>
                </c:pt>
                <c:pt idx="339">
                  <c:v>0.94166666666666665</c:v>
                </c:pt>
                <c:pt idx="340">
                  <c:v>0.94444444444444442</c:v>
                </c:pt>
                <c:pt idx="341">
                  <c:v>0.9472222222222223</c:v>
                </c:pt>
                <c:pt idx="342">
                  <c:v>0.95</c:v>
                </c:pt>
                <c:pt idx="343">
                  <c:v>0.95277777777777772</c:v>
                </c:pt>
                <c:pt idx="344">
                  <c:v>0.9555555555555556</c:v>
                </c:pt>
                <c:pt idx="345">
                  <c:v>0.95833333333333337</c:v>
                </c:pt>
                <c:pt idx="346">
                  <c:v>0.96111111111111103</c:v>
                </c:pt>
                <c:pt idx="347">
                  <c:v>0.96388888888888891</c:v>
                </c:pt>
                <c:pt idx="348">
                  <c:v>0.96666666666666667</c:v>
                </c:pt>
                <c:pt idx="349">
                  <c:v>0.96944444444444444</c:v>
                </c:pt>
                <c:pt idx="350">
                  <c:v>0.97222222222222221</c:v>
                </c:pt>
                <c:pt idx="351">
                  <c:v>0.97499999999999998</c:v>
                </c:pt>
                <c:pt idx="352">
                  <c:v>0.97777777777777775</c:v>
                </c:pt>
                <c:pt idx="353">
                  <c:v>0.98055555555555562</c:v>
                </c:pt>
                <c:pt idx="354">
                  <c:v>0.98333333333333328</c:v>
                </c:pt>
                <c:pt idx="355">
                  <c:v>0.98611111111111105</c:v>
                </c:pt>
                <c:pt idx="356">
                  <c:v>0.98888888888888893</c:v>
                </c:pt>
                <c:pt idx="357">
                  <c:v>0.9916666666666667</c:v>
                </c:pt>
                <c:pt idx="358">
                  <c:v>0.99444444444444435</c:v>
                </c:pt>
                <c:pt idx="359">
                  <c:v>0.99722222222222223</c:v>
                </c:pt>
                <c:pt idx="360">
                  <c:v>1</c:v>
                </c:pt>
                <c:pt idx="361">
                  <c:v>1.0027777777777778</c:v>
                </c:pt>
                <c:pt idx="362">
                  <c:v>1.0055555555555555</c:v>
                </c:pt>
                <c:pt idx="363">
                  <c:v>1.0083333333333333</c:v>
                </c:pt>
                <c:pt idx="364">
                  <c:v>1.0111111111111111</c:v>
                </c:pt>
                <c:pt idx="365">
                  <c:v>1.0138888888888888</c:v>
                </c:pt>
                <c:pt idx="366">
                  <c:v>1.0166666666666666</c:v>
                </c:pt>
                <c:pt idx="367">
                  <c:v>1.0194444444444444</c:v>
                </c:pt>
                <c:pt idx="368">
                  <c:v>1.0222222222222224</c:v>
                </c:pt>
                <c:pt idx="369">
                  <c:v>1.0249999999999999</c:v>
                </c:pt>
                <c:pt idx="370">
                  <c:v>1.0277777777777777</c:v>
                </c:pt>
                <c:pt idx="371">
                  <c:v>1.0305555555555557</c:v>
                </c:pt>
                <c:pt idx="372">
                  <c:v>1.0333333333333334</c:v>
                </c:pt>
                <c:pt idx="373">
                  <c:v>1.036111111111111</c:v>
                </c:pt>
                <c:pt idx="374">
                  <c:v>1.038888888888889</c:v>
                </c:pt>
                <c:pt idx="375">
                  <c:v>1.0416666666666667</c:v>
                </c:pt>
                <c:pt idx="376">
                  <c:v>1.0444444444444445</c:v>
                </c:pt>
                <c:pt idx="377">
                  <c:v>1.0472222222222223</c:v>
                </c:pt>
                <c:pt idx="378">
                  <c:v>1.05</c:v>
                </c:pt>
                <c:pt idx="379">
                  <c:v>1.0527777777777778</c:v>
                </c:pt>
                <c:pt idx="380">
                  <c:v>1.0555555555555556</c:v>
                </c:pt>
                <c:pt idx="381">
                  <c:v>1.0583333333333333</c:v>
                </c:pt>
                <c:pt idx="382">
                  <c:v>1.0611111111111111</c:v>
                </c:pt>
                <c:pt idx="383">
                  <c:v>1.0638888888888889</c:v>
                </c:pt>
                <c:pt idx="384">
                  <c:v>1.0666666666666667</c:v>
                </c:pt>
                <c:pt idx="385">
                  <c:v>1.0694444444444444</c:v>
                </c:pt>
                <c:pt idx="386">
                  <c:v>1.0722222222222222</c:v>
                </c:pt>
                <c:pt idx="387">
                  <c:v>1.075</c:v>
                </c:pt>
                <c:pt idx="388">
                  <c:v>1.0777777777777779</c:v>
                </c:pt>
                <c:pt idx="389">
                  <c:v>1.0805555555555555</c:v>
                </c:pt>
                <c:pt idx="390">
                  <c:v>1.0833333333333333</c:v>
                </c:pt>
                <c:pt idx="391">
                  <c:v>1.0861111111111112</c:v>
                </c:pt>
                <c:pt idx="392">
                  <c:v>1.0888888888888888</c:v>
                </c:pt>
                <c:pt idx="393">
                  <c:v>1.0916666666666666</c:v>
                </c:pt>
                <c:pt idx="394">
                  <c:v>1.0944444444444446</c:v>
                </c:pt>
                <c:pt idx="395">
                  <c:v>1.0972222222222221</c:v>
                </c:pt>
                <c:pt idx="396">
                  <c:v>1.1000000000000001</c:v>
                </c:pt>
                <c:pt idx="397">
                  <c:v>1.1027777777777779</c:v>
                </c:pt>
                <c:pt idx="398">
                  <c:v>1.1055555555555554</c:v>
                </c:pt>
                <c:pt idx="399">
                  <c:v>1.1083333333333334</c:v>
                </c:pt>
                <c:pt idx="400">
                  <c:v>1.1111111111111112</c:v>
                </c:pt>
                <c:pt idx="401">
                  <c:v>1.1138888888888887</c:v>
                </c:pt>
                <c:pt idx="402">
                  <c:v>1.1166666666666667</c:v>
                </c:pt>
                <c:pt idx="403">
                  <c:v>1.1194444444444445</c:v>
                </c:pt>
                <c:pt idx="404">
                  <c:v>1.1222222222222222</c:v>
                </c:pt>
                <c:pt idx="405">
                  <c:v>1.125</c:v>
                </c:pt>
                <c:pt idx="406">
                  <c:v>1.1277777777777778</c:v>
                </c:pt>
                <c:pt idx="407">
                  <c:v>1.1305555555555555</c:v>
                </c:pt>
                <c:pt idx="408">
                  <c:v>1.1333333333333333</c:v>
                </c:pt>
                <c:pt idx="409">
                  <c:v>1.1361111111111113</c:v>
                </c:pt>
                <c:pt idx="410">
                  <c:v>1.1388888888888888</c:v>
                </c:pt>
                <c:pt idx="411">
                  <c:v>1.1416666666666666</c:v>
                </c:pt>
                <c:pt idx="412">
                  <c:v>1.1444444444444446</c:v>
                </c:pt>
                <c:pt idx="413">
                  <c:v>1.1472222222222221</c:v>
                </c:pt>
                <c:pt idx="414">
                  <c:v>1.1499999999999999</c:v>
                </c:pt>
                <c:pt idx="415">
                  <c:v>1.1527777777777779</c:v>
                </c:pt>
                <c:pt idx="416">
                  <c:v>1.1555555555555554</c:v>
                </c:pt>
                <c:pt idx="417">
                  <c:v>1.1583333333333334</c:v>
                </c:pt>
                <c:pt idx="418">
                  <c:v>1.1611111111111112</c:v>
                </c:pt>
                <c:pt idx="419">
                  <c:v>1.1638888888888888</c:v>
                </c:pt>
                <c:pt idx="420">
                  <c:v>1.1666666666666667</c:v>
                </c:pt>
                <c:pt idx="421">
                  <c:v>1.1694444444444445</c:v>
                </c:pt>
                <c:pt idx="422">
                  <c:v>1.1722222222222221</c:v>
                </c:pt>
                <c:pt idx="423">
                  <c:v>1.175</c:v>
                </c:pt>
                <c:pt idx="424">
                  <c:v>1.1777777777777778</c:v>
                </c:pt>
                <c:pt idx="425">
                  <c:v>1.1805555555555556</c:v>
                </c:pt>
                <c:pt idx="426">
                  <c:v>1.1833333333333333</c:v>
                </c:pt>
                <c:pt idx="427">
                  <c:v>1.1861111111111111</c:v>
                </c:pt>
                <c:pt idx="428">
                  <c:v>1.1888888888888889</c:v>
                </c:pt>
                <c:pt idx="429">
                  <c:v>1.1916666666666667</c:v>
                </c:pt>
                <c:pt idx="430">
                  <c:v>1.1944444444444444</c:v>
                </c:pt>
                <c:pt idx="431">
                  <c:v>1.1972222222222222</c:v>
                </c:pt>
                <c:pt idx="432">
                  <c:v>1.2</c:v>
                </c:pt>
                <c:pt idx="433">
                  <c:v>1.2027777777777779</c:v>
                </c:pt>
                <c:pt idx="434">
                  <c:v>1.2055555555555555</c:v>
                </c:pt>
                <c:pt idx="435">
                  <c:v>1.2083333333333333</c:v>
                </c:pt>
                <c:pt idx="436">
                  <c:v>1.2111111111111112</c:v>
                </c:pt>
                <c:pt idx="437">
                  <c:v>1.2138888888888888</c:v>
                </c:pt>
                <c:pt idx="438">
                  <c:v>1.2166666666666666</c:v>
                </c:pt>
                <c:pt idx="439">
                  <c:v>1.2194444444444446</c:v>
                </c:pt>
                <c:pt idx="440">
                  <c:v>1.2222222222222221</c:v>
                </c:pt>
                <c:pt idx="441">
                  <c:v>1.2250000000000001</c:v>
                </c:pt>
                <c:pt idx="442">
                  <c:v>1.2277777777777779</c:v>
                </c:pt>
                <c:pt idx="443">
                  <c:v>1.2305555555555554</c:v>
                </c:pt>
                <c:pt idx="444">
                  <c:v>1.2333333333333334</c:v>
                </c:pt>
                <c:pt idx="445">
                  <c:v>1.2361111111111112</c:v>
                </c:pt>
                <c:pt idx="446">
                  <c:v>1.2388888888888887</c:v>
                </c:pt>
                <c:pt idx="447">
                  <c:v>1.2416666666666667</c:v>
                </c:pt>
                <c:pt idx="448">
                  <c:v>1.2444444444444445</c:v>
                </c:pt>
                <c:pt idx="449">
                  <c:v>1.2472222222222222</c:v>
                </c:pt>
                <c:pt idx="450">
                  <c:v>1.25</c:v>
                </c:pt>
                <c:pt idx="451">
                  <c:v>1.2527777777777778</c:v>
                </c:pt>
                <c:pt idx="452">
                  <c:v>1.2555555555555555</c:v>
                </c:pt>
                <c:pt idx="453">
                  <c:v>1.2583333333333333</c:v>
                </c:pt>
                <c:pt idx="454">
                  <c:v>1.2611111111111113</c:v>
                </c:pt>
                <c:pt idx="455">
                  <c:v>1.2638888888888888</c:v>
                </c:pt>
                <c:pt idx="456">
                  <c:v>1.2666666666666666</c:v>
                </c:pt>
                <c:pt idx="457">
                  <c:v>1.2694444444444446</c:v>
                </c:pt>
                <c:pt idx="458">
                  <c:v>1.2722222222222221</c:v>
                </c:pt>
                <c:pt idx="459">
                  <c:v>1.2749999999999999</c:v>
                </c:pt>
                <c:pt idx="460">
                  <c:v>1.2777777777777779</c:v>
                </c:pt>
                <c:pt idx="461">
                  <c:v>1.2805555555555554</c:v>
                </c:pt>
                <c:pt idx="462">
                  <c:v>1.2833333333333334</c:v>
                </c:pt>
                <c:pt idx="463">
                  <c:v>1.2861111111111112</c:v>
                </c:pt>
                <c:pt idx="464">
                  <c:v>1.2888888888888888</c:v>
                </c:pt>
                <c:pt idx="465">
                  <c:v>1.2916666666666667</c:v>
                </c:pt>
                <c:pt idx="466">
                  <c:v>1.2944444444444445</c:v>
                </c:pt>
                <c:pt idx="467">
                  <c:v>1.2972222222222221</c:v>
                </c:pt>
                <c:pt idx="468">
                  <c:v>1.3</c:v>
                </c:pt>
                <c:pt idx="469">
                  <c:v>1.3027777777777778</c:v>
                </c:pt>
                <c:pt idx="470">
                  <c:v>1.3055555555555556</c:v>
                </c:pt>
                <c:pt idx="471">
                  <c:v>1.3083333333333333</c:v>
                </c:pt>
                <c:pt idx="472">
                  <c:v>1.3111111111111111</c:v>
                </c:pt>
                <c:pt idx="473">
                  <c:v>1.3138888888888889</c:v>
                </c:pt>
                <c:pt idx="474">
                  <c:v>1.3166666666666667</c:v>
                </c:pt>
                <c:pt idx="475">
                  <c:v>1.3194444444444444</c:v>
                </c:pt>
                <c:pt idx="476">
                  <c:v>1.3222222222222222</c:v>
                </c:pt>
                <c:pt idx="477">
                  <c:v>1.325</c:v>
                </c:pt>
                <c:pt idx="478">
                  <c:v>1.3277777777777779</c:v>
                </c:pt>
                <c:pt idx="479">
                  <c:v>1.3305555555555555</c:v>
                </c:pt>
                <c:pt idx="480">
                  <c:v>1.3333333333333333</c:v>
                </c:pt>
                <c:pt idx="481">
                  <c:v>1.3361111111111112</c:v>
                </c:pt>
                <c:pt idx="482">
                  <c:v>1.3388888888888888</c:v>
                </c:pt>
                <c:pt idx="483">
                  <c:v>1.3416666666666666</c:v>
                </c:pt>
                <c:pt idx="484">
                  <c:v>1.3444444444444446</c:v>
                </c:pt>
                <c:pt idx="485">
                  <c:v>1.3472222222222221</c:v>
                </c:pt>
                <c:pt idx="486">
                  <c:v>1.35</c:v>
                </c:pt>
                <c:pt idx="487">
                  <c:v>1.3527777777777779</c:v>
                </c:pt>
                <c:pt idx="488">
                  <c:v>1.3555555555555554</c:v>
                </c:pt>
                <c:pt idx="489">
                  <c:v>1.3583333333333334</c:v>
                </c:pt>
                <c:pt idx="490">
                  <c:v>1.3611111111111112</c:v>
                </c:pt>
                <c:pt idx="491">
                  <c:v>1.3638888888888887</c:v>
                </c:pt>
                <c:pt idx="492">
                  <c:v>1.3666666666666667</c:v>
                </c:pt>
                <c:pt idx="493">
                  <c:v>1.3694444444444445</c:v>
                </c:pt>
                <c:pt idx="494">
                  <c:v>1.3722222222222222</c:v>
                </c:pt>
                <c:pt idx="495">
                  <c:v>1.375</c:v>
                </c:pt>
                <c:pt idx="496">
                  <c:v>1.3777777777777778</c:v>
                </c:pt>
                <c:pt idx="497">
                  <c:v>1.3805555555555555</c:v>
                </c:pt>
                <c:pt idx="498">
                  <c:v>1.3833333333333333</c:v>
                </c:pt>
                <c:pt idx="499">
                  <c:v>1.3861111111111113</c:v>
                </c:pt>
                <c:pt idx="500">
                  <c:v>1.3888888888888888</c:v>
                </c:pt>
                <c:pt idx="501">
                  <c:v>1.3916666666666666</c:v>
                </c:pt>
                <c:pt idx="502">
                  <c:v>1.3944444444444446</c:v>
                </c:pt>
                <c:pt idx="503">
                  <c:v>1.3972222222222221</c:v>
                </c:pt>
                <c:pt idx="504">
                  <c:v>1.4</c:v>
                </c:pt>
                <c:pt idx="505">
                  <c:v>1.4027777777777779</c:v>
                </c:pt>
                <c:pt idx="506">
                  <c:v>1.4055555555555554</c:v>
                </c:pt>
                <c:pt idx="507">
                  <c:v>1.4083333333333334</c:v>
                </c:pt>
                <c:pt idx="508">
                  <c:v>1.4111111111111112</c:v>
                </c:pt>
                <c:pt idx="509">
                  <c:v>1.4138888888888888</c:v>
                </c:pt>
                <c:pt idx="510">
                  <c:v>1.4166666666666667</c:v>
                </c:pt>
                <c:pt idx="511">
                  <c:v>1.4194444444444445</c:v>
                </c:pt>
                <c:pt idx="512">
                  <c:v>1.4222222222222221</c:v>
                </c:pt>
                <c:pt idx="513">
                  <c:v>1.425</c:v>
                </c:pt>
                <c:pt idx="514">
                  <c:v>1.4277777777777778</c:v>
                </c:pt>
                <c:pt idx="515">
                  <c:v>1.4305555555555556</c:v>
                </c:pt>
                <c:pt idx="516">
                  <c:v>1.4333333333333333</c:v>
                </c:pt>
                <c:pt idx="517">
                  <c:v>1.4361111111111111</c:v>
                </c:pt>
                <c:pt idx="518">
                  <c:v>1.4388888888888889</c:v>
                </c:pt>
                <c:pt idx="519">
                  <c:v>1.4416666666666667</c:v>
                </c:pt>
                <c:pt idx="520">
                  <c:v>1.4444444444444444</c:v>
                </c:pt>
                <c:pt idx="521">
                  <c:v>1.4472222222222222</c:v>
                </c:pt>
                <c:pt idx="522">
                  <c:v>1.45</c:v>
                </c:pt>
                <c:pt idx="523">
                  <c:v>1.4527777777777779</c:v>
                </c:pt>
                <c:pt idx="524">
                  <c:v>1.4555555555555555</c:v>
                </c:pt>
                <c:pt idx="525">
                  <c:v>1.4583333333333333</c:v>
                </c:pt>
                <c:pt idx="526">
                  <c:v>1.4611111111111112</c:v>
                </c:pt>
                <c:pt idx="527">
                  <c:v>1.4638888888888888</c:v>
                </c:pt>
                <c:pt idx="528">
                  <c:v>1.4666666666666666</c:v>
                </c:pt>
                <c:pt idx="529">
                  <c:v>1.4694444444444446</c:v>
                </c:pt>
                <c:pt idx="530">
                  <c:v>1.4722222222222221</c:v>
                </c:pt>
                <c:pt idx="531">
                  <c:v>1.4750000000000001</c:v>
                </c:pt>
                <c:pt idx="532">
                  <c:v>1.4777777777777779</c:v>
                </c:pt>
                <c:pt idx="533">
                  <c:v>1.4805555555555554</c:v>
                </c:pt>
                <c:pt idx="534">
                  <c:v>1.4833333333333334</c:v>
                </c:pt>
                <c:pt idx="535">
                  <c:v>1.4861111111111112</c:v>
                </c:pt>
                <c:pt idx="536">
                  <c:v>1.4888888888888887</c:v>
                </c:pt>
                <c:pt idx="537">
                  <c:v>1.4916666666666667</c:v>
                </c:pt>
                <c:pt idx="538">
                  <c:v>1.4944444444444445</c:v>
                </c:pt>
                <c:pt idx="539">
                  <c:v>1.4972222222222222</c:v>
                </c:pt>
                <c:pt idx="540">
                  <c:v>1.5</c:v>
                </c:pt>
                <c:pt idx="541">
                  <c:v>1.5027777777777778</c:v>
                </c:pt>
                <c:pt idx="542">
                  <c:v>1.5055555555555555</c:v>
                </c:pt>
                <c:pt idx="543">
                  <c:v>1.5083333333333333</c:v>
                </c:pt>
                <c:pt idx="544">
                  <c:v>1.5111111111111113</c:v>
                </c:pt>
                <c:pt idx="545">
                  <c:v>1.5138888888888888</c:v>
                </c:pt>
                <c:pt idx="546">
                  <c:v>1.5166666666666666</c:v>
                </c:pt>
                <c:pt idx="547">
                  <c:v>1.5194444444444446</c:v>
                </c:pt>
                <c:pt idx="548">
                  <c:v>1.5222222222222221</c:v>
                </c:pt>
                <c:pt idx="549">
                  <c:v>1.5249999999999999</c:v>
                </c:pt>
                <c:pt idx="550">
                  <c:v>1.5277777777777779</c:v>
                </c:pt>
                <c:pt idx="551">
                  <c:v>1.5305555555555554</c:v>
                </c:pt>
                <c:pt idx="552">
                  <c:v>1.5333333333333334</c:v>
                </c:pt>
                <c:pt idx="553">
                  <c:v>1.5361111111111112</c:v>
                </c:pt>
                <c:pt idx="554">
                  <c:v>1.5388888888888888</c:v>
                </c:pt>
                <c:pt idx="555">
                  <c:v>1.5416666666666667</c:v>
                </c:pt>
                <c:pt idx="556">
                  <c:v>1.5444444444444445</c:v>
                </c:pt>
                <c:pt idx="557">
                  <c:v>1.5472222222222221</c:v>
                </c:pt>
                <c:pt idx="558">
                  <c:v>1.55</c:v>
                </c:pt>
                <c:pt idx="559">
                  <c:v>1.5527777777777778</c:v>
                </c:pt>
                <c:pt idx="560">
                  <c:v>1.5555555555555556</c:v>
                </c:pt>
                <c:pt idx="561">
                  <c:v>1.5583333333333333</c:v>
                </c:pt>
                <c:pt idx="562">
                  <c:v>1.5611111111111111</c:v>
                </c:pt>
                <c:pt idx="563">
                  <c:v>1.5638888888888889</c:v>
                </c:pt>
                <c:pt idx="564">
                  <c:v>1.5666666666666667</c:v>
                </c:pt>
                <c:pt idx="565">
                  <c:v>1.5694444444444444</c:v>
                </c:pt>
                <c:pt idx="566">
                  <c:v>1.5722222222222222</c:v>
                </c:pt>
                <c:pt idx="567">
                  <c:v>1.575</c:v>
                </c:pt>
                <c:pt idx="568">
                  <c:v>1.5777777777777779</c:v>
                </c:pt>
                <c:pt idx="569">
                  <c:v>1.5805555555555555</c:v>
                </c:pt>
                <c:pt idx="570">
                  <c:v>1.5833333333333333</c:v>
                </c:pt>
                <c:pt idx="571">
                  <c:v>1.5861111111111112</c:v>
                </c:pt>
                <c:pt idx="572">
                  <c:v>1.5888888888888888</c:v>
                </c:pt>
                <c:pt idx="573">
                  <c:v>1.5916666666666666</c:v>
                </c:pt>
                <c:pt idx="574">
                  <c:v>1.5944444444444446</c:v>
                </c:pt>
                <c:pt idx="575">
                  <c:v>1.5972222222222221</c:v>
                </c:pt>
                <c:pt idx="576">
                  <c:v>1.6</c:v>
                </c:pt>
                <c:pt idx="577">
                  <c:v>1.6027777777777779</c:v>
                </c:pt>
                <c:pt idx="578">
                  <c:v>1.6055555555555554</c:v>
                </c:pt>
                <c:pt idx="579">
                  <c:v>1.6083333333333334</c:v>
                </c:pt>
                <c:pt idx="580">
                  <c:v>1.6111111111111112</c:v>
                </c:pt>
                <c:pt idx="581">
                  <c:v>1.6138888888888887</c:v>
                </c:pt>
                <c:pt idx="582">
                  <c:v>1.6166666666666667</c:v>
                </c:pt>
                <c:pt idx="583">
                  <c:v>1.6194444444444445</c:v>
                </c:pt>
                <c:pt idx="584">
                  <c:v>1.6222222222222222</c:v>
                </c:pt>
                <c:pt idx="585">
                  <c:v>1.625</c:v>
                </c:pt>
                <c:pt idx="586">
                  <c:v>1.6277777777777778</c:v>
                </c:pt>
                <c:pt idx="587">
                  <c:v>1.6305555555555555</c:v>
                </c:pt>
                <c:pt idx="588">
                  <c:v>1.6333333333333333</c:v>
                </c:pt>
                <c:pt idx="589">
                  <c:v>1.6361111111111113</c:v>
                </c:pt>
                <c:pt idx="590">
                  <c:v>1.6388888888888888</c:v>
                </c:pt>
                <c:pt idx="591">
                  <c:v>1.6416666666666666</c:v>
                </c:pt>
                <c:pt idx="592">
                  <c:v>1.6444444444444446</c:v>
                </c:pt>
                <c:pt idx="593">
                  <c:v>1.6472222222222221</c:v>
                </c:pt>
                <c:pt idx="594">
                  <c:v>1.65</c:v>
                </c:pt>
                <c:pt idx="595">
                  <c:v>1.6527777777777779</c:v>
                </c:pt>
                <c:pt idx="596">
                  <c:v>1.6555555555555554</c:v>
                </c:pt>
                <c:pt idx="597">
                  <c:v>1.6583333333333334</c:v>
                </c:pt>
                <c:pt idx="598">
                  <c:v>1.6611111111111112</c:v>
                </c:pt>
                <c:pt idx="599">
                  <c:v>1.6638888888888888</c:v>
                </c:pt>
                <c:pt idx="600">
                  <c:v>1.6666666666666667</c:v>
                </c:pt>
                <c:pt idx="601">
                  <c:v>1.6694444444444445</c:v>
                </c:pt>
                <c:pt idx="602">
                  <c:v>1.6722222222222221</c:v>
                </c:pt>
                <c:pt idx="603">
                  <c:v>1.675</c:v>
                </c:pt>
                <c:pt idx="604">
                  <c:v>1.6777777777777778</c:v>
                </c:pt>
                <c:pt idx="605">
                  <c:v>1.6805555555555556</c:v>
                </c:pt>
                <c:pt idx="606">
                  <c:v>1.6833333333333333</c:v>
                </c:pt>
                <c:pt idx="607">
                  <c:v>1.6861111111111111</c:v>
                </c:pt>
                <c:pt idx="608">
                  <c:v>1.6888888888888889</c:v>
                </c:pt>
                <c:pt idx="609">
                  <c:v>1.6916666666666667</c:v>
                </c:pt>
                <c:pt idx="610">
                  <c:v>1.6944444444444444</c:v>
                </c:pt>
                <c:pt idx="611">
                  <c:v>1.6972222222222222</c:v>
                </c:pt>
                <c:pt idx="612">
                  <c:v>1.7</c:v>
                </c:pt>
                <c:pt idx="613">
                  <c:v>1.7027777777777779</c:v>
                </c:pt>
                <c:pt idx="614">
                  <c:v>1.7055555555555555</c:v>
                </c:pt>
                <c:pt idx="615">
                  <c:v>1.7083333333333333</c:v>
                </c:pt>
                <c:pt idx="616">
                  <c:v>1.7111111111111112</c:v>
                </c:pt>
                <c:pt idx="617">
                  <c:v>1.7138888888888888</c:v>
                </c:pt>
                <c:pt idx="618">
                  <c:v>1.7166666666666666</c:v>
                </c:pt>
                <c:pt idx="619">
                  <c:v>1.7194444444444446</c:v>
                </c:pt>
                <c:pt idx="620">
                  <c:v>1.7222222222222221</c:v>
                </c:pt>
                <c:pt idx="621">
                  <c:v>1.7250000000000001</c:v>
                </c:pt>
                <c:pt idx="622">
                  <c:v>1.7277777777777779</c:v>
                </c:pt>
                <c:pt idx="623">
                  <c:v>1.7305555555555554</c:v>
                </c:pt>
                <c:pt idx="624">
                  <c:v>1.7333333333333334</c:v>
                </c:pt>
                <c:pt idx="625">
                  <c:v>1.7361111111111112</c:v>
                </c:pt>
                <c:pt idx="626">
                  <c:v>1.7388888888888887</c:v>
                </c:pt>
                <c:pt idx="627">
                  <c:v>1.7416666666666667</c:v>
                </c:pt>
                <c:pt idx="628">
                  <c:v>1.7444444444444445</c:v>
                </c:pt>
                <c:pt idx="629">
                  <c:v>1.7472222222222222</c:v>
                </c:pt>
                <c:pt idx="630">
                  <c:v>1.75</c:v>
                </c:pt>
                <c:pt idx="631">
                  <c:v>1.7527777777777778</c:v>
                </c:pt>
                <c:pt idx="632">
                  <c:v>1.7555555555555555</c:v>
                </c:pt>
                <c:pt idx="633">
                  <c:v>1.7583333333333333</c:v>
                </c:pt>
                <c:pt idx="634">
                  <c:v>1.7611111111111113</c:v>
                </c:pt>
                <c:pt idx="635">
                  <c:v>1.7638888888888888</c:v>
                </c:pt>
                <c:pt idx="636">
                  <c:v>1.7666666666666666</c:v>
                </c:pt>
                <c:pt idx="637">
                  <c:v>1.7694444444444446</c:v>
                </c:pt>
                <c:pt idx="638">
                  <c:v>1.7722222222222221</c:v>
                </c:pt>
                <c:pt idx="639">
                  <c:v>1.7749999999999999</c:v>
                </c:pt>
                <c:pt idx="640">
                  <c:v>1.7777777777777779</c:v>
                </c:pt>
                <c:pt idx="641">
                  <c:v>1.7805555555555554</c:v>
                </c:pt>
                <c:pt idx="642">
                  <c:v>1.7833333333333334</c:v>
                </c:pt>
                <c:pt idx="643">
                  <c:v>1.7861111111111112</c:v>
                </c:pt>
                <c:pt idx="644">
                  <c:v>1.7888888888888888</c:v>
                </c:pt>
                <c:pt idx="645">
                  <c:v>1.7916666666666667</c:v>
                </c:pt>
                <c:pt idx="646">
                  <c:v>1.7944444444444445</c:v>
                </c:pt>
                <c:pt idx="647">
                  <c:v>1.7972222222222221</c:v>
                </c:pt>
                <c:pt idx="648">
                  <c:v>1.8</c:v>
                </c:pt>
                <c:pt idx="649">
                  <c:v>1.8027777777777778</c:v>
                </c:pt>
                <c:pt idx="650">
                  <c:v>1.8055555555555556</c:v>
                </c:pt>
                <c:pt idx="651">
                  <c:v>1.8083333333333333</c:v>
                </c:pt>
                <c:pt idx="652">
                  <c:v>1.8111111111111111</c:v>
                </c:pt>
                <c:pt idx="653">
                  <c:v>1.8138888888888889</c:v>
                </c:pt>
                <c:pt idx="654">
                  <c:v>1.8166666666666667</c:v>
                </c:pt>
                <c:pt idx="655">
                  <c:v>1.8194444444444444</c:v>
                </c:pt>
                <c:pt idx="656">
                  <c:v>1.8222222222222222</c:v>
                </c:pt>
                <c:pt idx="657">
                  <c:v>1.825</c:v>
                </c:pt>
                <c:pt idx="658">
                  <c:v>1.8277777777777779</c:v>
                </c:pt>
                <c:pt idx="659">
                  <c:v>1.8305555555555555</c:v>
                </c:pt>
                <c:pt idx="660">
                  <c:v>1.8333333333333333</c:v>
                </c:pt>
                <c:pt idx="661">
                  <c:v>1.8361111111111112</c:v>
                </c:pt>
                <c:pt idx="662">
                  <c:v>1.8388888888888888</c:v>
                </c:pt>
                <c:pt idx="663">
                  <c:v>1.8416666666666666</c:v>
                </c:pt>
                <c:pt idx="664">
                  <c:v>1.8444444444444446</c:v>
                </c:pt>
                <c:pt idx="665">
                  <c:v>1.8472222222222221</c:v>
                </c:pt>
                <c:pt idx="666">
                  <c:v>1.85</c:v>
                </c:pt>
                <c:pt idx="667">
                  <c:v>1.8527777777777779</c:v>
                </c:pt>
                <c:pt idx="668">
                  <c:v>1.8555555555555554</c:v>
                </c:pt>
                <c:pt idx="669">
                  <c:v>1.8583333333333334</c:v>
                </c:pt>
                <c:pt idx="670">
                  <c:v>1.8611111111111112</c:v>
                </c:pt>
                <c:pt idx="671">
                  <c:v>1.8638888888888887</c:v>
                </c:pt>
                <c:pt idx="672">
                  <c:v>1.8666666666666667</c:v>
                </c:pt>
                <c:pt idx="673">
                  <c:v>1.8694444444444445</c:v>
                </c:pt>
                <c:pt idx="674">
                  <c:v>1.8722222222222222</c:v>
                </c:pt>
                <c:pt idx="675">
                  <c:v>1.875</c:v>
                </c:pt>
                <c:pt idx="676">
                  <c:v>1.8777777777777778</c:v>
                </c:pt>
                <c:pt idx="677">
                  <c:v>1.8805555555555555</c:v>
                </c:pt>
                <c:pt idx="678">
                  <c:v>1.8833333333333333</c:v>
                </c:pt>
                <c:pt idx="679">
                  <c:v>1.8861111111111113</c:v>
                </c:pt>
                <c:pt idx="680">
                  <c:v>1.8888888888888888</c:v>
                </c:pt>
                <c:pt idx="681">
                  <c:v>1.8916666666666666</c:v>
                </c:pt>
                <c:pt idx="682">
                  <c:v>1.8944444444444446</c:v>
                </c:pt>
                <c:pt idx="683">
                  <c:v>1.8972222222222221</c:v>
                </c:pt>
                <c:pt idx="684">
                  <c:v>1.9</c:v>
                </c:pt>
                <c:pt idx="685">
                  <c:v>1.9027777777777779</c:v>
                </c:pt>
                <c:pt idx="686">
                  <c:v>1.9055555555555554</c:v>
                </c:pt>
                <c:pt idx="687">
                  <c:v>1.9083333333333334</c:v>
                </c:pt>
                <c:pt idx="688">
                  <c:v>1.9111111111111112</c:v>
                </c:pt>
                <c:pt idx="689">
                  <c:v>1.9138888888888888</c:v>
                </c:pt>
                <c:pt idx="690">
                  <c:v>1.9166666666666667</c:v>
                </c:pt>
                <c:pt idx="691">
                  <c:v>1.9194444444444445</c:v>
                </c:pt>
                <c:pt idx="692">
                  <c:v>1.9222222222222221</c:v>
                </c:pt>
                <c:pt idx="693">
                  <c:v>1.925</c:v>
                </c:pt>
                <c:pt idx="694">
                  <c:v>1.9277777777777778</c:v>
                </c:pt>
                <c:pt idx="695">
                  <c:v>1.9305555555555556</c:v>
                </c:pt>
                <c:pt idx="696">
                  <c:v>1.9333333333333333</c:v>
                </c:pt>
                <c:pt idx="697">
                  <c:v>1.9361111111111111</c:v>
                </c:pt>
                <c:pt idx="698">
                  <c:v>1.9388888888888889</c:v>
                </c:pt>
                <c:pt idx="699">
                  <c:v>1.9416666666666667</c:v>
                </c:pt>
                <c:pt idx="700">
                  <c:v>1.9444444444444444</c:v>
                </c:pt>
                <c:pt idx="701">
                  <c:v>1.9472222222222222</c:v>
                </c:pt>
                <c:pt idx="702">
                  <c:v>1.95</c:v>
                </c:pt>
                <c:pt idx="703">
                  <c:v>1.9527777777777779</c:v>
                </c:pt>
                <c:pt idx="704">
                  <c:v>1.9555555555555555</c:v>
                </c:pt>
                <c:pt idx="705">
                  <c:v>1.9583333333333333</c:v>
                </c:pt>
                <c:pt idx="706">
                  <c:v>1.9611111111111112</c:v>
                </c:pt>
                <c:pt idx="707">
                  <c:v>1.9638888888888888</c:v>
                </c:pt>
                <c:pt idx="708">
                  <c:v>1.9666666666666666</c:v>
                </c:pt>
                <c:pt idx="709">
                  <c:v>1.9694444444444446</c:v>
                </c:pt>
                <c:pt idx="710">
                  <c:v>1.9722222222222221</c:v>
                </c:pt>
                <c:pt idx="711">
                  <c:v>1.9750000000000001</c:v>
                </c:pt>
                <c:pt idx="712">
                  <c:v>1.9777777777777779</c:v>
                </c:pt>
                <c:pt idx="713">
                  <c:v>1.9805555555555554</c:v>
                </c:pt>
                <c:pt idx="714">
                  <c:v>1.9833333333333334</c:v>
                </c:pt>
                <c:pt idx="715">
                  <c:v>1.9861111111111112</c:v>
                </c:pt>
                <c:pt idx="716">
                  <c:v>1.9888888888888887</c:v>
                </c:pt>
                <c:pt idx="717">
                  <c:v>1.9916666666666667</c:v>
                </c:pt>
                <c:pt idx="718">
                  <c:v>1.9944444444444445</c:v>
                </c:pt>
                <c:pt idx="719">
                  <c:v>1.9972222222222222</c:v>
                </c:pt>
                <c:pt idx="720">
                  <c:v>2</c:v>
                </c:pt>
                <c:pt idx="721">
                  <c:v>2.0027777777777778</c:v>
                </c:pt>
                <c:pt idx="722">
                  <c:v>2.0055555555555555</c:v>
                </c:pt>
                <c:pt idx="723">
                  <c:v>2.0083333333333333</c:v>
                </c:pt>
                <c:pt idx="724">
                  <c:v>2.0111111111111111</c:v>
                </c:pt>
                <c:pt idx="725">
                  <c:v>2.0138888888888888</c:v>
                </c:pt>
                <c:pt idx="726">
                  <c:v>2.0166666666666666</c:v>
                </c:pt>
                <c:pt idx="727">
                  <c:v>2.0194444444444444</c:v>
                </c:pt>
                <c:pt idx="728">
                  <c:v>2.0222222222222221</c:v>
                </c:pt>
                <c:pt idx="729">
                  <c:v>2.0249999999999999</c:v>
                </c:pt>
                <c:pt idx="730">
                  <c:v>2.0277777777777777</c:v>
                </c:pt>
                <c:pt idx="731">
                  <c:v>2.0305555555555554</c:v>
                </c:pt>
                <c:pt idx="732">
                  <c:v>2.0333333333333332</c:v>
                </c:pt>
                <c:pt idx="733">
                  <c:v>2.036111111111111</c:v>
                </c:pt>
                <c:pt idx="734">
                  <c:v>2.0388888888888888</c:v>
                </c:pt>
                <c:pt idx="735">
                  <c:v>2.0416666666666665</c:v>
                </c:pt>
                <c:pt idx="736">
                  <c:v>2.0444444444444447</c:v>
                </c:pt>
                <c:pt idx="737">
                  <c:v>2.0472222222222221</c:v>
                </c:pt>
                <c:pt idx="738">
                  <c:v>2.0499999999999998</c:v>
                </c:pt>
                <c:pt idx="739">
                  <c:v>2.052777777777778</c:v>
                </c:pt>
                <c:pt idx="740">
                  <c:v>2.0555555555555554</c:v>
                </c:pt>
                <c:pt idx="741">
                  <c:v>2.0583333333333331</c:v>
                </c:pt>
                <c:pt idx="742">
                  <c:v>2.0611111111111113</c:v>
                </c:pt>
                <c:pt idx="743">
                  <c:v>2.0638888888888887</c:v>
                </c:pt>
                <c:pt idx="744">
                  <c:v>2.0666666666666669</c:v>
                </c:pt>
                <c:pt idx="745">
                  <c:v>2.0694444444444446</c:v>
                </c:pt>
                <c:pt idx="746">
                  <c:v>2.072222222222222</c:v>
                </c:pt>
                <c:pt idx="747">
                  <c:v>2.0750000000000002</c:v>
                </c:pt>
                <c:pt idx="748">
                  <c:v>2.0777777777777779</c:v>
                </c:pt>
                <c:pt idx="749">
                  <c:v>2.0805555555555553</c:v>
                </c:pt>
                <c:pt idx="750">
                  <c:v>2.0833333333333335</c:v>
                </c:pt>
                <c:pt idx="751">
                  <c:v>2.0861111111111112</c:v>
                </c:pt>
                <c:pt idx="752">
                  <c:v>2.088888888888889</c:v>
                </c:pt>
                <c:pt idx="753">
                  <c:v>2.0916666666666668</c:v>
                </c:pt>
                <c:pt idx="754">
                  <c:v>2.0944444444444446</c:v>
                </c:pt>
                <c:pt idx="755">
                  <c:v>2.0972222222222223</c:v>
                </c:pt>
                <c:pt idx="756">
                  <c:v>2.1</c:v>
                </c:pt>
                <c:pt idx="757">
                  <c:v>2.1027777777777779</c:v>
                </c:pt>
                <c:pt idx="758">
                  <c:v>2.1055555555555556</c:v>
                </c:pt>
                <c:pt idx="759">
                  <c:v>2.1083333333333334</c:v>
                </c:pt>
                <c:pt idx="760">
                  <c:v>2.1111111111111112</c:v>
                </c:pt>
                <c:pt idx="761">
                  <c:v>2.1138888888888889</c:v>
                </c:pt>
                <c:pt idx="762">
                  <c:v>2.1166666666666667</c:v>
                </c:pt>
                <c:pt idx="763">
                  <c:v>2.1194444444444445</c:v>
                </c:pt>
                <c:pt idx="764">
                  <c:v>2.1222222222222222</c:v>
                </c:pt>
                <c:pt idx="765">
                  <c:v>2.125</c:v>
                </c:pt>
                <c:pt idx="766">
                  <c:v>2.1277777777777778</c:v>
                </c:pt>
                <c:pt idx="767">
                  <c:v>2.1305555555555555</c:v>
                </c:pt>
                <c:pt idx="768">
                  <c:v>2.1333333333333333</c:v>
                </c:pt>
                <c:pt idx="769">
                  <c:v>2.1361111111111111</c:v>
                </c:pt>
                <c:pt idx="770">
                  <c:v>2.1388888888888888</c:v>
                </c:pt>
                <c:pt idx="771">
                  <c:v>2.1416666666666666</c:v>
                </c:pt>
                <c:pt idx="772">
                  <c:v>2.1444444444444444</c:v>
                </c:pt>
                <c:pt idx="773">
                  <c:v>2.1472222222222226</c:v>
                </c:pt>
                <c:pt idx="774">
                  <c:v>2.15</c:v>
                </c:pt>
                <c:pt idx="775">
                  <c:v>2.1527777777777777</c:v>
                </c:pt>
                <c:pt idx="776">
                  <c:v>2.1555555555555559</c:v>
                </c:pt>
                <c:pt idx="777">
                  <c:v>2.1583333333333332</c:v>
                </c:pt>
                <c:pt idx="778">
                  <c:v>2.161111111111111</c:v>
                </c:pt>
                <c:pt idx="779">
                  <c:v>2.1638888888888892</c:v>
                </c:pt>
                <c:pt idx="780">
                  <c:v>2.1666666666666665</c:v>
                </c:pt>
                <c:pt idx="781">
                  <c:v>2.1694444444444443</c:v>
                </c:pt>
                <c:pt idx="782">
                  <c:v>2.1722222222222225</c:v>
                </c:pt>
                <c:pt idx="783">
                  <c:v>2.1749999999999998</c:v>
                </c:pt>
                <c:pt idx="784">
                  <c:v>2.1777777777777776</c:v>
                </c:pt>
                <c:pt idx="785">
                  <c:v>2.1805555555555558</c:v>
                </c:pt>
                <c:pt idx="786">
                  <c:v>2.1833333333333331</c:v>
                </c:pt>
                <c:pt idx="787">
                  <c:v>2.1861111111111109</c:v>
                </c:pt>
                <c:pt idx="788">
                  <c:v>2.1888888888888891</c:v>
                </c:pt>
                <c:pt idx="789">
                  <c:v>2.1916666666666669</c:v>
                </c:pt>
                <c:pt idx="790">
                  <c:v>2.1944444444444442</c:v>
                </c:pt>
                <c:pt idx="791">
                  <c:v>2.1972222222222224</c:v>
                </c:pt>
                <c:pt idx="792">
                  <c:v>2.2000000000000002</c:v>
                </c:pt>
                <c:pt idx="793">
                  <c:v>2.2027777777777775</c:v>
                </c:pt>
                <c:pt idx="794">
                  <c:v>2.2055555555555557</c:v>
                </c:pt>
                <c:pt idx="795">
                  <c:v>2.2083333333333335</c:v>
                </c:pt>
                <c:pt idx="796">
                  <c:v>2.2111111111111108</c:v>
                </c:pt>
                <c:pt idx="797">
                  <c:v>2.213888888888889</c:v>
                </c:pt>
                <c:pt idx="798">
                  <c:v>2.2166666666666668</c:v>
                </c:pt>
                <c:pt idx="799">
                  <c:v>2.2194444444444441</c:v>
                </c:pt>
                <c:pt idx="800">
                  <c:v>2.2222222222222223</c:v>
                </c:pt>
                <c:pt idx="801">
                  <c:v>2.2250000000000001</c:v>
                </c:pt>
                <c:pt idx="802">
                  <c:v>2.2277777777777774</c:v>
                </c:pt>
                <c:pt idx="803">
                  <c:v>2.2305555555555556</c:v>
                </c:pt>
                <c:pt idx="804">
                  <c:v>2.2333333333333334</c:v>
                </c:pt>
                <c:pt idx="805">
                  <c:v>2.2361111111111112</c:v>
                </c:pt>
                <c:pt idx="806">
                  <c:v>2.2388888888888889</c:v>
                </c:pt>
                <c:pt idx="807">
                  <c:v>2.2416666666666667</c:v>
                </c:pt>
                <c:pt idx="808">
                  <c:v>2.2444444444444445</c:v>
                </c:pt>
                <c:pt idx="809">
                  <c:v>2.2472222222222222</c:v>
                </c:pt>
                <c:pt idx="810">
                  <c:v>2.25</c:v>
                </c:pt>
                <c:pt idx="811">
                  <c:v>2.2527777777777778</c:v>
                </c:pt>
                <c:pt idx="812">
                  <c:v>2.2555555555555555</c:v>
                </c:pt>
                <c:pt idx="813">
                  <c:v>2.2583333333333333</c:v>
                </c:pt>
                <c:pt idx="814">
                  <c:v>2.2611111111111111</c:v>
                </c:pt>
                <c:pt idx="815">
                  <c:v>2.2638888888888888</c:v>
                </c:pt>
                <c:pt idx="816">
                  <c:v>2.2666666666666666</c:v>
                </c:pt>
                <c:pt idx="817">
                  <c:v>2.2694444444444444</c:v>
                </c:pt>
                <c:pt idx="818">
                  <c:v>2.2722222222222226</c:v>
                </c:pt>
                <c:pt idx="819">
                  <c:v>2.2749999999999999</c:v>
                </c:pt>
                <c:pt idx="820">
                  <c:v>2.2777777777777777</c:v>
                </c:pt>
                <c:pt idx="821">
                  <c:v>2.2805555555555559</c:v>
                </c:pt>
                <c:pt idx="822">
                  <c:v>2.2833333333333332</c:v>
                </c:pt>
                <c:pt idx="823">
                  <c:v>2.286111111111111</c:v>
                </c:pt>
                <c:pt idx="824">
                  <c:v>2.2888888888888892</c:v>
                </c:pt>
                <c:pt idx="825">
                  <c:v>2.2916666666666665</c:v>
                </c:pt>
                <c:pt idx="826">
                  <c:v>2.2944444444444443</c:v>
                </c:pt>
                <c:pt idx="827">
                  <c:v>2.2972222222222225</c:v>
                </c:pt>
                <c:pt idx="828">
                  <c:v>2.2999999999999998</c:v>
                </c:pt>
                <c:pt idx="829">
                  <c:v>2.3027777777777776</c:v>
                </c:pt>
                <c:pt idx="830">
                  <c:v>2.3055555555555558</c:v>
                </c:pt>
                <c:pt idx="831">
                  <c:v>2.3083333333333331</c:v>
                </c:pt>
                <c:pt idx="832">
                  <c:v>2.3111111111111109</c:v>
                </c:pt>
                <c:pt idx="833">
                  <c:v>2.3138888888888891</c:v>
                </c:pt>
                <c:pt idx="834">
                  <c:v>2.3166666666666669</c:v>
                </c:pt>
                <c:pt idx="835">
                  <c:v>2.3194444444444442</c:v>
                </c:pt>
                <c:pt idx="836">
                  <c:v>2.3222222222222224</c:v>
                </c:pt>
                <c:pt idx="837">
                  <c:v>2.3250000000000002</c:v>
                </c:pt>
                <c:pt idx="838">
                  <c:v>2.3277777777777775</c:v>
                </c:pt>
                <c:pt idx="839">
                  <c:v>2.3305555555555557</c:v>
                </c:pt>
                <c:pt idx="840">
                  <c:v>2.3333333333333335</c:v>
                </c:pt>
                <c:pt idx="841">
                  <c:v>2.3361111111111108</c:v>
                </c:pt>
                <c:pt idx="842">
                  <c:v>2.338888888888889</c:v>
                </c:pt>
                <c:pt idx="843">
                  <c:v>2.3416666666666668</c:v>
                </c:pt>
                <c:pt idx="844">
                  <c:v>2.3444444444444441</c:v>
                </c:pt>
                <c:pt idx="845">
                  <c:v>2.3472222222222223</c:v>
                </c:pt>
                <c:pt idx="846">
                  <c:v>2.35</c:v>
                </c:pt>
                <c:pt idx="847">
                  <c:v>2.3527777777777774</c:v>
                </c:pt>
                <c:pt idx="848">
                  <c:v>2.3555555555555556</c:v>
                </c:pt>
                <c:pt idx="849">
                  <c:v>2.3583333333333334</c:v>
                </c:pt>
                <c:pt idx="850">
                  <c:v>2.3611111111111112</c:v>
                </c:pt>
                <c:pt idx="851">
                  <c:v>2.3638888888888889</c:v>
                </c:pt>
                <c:pt idx="852">
                  <c:v>2.3666666666666667</c:v>
                </c:pt>
                <c:pt idx="853">
                  <c:v>2.3694444444444445</c:v>
                </c:pt>
                <c:pt idx="854">
                  <c:v>2.3722222222222222</c:v>
                </c:pt>
                <c:pt idx="855">
                  <c:v>2.375</c:v>
                </c:pt>
                <c:pt idx="856">
                  <c:v>2.3777777777777778</c:v>
                </c:pt>
                <c:pt idx="857">
                  <c:v>2.3805555555555555</c:v>
                </c:pt>
                <c:pt idx="858">
                  <c:v>2.3833333333333333</c:v>
                </c:pt>
                <c:pt idx="859">
                  <c:v>2.3861111111111111</c:v>
                </c:pt>
                <c:pt idx="860">
                  <c:v>2.3888888888888888</c:v>
                </c:pt>
                <c:pt idx="861">
                  <c:v>2.3916666666666666</c:v>
                </c:pt>
                <c:pt idx="862">
                  <c:v>2.3944444444444444</c:v>
                </c:pt>
                <c:pt idx="863">
                  <c:v>2.3972222222222226</c:v>
                </c:pt>
                <c:pt idx="864">
                  <c:v>2.4</c:v>
                </c:pt>
                <c:pt idx="865">
                  <c:v>2.4027777777777777</c:v>
                </c:pt>
                <c:pt idx="866">
                  <c:v>2.4055555555555559</c:v>
                </c:pt>
                <c:pt idx="867">
                  <c:v>2.4083333333333332</c:v>
                </c:pt>
                <c:pt idx="868">
                  <c:v>2.411111111111111</c:v>
                </c:pt>
                <c:pt idx="869">
                  <c:v>2.4138888888888892</c:v>
                </c:pt>
                <c:pt idx="870">
                  <c:v>2.4166666666666665</c:v>
                </c:pt>
                <c:pt idx="871">
                  <c:v>2.4194444444444443</c:v>
                </c:pt>
                <c:pt idx="872">
                  <c:v>2.4222222222222225</c:v>
                </c:pt>
                <c:pt idx="873">
                  <c:v>2.4249999999999998</c:v>
                </c:pt>
                <c:pt idx="874">
                  <c:v>2.4277777777777776</c:v>
                </c:pt>
                <c:pt idx="875">
                  <c:v>2.4305555555555558</c:v>
                </c:pt>
                <c:pt idx="876">
                  <c:v>2.4333333333333331</c:v>
                </c:pt>
                <c:pt idx="877">
                  <c:v>2.4361111111111109</c:v>
                </c:pt>
                <c:pt idx="878">
                  <c:v>2.4388888888888891</c:v>
                </c:pt>
                <c:pt idx="879">
                  <c:v>2.4416666666666669</c:v>
                </c:pt>
                <c:pt idx="880">
                  <c:v>2.4444444444444442</c:v>
                </c:pt>
                <c:pt idx="881">
                  <c:v>2.4472222222222224</c:v>
                </c:pt>
                <c:pt idx="882">
                  <c:v>2.4500000000000002</c:v>
                </c:pt>
                <c:pt idx="883">
                  <c:v>2.4527777777777775</c:v>
                </c:pt>
                <c:pt idx="884">
                  <c:v>2.4555555555555557</c:v>
                </c:pt>
                <c:pt idx="885">
                  <c:v>2.4583333333333335</c:v>
                </c:pt>
                <c:pt idx="886">
                  <c:v>2.4611111111111108</c:v>
                </c:pt>
                <c:pt idx="887">
                  <c:v>2.463888888888889</c:v>
                </c:pt>
                <c:pt idx="888">
                  <c:v>2.4666666666666668</c:v>
                </c:pt>
                <c:pt idx="889">
                  <c:v>2.4694444444444441</c:v>
                </c:pt>
                <c:pt idx="890">
                  <c:v>2.4722222222222223</c:v>
                </c:pt>
                <c:pt idx="891">
                  <c:v>2.4750000000000001</c:v>
                </c:pt>
                <c:pt idx="892">
                  <c:v>2.4777777777777774</c:v>
                </c:pt>
                <c:pt idx="893">
                  <c:v>2.4805555555555556</c:v>
                </c:pt>
                <c:pt idx="894">
                  <c:v>2.4833333333333334</c:v>
                </c:pt>
                <c:pt idx="895">
                  <c:v>2.4861111111111112</c:v>
                </c:pt>
                <c:pt idx="896">
                  <c:v>2.4888888888888889</c:v>
                </c:pt>
                <c:pt idx="897">
                  <c:v>2.4916666666666667</c:v>
                </c:pt>
                <c:pt idx="898">
                  <c:v>2.4944444444444445</c:v>
                </c:pt>
                <c:pt idx="899">
                  <c:v>2.4972222222222222</c:v>
                </c:pt>
                <c:pt idx="900">
                  <c:v>2.5</c:v>
                </c:pt>
                <c:pt idx="901">
                  <c:v>2.5027777777777778</c:v>
                </c:pt>
                <c:pt idx="902">
                  <c:v>2.5055555555555555</c:v>
                </c:pt>
                <c:pt idx="903">
                  <c:v>2.5083333333333333</c:v>
                </c:pt>
                <c:pt idx="904">
                  <c:v>2.5111111111111111</c:v>
                </c:pt>
                <c:pt idx="905">
                  <c:v>2.5138888888888888</c:v>
                </c:pt>
                <c:pt idx="906">
                  <c:v>2.5166666666666666</c:v>
                </c:pt>
                <c:pt idx="907">
                  <c:v>2.5194444444444444</c:v>
                </c:pt>
                <c:pt idx="908">
                  <c:v>2.5222222222222226</c:v>
                </c:pt>
                <c:pt idx="909">
                  <c:v>2.5249999999999999</c:v>
                </c:pt>
                <c:pt idx="910">
                  <c:v>2.5277777777777777</c:v>
                </c:pt>
                <c:pt idx="911">
                  <c:v>2.5305555555555559</c:v>
                </c:pt>
                <c:pt idx="912">
                  <c:v>2.5333333333333332</c:v>
                </c:pt>
                <c:pt idx="913">
                  <c:v>2.536111111111111</c:v>
                </c:pt>
                <c:pt idx="914">
                  <c:v>2.5388888888888892</c:v>
                </c:pt>
                <c:pt idx="915">
                  <c:v>2.5416666666666665</c:v>
                </c:pt>
                <c:pt idx="916">
                  <c:v>2.5444444444444443</c:v>
                </c:pt>
                <c:pt idx="917">
                  <c:v>2.5472222222222225</c:v>
                </c:pt>
                <c:pt idx="918">
                  <c:v>2.5499999999999998</c:v>
                </c:pt>
                <c:pt idx="919">
                  <c:v>2.5527777777777776</c:v>
                </c:pt>
                <c:pt idx="920">
                  <c:v>2.5555555555555558</c:v>
                </c:pt>
                <c:pt idx="921">
                  <c:v>2.5583333333333331</c:v>
                </c:pt>
                <c:pt idx="922">
                  <c:v>2.5611111111111109</c:v>
                </c:pt>
                <c:pt idx="923">
                  <c:v>2.5638888888888891</c:v>
                </c:pt>
                <c:pt idx="924">
                  <c:v>2.5666666666666669</c:v>
                </c:pt>
                <c:pt idx="925">
                  <c:v>2.5694444444444442</c:v>
                </c:pt>
                <c:pt idx="926">
                  <c:v>2.5722222222222224</c:v>
                </c:pt>
                <c:pt idx="927">
                  <c:v>2.5750000000000002</c:v>
                </c:pt>
                <c:pt idx="928">
                  <c:v>2.5777777777777775</c:v>
                </c:pt>
                <c:pt idx="929">
                  <c:v>2.5805555555555557</c:v>
                </c:pt>
                <c:pt idx="930">
                  <c:v>2.5833333333333335</c:v>
                </c:pt>
                <c:pt idx="931">
                  <c:v>2.5861111111111108</c:v>
                </c:pt>
                <c:pt idx="932">
                  <c:v>2.588888888888889</c:v>
                </c:pt>
                <c:pt idx="933">
                  <c:v>2.5916666666666668</c:v>
                </c:pt>
                <c:pt idx="934">
                  <c:v>2.5944444444444441</c:v>
                </c:pt>
                <c:pt idx="935">
                  <c:v>2.5972222222222223</c:v>
                </c:pt>
                <c:pt idx="936">
                  <c:v>2.6</c:v>
                </c:pt>
                <c:pt idx="937">
                  <c:v>2.6027777777777774</c:v>
                </c:pt>
                <c:pt idx="938">
                  <c:v>2.6055555555555556</c:v>
                </c:pt>
                <c:pt idx="939">
                  <c:v>2.6083333333333334</c:v>
                </c:pt>
                <c:pt idx="940">
                  <c:v>2.6111111111111112</c:v>
                </c:pt>
                <c:pt idx="941">
                  <c:v>2.6138888888888889</c:v>
                </c:pt>
                <c:pt idx="942">
                  <c:v>2.6166666666666667</c:v>
                </c:pt>
                <c:pt idx="943">
                  <c:v>2.6194444444444445</c:v>
                </c:pt>
                <c:pt idx="944">
                  <c:v>2.6222222222222222</c:v>
                </c:pt>
                <c:pt idx="945">
                  <c:v>2.625</c:v>
                </c:pt>
                <c:pt idx="946">
                  <c:v>2.6277777777777778</c:v>
                </c:pt>
                <c:pt idx="947">
                  <c:v>2.6305555555555555</c:v>
                </c:pt>
                <c:pt idx="948">
                  <c:v>2.6333333333333333</c:v>
                </c:pt>
                <c:pt idx="949">
                  <c:v>2.6361111111111111</c:v>
                </c:pt>
                <c:pt idx="950">
                  <c:v>2.6388888888888888</c:v>
                </c:pt>
                <c:pt idx="951">
                  <c:v>2.6416666666666666</c:v>
                </c:pt>
                <c:pt idx="952">
                  <c:v>2.6444444444444444</c:v>
                </c:pt>
                <c:pt idx="953">
                  <c:v>2.6472222222222226</c:v>
                </c:pt>
                <c:pt idx="954">
                  <c:v>2.65</c:v>
                </c:pt>
                <c:pt idx="955">
                  <c:v>2.6527777777777777</c:v>
                </c:pt>
                <c:pt idx="956">
                  <c:v>2.6555555555555559</c:v>
                </c:pt>
                <c:pt idx="957">
                  <c:v>2.6583333333333332</c:v>
                </c:pt>
                <c:pt idx="958">
                  <c:v>2.661111111111111</c:v>
                </c:pt>
                <c:pt idx="959">
                  <c:v>2.6638888888888892</c:v>
                </c:pt>
                <c:pt idx="960">
                  <c:v>2.6666666666666665</c:v>
                </c:pt>
                <c:pt idx="961">
                  <c:v>2.6694444444444443</c:v>
                </c:pt>
                <c:pt idx="962">
                  <c:v>2.6722222222222225</c:v>
                </c:pt>
                <c:pt idx="963">
                  <c:v>2.6749999999999998</c:v>
                </c:pt>
                <c:pt idx="964">
                  <c:v>2.6777777777777776</c:v>
                </c:pt>
                <c:pt idx="965">
                  <c:v>2.6805555555555558</c:v>
                </c:pt>
                <c:pt idx="966">
                  <c:v>2.6833333333333331</c:v>
                </c:pt>
                <c:pt idx="967">
                  <c:v>2.6861111111111109</c:v>
                </c:pt>
                <c:pt idx="968">
                  <c:v>2.6888888888888891</c:v>
                </c:pt>
                <c:pt idx="969">
                  <c:v>2.6916666666666669</c:v>
                </c:pt>
                <c:pt idx="970">
                  <c:v>2.6944444444444442</c:v>
                </c:pt>
                <c:pt idx="971">
                  <c:v>2.6972222222222224</c:v>
                </c:pt>
                <c:pt idx="972">
                  <c:v>2.7</c:v>
                </c:pt>
                <c:pt idx="973">
                  <c:v>2.7027777777777775</c:v>
                </c:pt>
                <c:pt idx="974">
                  <c:v>2.7055555555555557</c:v>
                </c:pt>
                <c:pt idx="975">
                  <c:v>2.7083333333333335</c:v>
                </c:pt>
                <c:pt idx="976">
                  <c:v>2.7111111111111108</c:v>
                </c:pt>
                <c:pt idx="977">
                  <c:v>2.713888888888889</c:v>
                </c:pt>
                <c:pt idx="978">
                  <c:v>2.7166666666666668</c:v>
                </c:pt>
                <c:pt idx="979">
                  <c:v>2.7194444444444441</c:v>
                </c:pt>
                <c:pt idx="980">
                  <c:v>2.7222222222222223</c:v>
                </c:pt>
                <c:pt idx="981">
                  <c:v>2.7250000000000001</c:v>
                </c:pt>
                <c:pt idx="982">
                  <c:v>2.7277777777777774</c:v>
                </c:pt>
                <c:pt idx="983">
                  <c:v>2.7305555555555556</c:v>
                </c:pt>
                <c:pt idx="984">
                  <c:v>2.7333333333333334</c:v>
                </c:pt>
                <c:pt idx="985">
                  <c:v>2.7361111111111112</c:v>
                </c:pt>
                <c:pt idx="986">
                  <c:v>2.7388888888888889</c:v>
                </c:pt>
                <c:pt idx="987">
                  <c:v>2.7416666666666667</c:v>
                </c:pt>
                <c:pt idx="988">
                  <c:v>2.7444444444444445</c:v>
                </c:pt>
                <c:pt idx="989">
                  <c:v>2.7472222222222222</c:v>
                </c:pt>
                <c:pt idx="990">
                  <c:v>2.75</c:v>
                </c:pt>
                <c:pt idx="991">
                  <c:v>2.7527777777777778</c:v>
                </c:pt>
                <c:pt idx="992">
                  <c:v>2.7555555555555555</c:v>
                </c:pt>
                <c:pt idx="993">
                  <c:v>2.7583333333333333</c:v>
                </c:pt>
                <c:pt idx="994">
                  <c:v>2.7611111111111111</c:v>
                </c:pt>
                <c:pt idx="995">
                  <c:v>2.7638888888888888</c:v>
                </c:pt>
                <c:pt idx="996">
                  <c:v>2.7666666666666666</c:v>
                </c:pt>
                <c:pt idx="997">
                  <c:v>2.7694444444444444</c:v>
                </c:pt>
                <c:pt idx="998">
                  <c:v>2.7722222222222226</c:v>
                </c:pt>
                <c:pt idx="999">
                  <c:v>2.7749999999999999</c:v>
                </c:pt>
                <c:pt idx="1000">
                  <c:v>2.7777777777777777</c:v>
                </c:pt>
                <c:pt idx="1001">
                  <c:v>2.7805555555555559</c:v>
                </c:pt>
                <c:pt idx="1002">
                  <c:v>2.7833333333333332</c:v>
                </c:pt>
                <c:pt idx="1003">
                  <c:v>2.786111111111111</c:v>
                </c:pt>
                <c:pt idx="1004">
                  <c:v>2.7888888888888892</c:v>
                </c:pt>
                <c:pt idx="1005">
                  <c:v>2.7916666666666665</c:v>
                </c:pt>
                <c:pt idx="1006">
                  <c:v>2.7944444444444443</c:v>
                </c:pt>
                <c:pt idx="1007">
                  <c:v>2.7972222222222225</c:v>
                </c:pt>
                <c:pt idx="1008">
                  <c:v>2.8</c:v>
                </c:pt>
                <c:pt idx="1009">
                  <c:v>2.8027777777777776</c:v>
                </c:pt>
                <c:pt idx="1010">
                  <c:v>2.8055555555555558</c:v>
                </c:pt>
                <c:pt idx="1011">
                  <c:v>2.8083333333333331</c:v>
                </c:pt>
                <c:pt idx="1012">
                  <c:v>2.8111111111111109</c:v>
                </c:pt>
                <c:pt idx="1013">
                  <c:v>2.8138888888888891</c:v>
                </c:pt>
                <c:pt idx="1014">
                  <c:v>2.8166666666666669</c:v>
                </c:pt>
                <c:pt idx="1015">
                  <c:v>2.8194444444444442</c:v>
                </c:pt>
                <c:pt idx="1016">
                  <c:v>2.8222222222222224</c:v>
                </c:pt>
                <c:pt idx="1017">
                  <c:v>2.8250000000000002</c:v>
                </c:pt>
                <c:pt idx="1018">
                  <c:v>2.8277777777777775</c:v>
                </c:pt>
                <c:pt idx="1019">
                  <c:v>2.8305555555555557</c:v>
                </c:pt>
                <c:pt idx="1020">
                  <c:v>2.8333333333333335</c:v>
                </c:pt>
                <c:pt idx="1021">
                  <c:v>2.8361111111111108</c:v>
                </c:pt>
                <c:pt idx="1022">
                  <c:v>2.838888888888889</c:v>
                </c:pt>
                <c:pt idx="1023">
                  <c:v>2.8416666666666668</c:v>
                </c:pt>
                <c:pt idx="1024">
                  <c:v>2.8444444444444441</c:v>
                </c:pt>
                <c:pt idx="1025">
                  <c:v>2.8472222222222223</c:v>
                </c:pt>
                <c:pt idx="1026">
                  <c:v>2.85</c:v>
                </c:pt>
                <c:pt idx="1027">
                  <c:v>2.8527777777777774</c:v>
                </c:pt>
                <c:pt idx="1028">
                  <c:v>2.8555555555555556</c:v>
                </c:pt>
                <c:pt idx="1029">
                  <c:v>2.8583333333333334</c:v>
                </c:pt>
                <c:pt idx="1030">
                  <c:v>2.8611111111111112</c:v>
                </c:pt>
                <c:pt idx="1031">
                  <c:v>2.8638888888888889</c:v>
                </c:pt>
                <c:pt idx="1032">
                  <c:v>2.8666666666666667</c:v>
                </c:pt>
                <c:pt idx="1033">
                  <c:v>2.8694444444444445</c:v>
                </c:pt>
                <c:pt idx="1034">
                  <c:v>2.8722222222222222</c:v>
                </c:pt>
                <c:pt idx="1035">
                  <c:v>2.875</c:v>
                </c:pt>
                <c:pt idx="1036">
                  <c:v>2.8777777777777778</c:v>
                </c:pt>
                <c:pt idx="1037">
                  <c:v>2.8805555555555555</c:v>
                </c:pt>
                <c:pt idx="1038">
                  <c:v>2.8833333333333333</c:v>
                </c:pt>
                <c:pt idx="1039">
                  <c:v>2.8861111111111111</c:v>
                </c:pt>
                <c:pt idx="1040">
                  <c:v>2.8888888888888888</c:v>
                </c:pt>
                <c:pt idx="1041">
                  <c:v>2.8916666666666666</c:v>
                </c:pt>
                <c:pt idx="1042">
                  <c:v>2.8944444444444444</c:v>
                </c:pt>
                <c:pt idx="1043">
                  <c:v>2.8972222222222226</c:v>
                </c:pt>
                <c:pt idx="1044">
                  <c:v>2.9</c:v>
                </c:pt>
                <c:pt idx="1045">
                  <c:v>2.9027777777777777</c:v>
                </c:pt>
                <c:pt idx="1046">
                  <c:v>2.9055555555555559</c:v>
                </c:pt>
                <c:pt idx="1047">
                  <c:v>2.9083333333333332</c:v>
                </c:pt>
                <c:pt idx="1048">
                  <c:v>2.911111111111111</c:v>
                </c:pt>
                <c:pt idx="1049">
                  <c:v>2.9138888888888892</c:v>
                </c:pt>
                <c:pt idx="1050">
                  <c:v>2.9166666666666665</c:v>
                </c:pt>
                <c:pt idx="1051">
                  <c:v>2.9194444444444443</c:v>
                </c:pt>
                <c:pt idx="1052">
                  <c:v>2.9222222222222225</c:v>
                </c:pt>
                <c:pt idx="1053">
                  <c:v>2.9249999999999998</c:v>
                </c:pt>
                <c:pt idx="1054">
                  <c:v>2.9277777777777776</c:v>
                </c:pt>
                <c:pt idx="1055">
                  <c:v>2.9305555555555558</c:v>
                </c:pt>
                <c:pt idx="1056">
                  <c:v>2.9333333333333331</c:v>
                </c:pt>
                <c:pt idx="1057">
                  <c:v>2.9361111111111109</c:v>
                </c:pt>
                <c:pt idx="1058">
                  <c:v>2.9388888888888891</c:v>
                </c:pt>
                <c:pt idx="1059">
                  <c:v>2.9416666666666669</c:v>
                </c:pt>
                <c:pt idx="1060">
                  <c:v>2.9444444444444442</c:v>
                </c:pt>
                <c:pt idx="1061">
                  <c:v>2.9472222222222224</c:v>
                </c:pt>
                <c:pt idx="1062">
                  <c:v>2.95</c:v>
                </c:pt>
                <c:pt idx="1063">
                  <c:v>2.9527777777777775</c:v>
                </c:pt>
                <c:pt idx="1064">
                  <c:v>2.9555555555555557</c:v>
                </c:pt>
                <c:pt idx="1065">
                  <c:v>2.9583333333333335</c:v>
                </c:pt>
                <c:pt idx="1066">
                  <c:v>2.9611111111111108</c:v>
                </c:pt>
                <c:pt idx="1067">
                  <c:v>2.963888888888889</c:v>
                </c:pt>
                <c:pt idx="1068">
                  <c:v>2.9666666666666668</c:v>
                </c:pt>
                <c:pt idx="1069">
                  <c:v>2.9694444444444441</c:v>
                </c:pt>
                <c:pt idx="1070">
                  <c:v>2.9722222222222223</c:v>
                </c:pt>
                <c:pt idx="1071">
                  <c:v>2.9750000000000001</c:v>
                </c:pt>
                <c:pt idx="1072">
                  <c:v>2.9777777777777774</c:v>
                </c:pt>
                <c:pt idx="1073">
                  <c:v>2.9805555555555556</c:v>
                </c:pt>
                <c:pt idx="1074">
                  <c:v>2.9833333333333334</c:v>
                </c:pt>
                <c:pt idx="1075">
                  <c:v>2.9861111111111112</c:v>
                </c:pt>
                <c:pt idx="1076">
                  <c:v>2.9888888888888889</c:v>
                </c:pt>
                <c:pt idx="1077">
                  <c:v>2.9916666666666667</c:v>
                </c:pt>
                <c:pt idx="1078">
                  <c:v>2.9944444444444445</c:v>
                </c:pt>
                <c:pt idx="1079">
                  <c:v>2.9972222222222222</c:v>
                </c:pt>
                <c:pt idx="1080">
                  <c:v>3</c:v>
                </c:pt>
              </c:numCache>
            </c:numRef>
          </c:xVal>
          <c:yVal>
            <c:numRef>
              <c:f>Sheet1!$M$4:$M$1084</c:f>
              <c:numCache>
                <c:formatCode>0.00</c:formatCode>
                <c:ptCount val="1081"/>
                <c:pt idx="0">
                  <c:v>0</c:v>
                </c:pt>
                <c:pt idx="1">
                  <c:v>1.745338390088997E-138</c:v>
                </c:pt>
                <c:pt idx="2">
                  <c:v>1.800629822822567E-120</c:v>
                </c:pt>
                <c:pt idx="3">
                  <c:v>5.9244090918077935E-110</c:v>
                </c:pt>
                <c:pt idx="4">
                  <c:v>1.6623187129344665E-102</c:v>
                </c:pt>
                <c:pt idx="5">
                  <c:v>9.706443521327092E-97</c:v>
                </c:pt>
                <c:pt idx="6">
                  <c:v>4.8941801615245712E-92</c:v>
                </c:pt>
                <c:pt idx="7">
                  <c:v>4.5523158596807352E-88</c:v>
                </c:pt>
                <c:pt idx="8">
                  <c:v>1.2288369562227042E-84</c:v>
                </c:pt>
                <c:pt idx="9">
                  <c:v>1.2894089141757817E-81</c:v>
                </c:pt>
                <c:pt idx="10">
                  <c:v>6.4207411160101494E-79</c:v>
                </c:pt>
                <c:pt idx="11">
                  <c:v>1.7494088796844611E-76</c:v>
                </c:pt>
                <c:pt idx="12">
                  <c:v>2.8970102882149274E-74</c:v>
                </c:pt>
                <c:pt idx="13">
                  <c:v>3.1580679532946656E-72</c:v>
                </c:pt>
                <c:pt idx="14">
                  <c:v>2.4112793699617587E-70</c:v>
                </c:pt>
                <c:pt idx="15">
                  <c:v>1.3545217739345199E-68</c:v>
                </c:pt>
                <c:pt idx="16">
                  <c:v>5.8244438693392291E-67</c:v>
                </c:pt>
                <c:pt idx="17">
                  <c:v>1.9803221504236211E-65</c:v>
                </c:pt>
                <c:pt idx="18">
                  <c:v>5.4688489244242688E-64</c:v>
                </c:pt>
                <c:pt idx="19">
                  <c:v>1.2546041934254717E-62</c:v>
                </c:pt>
                <c:pt idx="20">
                  <c:v>2.4368874707598622E-61</c:v>
                </c:pt>
                <c:pt idx="21">
                  <c:v>4.0732257142268969E-60</c:v>
                </c:pt>
                <c:pt idx="22">
                  <c:v>5.9413713772110072E-59</c:v>
                </c:pt>
                <c:pt idx="23">
                  <c:v>7.654927272849744E-58</c:v>
                </c:pt>
                <c:pt idx="24">
                  <c:v>8.8042115258200524E-57</c:v>
                </c:pt>
                <c:pt idx="25">
                  <c:v>9.1235014068012976E-56</c:v>
                </c:pt>
                <c:pt idx="26">
                  <c:v>8.588295103048782E-55</c:v>
                </c:pt>
                <c:pt idx="27">
                  <c:v>7.3973639705090686E-54</c:v>
                </c:pt>
                <c:pt idx="28">
                  <c:v>5.8678374728148167E-53</c:v>
                </c:pt>
                <c:pt idx="29">
                  <c:v>4.3114278944531225E-52</c:v>
                </c:pt>
                <c:pt idx="30">
                  <c:v>2.9495896049302645E-51</c:v>
                </c:pt>
                <c:pt idx="31">
                  <c:v>1.887700098505906E-50</c:v>
                </c:pt>
                <c:pt idx="32">
                  <c:v>1.1349458082352268E-49</c:v>
                </c:pt>
                <c:pt idx="33">
                  <c:v>6.4351381711730857E-49</c:v>
                </c:pt>
                <c:pt idx="34">
                  <c:v>3.4530396375847027E-48</c:v>
                </c:pt>
                <c:pt idx="35">
                  <c:v>1.7591151128137253E-47</c:v>
                </c:pt>
                <c:pt idx="36">
                  <c:v>8.533097388890082E-47</c:v>
                </c:pt>
                <c:pt idx="37">
                  <c:v>3.9518928231808914E-46</c:v>
                </c:pt>
                <c:pt idx="38">
                  <c:v>1.7517114486694842E-45</c:v>
                </c:pt>
                <c:pt idx="39">
                  <c:v>7.4484901974003793E-45</c:v>
                </c:pt>
                <c:pt idx="40">
                  <c:v>3.0446429264093589E-44</c:v>
                </c:pt>
                <c:pt idx="41">
                  <c:v>1.1987078441085984E-43</c:v>
                </c:pt>
                <c:pt idx="42">
                  <c:v>4.5539098136902246E-43</c:v>
                </c:pt>
                <c:pt idx="43">
                  <c:v>1.6721660203399653E-42</c:v>
                </c:pt>
                <c:pt idx="44">
                  <c:v>5.9439850160876718E-42</c:v>
                </c:pt>
                <c:pt idx="45">
                  <c:v>2.0483916691285833E-41</c:v>
                </c:pt>
                <c:pt idx="46">
                  <c:v>6.8529432093950888E-41</c:v>
                </c:pt>
                <c:pt idx="47">
                  <c:v>2.2285570979046037E-40</c:v>
                </c:pt>
                <c:pt idx="48">
                  <c:v>7.0529627411085626E-40</c:v>
                </c:pt>
                <c:pt idx="49">
                  <c:v>2.1747393180117111E-39</c:v>
                </c:pt>
                <c:pt idx="50">
                  <c:v>6.5401501996318807E-39</c:v>
                </c:pt>
                <c:pt idx="51">
                  <c:v>1.9201850568585678E-38</c:v>
                </c:pt>
                <c:pt idx="52">
                  <c:v>5.5090687913123466E-38</c:v>
                </c:pt>
                <c:pt idx="53">
                  <c:v>1.5458765559966135E-37</c:v>
                </c:pt>
                <c:pt idx="54">
                  <c:v>4.2461299549120355E-37</c:v>
                </c:pt>
                <c:pt idx="55">
                  <c:v>1.1425471193231393E-36</c:v>
                </c:pt>
                <c:pt idx="56">
                  <c:v>3.0139734892047802E-36</c:v>
                </c:pt>
                <c:pt idx="57">
                  <c:v>7.7999928664253259E-36</c:v>
                </c:pt>
                <c:pt idx="58">
                  <c:v>1.9816526687511422E-35</c:v>
                </c:pt>
                <c:pt idx="59">
                  <c:v>4.9455395443286503E-35</c:v>
                </c:pt>
                <c:pt idx="60">
                  <c:v>1.2131459728376115E-34</c:v>
                </c:pt>
                <c:pt idx="61">
                  <c:v>2.9266662278086073E-34</c:v>
                </c:pt>
                <c:pt idx="62">
                  <c:v>6.947515476189036E-34</c:v>
                </c:pt>
                <c:pt idx="63">
                  <c:v>1.6237014471938744E-33</c:v>
                </c:pt>
                <c:pt idx="64">
                  <c:v>3.7378055724195786E-33</c:v>
                </c:pt>
                <c:pt idx="65">
                  <c:v>8.4793922188387069E-33</c:v>
                </c:pt>
                <c:pt idx="66">
                  <c:v>1.8964636188863566E-32</c:v>
                </c:pt>
                <c:pt idx="67">
                  <c:v>4.1835176237772949E-32</c:v>
                </c:pt>
                <c:pt idx="68">
                  <c:v>9.1061177278339286E-32</c:v>
                </c:pt>
                <c:pt idx="69">
                  <c:v>1.9565412120032242E-31</c:v>
                </c:pt>
                <c:pt idx="70">
                  <c:v>4.1511747339506293E-31</c:v>
                </c:pt>
                <c:pt idx="71">
                  <c:v>8.7003073360071088E-31</c:v>
                </c:pt>
                <c:pt idx="72">
                  <c:v>1.8018909934830609E-30</c:v>
                </c:pt>
                <c:pt idx="73">
                  <c:v>3.6888873529703585E-30</c:v>
                </c:pt>
                <c:pt idx="74">
                  <c:v>7.4674449150705213E-30</c:v>
                </c:pt>
                <c:pt idx="75">
                  <c:v>1.4951670059685999E-29</c:v>
                </c:pt>
                <c:pt idx="76">
                  <c:v>2.9619279896972731E-29</c:v>
                </c:pt>
                <c:pt idx="77">
                  <c:v>5.80694251511827E-29</c:v>
                </c:pt>
                <c:pt idx="78">
                  <c:v>1.127003423936511E-28</c:v>
                </c:pt>
                <c:pt idx="79">
                  <c:v>2.1658062818548362E-28</c:v>
                </c:pt>
                <c:pt idx="80">
                  <c:v>4.1222887459820004E-28</c:v>
                </c:pt>
                <c:pt idx="81">
                  <c:v>7.7729411472678743E-28</c:v>
                </c:pt>
                <c:pt idx="82">
                  <c:v>1.4523137439941652E-27</c:v>
                </c:pt>
                <c:pt idx="83">
                  <c:v>2.6894278908744846E-27</c:v>
                </c:pt>
                <c:pt idx="84">
                  <c:v>4.9371529675979557E-27</c:v>
                </c:pt>
                <c:pt idx="85">
                  <c:v>8.9866953615592452E-27</c:v>
                </c:pt>
                <c:pt idx="86">
                  <c:v>1.6222456160211585E-26</c:v>
                </c:pt>
                <c:pt idx="87">
                  <c:v>2.9047566140700397E-26</c:v>
                </c:pt>
                <c:pt idx="88">
                  <c:v>5.1601221070412199E-26</c:v>
                </c:pt>
                <c:pt idx="89">
                  <c:v>9.0958880384381126E-26</c:v>
                </c:pt>
                <c:pt idx="90">
                  <c:v>1.5912570148605296E-25</c:v>
                </c:pt>
                <c:pt idx="91">
                  <c:v>2.7632384390036343E-25</c:v>
                </c:pt>
                <c:pt idx="92">
                  <c:v>4.7637561308281234E-25</c:v>
                </c:pt>
                <c:pt idx="93">
                  <c:v>8.1545847518492679E-25</c:v>
                </c:pt>
                <c:pt idx="94">
                  <c:v>1.3862488889757086E-24</c:v>
                </c:pt>
                <c:pt idx="95">
                  <c:v>2.3406224702995372E-24</c:v>
                </c:pt>
                <c:pt idx="96">
                  <c:v>3.9258535315842916E-24</c:v>
                </c:pt>
                <c:pt idx="97">
                  <c:v>6.5419801762984894E-24</c:v>
                </c:pt>
                <c:pt idx="98">
                  <c:v>1.0832152533415321E-23</c:v>
                </c:pt>
                <c:pt idx="99">
                  <c:v>1.782407327098891E-23</c:v>
                </c:pt>
                <c:pt idx="100">
                  <c:v>2.915011956899589E-23</c:v>
                </c:pt>
                <c:pt idx="101">
                  <c:v>4.7387939467881553E-23</c:v>
                </c:pt>
                <c:pt idx="102">
                  <c:v>7.6584478846398405E-23</c:v>
                </c:pt>
                <c:pt idx="103">
                  <c:v>1.2305775718885994E-22</c:v>
                </c:pt>
                <c:pt idx="104">
                  <c:v>1.9661693814986189E-22</c:v>
                </c:pt>
                <c:pt idx="105">
                  <c:v>3.124090257679002E-22</c:v>
                </c:pt>
                <c:pt idx="106">
                  <c:v>4.9369940269617563E-22</c:v>
                </c:pt>
                <c:pt idx="107">
                  <c:v>7.7603695796411023E-22</c:v>
                </c:pt>
                <c:pt idx="108">
                  <c:v>1.2134618587806756E-21</c:v>
                </c:pt>
                <c:pt idx="109">
                  <c:v>1.8877119932170326E-21</c:v>
                </c:pt>
                <c:pt idx="110">
                  <c:v>2.9218103668289139E-21</c:v>
                </c:pt>
                <c:pt idx="111">
                  <c:v>4.5000226625716868E-21</c:v>
                </c:pt>
                <c:pt idx="112">
                  <c:v>6.8970343905692102E-21</c:v>
                </c:pt>
                <c:pt idx="113">
                  <c:v>1.0520410786239141E-20</c:v>
                </c:pt>
                <c:pt idx="114">
                  <c:v>1.5972107576350309E-20</c:v>
                </c:pt>
                <c:pt idx="115">
                  <c:v>2.4137185339482405E-20</c:v>
                </c:pt>
                <c:pt idx="116">
                  <c:v>3.6311201138350934E-20</c:v>
                </c:pt>
                <c:pt idx="117">
                  <c:v>5.4382356670627101E-20</c:v>
                </c:pt>
                <c:pt idx="118">
                  <c:v>8.1090842963817895E-20</c:v>
                </c:pt>
                <c:pt idx="119">
                  <c:v>1.2039657094591137E-19</c:v>
                </c:pt>
                <c:pt idx="120">
                  <c:v>1.7799846400569226E-19</c:v>
                </c:pt>
                <c:pt idx="121">
                  <c:v>2.6206484649532108E-19</c:v>
                </c:pt>
                <c:pt idx="122">
                  <c:v>3.8425669888270266E-19</c:v>
                </c:pt>
                <c:pt idx="123">
                  <c:v>5.6115566410836134E-19</c:v>
                </c:pt>
                <c:pt idx="124">
                  <c:v>8.162493187724956E-19</c:v>
                </c:pt>
                <c:pt idx="125">
                  <c:v>1.1826808374301409E-18</c:v>
                </c:pt>
                <c:pt idx="126">
                  <c:v>1.707043327245155E-18</c:v>
                </c:pt>
                <c:pt idx="127">
                  <c:v>2.4545967347088786E-18</c:v>
                </c:pt>
                <c:pt idx="128">
                  <c:v>3.5164150588805452E-18</c:v>
                </c:pt>
                <c:pt idx="129">
                  <c:v>5.0191436769340809E-18</c:v>
                </c:pt>
                <c:pt idx="130">
                  <c:v>7.1382738640764499E-18</c:v>
                </c:pt>
                <c:pt idx="131">
                  <c:v>1.0116140777335606E-17</c:v>
                </c:pt>
                <c:pt idx="132">
                  <c:v>1.4286243725304615E-17</c:v>
                </c:pt>
                <c:pt idx="133">
                  <c:v>2.0106000925801236E-17</c:v>
                </c:pt>
                <c:pt idx="134">
                  <c:v>2.8200720201199258E-17</c:v>
                </c:pt>
                <c:pt idx="135">
                  <c:v>3.9422436747041658E-17</c:v>
                </c:pt>
                <c:pt idx="136">
                  <c:v>5.4928395748792317E-17</c:v>
                </c:pt>
                <c:pt idx="137">
                  <c:v>7.6285412657338335E-17</c:v>
                </c:pt>
                <c:pt idx="138">
                  <c:v>1.0560821740720583E-16</c:v>
                </c:pt>
                <c:pt idx="139">
                  <c:v>1.4574229391562155E-16</c:v>
                </c:pt>
                <c:pt idx="140">
                  <c:v>2.0050480459051638E-16</c:v>
                </c:pt>
                <c:pt idx="141">
                  <c:v>2.7500111838840177E-16</c:v>
                </c:pt>
                <c:pt idx="142">
                  <c:v>3.7603946079260833E-16</c:v>
                </c:pt>
                <c:pt idx="143">
                  <c:v>5.1267254894025554E-16</c:v>
                </c:pt>
                <c:pt idx="144">
                  <c:v>6.969031044297416E-16</c:v>
                </c:pt>
                <c:pt idx="145">
                  <c:v>9.4460026936512943E-16</c:v>
                </c:pt>
                <c:pt idx="146">
                  <c:v>1.2766867044559917E-15</c:v>
                </c:pt>
                <c:pt idx="147">
                  <c:v>1.7206721560876353E-15</c:v>
                </c:pt>
                <c:pt idx="148">
                  <c:v>2.3126293198128818E-15</c:v>
                </c:pt>
                <c:pt idx="149">
                  <c:v>3.099732851033382E-15</c:v>
                </c:pt>
                <c:pt idx="150">
                  <c:v>4.1435135381681856E-15</c:v>
                </c:pt>
                <c:pt idx="151">
                  <c:v>5.5240183678292556E-15</c:v>
                </c:pt>
                <c:pt idx="152">
                  <c:v>7.3451151835883332E-15</c:v>
                </c:pt>
                <c:pt idx="153">
                  <c:v>9.7412399362237265E-15</c:v>
                </c:pt>
                <c:pt idx="154">
                  <c:v>1.2885957637471317E-14</c:v>
                </c:pt>
                <c:pt idx="155">
                  <c:v>1.7002798062976421E-14</c:v>
                </c:pt>
                <c:pt idx="156">
                  <c:v>2.2378937608006083E-14</c:v>
                </c:pt>
                <c:pt idx="157">
                  <c:v>2.9382433799797812E-14</c:v>
                </c:pt>
                <c:pt idx="158">
                  <c:v>3.8483883974112196E-14</c:v>
                </c:pt>
                <c:pt idx="159">
                  <c:v>5.0283580684190108E-14</c:v>
                </c:pt>
                <c:pt idx="160">
                  <c:v>6.5545480847861367E-14</c:v>
                </c:pt>
                <c:pt idx="161">
                  <c:v>8.5239602140510258E-14</c:v>
                </c:pt>
                <c:pt idx="162">
                  <c:v>1.105948189951689E-13</c:v>
                </c:pt>
                <c:pt idx="163">
                  <c:v>1.431644639295941E-13</c:v>
                </c:pt>
                <c:pt idx="164">
                  <c:v>1.8490766211082089E-13</c:v>
                </c:pt>
                <c:pt idx="165">
                  <c:v>2.3828995494126937E-13</c:v>
                </c:pt>
                <c:pt idx="166">
                  <c:v>3.0640752178378328E-13</c:v>
                </c:pt>
                <c:pt idx="167">
                  <c:v>3.9314021089597648E-13</c:v>
                </c:pt>
                <c:pt idx="168">
                  <c:v>5.0333966828005475E-13</c:v>
                </c:pt>
                <c:pt idx="169">
                  <c:v>6.4306013802950269E-13</c:v>
                </c:pt>
                <c:pt idx="170">
                  <c:v>8.198410365884339E-13</c:v>
                </c:pt>
                <c:pt idx="171">
                  <c:v>1.0430522187667839E-12</c:v>
                </c:pt>
                <c:pt idx="172">
                  <c:v>1.3243150047785252E-12</c:v>
                </c:pt>
                <c:pt idx="173">
                  <c:v>1.6780145821132507E-12</c:v>
                </c:pt>
                <c:pt idx="174">
                  <c:v>2.1219223996330667E-12</c:v>
                </c:pt>
                <c:pt idx="175">
                  <c:v>2.6779507098147495E-12</c:v>
                </c:pt>
                <c:pt idx="176">
                  <c:v>3.3730655757764925E-12</c:v>
                </c:pt>
                <c:pt idx="177">
                  <c:v>4.2403895426937253E-12</c:v>
                </c:pt>
                <c:pt idx="178">
                  <c:v>5.3205308929620899E-12</c:v>
                </c:pt>
                <c:pt idx="179">
                  <c:v>6.6631830918510238E-12</c:v>
                </c:pt>
                <c:pt idx="180">
                  <c:v>8.3290458345874914E-12</c:v>
                </c:pt>
                <c:pt idx="181">
                  <c:v>1.0392128196582162E-11</c:v>
                </c:pt>
                <c:pt idx="182">
                  <c:v>1.29425049586492E-11</c:v>
                </c:pt>
                <c:pt idx="183">
                  <c:v>1.6089609447103852E-11</c:v>
                </c:pt>
                <c:pt idx="184">
                  <c:v>1.9966160441789659E-11</c:v>
                </c:pt>
                <c:pt idx="185">
                  <c:v>2.4732837142535586E-11</c:v>
                </c:pt>
                <c:pt idx="186">
                  <c:v>3.0583835160905263E-11</c:v>
                </c:pt>
                <c:pt idx="187">
                  <c:v>3.7753458373236589E-11</c:v>
                </c:pt>
                <c:pt idx="188">
                  <c:v>4.6523926630257714E-11</c:v>
                </c:pt>
                <c:pt idx="189">
                  <c:v>5.7234608213206426E-11</c:v>
                </c:pt>
                <c:pt idx="190">
                  <c:v>7.0292919054435136E-11</c:v>
                </c:pt>
                <c:pt idx="191">
                  <c:v>8.6187168657926931E-11</c:v>
                </c:pt>
                <c:pt idx="192">
                  <c:v>1.055016759815593E-10</c:v>
                </c:pt>
                <c:pt idx="193">
                  <c:v>1.2893452796746651E-10</c:v>
                </c:pt>
                <c:pt idx="194">
                  <c:v>1.5731840969445993E-10</c:v>
                </c:pt>
                <c:pt idx="195">
                  <c:v>1.9164499912505727E-10</c:v>
                </c:pt>
                <c:pt idx="196">
                  <c:v>2.3309349206683334E-10</c:v>
                </c:pt>
                <c:pt idx="197">
                  <c:v>2.8306390529883045E-10</c:v>
                </c:pt>
                <c:pt idx="198">
                  <c:v>3.4321589896953858E-10</c:v>
                </c:pt>
                <c:pt idx="199">
                  <c:v>4.1551396460814338E-10</c:v>
                </c:pt>
                <c:pt idx="200">
                  <c:v>5.0227994378318321E-10</c:v>
                </c:pt>
                <c:pt idx="201">
                  <c:v>6.0625397610186235E-10</c:v>
                </c:pt>
                <c:pt idx="202">
                  <c:v>7.3066512552099352E-10</c:v>
                </c:pt>
                <c:pt idx="203">
                  <c:v>8.7931310263858114E-10</c:v>
                </c:pt>
                <c:pt idx="204">
                  <c:v>1.0566626897195921E-9</c:v>
                </c:pt>
                <c:pt idx="205">
                  <c:v>1.2679526868157369E-9</c:v>
                </c:pt>
                <c:pt idx="206">
                  <c:v>1.5193214337880249E-9</c:v>
                </c:pt>
                <c:pt idx="207">
                  <c:v>1.8179512268452479E-9</c:v>
                </c:pt>
                <c:pt idx="208">
                  <c:v>2.1722342420911386E-9</c:v>
                </c:pt>
                <c:pt idx="209">
                  <c:v>2.5919629054582339E-9</c:v>
                </c:pt>
                <c:pt idx="210">
                  <c:v>3.0885480114649899E-9</c:v>
                </c:pt>
                <c:pt idx="211">
                  <c:v>3.675268295855264E-9</c:v>
                </c:pt>
                <c:pt idx="212">
                  <c:v>4.3675556130177421E-9</c:v>
                </c:pt>
                <c:pt idx="213">
                  <c:v>5.1833203620427558E-9</c:v>
                </c:pt>
                <c:pt idx="214">
                  <c:v>6.1433223495242522E-9</c:v>
                </c:pt>
                <c:pt idx="215">
                  <c:v>7.2715928772130169E-9</c:v>
                </c:pt>
                <c:pt idx="216">
                  <c:v>8.5959145031049636E-9</c:v>
                </c:pt>
                <c:pt idx="217">
                  <c:v>1.0148365650543235E-8</c:v>
                </c:pt>
                <c:pt idx="218">
                  <c:v>1.1965938036750079E-8</c:v>
                </c:pt>
                <c:pt idx="219">
                  <c:v>1.4091235765526387E-8</c:v>
                </c:pt>
                <c:pt idx="220">
                  <c:v>1.657326588461483E-8</c:v>
                </c:pt>
                <c:pt idx="221">
                  <c:v>1.9468331252663703E-8</c:v>
                </c:pt>
                <c:pt idx="222">
                  <c:v>2.2841037700448623E-8</c:v>
                </c:pt>
                <c:pt idx="223">
                  <c:v>2.6765428712874614E-8</c:v>
                </c:pt>
                <c:pt idx="224">
                  <c:v>3.1326262209503888E-8</c:v>
                </c:pt>
                <c:pt idx="225">
                  <c:v>3.6620445469417149E-8</c:v>
                </c:pt>
                <c:pt idx="226">
                  <c:v>4.2758645838949277E-8</c:v>
                </c:pt>
                <c:pt idx="227">
                  <c:v>4.9867096586259531E-8</c:v>
                </c:pt>
                <c:pt idx="228">
                  <c:v>5.8089619133236265E-8</c:v>
                </c:pt>
                <c:pt idx="229">
                  <c:v>6.7589884911431156E-8</c:v>
                </c:pt>
                <c:pt idx="230">
                  <c:v>7.8553942263415816E-8</c:v>
                </c:pt>
                <c:pt idx="231">
                  <c:v>9.1193036153268639E-8</c:v>
                </c:pt>
                <c:pt idx="232">
                  <c:v>1.0574675096891336E-7</c:v>
                </c:pt>
                <c:pt idx="233">
                  <c:v>1.2248650940430415E-7</c:v>
                </c:pt>
                <c:pt idx="234">
                  <c:v>1.4171946331023626E-7</c:v>
                </c:pt>
                <c:pt idx="235">
                  <c:v>1.6379281550870314E-7</c:v>
                </c:pt>
                <c:pt idx="236">
                  <c:v>1.8909861488640176E-7</c:v>
                </c:pt>
                <c:pt idx="237">
                  <c:v>2.1807907062825775E-7</c:v>
                </c:pt>
                <c:pt idx="238">
                  <c:v>2.5123243523056438E-7</c:v>
                </c:pt>
                <c:pt idx="239">
                  <c:v>2.8911950995547207E-7</c:v>
                </c:pt>
                <c:pt idx="240">
                  <c:v>3.3237083066263255E-7</c:v>
                </c:pt>
                <c:pt idx="241">
                  <c:v>3.8169459648910834E-7</c:v>
                </c:pt>
                <c:pt idx="242">
                  <c:v>4.3788540865329775E-7</c:v>
                </c:pt>
                <c:pt idx="243">
                  <c:v>5.0183389174095914E-7</c:v>
                </c:pt>
                <c:pt idx="244">
                  <c:v>5.7453727519868097E-7</c:v>
                </c:pt>
                <c:pt idx="245">
                  <c:v>6.571110184193933E-7</c:v>
                </c:pt>
                <c:pt idx="246">
                  <c:v>7.5080156876179321E-7</c:v>
                </c:pt>
                <c:pt idx="247">
                  <c:v>8.5700034810642916E-7</c:v>
                </c:pt>
                <c:pt idx="248">
                  <c:v>9.7725907011988896E-7</c:v>
                </c:pt>
                <c:pt idx="249">
                  <c:v>1.1133064972784023E-6</c:v>
                </c:pt>
                <c:pt idx="250">
                  <c:v>1.267066753895755E-6</c:v>
                </c:pt>
                <c:pt idx="251">
                  <c:v>1.4406793189087238E-6</c:v>
                </c:pt>
                <c:pt idx="252">
                  <c:v>1.6365208299947567E-6</c:v>
                </c:pt>
                <c:pt idx="253">
                  <c:v>1.8572288387320973E-6</c:v>
                </c:pt>
                <c:pt idx="254">
                  <c:v>2.1057276649543736E-6</c:v>
                </c:pt>
                <c:pt idx="255">
                  <c:v>2.3852565071990245E-6</c:v>
                </c:pt>
                <c:pt idx="256">
                  <c:v>2.6993999751911266E-6</c:v>
                </c:pt>
                <c:pt idx="257">
                  <c:v>3.0521212196332562E-6</c:v>
                </c:pt>
                <c:pt idx="258">
                  <c:v>3.4477978441770914E-6</c:v>
                </c:pt>
                <c:pt idx="259">
                  <c:v>3.8912607943192766E-6</c:v>
                </c:pt>
                <c:pt idx="260">
                  <c:v>4.3878364280757241E-6</c:v>
                </c:pt>
                <c:pt idx="261">
                  <c:v>4.9433919836277795E-6</c:v>
                </c:pt>
                <c:pt idx="262">
                  <c:v>5.5643846696798471E-6</c:v>
                </c:pt>
                <c:pt idx="263">
                  <c:v>6.2579146149923979E-6</c:v>
                </c:pt>
                <c:pt idx="264">
                  <c:v>7.0317819244378358E-6</c:v>
                </c:pt>
                <c:pt idx="265">
                  <c:v>7.8945480999323153E-6</c:v>
                </c:pt>
                <c:pt idx="266">
                  <c:v>8.8556020956929636E-6</c:v>
                </c:pt>
                <c:pt idx="267">
                  <c:v>9.9252312884266423E-6</c:v>
                </c:pt>
                <c:pt idx="268">
                  <c:v>1.1114697654223318E-5</c:v>
                </c:pt>
                <c:pt idx="269">
                  <c:v>1.2436319455073977E-5</c:v>
                </c:pt>
                <c:pt idx="270">
                  <c:v>1.3903558748999978E-5</c:v>
                </c:pt>
                <c:pt idx="271">
                  <c:v>1.5531115048736167E-5</c:v>
                </c:pt>
                <c:pt idx="272">
                  <c:v>1.733502546468065E-5</c:v>
                </c:pt>
                <c:pt idx="273">
                  <c:v>1.9332771678369375E-5</c:v>
                </c:pt>
                <c:pt idx="274">
                  <c:v>2.1543394102989531E-5</c:v>
                </c:pt>
                <c:pt idx="275">
                  <c:v>2.3987613597348447E-5</c:v>
                </c:pt>
                <c:pt idx="276">
                  <c:v>2.6687961109186846E-5</c:v>
                </c:pt>
                <c:pt idx="277">
                  <c:v>2.9668915632735276E-5</c:v>
                </c:pt>
                <c:pt idx="278">
                  <c:v>3.2957050873825297E-5</c:v>
                </c:pt>
                <c:pt idx="279">
                  <c:v>3.6581191023675171E-5</c:v>
                </c:pt>
                <c:pt idx="280">
                  <c:v>4.0572576049538755E-5</c:v>
                </c:pt>
                <c:pt idx="281">
                  <c:v>4.4965036916697659E-5</c:v>
                </c:pt>
                <c:pt idx="282">
                  <c:v>4.9795181161666235E-5</c:v>
                </c:pt>
                <c:pt idx="283">
                  <c:v>5.5102589240920368E-5</c:v>
                </c:pt>
                <c:pt idx="284">
                  <c:v>6.0930022082841917E-5</c:v>
                </c:pt>
                <c:pt idx="285">
                  <c:v>6.7323640272784382E-5</c:v>
                </c:pt>
                <c:pt idx="286">
                  <c:v>7.4333235302197128E-5</c:v>
                </c:pt>
                <c:pt idx="287">
                  <c:v>8.2012473312367422E-5</c:v>
                </c:pt>
                <c:pt idx="288">
                  <c:v>9.04191517616189E-5</c:v>
                </c:pt>
                <c:pt idx="289">
                  <c:v>9.9615469441501948E-5</c:v>
                </c:pt>
                <c:pt idx="290">
                  <c:v>1.0966831026263134E-4</c:v>
                </c:pt>
                <c:pt idx="291">
                  <c:v>1.206495412242293E-4</c:v>
                </c:pt>
                <c:pt idx="292">
                  <c:v>1.3263632497303882E-4</c:v>
                </c:pt>
                <c:pt idx="293">
                  <c:v>1.4571144734694367E-4</c:v>
                </c:pt>
                <c:pt idx="294">
                  <c:v>1.5996366028640227E-4</c:v>
                </c:pt>
                <c:pt idx="295">
                  <c:v>1.7548804048242778E-4</c:v>
                </c:pt>
                <c:pt idx="296">
                  <c:v>1.9238636411328868E-4</c:v>
                </c:pt>
                <c:pt idx="297">
                  <c:v>2.107674980034359E-4</c:v>
                </c:pt>
                <c:pt idx="298">
                  <c:v>2.3074780751700699E-4</c:v>
                </c:pt>
                <c:pt idx="299">
                  <c:v>2.5245158147476558E-4</c:v>
                </c:pt>
                <c:pt idx="300">
                  <c:v>2.7601147435747902E-4</c:v>
                </c:pt>
                <c:pt idx="301">
                  <c:v>3.01568966030113E-4</c:v>
                </c:pt>
                <c:pt idx="302">
                  <c:v>3.2927483919027695E-4</c:v>
                </c:pt>
                <c:pt idx="303">
                  <c:v>3.592896747104443E-4</c:v>
                </c:pt>
                <c:pt idx="304">
                  <c:v>3.9178436500730027E-4</c:v>
                </c:pt>
                <c:pt idx="305">
                  <c:v>4.2694064553209967E-4</c:v>
                </c:pt>
                <c:pt idx="306">
                  <c:v>4.6495164443429284E-4</c:v>
                </c:pt>
                <c:pt idx="307">
                  <c:v>5.0602245040571366E-4</c:v>
                </c:pt>
                <c:pt idx="308">
                  <c:v>5.5037069866532482E-4</c:v>
                </c:pt>
                <c:pt idx="309">
                  <c:v>5.9822717499407132E-4</c:v>
                </c:pt>
                <c:pt idx="310">
                  <c:v>6.4983643767630469E-4</c:v>
                </c:pt>
                <c:pt idx="311">
                  <c:v>7.0545745714858975E-4</c:v>
                </c:pt>
                <c:pt idx="312">
                  <c:v>7.6536427309762561E-4</c:v>
                </c:pt>
                <c:pt idx="313">
                  <c:v>8.2984666868831714E-4</c:v>
                </c:pt>
                <c:pt idx="314">
                  <c:v>8.9921086153847305E-4</c:v>
                </c:pt>
                <c:pt idx="315">
                  <c:v>9.7378021099059158E-4</c:v>
                </c:pt>
                <c:pt idx="316">
                  <c:v>1.0538959411616935E-3</c:v>
                </c:pt>
                <c:pt idx="317">
                  <c:v>1.1399178791811682E-3</c:v>
                </c:pt>
                <c:pt idx="318">
                  <c:v>1.23222520795243E-3</c:v>
                </c:pt>
                <c:pt idx="319">
                  <c:v>1.3312172326985776E-3</c:v>
                </c:pt>
                <c:pt idx="320">
                  <c:v>1.4373141604741555E-3</c:v>
                </c:pt>
                <c:pt idx="321">
                  <c:v>1.5509578917451655E-3</c:v>
                </c:pt>
                <c:pt idx="322">
                  <c:v>1.6726128230580071E-3</c:v>
                </c:pt>
                <c:pt idx="323">
                  <c:v>1.8027666597347789E-3</c:v>
                </c:pt>
                <c:pt idx="324">
                  <c:v>1.9419312374476722E-3</c:v>
                </c:pt>
                <c:pt idx="325">
                  <c:v>2.090643351439997E-3</c:v>
                </c:pt>
                <c:pt idx="326">
                  <c:v>2.2494655920736778E-3</c:v>
                </c:pt>
                <c:pt idx="327">
                  <c:v>2.4189871852969627E-3</c:v>
                </c:pt>
                <c:pt idx="328">
                  <c:v>2.5998248365370871E-3</c:v>
                </c:pt>
                <c:pt idx="329">
                  <c:v>2.7926235764348262E-3</c:v>
                </c:pt>
                <c:pt idx="330">
                  <c:v>2.9980576067504222E-3</c:v>
                </c:pt>
                <c:pt idx="331">
                  <c:v>3.2168311446813176E-3</c:v>
                </c:pt>
                <c:pt idx="332">
                  <c:v>3.4496792637463227E-3</c:v>
                </c:pt>
                <c:pt idx="333">
                  <c:v>3.6973687293034053E-3</c:v>
                </c:pt>
                <c:pt idx="334">
                  <c:v>3.9606988266840592E-3</c:v>
                </c:pt>
                <c:pt idx="335">
                  <c:v>4.2405021798433522E-3</c:v>
                </c:pt>
                <c:pt idx="336">
                  <c:v>4.5376455583425526E-3</c:v>
                </c:pt>
                <c:pt idx="337">
                  <c:v>4.8530306704031396E-3</c:v>
                </c:pt>
                <c:pt idx="338">
                  <c:v>5.1875949396917101E-3</c:v>
                </c:pt>
                <c:pt idx="339">
                  <c:v>5.5423122634245857E-3</c:v>
                </c:pt>
                <c:pt idx="340">
                  <c:v>5.918193749305173E-3</c:v>
                </c:pt>
                <c:pt idx="341">
                  <c:v>6.3162884287455276E-3</c:v>
                </c:pt>
                <c:pt idx="342">
                  <c:v>6.7376839437550042E-3</c:v>
                </c:pt>
                <c:pt idx="343">
                  <c:v>7.1835072048224199E-3</c:v>
                </c:pt>
                <c:pt idx="344">
                  <c:v>7.6549250170635207E-3</c:v>
                </c:pt>
                <c:pt idx="345">
                  <c:v>8.1531446718543458E-3</c:v>
                </c:pt>
                <c:pt idx="346">
                  <c:v>8.6794145011285118E-3</c:v>
                </c:pt>
                <c:pt idx="347">
                  <c:v>9.2350243914762487E-3</c:v>
                </c:pt>
                <c:pt idx="348">
                  <c:v>9.8213062551516205E-3</c:v>
                </c:pt>
                <c:pt idx="349">
                  <c:v>1.0439634455066196E-2</c:v>
                </c:pt>
                <c:pt idx="350">
                  <c:v>1.1091426180829719E-2</c:v>
                </c:pt>
                <c:pt idx="351">
                  <c:v>1.1778141772882649E-2</c:v>
                </c:pt>
                <c:pt idx="352">
                  <c:v>1.2501284991763111E-2</c:v>
                </c:pt>
                <c:pt idx="353">
                  <c:v>1.3262403229548015E-2</c:v>
                </c:pt>
                <c:pt idx="354">
                  <c:v>1.406308766052277E-2</c:v>
                </c:pt>
                <c:pt idx="355">
                  <c:v>1.4904973328145962E-2</c:v>
                </c:pt>
                <c:pt idx="356">
                  <c:v>1.5789739165404635E-2</c:v>
                </c:pt>
                <c:pt idx="357">
                  <c:v>1.6719107945690218E-2</c:v>
                </c:pt>
                <c:pt idx="358">
                  <c:v>1.7694846161363451E-2</c:v>
                </c:pt>
                <c:pt idx="359">
                  <c:v>1.8718763827231644E-2</c:v>
                </c:pt>
                <c:pt idx="360">
                  <c:v>1.9792714206222427E-2</c:v>
                </c:pt>
                <c:pt idx="361">
                  <c:v>2.0918593454604117E-2</c:v>
                </c:pt>
                <c:pt idx="362">
                  <c:v>2.209834018418376E-2</c:v>
                </c:pt>
                <c:pt idx="363">
                  <c:v>2.3333934938998581E-2</c:v>
                </c:pt>
                <c:pt idx="364">
                  <c:v>2.4627399584119664E-2</c:v>
                </c:pt>
                <c:pt idx="365">
                  <c:v>2.5980796604284696E-2</c:v>
                </c:pt>
                <c:pt idx="366">
                  <c:v>2.7396228310195142E-2</c:v>
                </c:pt>
                <c:pt idx="367">
                  <c:v>2.8875835950441409E-2</c:v>
                </c:pt>
                <c:pt idx="368">
                  <c:v>3.0421798727147557E-2</c:v>
                </c:pt>
                <c:pt idx="369">
                  <c:v>3.2036332713569156E-2</c:v>
                </c:pt>
                <c:pt idx="370">
                  <c:v>3.3721689672038931E-2</c:v>
                </c:pt>
                <c:pt idx="371">
                  <c:v>3.5480155770797439E-2</c:v>
                </c:pt>
                <c:pt idx="372">
                  <c:v>3.7314050198436602E-2</c:v>
                </c:pt>
                <c:pt idx="373">
                  <c:v>3.9225723674838689E-2</c:v>
                </c:pt>
                <c:pt idx="374">
                  <c:v>4.1217556857695452E-2</c:v>
                </c:pt>
                <c:pt idx="375">
                  <c:v>4.3291958643872516E-2</c:v>
                </c:pt>
                <c:pt idx="376">
                  <c:v>4.5451364365098203E-2</c:v>
                </c:pt>
                <c:pt idx="377">
                  <c:v>4.7698233877641077E-2</c:v>
                </c:pt>
                <c:pt idx="378">
                  <c:v>5.003504954587918E-2</c:v>
                </c:pt>
                <c:pt idx="379">
                  <c:v>5.2464314119868793E-2</c:v>
                </c:pt>
                <c:pt idx="380">
                  <c:v>5.4988548507243065E-2</c:v>
                </c:pt>
                <c:pt idx="381">
                  <c:v>5.7610289440023152E-2</c:v>
                </c:pt>
                <c:pt idx="382">
                  <c:v>6.0332087037127405E-2</c:v>
                </c:pt>
                <c:pt idx="383">
                  <c:v>6.3156502263643888E-2</c:v>
                </c:pt>
                <c:pt idx="384">
                  <c:v>6.6086104288141018E-2</c:v>
                </c:pt>
                <c:pt idx="385">
                  <c:v>6.912346773955054E-2</c:v>
                </c:pt>
                <c:pt idx="386">
                  <c:v>7.2271169865434595E-2</c:v>
                </c:pt>
                <c:pt idx="387">
                  <c:v>7.5531787593640251E-2</c:v>
                </c:pt>
                <c:pt idx="388">
                  <c:v>7.8907894499662318E-2</c:v>
                </c:pt>
                <c:pt idx="389">
                  <c:v>8.2402057682254531E-2</c:v>
                </c:pt>
                <c:pt idx="390">
                  <c:v>8.601683455008885E-2</c:v>
                </c:pt>
                <c:pt idx="391">
                  <c:v>8.9754769522521816E-2</c:v>
                </c:pt>
                <c:pt idx="392">
                  <c:v>9.3618390647776661E-2</c:v>
                </c:pt>
                <c:pt idx="393">
                  <c:v>9.7610206142115893E-2</c:v>
                </c:pt>
                <c:pt idx="394">
                  <c:v>0.10173270085379058</c:v>
                </c:pt>
                <c:pt idx="395">
                  <c:v>0.10598833265584431</c:v>
                </c:pt>
                <c:pt idx="396">
                  <c:v>0.11037952877207138</c:v>
                </c:pt>
                <c:pt idx="397">
                  <c:v>0.11490868204063313</c:v>
                </c:pt>
                <c:pt idx="398">
                  <c:v>0.11957814712014793</c:v>
                </c:pt>
                <c:pt idx="399">
                  <c:v>0.12439023664320688</c:v>
                </c:pt>
                <c:pt idx="400">
                  <c:v>0.12934721732254706</c:v>
                </c:pt>
                <c:pt idx="401">
                  <c:v>0.13445130601529992</c:v>
                </c:pt>
                <c:pt idx="402">
                  <c:v>0.13970466575096038</c:v>
                </c:pt>
                <c:pt idx="403">
                  <c:v>0.14510940172885439</c:v>
                </c:pt>
                <c:pt idx="404">
                  <c:v>0.15066755729116682</c:v>
                </c:pt>
                <c:pt idx="405">
                  <c:v>0.15638110987769108</c:v>
                </c:pt>
                <c:pt idx="406">
                  <c:v>0.16225196696863192</c:v>
                </c:pt>
                <c:pt idx="407">
                  <c:v>0.16828196202199275</c:v>
                </c:pt>
                <c:pt idx="408">
                  <c:v>0.17447285041219349</c:v>
                </c:pt>
                <c:pt idx="409">
                  <c:v>0.18082630537666489</c:v>
                </c:pt>
                <c:pt idx="410">
                  <c:v>0.18734391397734673</c:v>
                </c:pt>
                <c:pt idx="411">
                  <c:v>0.1940271730840793</c:v>
                </c:pt>
                <c:pt idx="412">
                  <c:v>0.20087748538695652</c:v>
                </c:pt>
                <c:pt idx="413">
                  <c:v>0.20789615544484044</c:v>
                </c:pt>
                <c:pt idx="414">
                  <c:v>0.2150843857772323</c:v>
                </c:pt>
                <c:pt idx="415">
                  <c:v>0.22244327300680075</c:v>
                </c:pt>
                <c:pt idx="416">
                  <c:v>0.22997380405985085</c:v>
                </c:pt>
                <c:pt idx="417">
                  <c:v>0.23767685243208792</c:v>
                </c:pt>
                <c:pt idx="418">
                  <c:v>0.24555317452696246</c:v>
                </c:pt>
                <c:pt idx="419">
                  <c:v>0.25360340607394039</c:v>
                </c:pt>
                <c:pt idx="420">
                  <c:v>0.2618280586339668</c:v>
                </c:pt>
                <c:pt idx="421">
                  <c:v>0.27022751619935564</c:v>
                </c:pt>
                <c:pt idx="422">
                  <c:v>0.27880203189526587</c:v>
                </c:pt>
                <c:pt idx="423">
                  <c:v>0.28755172478988672</c:v>
                </c:pt>
                <c:pt idx="424">
                  <c:v>0.29647657682029444</c:v>
                </c:pt>
                <c:pt idx="425">
                  <c:v>0.30557642984088917</c:v>
                </c:pt>
                <c:pt idx="426">
                  <c:v>0.31485098280115981</c:v>
                </c:pt>
                <c:pt idx="427">
                  <c:v>0.3242997890594102</c:v>
                </c:pt>
                <c:pt idx="428">
                  <c:v>0.33392225383886498</c:v>
                </c:pt>
                <c:pt idx="429">
                  <c:v>0.34371763183250237</c:v>
                </c:pt>
                <c:pt idx="430">
                  <c:v>0.35368502496262194</c:v>
                </c:pt>
                <c:pt idx="431">
                  <c:v>0.36382338030115963</c:v>
                </c:pt>
                <c:pt idx="432">
                  <c:v>0.37413148815626995</c:v>
                </c:pt>
                <c:pt idx="433">
                  <c:v>0.38460798033076282</c:v>
                </c:pt>
                <c:pt idx="434">
                  <c:v>0.39525132855747647</c:v>
                </c:pt>
                <c:pt idx="435">
                  <c:v>0.40605984311660087</c:v>
                </c:pt>
                <c:pt idx="436">
                  <c:v>0.41703167163958232</c:v>
                </c:pt>
                <c:pt idx="437">
                  <c:v>0.42816479810393837</c:v>
                </c:pt>
                <c:pt idx="438">
                  <c:v>0.43945704202318658</c:v>
                </c:pt>
                <c:pt idx="439">
                  <c:v>0.45090605783555099</c:v>
                </c:pt>
                <c:pt idx="440">
                  <c:v>0.46250933449495979</c:v>
                </c:pt>
                <c:pt idx="441">
                  <c:v>0.47426419526744934</c:v>
                </c:pt>
                <c:pt idx="442">
                  <c:v>0.48616779773580704</c:v>
                </c:pt>
                <c:pt idx="443">
                  <c:v>0.49821713401484624</c:v>
                </c:pt>
                <c:pt idx="444">
                  <c:v>0.5104090311795062</c:v>
                </c:pt>
                <c:pt idx="445">
                  <c:v>0.52274015190740464</c:v>
                </c:pt>
                <c:pt idx="446">
                  <c:v>0.53520699533737748</c:v>
                </c:pt>
                <c:pt idx="447">
                  <c:v>0.54780589814482405</c:v>
                </c:pt>
                <c:pt idx="448">
                  <c:v>0.56053303583474734</c:v>
                </c:pt>
                <c:pt idx="449">
                  <c:v>0.5733844242525068</c:v>
                </c:pt>
                <c:pt idx="450">
                  <c:v>0.58635592131231185</c:v>
                </c:pt>
                <c:pt idx="451">
                  <c:v>0.59944322894299129</c:v>
                </c:pt>
                <c:pt idx="452">
                  <c:v>0.61264189524996149</c:v>
                </c:pt>
                <c:pt idx="453">
                  <c:v>0.62594731689244043</c:v>
                </c:pt>
                <c:pt idx="454">
                  <c:v>0.63935474167397133</c:v>
                </c:pt>
                <c:pt idx="455">
                  <c:v>0.65285927134439703</c:v>
                </c:pt>
                <c:pt idx="456">
                  <c:v>0.66645586461091066</c:v>
                </c:pt>
                <c:pt idx="457">
                  <c:v>0.68013934035523105</c:v>
                </c:pt>
                <c:pt idx="458">
                  <c:v>0.69390438105403796</c:v>
                </c:pt>
                <c:pt idx="459">
                  <c:v>0.70774553639887694</c:v>
                </c:pt>
                <c:pt idx="460">
                  <c:v>0.72165722711186842</c:v>
                </c:pt>
                <c:pt idx="461">
                  <c:v>0.73563374895287781</c:v>
                </c:pt>
                <c:pt idx="462">
                  <c:v>0.7496692769137594</c:v>
                </c:pt>
                <c:pt idx="463">
                  <c:v>0.76375786959443914</c:v>
                </c:pt>
                <c:pt idx="464">
                  <c:v>0.77789347375607765</c:v>
                </c:pt>
                <c:pt idx="465">
                  <c:v>0.79206992904527973</c:v>
                </c:pt>
                <c:pt idx="466">
                  <c:v>0.80628097288385137</c:v>
                </c:pt>
                <c:pt idx="467">
                  <c:v>0.82052024551777003</c:v>
                </c:pt>
                <c:pt idx="468">
                  <c:v>0.83478129521899924</c:v>
                </c:pt>
                <c:pt idx="469">
                  <c:v>0.84905758363337469</c:v>
                </c:pt>
                <c:pt idx="470">
                  <c:v>0.8633424912676444</c:v>
                </c:pt>
                <c:pt idx="471">
                  <c:v>0.87762932310839159</c:v>
                </c:pt>
                <c:pt idx="472">
                  <c:v>0.89191131436537463</c:v>
                </c:pt>
                <c:pt idx="473">
                  <c:v>0.90618163633167281</c:v>
                </c:pt>
                <c:pt idx="474">
                  <c:v>0.92043340235265547</c:v>
                </c:pt>
                <c:pt idx="475">
                  <c:v>0.93465967389574955</c:v>
                </c:pt>
                <c:pt idx="476">
                  <c:v>0.94885346671275828</c:v>
                </c:pt>
                <c:pt idx="477">
                  <c:v>0.96300775708623321</c:v>
                </c:pt>
                <c:pt idx="478">
                  <c:v>0.97711548815150473</c:v>
                </c:pt>
                <c:pt idx="479">
                  <c:v>0.99116957628553537</c:v>
                </c:pt>
                <c:pt idx="480">
                  <c:v>1.0051629175537977</c:v>
                </c:pt>
                <c:pt idx="481">
                  <c:v>1.0190883942064224</c:v>
                </c:pt>
                <c:pt idx="482">
                  <c:v>1.0329388812144937</c:v>
                </c:pt>
                <c:pt idx="483">
                  <c:v>1.0467072528375612</c:v>
                </c:pt>
                <c:pt idx="484">
                  <c:v>1.0603863892132426</c:v>
                </c:pt>
                <c:pt idx="485">
                  <c:v>1.0739691829598237</c:v>
                </c:pt>
                <c:pt idx="486">
                  <c:v>1.0874485457827385</c:v>
                </c:pt>
                <c:pt idx="487">
                  <c:v>1.1008174150758803</c:v>
                </c:pt>
                <c:pt idx="488">
                  <c:v>1.1140687605085033</c:v>
                </c:pt>
                <c:pt idx="489">
                  <c:v>1.1271955905889102</c:v>
                </c:pt>
                <c:pt idx="490">
                  <c:v>1.140190959195639</c:v>
                </c:pt>
                <c:pt idx="491">
                  <c:v>1.153047972067633</c:v>
                </c:pt>
                <c:pt idx="492">
                  <c:v>1.1657597932439994</c:v>
                </c:pt>
                <c:pt idx="493">
                  <c:v>1.1783196514452632</c:v>
                </c:pt>
                <c:pt idx="494">
                  <c:v>1.1907208463870618</c:v>
                </c:pt>
                <c:pt idx="495">
                  <c:v>1.2029567550179148</c:v>
                </c:pt>
                <c:pt idx="496">
                  <c:v>1.2150208376728866</c:v>
                </c:pt>
                <c:pt idx="497">
                  <c:v>1.2269066441347776</c:v>
                </c:pt>
                <c:pt idx="498">
                  <c:v>1.2386078195950572</c:v>
                </c:pt>
                <c:pt idx="499">
                  <c:v>1.2501181105064649</c:v>
                </c:pt>
                <c:pt idx="500">
                  <c:v>1.2614313703201128</c:v>
                </c:pt>
                <c:pt idx="501">
                  <c:v>1.2725415650991887</c:v>
                </c:pt>
                <c:pt idx="502">
                  <c:v>1.2834427790025951</c:v>
                </c:pt>
                <c:pt idx="503">
                  <c:v>1.2941292196312262</c:v>
                </c:pt>
                <c:pt idx="504">
                  <c:v>1.3045952232304754</c:v>
                </c:pt>
                <c:pt idx="505">
                  <c:v>1.3148352597424804</c:v>
                </c:pt>
                <c:pt idx="506">
                  <c:v>1.3248439377017953</c:v>
                </c:pt>
                <c:pt idx="507">
                  <c:v>1.3346160089689978</c:v>
                </c:pt>
                <c:pt idx="508">
                  <c:v>1.3441463732962928</c:v>
                </c:pt>
                <c:pt idx="509">
                  <c:v>1.3534300827198904</c:v>
                </c:pt>
                <c:pt idx="510">
                  <c:v>1.36246234577451</c:v>
                </c:pt>
                <c:pt idx="511">
                  <c:v>1.3712385315247362</c:v>
                </c:pt>
                <c:pt idx="512">
                  <c:v>1.3797541734093413</c:v>
                </c:pt>
                <c:pt idx="513">
                  <c:v>1.38800497289438</c:v>
                </c:pt>
                <c:pt idx="514">
                  <c:v>1.3959868029311091</c:v>
                </c:pt>
                <c:pt idx="515">
                  <c:v>1.4036957112156367</c:v>
                </c:pt>
                <c:pt idx="516">
                  <c:v>1.4111279232469935</c:v>
                </c:pt>
                <c:pt idx="517">
                  <c:v>1.4182798451809147</c:v>
                </c:pt>
                <c:pt idx="518">
                  <c:v>1.4251480664770209</c:v>
                </c:pt>
                <c:pt idx="519">
                  <c:v>1.4317293623369611</c:v>
                </c:pt>
                <c:pt idx="520">
                  <c:v>1.4380206959322313</c:v>
                </c:pt>
                <c:pt idx="521">
                  <c:v>1.4440192204198161</c:v>
                </c:pt>
                <c:pt idx="522">
                  <c:v>1.4497222807447163</c:v>
                </c:pt>
                <c:pt idx="523">
                  <c:v>1.455127415228604</c:v>
                </c:pt>
                <c:pt idx="524">
                  <c:v>1.4602323569440583</c:v>
                </c:pt>
                <c:pt idx="525">
                  <c:v>1.4650350348743038</c:v>
                </c:pt>
                <c:pt idx="526">
                  <c:v>1.4695335748586886</c:v>
                </c:pt>
                <c:pt idx="527">
                  <c:v>1.4737263003241274</c:v>
                </c:pt>
                <c:pt idx="528">
                  <c:v>1.4776117328039087</c:v>
                </c:pt>
                <c:pt idx="529">
                  <c:v>1.4811885922441619</c:v>
                </c:pt>
                <c:pt idx="530">
                  <c:v>1.4844557971001158</c:v>
                </c:pt>
                <c:pt idx="531">
                  <c:v>1.4874124642236068</c:v>
                </c:pt>
                <c:pt idx="532">
                  <c:v>1.4900579085436001</c:v>
                </c:pt>
                <c:pt idx="533">
                  <c:v>1.4923916425424235</c:v>
                </c:pt>
                <c:pt idx="534">
                  <c:v>1.494413375529956</c:v>
                </c:pt>
                <c:pt idx="535">
                  <c:v>1.4961230127186966</c:v>
                </c:pt>
                <c:pt idx="536">
                  <c:v>1.4975206541027875</c:v>
                </c:pt>
                <c:pt idx="537">
                  <c:v>1.4986065931443289</c:v>
                </c:pt>
                <c:pt idx="538">
                  <c:v>1.4993813152704829</c:v>
                </c:pt>
                <c:pt idx="539">
                  <c:v>1.4998454961852958</c:v>
                </c:pt>
                <c:pt idx="540">
                  <c:v>1.5</c:v>
                </c:pt>
                <c:pt idx="541">
                  <c:v>1.4998458771863592</c:v>
                </c:pt>
                <c:pt idx="542">
                  <c:v>1.4993843623571648</c:v>
                </c:pt>
                <c:pt idx="543">
                  <c:v>1.4986168718787831</c:v>
                </c:pt>
                <c:pt idx="544">
                  <c:v>1.4975450013202789</c:v>
                </c:pt>
                <c:pt idx="545">
                  <c:v>1.4961705227443105</c:v>
                </c:pt>
                <c:pt idx="546">
                  <c:v>1.4944953818448337</c:v>
                </c:pt>
                <c:pt idx="547">
                  <c:v>1.4925216949368381</c:v>
                </c:pt>
                <c:pt idx="548">
                  <c:v>1.4902517458037141</c:v>
                </c:pt>
                <c:pt idx="549">
                  <c:v>1.4876879824075504</c:v>
                </c:pt>
                <c:pt idx="550">
                  <c:v>1.4848330134681818</c:v>
                </c:pt>
                <c:pt idx="551">
                  <c:v>1.4816896049168322</c:v>
                </c:pt>
                <c:pt idx="552">
                  <c:v>1.4782606762298987</c:v>
                </c:pt>
                <c:pt idx="553">
                  <c:v>1.4745492966492537</c:v>
                </c:pt>
                <c:pt idx="554">
                  <c:v>1.4705586812946825</c:v>
                </c:pt>
                <c:pt idx="555">
                  <c:v>1.4662921871748007</c:v>
                </c:pt>
                <c:pt idx="556">
                  <c:v>1.4617533091024135</c:v>
                </c:pt>
                <c:pt idx="557">
                  <c:v>1.4569456755206476</c:v>
                </c:pt>
                <c:pt idx="558">
                  <c:v>1.451873044245952</c:v>
                </c:pt>
                <c:pt idx="559">
                  <c:v>1.4465392981341543</c:v>
                </c:pt>
                <c:pt idx="560">
                  <c:v>1.4409484406758506</c:v>
                </c:pt>
                <c:pt idx="561">
                  <c:v>1.4351045915274985</c:v>
                </c:pt>
                <c:pt idx="562">
                  <c:v>1.429011981984093</c:v>
                </c:pt>
                <c:pt idx="563">
                  <c:v>1.4226749503999632</c:v>
                </c:pt>
                <c:pt idx="564">
                  <c:v>1.4160979375636533</c:v>
                </c:pt>
                <c:pt idx="565">
                  <c:v>1.4092854820331489</c:v>
                </c:pt>
                <c:pt idx="566">
                  <c:v>1.402242215437385</c:v>
                </c:pt>
                <c:pt idx="567">
                  <c:v>1.3949728577501115</c:v>
                </c:pt>
                <c:pt idx="568">
                  <c:v>1.3874822125422848</c:v>
                </c:pt>
                <c:pt idx="569">
                  <c:v>1.3797751622184675</c:v>
                </c:pt>
                <c:pt idx="570">
                  <c:v>1.3718566632434239</c:v>
                </c:pt>
                <c:pt idx="571">
                  <c:v>1.3637317413644121</c:v>
                </c:pt>
                <c:pt idx="572">
                  <c:v>1.355405486834858</c:v>
                </c:pt>
                <c:pt idx="573">
                  <c:v>1.3468830496449726</c:v>
                </c:pt>
                <c:pt idx="574">
                  <c:v>1.3381696347646725</c:v>
                </c:pt>
                <c:pt idx="575">
                  <c:v>1.3292704974041074</c:v>
                </c:pt>
                <c:pt idx="576">
                  <c:v>1.320190938296991</c:v>
                </c:pt>
                <c:pt idx="577">
                  <c:v>1.3109362990118159</c:v>
                </c:pt>
                <c:pt idx="578">
                  <c:v>1.3015119572958178</c:v>
                </c:pt>
                <c:pt idx="579">
                  <c:v>1.2919233224564652</c:v>
                </c:pt>
                <c:pt idx="580">
                  <c:v>1.282175830785224</c:v>
                </c:pt>
                <c:pt idx="581">
                  <c:v>1.2722749410279703</c:v>
                </c:pt>
                <c:pt idx="582">
                  <c:v>1.2622261299064259</c:v>
                </c:pt>
                <c:pt idx="583">
                  <c:v>1.2520348876949658</c:v>
                </c:pt>
                <c:pt idx="584">
                  <c:v>1.2417067138565661</c:v>
                </c:pt>
                <c:pt idx="585">
                  <c:v>1.2312471127420652</c:v>
                </c:pt>
                <c:pt idx="586">
                  <c:v>1.2206615893562107</c:v>
                </c:pt>
                <c:pt idx="587">
                  <c:v>1.2099556451942663</c:v>
                </c:pt>
                <c:pt idx="588">
                  <c:v>1.1991347741523983</c:v>
                </c:pt>
                <c:pt idx="589">
                  <c:v>1.1882044585152423</c:v>
                </c:pt>
                <c:pt idx="590">
                  <c:v>1.1771701650235311</c:v>
                </c:pt>
                <c:pt idx="591">
                  <c:v>1.166037341024855</c:v>
                </c:pt>
                <c:pt idx="592">
                  <c:v>1.1548114107101002</c:v>
                </c:pt>
                <c:pt idx="593">
                  <c:v>1.1434977714383359</c:v>
                </c:pt>
                <c:pt idx="594">
                  <c:v>1.1321017901523531</c:v>
                </c:pt>
                <c:pt idx="595">
                  <c:v>1.1206287998871083</c:v>
                </c:pt>
                <c:pt idx="596">
                  <c:v>1.1090840963732935</c:v>
                </c:pt>
                <c:pt idx="597">
                  <c:v>1.0974729347375951</c:v>
                </c:pt>
                <c:pt idx="598">
                  <c:v>1.0858005263017263</c:v>
                </c:pt>
                <c:pt idx="599">
                  <c:v>1.0740720354815048</c:v>
                </c:pt>
                <c:pt idx="600">
                  <c:v>1.0622925767874571</c:v>
                </c:pt>
                <c:pt idx="601">
                  <c:v>1.0504672119282739</c:v>
                </c:pt>
                <c:pt idx="602">
                  <c:v>1.0386009470179793</c:v>
                </c:pt>
                <c:pt idx="603">
                  <c:v>1.0266987298879848</c:v>
                </c:pt>
                <c:pt idx="604">
                  <c:v>1.0147654475044892</c:v>
                </c:pt>
                <c:pt idx="605">
                  <c:v>1.0028059234921418</c:v>
                </c:pt>
                <c:pt idx="606">
                  <c:v>0.99082491576413101</c:v>
                </c:pt>
                <c:pt idx="607">
                  <c:v>0.9788271142592444</c:v>
                </c:pt>
                <c:pt idx="608">
                  <c:v>0.96681713878589481</c:v>
                </c:pt>
                <c:pt idx="609">
                  <c:v>0.95479953697326536</c:v>
                </c:pt>
                <c:pt idx="610">
                  <c:v>0.9427787823293643</c:v>
                </c:pt>
                <c:pt idx="611">
                  <c:v>0.93075927240580991</c:v>
                </c:pt>
                <c:pt idx="612">
                  <c:v>0.91874532706895262</c:v>
                </c:pt>
                <c:pt idx="613">
                  <c:v>0.90674118687682748</c:v>
                </c:pt>
                <c:pt idx="614">
                  <c:v>0.89475101156133485</c:v>
                </c:pt>
                <c:pt idx="615">
                  <c:v>0.88277887861492443</c:v>
                </c:pt>
                <c:pt idx="616">
                  <c:v>0.87082878198086289</c:v>
                </c:pt>
                <c:pt idx="617">
                  <c:v>0.85890463084624014</c:v>
                </c:pt>
                <c:pt idx="618">
                  <c:v>0.84701024853655105</c:v>
                </c:pt>
                <c:pt idx="619">
                  <c:v>0.835149371510712</c:v>
                </c:pt>
                <c:pt idx="620">
                  <c:v>0.82332564845534617</c:v>
                </c:pt>
                <c:pt idx="621">
                  <c:v>0.81154263947674554</c:v>
                </c:pt>
                <c:pt idx="622">
                  <c:v>0.79980381538944578</c:v>
                </c:pt>
                <c:pt idx="623">
                  <c:v>0.78811255709945405</c:v>
                </c:pt>
                <c:pt idx="624">
                  <c:v>0.77647215508088829</c:v>
                </c:pt>
                <c:pt idx="625">
                  <c:v>0.76488580894417424</c:v>
                </c:pt>
                <c:pt idx="626">
                  <c:v>0.75335662709402851</c:v>
                </c:pt>
                <c:pt idx="627">
                  <c:v>0.74188762647552453</c:v>
                </c:pt>
                <c:pt idx="628">
                  <c:v>0.73048173240634395</c:v>
                </c:pt>
                <c:pt idx="629">
                  <c:v>0.7191417784931613</c:v>
                </c:pt>
                <c:pt idx="630">
                  <c:v>0.70787050663033857</c:v>
                </c:pt>
                <c:pt idx="631">
                  <c:v>0.69667056707880015</c:v>
                </c:pt>
                <c:pt idx="632">
                  <c:v>0.68554451862301446</c:v>
                </c:pt>
                <c:pt idx="633">
                  <c:v>0.6744948288040471</c:v>
                </c:pt>
                <c:pt idx="634">
                  <c:v>0.66352387422638781</c:v>
                </c:pt>
                <c:pt idx="635">
                  <c:v>0.65263394093650595</c:v>
                </c:pt>
                <c:pt idx="636">
                  <c:v>0.64182722487084132</c:v>
                </c:pt>
                <c:pt idx="637">
                  <c:v>0.6311058323710016</c:v>
                </c:pt>
                <c:pt idx="638">
                  <c:v>0.62047178076393417</c:v>
                </c:pt>
                <c:pt idx="639">
                  <c:v>0.60992699900475156</c:v>
                </c:pt>
                <c:pt idx="640">
                  <c:v>0.59947332837998857</c:v>
                </c:pt>
                <c:pt idx="641">
                  <c:v>0.58911252326888675</c:v>
                </c:pt>
                <c:pt idx="642">
                  <c:v>0.57884625196052664</c:v>
                </c:pt>
                <c:pt idx="643">
                  <c:v>0.56867609752441506</c:v>
                </c:pt>
                <c:pt idx="644">
                  <c:v>0.55860355873221801</c:v>
                </c:pt>
                <c:pt idx="645">
                  <c:v>0.54863005102840146</c:v>
                </c:pt>
                <c:pt idx="646">
                  <c:v>0.53875690754738925</c:v>
                </c:pt>
                <c:pt idx="647">
                  <c:v>0.52898538017503882</c:v>
                </c:pt>
                <c:pt idx="648">
                  <c:v>0.51931664065210215</c:v>
                </c:pt>
                <c:pt idx="649">
                  <c:v>0.50975178171741531</c:v>
                </c:pt>
                <c:pt idx="650">
                  <c:v>0.50029181828862068</c:v>
                </c:pt>
                <c:pt idx="651">
                  <c:v>0.49093768867811094</c:v>
                </c:pt>
                <c:pt idx="652">
                  <c:v>0.48169025584207414</c:v>
                </c:pt>
                <c:pt idx="653">
                  <c:v>0.47255030866047287</c:v>
                </c:pt>
                <c:pt idx="654">
                  <c:v>0.46351856324564977</c:v>
                </c:pt>
                <c:pt idx="655">
                  <c:v>0.45459566427771686</c:v>
                </c:pt>
                <c:pt idx="656">
                  <c:v>0.44578218636435413</c:v>
                </c:pt>
                <c:pt idx="657">
                  <c:v>0.43707863542315406</c:v>
                </c:pt>
                <c:pt idx="658">
                  <c:v>0.42848545008439642</c:v>
                </c:pt>
                <c:pt idx="659">
                  <c:v>0.42000300311233163</c:v>
                </c:pt>
                <c:pt idx="660">
                  <c:v>0.4116316028429392</c:v>
                </c:pt>
                <c:pt idx="661">
                  <c:v>0.4033714946363407</c:v>
                </c:pt>
                <c:pt idx="662">
                  <c:v>0.3952228623419608</c:v>
                </c:pt>
                <c:pt idx="663">
                  <c:v>0.38718582977457849</c:v>
                </c:pt>
                <c:pt idx="664">
                  <c:v>0.37926046219954834</c:v>
                </c:pt>
                <c:pt idx="665">
                  <c:v>0.37144676782541164</c:v>
                </c:pt>
                <c:pt idx="666">
                  <c:v>0.36374469930220399</c:v>
                </c:pt>
                <c:pt idx="667">
                  <c:v>0.35615415522381128</c:v>
                </c:pt>
                <c:pt idx="668">
                  <c:v>0.34867498163279936</c:v>
                </c:pt>
                <c:pt idx="669">
                  <c:v>0.34130697352608758</c:v>
                </c:pt>
                <c:pt idx="670">
                  <c:v>0.33404987636005756</c:v>
                </c:pt>
                <c:pt idx="671">
                  <c:v>0.32690338755354803</c:v>
                </c:pt>
                <c:pt idx="672">
                  <c:v>0.31986715798735244</c:v>
                </c:pt>
                <c:pt idx="673">
                  <c:v>0.31294079349889181</c:v>
                </c:pt>
                <c:pt idx="674">
                  <c:v>0.30612385637065792</c:v>
                </c:pt>
                <c:pt idx="675">
                  <c:v>0.29941586681125243</c:v>
                </c:pt>
                <c:pt idx="676">
                  <c:v>0.29281630442774886</c:v>
                </c:pt>
                <c:pt idx="677">
                  <c:v>0.28632460968820772</c:v>
                </c:pt>
                <c:pt idx="678">
                  <c:v>0.27994018537324888</c:v>
                </c:pt>
                <c:pt idx="679">
                  <c:v>0.27366239801557368</c:v>
                </c:pt>
                <c:pt idx="680">
                  <c:v>0.26749057932644599</c:v>
                </c:pt>
                <c:pt idx="681">
                  <c:v>0.26142402760812944</c:v>
                </c:pt>
                <c:pt idx="682">
                  <c:v>0.25546200915134659</c:v>
                </c:pt>
                <c:pt idx="683">
                  <c:v>0.24960375961691761</c:v>
                </c:pt>
                <c:pt idx="684">
                  <c:v>0.24384848540067156</c:v>
                </c:pt>
                <c:pt idx="685">
                  <c:v>0.23819536498092231</c:v>
                </c:pt>
                <c:pt idx="686">
                  <c:v>0.23264355024768485</c:v>
                </c:pt>
                <c:pt idx="687">
                  <c:v>0.22719216781299376</c:v>
                </c:pt>
                <c:pt idx="688">
                  <c:v>0.22184032030164125</c:v>
                </c:pt>
                <c:pt idx="689">
                  <c:v>0.21658708762171008</c:v>
                </c:pt>
                <c:pt idx="690">
                  <c:v>0.21143152821436467</c:v>
                </c:pt>
                <c:pt idx="691">
                  <c:v>0.20637268028234287</c:v>
                </c:pt>
                <c:pt idx="692">
                  <c:v>0.20140956299668408</c:v>
                </c:pt>
                <c:pt idx="693">
                  <c:v>0.19654117768123341</c:v>
                </c:pt>
                <c:pt idx="694">
                  <c:v>0.19176650897453018</c:v>
                </c:pt>
                <c:pt idx="695">
                  <c:v>0.18708452596869868</c:v>
                </c:pt>
                <c:pt idx="696">
                  <c:v>0.18249418332501968</c:v>
                </c:pt>
                <c:pt idx="697">
                  <c:v>0.17799442236589719</c:v>
                </c:pt>
                <c:pt idx="698">
                  <c:v>0.17358417214295613</c:v>
                </c:pt>
                <c:pt idx="699">
                  <c:v>0.16926235048103716</c:v>
                </c:pt>
                <c:pt idx="700">
                  <c:v>0.165027864997947</c:v>
                </c:pt>
                <c:pt idx="701">
                  <c:v>0.16087961409973364</c:v>
                </c:pt>
                <c:pt idx="702">
                  <c:v>0.1568164879514542</c:v>
                </c:pt>
                <c:pt idx="703">
                  <c:v>0.15283736942327225</c:v>
                </c:pt>
                <c:pt idx="704">
                  <c:v>0.14894113501186049</c:v>
                </c:pt>
                <c:pt idx="705">
                  <c:v>0.14512665573706182</c:v>
                </c:pt>
                <c:pt idx="706">
                  <c:v>0.14139279801382576</c:v>
                </c:pt>
                <c:pt idx="707">
                  <c:v>0.13773842449940848</c:v>
                </c:pt>
                <c:pt idx="708">
                  <c:v>0.13416239491591778</c:v>
                </c:pt>
                <c:pt idx="709">
                  <c:v>0.13066356684826805</c:v>
                </c:pt>
                <c:pt idx="710">
                  <c:v>0.12724079651763279</c:v>
                </c:pt>
                <c:pt idx="711">
                  <c:v>0.12389293953052016</c:v>
                </c:pt>
                <c:pt idx="712">
                  <c:v>0.12061885160363897</c:v>
                </c:pt>
                <c:pt idx="713">
                  <c:v>0.11741738926467196</c:v>
                </c:pt>
                <c:pt idx="714">
                  <c:v>0.11428741052918312</c:v>
                </c:pt>
                <c:pt idx="715">
                  <c:v>0.11122777555384712</c:v>
                </c:pt>
                <c:pt idx="716">
                  <c:v>0.10823734726621087</c:v>
                </c:pt>
                <c:pt idx="717">
                  <c:v>0.10531499197124079</c:v>
                </c:pt>
                <c:pt idx="718">
                  <c:v>0.10245957993491406</c:v>
                </c:pt>
                <c:pt idx="719">
                  <c:v>9.9669985945100514E-2</c:v>
                </c:pt>
                <c:pt idx="720">
                  <c:v>9.6945089850042729E-2</c:v>
                </c:pt>
                <c:pt idx="721">
                  <c:v>9.4283777074725919E-2</c:v>
                </c:pt>
                <c:pt idx="722">
                  <c:v>9.1684939115433919E-2</c:v>
                </c:pt>
                <c:pt idx="723">
                  <c:v>8.9147474012838124E-2</c:v>
                </c:pt>
                <c:pt idx="724">
                  <c:v>8.6670286803931365E-2</c:v>
                </c:pt>
                <c:pt idx="725">
                  <c:v>8.4252289953159934E-2</c:v>
                </c:pt>
                <c:pt idx="726">
                  <c:v>8.1892403763102709E-2</c:v>
                </c:pt>
                <c:pt idx="727">
                  <c:v>7.9589556765058966E-2</c:v>
                </c:pt>
                <c:pt idx="728">
                  <c:v>7.7342686089918539E-2</c:v>
                </c:pt>
                <c:pt idx="729">
                  <c:v>7.5150737819679236E-2</c:v>
                </c:pt>
                <c:pt idx="730">
                  <c:v>7.3012667320000058E-2</c:v>
                </c:pt>
                <c:pt idx="731">
                  <c:v>7.0927439554187732E-2</c:v>
                </c:pt>
                <c:pt idx="732">
                  <c:v>6.8894029378981952E-2</c:v>
                </c:pt>
                <c:pt idx="733">
                  <c:v>6.6911421822564474E-2</c:v>
                </c:pt>
                <c:pt idx="734">
                  <c:v>6.4978612345182846E-2</c:v>
                </c:pt>
                <c:pt idx="735">
                  <c:v>6.3094607082774479E-2</c:v>
                </c:pt>
                <c:pt idx="736">
                  <c:v>6.1258423074030108E-2</c:v>
                </c:pt>
                <c:pt idx="737">
                  <c:v>5.9469088471278089E-2</c:v>
                </c:pt>
                <c:pt idx="738">
                  <c:v>5.7725642735599769E-2</c:v>
                </c:pt>
                <c:pt idx="739">
                  <c:v>5.6027136816606371E-2</c:v>
                </c:pt>
                <c:pt idx="740">
                  <c:v>5.4372633317260943E-2</c:v>
                </c:pt>
                <c:pt idx="741">
                  <c:v>5.276120664417127E-2</c:v>
                </c:pt>
                <c:pt idx="742">
                  <c:v>5.1191943143755296E-2</c:v>
                </c:pt>
                <c:pt idx="743">
                  <c:v>4.9663941224694433E-2</c:v>
                </c:pt>
                <c:pt idx="744">
                  <c:v>4.817631146706372E-2</c:v>
                </c:pt>
                <c:pt idx="745">
                  <c:v>4.6728176718568631E-2</c:v>
                </c:pt>
                <c:pt idx="746">
                  <c:v>4.5318672178260383E-2</c:v>
                </c:pt>
                <c:pt idx="747">
                  <c:v>4.3946945468151997E-2</c:v>
                </c:pt>
                <c:pt idx="748">
                  <c:v>4.2612156693120101E-2</c:v>
                </c:pt>
                <c:pt idx="749">
                  <c:v>4.1313478489480193E-2</c:v>
                </c:pt>
                <c:pt idx="750">
                  <c:v>4.0050096062633732E-2</c:v>
                </c:pt>
                <c:pt idx="751">
                  <c:v>3.8821207214165723E-2</c:v>
                </c:pt>
                <c:pt idx="752">
                  <c:v>3.7626022358767629E-2</c:v>
                </c:pt>
                <c:pt idx="753">
                  <c:v>3.6463764531370541E-2</c:v>
                </c:pt>
                <c:pt idx="754">
                  <c:v>3.5333669384849047E-2</c:v>
                </c:pt>
                <c:pt idx="755">
                  <c:v>3.4234985178667361E-2</c:v>
                </c:pt>
                <c:pt idx="756">
                  <c:v>3.3166972758822702E-2</c:v>
                </c:pt>
                <c:pt idx="757">
                  <c:v>3.2128905529441781E-2</c:v>
                </c:pt>
                <c:pt idx="758">
                  <c:v>3.1120069416380076E-2</c:v>
                </c:pt>
                <c:pt idx="759">
                  <c:v>3.0139762823160932E-2</c:v>
                </c:pt>
                <c:pt idx="760">
                  <c:v>2.9187296579599391E-2</c:v>
                </c:pt>
                <c:pt idx="761">
                  <c:v>2.8261993883429572E-2</c:v>
                </c:pt>
                <c:pt idx="762">
                  <c:v>2.7363190235271735E-2</c:v>
                </c:pt>
                <c:pt idx="763">
                  <c:v>2.6490233367246031E-2</c:v>
                </c:pt>
                <c:pt idx="764">
                  <c:v>2.5642483165550779E-2</c:v>
                </c:pt>
                <c:pt idx="765">
                  <c:v>2.4819311587303498E-2</c:v>
                </c:pt>
                <c:pt idx="766">
                  <c:v>2.4020102571951141E-2</c:v>
                </c:pt>
                <c:pt idx="767">
                  <c:v>2.3244251947530013E-2</c:v>
                </c:pt>
                <c:pt idx="768">
                  <c:v>2.2491167332066877E-2</c:v>
                </c:pt>
                <c:pt idx="769">
                  <c:v>2.1760268030397392E-2</c:v>
                </c:pt>
                <c:pt idx="770">
                  <c:v>2.1050984926669507E-2</c:v>
                </c:pt>
                <c:pt idx="771">
                  <c:v>2.0362760372799132E-2</c:v>
                </c:pt>
                <c:pt idx="772">
                  <c:v>1.9695048073131636E-2</c:v>
                </c:pt>
                <c:pt idx="773">
                  <c:v>1.9047312965563331E-2</c:v>
                </c:pt>
                <c:pt idx="774">
                  <c:v>1.8419031099361355E-2</c:v>
                </c:pt>
                <c:pt idx="775">
                  <c:v>1.7809689509920835E-2</c:v>
                </c:pt>
                <c:pt idx="776">
                  <c:v>1.7218786090689379E-2</c:v>
                </c:pt>
                <c:pt idx="777">
                  <c:v>1.6645829462482255E-2</c:v>
                </c:pt>
                <c:pt idx="778">
                  <c:v>1.6090338840397563E-2</c:v>
                </c:pt>
                <c:pt idx="779">
                  <c:v>1.5551843898553065E-2</c:v>
                </c:pt>
                <c:pt idx="780">
                  <c:v>1.5029884632835042E-2</c:v>
                </c:pt>
                <c:pt idx="781">
                  <c:v>1.4524011221862318E-2</c:v>
                </c:pt>
                <c:pt idx="782">
                  <c:v>1.4033783886354782E-2</c:v>
                </c:pt>
                <c:pt idx="783">
                  <c:v>1.355877274708648E-2</c:v>
                </c:pt>
                <c:pt idx="784">
                  <c:v>1.3098557681601211E-2</c:v>
                </c:pt>
                <c:pt idx="785">
                  <c:v>1.2652728179865156E-2</c:v>
                </c:pt>
                <c:pt idx="786">
                  <c:v>1.2220883199014224E-2</c:v>
                </c:pt>
                <c:pt idx="787">
                  <c:v>1.1802631017359178E-2</c:v>
                </c:pt>
                <c:pt idx="788">
                  <c:v>1.1397589087799326E-2</c:v>
                </c:pt>
                <c:pt idx="789">
                  <c:v>1.1005383890792078E-2</c:v>
                </c:pt>
                <c:pt idx="790">
                  <c:v>1.0625650787015186E-2</c:v>
                </c:pt>
                <c:pt idx="791">
                  <c:v>1.0258033869862463E-2</c:v>
                </c:pt>
                <c:pt idx="792">
                  <c:v>9.9021858178969316E-3</c:v>
                </c:pt>
                <c:pt idx="793">
                  <c:v>9.5577677473874766E-3</c:v>
                </c:pt>
                <c:pt idx="794">
                  <c:v>9.2244490650467467E-3</c:v>
                </c:pt>
                <c:pt idx="795">
                  <c:v>8.9019073210840211E-3</c:v>
                </c:pt>
                <c:pt idx="796">
                  <c:v>8.5898280626785697E-3</c:v>
                </c:pt>
                <c:pt idx="797">
                  <c:v>8.2879046879787699E-3</c:v>
                </c:pt>
                <c:pt idx="798">
                  <c:v>7.9958383007243013E-3</c:v>
                </c:pt>
                <c:pt idx="799">
                  <c:v>7.7133375655817462E-3</c:v>
                </c:pt>
                <c:pt idx="800">
                  <c:v>7.4401185642850361E-3</c:v>
                </c:pt>
                <c:pt idx="801">
                  <c:v>7.1759046526632467E-3</c:v>
                </c:pt>
                <c:pt idx="802">
                  <c:v>6.9204263186331307E-3</c:v>
                </c:pt>
                <c:pt idx="803">
                  <c:v>6.6734210412334512E-3</c:v>
                </c:pt>
                <c:pt idx="804">
                  <c:v>6.4346331507703237E-3</c:v>
                </c:pt>
                <c:pt idx="805">
                  <c:v>6.20381369013954E-3</c:v>
                </c:pt>
                <c:pt idx="806">
                  <c:v>5.9807202773891873E-3</c:v>
                </c:pt>
                <c:pt idx="807">
                  <c:v>5.7651169695795189E-3</c:v>
                </c:pt>
                <c:pt idx="808">
                  <c:v>5.5567741279960101E-3</c:v>
                </c:pt>
                <c:pt idx="809">
                  <c:v>5.3554682847648553E-3</c:v>
                </c:pt>
                <c:pt idx="810">
                  <c:v>5.1609820109198108E-3</c:v>
                </c:pt>
                <c:pt idx="811">
                  <c:v>4.9731037859626348E-3</c:v>
                </c:pt>
                <c:pt idx="812">
                  <c:v>4.7916278689586426E-3</c:v>
                </c:pt>
                <c:pt idx="813">
                  <c:v>4.6163541712040575E-3</c:v>
                </c:pt>
                <c:pt idx="814">
                  <c:v>4.4470881304987551E-3</c:v>
                </c:pt>
                <c:pt idx="815">
                  <c:v>4.2836405870569187E-3</c:v>
                </c:pt>
                <c:pt idx="816">
                  <c:v>4.1258276610818276E-3</c:v>
                </c:pt>
                <c:pt idx="817">
                  <c:v>3.9734706320312379E-3</c:v>
                </c:pt>
                <c:pt idx="818">
                  <c:v>3.826395819595531E-3</c:v>
                </c:pt>
                <c:pt idx="819">
                  <c:v>3.6844344664090584E-3</c:v>
                </c:pt>
                <c:pt idx="820">
                  <c:v>3.5474226225108664E-3</c:v>
                </c:pt>
                <c:pt idx="821">
                  <c:v>3.4152010315713788E-3</c:v>
                </c:pt>
                <c:pt idx="822">
                  <c:v>3.2876150188969177E-3</c:v>
                </c:pt>
                <c:pt idx="823">
                  <c:v>3.1645143812219821E-3</c:v>
                </c:pt>
                <c:pt idx="824">
                  <c:v>3.04575327829923E-3</c:v>
                </c:pt>
                <c:pt idx="825">
                  <c:v>2.9311901262917828E-3</c:v>
                </c:pt>
                <c:pt idx="826">
                  <c:v>2.8206874929729833E-3</c:v>
                </c:pt>
                <c:pt idx="827">
                  <c:v>2.7141119947363653E-3</c:v>
                </c:pt>
                <c:pt idx="828">
                  <c:v>2.6113341954159463E-3</c:v>
                </c:pt>
                <c:pt idx="829">
                  <c:v>2.5122285069158019E-3</c:v>
                </c:pt>
                <c:pt idx="830">
                  <c:v>2.4166730916470132E-3</c:v>
                </c:pt>
                <c:pt idx="831">
                  <c:v>2.3245497667670773E-3</c:v>
                </c:pt>
                <c:pt idx="832">
                  <c:v>2.2357439102165806E-3</c:v>
                </c:pt>
                <c:pt idx="833">
                  <c:v>2.150144368545874E-3</c:v>
                </c:pt>
                <c:pt idx="834">
                  <c:v>2.0676433665235577E-3</c:v>
                </c:pt>
                <c:pt idx="835">
                  <c:v>1.9881364185173494E-3</c:v>
                </c:pt>
                <c:pt idx="836">
                  <c:v>1.9115222416360876E-3</c:v>
                </c:pt>
                <c:pt idx="837">
                  <c:v>1.8377026706217707E-3</c:v>
                </c:pt>
                <c:pt idx="838">
                  <c:v>1.7665825744779366E-3</c:v>
                </c:pt>
                <c:pt idx="839">
                  <c:v>1.6980697748210827E-3</c:v>
                </c:pt>
                <c:pt idx="840">
                  <c:v>1.6320749659401979E-3</c:v>
                </c:pt>
                <c:pt idx="841">
                  <c:v>1.568511636548511E-3</c:v>
                </c:pt>
                <c:pt idx="842">
                  <c:v>1.5072959932112429E-3</c:v>
                </c:pt>
                <c:pt idx="843">
                  <c:v>1.4483468854322001E-3</c:v>
                </c:pt>
                <c:pt idx="844">
                  <c:v>1.3915857323811755E-3</c:v>
                </c:pt>
                <c:pt idx="845">
                  <c:v>1.3369364512434648E-3</c:v>
                </c:pt>
                <c:pt idx="846">
                  <c:v>1.2843253871729211E-3</c:v>
                </c:pt>
                <c:pt idx="847">
                  <c:v>1.2336812448281473E-3</c:v>
                </c:pt>
                <c:pt idx="848">
                  <c:v>1.1849350214723027E-3</c:v>
                </c:pt>
                <c:pt idx="849">
                  <c:v>1.1380199416155413E-3</c:v>
                </c:pt>
                <c:pt idx="850">
                  <c:v>1.0928713931790735E-3</c:v>
                </c:pt>
                <c:pt idx="851">
                  <c:v>1.0494268651596705E-3</c:v>
                </c:pt>
                <c:pt idx="852">
                  <c:v>1.0076258867726079E-3</c:v>
                </c:pt>
                <c:pt idx="853">
                  <c:v>9.6740996805128791E-4</c:v>
                </c:pt>
                <c:pt idx="854">
                  <c:v>9.2872254188109999E-4</c:v>
                </c:pt>
                <c:pt idx="855">
                  <c:v>8.9150890744504429E-4</c:v>
                </c:pt>
                <c:pt idx="856">
                  <c:v>8.5571617505861698E-4</c:v>
                </c:pt>
                <c:pt idx="857">
                  <c:v>8.2129321237091411E-4</c:v>
                </c:pt>
                <c:pt idx="858">
                  <c:v>7.881905919092005E-4</c:v>
                </c:pt>
                <c:pt idx="859">
                  <c:v>7.5636053994373553E-4</c:v>
                </c:pt>
                <c:pt idx="860">
                  <c:v>7.257568866498495E-4</c:v>
                </c:pt>
                <c:pt idx="861">
                  <c:v>6.9633501754424358E-4</c:v>
                </c:pt>
                <c:pt idx="862">
                  <c:v>6.6805182617204757E-4</c:v>
                </c:pt>
                <c:pt idx="863">
                  <c:v>6.4086566802184109E-4</c:v>
                </c:pt>
                <c:pt idx="864">
                  <c:v>6.1473631564534531E-4</c:v>
                </c:pt>
                <c:pt idx="865">
                  <c:v>5.8962491495866262E-4</c:v>
                </c:pt>
                <c:pt idx="866">
                  <c:v>5.6549394270234482E-4</c:v>
                </c:pt>
                <c:pt idx="867">
                  <c:v>5.4230716503717263E-4</c:v>
                </c:pt>
                <c:pt idx="868">
                  <c:v>5.2002959725292093E-4</c:v>
                </c:pt>
                <c:pt idx="869">
                  <c:v>4.986274645676713E-4</c:v>
                </c:pt>
                <c:pt idx="870">
                  <c:v>4.7806816399483356E-4</c:v>
                </c:pt>
                <c:pt idx="871">
                  <c:v>4.5832022725587695E-4</c:v>
                </c:pt>
                <c:pt idx="872">
                  <c:v>4.3935328471645502E-4</c:v>
                </c:pt>
                <c:pt idx="873">
                  <c:v>4.211380303239732E-4</c:v>
                </c:pt>
                <c:pt idx="874">
                  <c:v>4.0364618752487715E-4</c:v>
                </c:pt>
                <c:pt idx="875">
                  <c:v>3.8685047614007355E-4</c:v>
                </c:pt>
                <c:pt idx="876">
                  <c:v>3.7072458017725391E-4</c:v>
                </c:pt>
                <c:pt idx="877">
                  <c:v>3.5524311655886953E-4</c:v>
                </c:pt>
                <c:pt idx="878">
                  <c:v>3.4038160474508583E-4</c:v>
                </c:pt>
                <c:pt idx="879">
                  <c:v>3.2611643723101365E-4</c:v>
                </c:pt>
                <c:pt idx="880">
                  <c:v>3.1242485089793686E-4</c:v>
                </c:pt>
                <c:pt idx="881">
                  <c:v>2.9928489919840132E-4</c:v>
                </c:pt>
                <c:pt idx="882">
                  <c:v>2.866754251554928E-4</c:v>
                </c:pt>
                <c:pt idx="883">
                  <c:v>2.7457603515665277E-4</c:v>
                </c:pt>
                <c:pt idx="884">
                  <c:v>2.629670735228772E-4</c:v>
                </c:pt>
                <c:pt idx="885">
                  <c:v>2.5182959783434796E-4</c:v>
                </c:pt>
                <c:pt idx="886">
                  <c:v>2.4114535499382455E-4</c:v>
                </c:pt>
                <c:pt idx="887">
                  <c:v>2.3089675800942906E-4</c:v>
                </c:pt>
                <c:pt idx="888">
                  <c:v>2.2106686347882497E-4</c:v>
                </c:pt>
                <c:pt idx="889">
                  <c:v>2.1163934975694943E-4</c:v>
                </c:pt>
                <c:pt idx="890">
                  <c:v>2.0259849578990806E-4</c:v>
                </c:pt>
                <c:pt idx="891">
                  <c:v>1.9392916059784868E-4</c:v>
                </c:pt>
                <c:pt idx="892">
                  <c:v>1.8561676338999558E-4</c:v>
                </c:pt>
                <c:pt idx="893">
                  <c:v>1.7764726429525632E-4</c:v>
                </c:pt>
                <c:pt idx="894">
                  <c:v>1.7000714569225659E-4</c:v>
                </c:pt>
                <c:pt idx="895">
                  <c:v>1.6268339412277901E-4</c:v>
                </c:pt>
                <c:pt idx="896">
                  <c:v>1.5566348277304068E-4</c:v>
                </c:pt>
                <c:pt idx="897">
                  <c:v>1.4893535450752348E-4</c:v>
                </c:pt>
                <c:pt idx="898">
                  <c:v>1.4248740544027262E-4</c:v>
                </c:pt>
                <c:pt idx="899">
                  <c:v>1.3630846902903975E-4</c:v>
                </c:pt>
                <c:pt idx="900">
                  <c:v>1.3038780067780637E-4</c:v>
                </c:pt>
                <c:pt idx="901">
                  <c:v>1.2471506283363414E-4</c:v>
                </c:pt>
                <c:pt idx="902">
                  <c:v>1.1928031056400925E-4</c:v>
                </c:pt>
                <c:pt idx="903">
                  <c:v>1.140739776011834E-4</c:v>
                </c:pt>
                <c:pt idx="904">
                  <c:v>1.0908686284031254E-4</c:v>
                </c:pt>
                <c:pt idx="905">
                  <c:v>1.0431011727844556E-4</c:v>
                </c:pt>
                <c:pt idx="906">
                  <c:v>9.9735231381758527E-5</c:v>
                </c:pt>
                <c:pt idx="907">
                  <c:v>9.5354022868678328E-5</c:v>
                </c:pt>
                <c:pt idx="908">
                  <c:v>9.1158624896818343E-5</c:v>
                </c:pt>
                <c:pt idx="909">
                  <c:v>8.7141474641974363E-5</c:v>
                </c:pt>
                <c:pt idx="910">
                  <c:v>8.3295302257628954E-5</c:v>
                </c:pt>
                <c:pt idx="911">
                  <c:v>7.9613120203774965E-5</c:v>
                </c:pt>
                <c:pt idx="912">
                  <c:v>7.6088212934064784E-5</c:v>
                </c:pt>
                <c:pt idx="913">
                  <c:v>7.2714126930577806E-5</c:v>
                </c:pt>
                <c:pt idx="914">
                  <c:v>6.9484661075796251E-5</c:v>
                </c:pt>
                <c:pt idx="915">
                  <c:v>6.639385735158789E-5</c:v>
                </c:pt>
                <c:pt idx="916">
                  <c:v>6.3435991855257477E-5</c:v>
                </c:pt>
                <c:pt idx="917">
                  <c:v>6.0605566123025086E-5</c:v>
                </c:pt>
                <c:pt idx="918">
                  <c:v>5.7897298751466475E-5</c:v>
                </c:pt>
                <c:pt idx="919">
                  <c:v>5.5306117307735474E-5</c:v>
                </c:pt>
                <c:pt idx="920">
                  <c:v>5.2827150519626549E-5</c:v>
                </c:pt>
                <c:pt idx="921">
                  <c:v>5.0455720736750904E-5</c:v>
                </c:pt>
                <c:pt idx="922">
                  <c:v>4.8187336654331492E-5</c:v>
                </c:pt>
                <c:pt idx="923">
                  <c:v>4.6017686291368383E-5</c:v>
                </c:pt>
                <c:pt idx="924">
                  <c:v>4.3942630215121802E-5</c:v>
                </c:pt>
                <c:pt idx="925">
                  <c:v>4.195819500408438E-5</c:v>
                </c:pt>
                <c:pt idx="926">
                  <c:v>4.0060566941841983E-5</c:v>
                </c:pt>
                <c:pt idx="927">
                  <c:v>3.8246085934412756E-5</c:v>
                </c:pt>
                <c:pt idx="928">
                  <c:v>3.6511239643855802E-5</c:v>
                </c:pt>
                <c:pt idx="929">
                  <c:v>3.4852657831165691E-5</c:v>
                </c:pt>
                <c:pt idx="930">
                  <c:v>3.326710690164058E-5</c:v>
                </c:pt>
                <c:pt idx="931">
                  <c:v>3.1751484646108593E-5</c:v>
                </c:pt>
                <c:pt idx="932">
                  <c:v>3.0302815171596541E-5</c:v>
                </c:pt>
                <c:pt idx="933">
                  <c:v>2.8918244015198503E-5</c:v>
                </c:pt>
                <c:pt idx="934">
                  <c:v>2.7595033435075871E-5</c:v>
                </c:pt>
                <c:pt idx="935">
                  <c:v>2.633055787271497E-5</c:v>
                </c:pt>
                <c:pt idx="936">
                  <c:v>2.5122299580724246E-5</c:v>
                </c:pt>
                <c:pt idx="937">
                  <c:v>2.3967844410618776E-5</c:v>
                </c:pt>
                <c:pt idx="938">
                  <c:v>2.2864877755221605E-5</c:v>
                </c:pt>
                <c:pt idx="939">
                  <c:v>2.1811180640452298E-5</c:v>
                </c:pt>
                <c:pt idx="940">
                  <c:v>2.0804625961436774E-5</c:v>
                </c:pt>
                <c:pt idx="941">
                  <c:v>1.9843174858027342E-5</c:v>
                </c:pt>
                <c:pt idx="942">
                  <c:v>1.8924873224969164E-5</c:v>
                </c:pt>
                <c:pt idx="943">
                  <c:v>1.8047848352087132E-5</c:v>
                </c:pt>
                <c:pt idx="944">
                  <c:v>1.7210305690021046E-5</c:v>
                </c:pt>
                <c:pt idx="945">
                  <c:v>1.6410525737163555E-5</c:v>
                </c:pt>
                <c:pt idx="946">
                  <c:v>1.564686104359842E-5</c:v>
                </c:pt>
                <c:pt idx="947">
                  <c:v>1.4917733327958019E-5</c:v>
                </c:pt>
                <c:pt idx="948">
                  <c:v>1.4221630703256892E-5</c:v>
                </c:pt>
                <c:pt idx="949">
                  <c:v>1.3557105007874784E-5</c:v>
                </c:pt>
                <c:pt idx="950">
                  <c:v>1.2922769237985426E-5</c:v>
                </c:pt>
                <c:pt idx="951">
                  <c:v>1.2317295077846788E-5</c:v>
                </c:pt>
                <c:pt idx="952">
                  <c:v>1.1739410524480506E-5</c:v>
                </c:pt>
                <c:pt idx="953">
                  <c:v>1.1187897603381049E-5</c:v>
                </c:pt>
                <c:pt idx="954">
                  <c:v>1.0661590172003536E-5</c:v>
                </c:pt>
                <c:pt idx="955">
                  <c:v>1.015937180788227E-5</c:v>
                </c:pt>
                <c:pt idx="956">
                  <c:v>9.6801737783389314E-6</c:v>
                </c:pt>
                <c:pt idx="957">
                  <c:v>9.2229730888338805E-6</c:v>
                </c:pt>
                <c:pt idx="958">
                  <c:v>8.7867906071138546E-6</c:v>
                </c:pt>
                <c:pt idx="959">
                  <c:v>8.3706892604023268E-6</c:v>
                </c:pt>
                <c:pt idx="960">
                  <c:v>7.9737723029723908E-6</c:v>
                </c:pt>
                <c:pt idx="961">
                  <c:v>7.5951816515235064E-6</c:v>
                </c:pt>
                <c:pt idx="962">
                  <c:v>7.2340962858812055E-6</c:v>
                </c:pt>
                <c:pt idx="963">
                  <c:v>6.8897307126111291E-6</c:v>
                </c:pt>
                <c:pt idx="964">
                  <c:v>6.5613334892256928E-6</c:v>
                </c:pt>
                <c:pt idx="965">
                  <c:v>6.2481858067413124E-6</c:v>
                </c:pt>
                <c:pt idx="966">
                  <c:v>5.9496001284163372E-6</c:v>
                </c:pt>
                <c:pt idx="967">
                  <c:v>5.6649188825760894E-6</c:v>
                </c:pt>
                <c:pt idx="968">
                  <c:v>5.3935132075054443E-6</c:v>
                </c:pt>
                <c:pt idx="969">
                  <c:v>5.134781746454661E-6</c:v>
                </c:pt>
                <c:pt idx="970">
                  <c:v>4.8881494908748406E-6</c:v>
                </c:pt>
                <c:pt idx="971">
                  <c:v>4.6530666700637138E-6</c:v>
                </c:pt>
                <c:pt idx="972">
                  <c:v>4.4290076854666145E-6</c:v>
                </c:pt>
                <c:pt idx="973">
                  <c:v>4.2154700879376055E-6</c:v>
                </c:pt>
                <c:pt idx="974">
                  <c:v>4.0119735963262197E-6</c:v>
                </c:pt>
                <c:pt idx="975">
                  <c:v>3.8180591558140563E-6</c:v>
                </c:pt>
                <c:pt idx="976">
                  <c:v>3.6332880344777918E-6</c:v>
                </c:pt>
                <c:pt idx="977">
                  <c:v>3.4572409566133874E-6</c:v>
                </c:pt>
                <c:pt idx="978">
                  <c:v>3.289517271406182E-6</c:v>
                </c:pt>
                <c:pt idx="979">
                  <c:v>3.1297341555819961E-6</c:v>
                </c:pt>
                <c:pt idx="980">
                  <c:v>2.9775258487248836E-6</c:v>
                </c:pt>
                <c:pt idx="981">
                  <c:v>2.8325429199938432E-6</c:v>
                </c:pt>
                <c:pt idx="982">
                  <c:v>2.6944515650158672E-6</c:v>
                </c:pt>
                <c:pt idx="983">
                  <c:v>2.5629329317785514E-6</c:v>
                </c:pt>
                <c:pt idx="984">
                  <c:v>2.4376824743875613E-6</c:v>
                </c:pt>
                <c:pt idx="985">
                  <c:v>2.3184093335954396E-6</c:v>
                </c:pt>
                <c:pt idx="986">
                  <c:v>2.2048357430490697E-6</c:v>
                </c:pt>
                <c:pt idx="987">
                  <c:v>2.0966964602416996E-6</c:v>
                </c:pt>
                <c:pt idx="988">
                  <c:v>1.9937382211920886E-6</c:v>
                </c:pt>
                <c:pt idx="989">
                  <c:v>1.8957192179110138E-6</c:v>
                </c:pt>
                <c:pt idx="990">
                  <c:v>1.8024085977487336E-6</c:v>
                </c:pt>
                <c:pt idx="991">
                  <c:v>1.7135859837518917E-6</c:v>
                </c:pt>
                <c:pt idx="992">
                  <c:v>1.629041015190766E-6</c:v>
                </c:pt>
                <c:pt idx="993">
                  <c:v>1.5485729074486672E-6</c:v>
                </c:pt>
                <c:pt idx="994">
                  <c:v>1.471990030496517E-6</c:v>
                </c:pt>
                <c:pt idx="995">
                  <c:v>1.3991095052044866E-6</c:v>
                </c:pt>
                <c:pt idx="996">
                  <c:v>1.3297568167709859E-6</c:v>
                </c:pt>
                <c:pt idx="997">
                  <c:v>1.2637654445767465E-6</c:v>
                </c:pt>
                <c:pt idx="998">
                  <c:v>1.2009765077982329E-6</c:v>
                </c:pt>
                <c:pt idx="999">
                  <c:v>1.1412384261396097E-6</c:v>
                </c:pt>
                <c:pt idx="1000">
                  <c:v>1.0844065950675621E-6</c:v>
                </c:pt>
                <c:pt idx="1001">
                  <c:v>1.0303430749568225E-6</c:v>
                </c:pt>
                <c:pt idx="1002">
                  <c:v>9.7891629357689887E-7</c:v>
                </c:pt>
                <c:pt idx="1003">
                  <c:v>9.3000076137248898E-7</c:v>
                </c:pt>
                <c:pt idx="1004">
                  <c:v>8.8347679901199664E-7</c:v>
                </c:pt>
                <c:pt idx="1005">
                  <c:v>8.3923027669786692E-7</c:v>
                </c:pt>
                <c:pt idx="1006">
                  <c:v>7.9715236475319817E-7</c:v>
                </c:pt>
                <c:pt idx="1007">
                  <c:v>7.5713929501769108E-7</c:v>
                </c:pt>
                <c:pt idx="1008">
                  <c:v>7.1909213260419524E-7</c:v>
                </c:pt>
                <c:pt idx="1009">
                  <c:v>6.8291655758498984E-7</c:v>
                </c:pt>
                <c:pt idx="1010">
                  <c:v>6.4852265619392929E-7</c:v>
                </c:pt>
                <c:pt idx="1011">
                  <c:v>6.1582472114672325E-7</c:v>
                </c:pt>
                <c:pt idx="1012">
                  <c:v>5.8474106069760941E-7</c:v>
                </c:pt>
                <c:pt idx="1013">
                  <c:v>5.5519381606594788E-7</c:v>
                </c:pt>
                <c:pt idx="1014">
                  <c:v>5.2710878688044025E-7</c:v>
                </c:pt>
                <c:pt idx="1015">
                  <c:v>5.0041526430335628E-7</c:v>
                </c:pt>
                <c:pt idx="1016">
                  <c:v>4.7504587151009861E-7</c:v>
                </c:pt>
                <c:pt idx="1017">
                  <c:v>4.5093641121306922E-7</c:v>
                </c:pt>
                <c:pt idx="1018">
                  <c:v>4.2802571993072487E-7</c:v>
                </c:pt>
                <c:pt idx="1019">
                  <c:v>4.0625552871527524E-7</c:v>
                </c:pt>
                <c:pt idx="1020">
                  <c:v>3.85570330063933E-7</c:v>
                </c:pt>
                <c:pt idx="1021">
                  <c:v>3.6591725074959013E-7</c:v>
                </c:pt>
                <c:pt idx="1022">
                  <c:v>3.4724593031786181E-7</c:v>
                </c:pt>
                <c:pt idx="1023">
                  <c:v>3.2950840500760379E-7</c:v>
                </c:pt>
                <c:pt idx="1024">
                  <c:v>3.1265899686188981E-7</c:v>
                </c:pt>
                <c:pt idx="1025">
                  <c:v>2.9665420780609962E-7</c:v>
                </c:pt>
                <c:pt idx="1026">
                  <c:v>2.8145261847893915E-7</c:v>
                </c:pt>
                <c:pt idx="1027">
                  <c:v>2.6701479161096245E-7</c:v>
                </c:pt>
                <c:pt idx="1028">
                  <c:v>2.5330317975365801E-7</c:v>
                </c:pt>
                <c:pt idx="1029">
                  <c:v>2.4028203717048884E-7</c:v>
                </c:pt>
                <c:pt idx="1030">
                  <c:v>2.2791733570875848E-7</c:v>
                </c:pt>
                <c:pt idx="1031">
                  <c:v>2.1617668447911234E-7</c:v>
                </c:pt>
                <c:pt idx="1032">
                  <c:v>2.0502925317635217E-7</c:v>
                </c:pt>
                <c:pt idx="1033">
                  <c:v>1.9444569888243337E-7</c:v>
                </c:pt>
                <c:pt idx="1034">
                  <c:v>1.8439809619903539E-7</c:v>
                </c:pt>
                <c:pt idx="1035">
                  <c:v>1.748598705635685E-7</c:v>
                </c:pt>
                <c:pt idx="1036">
                  <c:v>1.6580573460864541E-7</c:v>
                </c:pt>
                <c:pt idx="1037">
                  <c:v>1.5721162743083684E-7</c:v>
                </c:pt>
                <c:pt idx="1038">
                  <c:v>1.4905465664037293E-7</c:v>
                </c:pt>
                <c:pt idx="1039">
                  <c:v>1.4131304306870942E-7</c:v>
                </c:pt>
                <c:pt idx="1040">
                  <c:v>1.3396606801623517E-7</c:v>
                </c:pt>
                <c:pt idx="1041">
                  <c:v>1.2699402292734359E-7</c:v>
                </c:pt>
                <c:pt idx="1042">
                  <c:v>1.2037816138489883E-7</c:v>
                </c:pt>
                <c:pt idx="1043">
                  <c:v>1.1410065332076037E-7</c:v>
                </c:pt>
                <c:pt idx="1044">
                  <c:v>1.0814454134344381E-7</c:v>
                </c:pt>
                <c:pt idx="1045">
                  <c:v>1.0249369908822302E-7</c:v>
                </c:pt>
                <c:pt idx="1046">
                  <c:v>9.7132791499102077E-8</c:v>
                </c:pt>
                <c:pt idx="1047">
                  <c:v>9.2047236955922963E-8</c:v>
                </c:pt>
                <c:pt idx="1048">
                  <c:v>8.7223171163643216E-8</c:v>
                </c:pt>
                <c:pt idx="1049">
                  <c:v>8.2647412724448193E-8</c:v>
                </c:pt>
                <c:pt idx="1050">
                  <c:v>7.8307430316740598E-8</c:v>
                </c:pt>
                <c:pt idx="1051">
                  <c:v>7.4191311408366332E-8</c:v>
                </c:pt>
                <c:pt idx="1052">
                  <c:v>7.0287732434642762E-8</c:v>
                </c:pt>
                <c:pt idx="1053">
                  <c:v>6.6585930374720529E-8</c:v>
                </c:pt>
                <c:pt idx="1054">
                  <c:v>6.3075675662741687E-8</c:v>
                </c:pt>
                <c:pt idx="1055">
                  <c:v>5.9747246373063265E-8</c:v>
                </c:pt>
                <c:pt idx="1056">
                  <c:v>5.6591403621441312E-8</c:v>
                </c:pt>
                <c:pt idx="1057">
                  <c:v>5.3599368126640519E-8</c:v>
                </c:pt>
                <c:pt idx="1058">
                  <c:v>5.0762797879390222E-8</c:v>
                </c:pt>
                <c:pt idx="1059">
                  <c:v>4.8073766867943632E-8</c:v>
                </c:pt>
                <c:pt idx="1060">
                  <c:v>4.55247448117256E-8</c:v>
                </c:pt>
                <c:pt idx="1061">
                  <c:v>4.3108577856736246E-8</c:v>
                </c:pt>
                <c:pt idx="1062">
                  <c:v>4.0818470188411189E-8</c:v>
                </c:pt>
                <c:pt idx="1063">
                  <c:v>3.8647966519601468E-8</c:v>
                </c:pt>
                <c:pt idx="1064">
                  <c:v>3.6590935413258014E-8</c:v>
                </c:pt>
                <c:pt idx="1065">
                  <c:v>3.4641553401175894E-8</c:v>
                </c:pt>
                <c:pt idx="1066">
                  <c:v>3.2794289861893146E-8</c:v>
                </c:pt>
                <c:pt idx="1067">
                  <c:v>3.1043892622501429E-8</c:v>
                </c:pt>
                <c:pt idx="1068">
                  <c:v>2.9385374250698216E-8</c:v>
                </c:pt>
                <c:pt idx="1069">
                  <c:v>2.7813999004923534E-8</c:v>
                </c:pt>
                <c:pt idx="1070">
                  <c:v>2.6325270411882085E-8</c:v>
                </c:pt>
                <c:pt idx="1071">
                  <c:v>2.4914919442134852E-8</c:v>
                </c:pt>
                <c:pt idx="1072">
                  <c:v>2.3578893255755128E-8</c:v>
                </c:pt>
                <c:pt idx="1073">
                  <c:v>2.2313344491341234E-8</c:v>
                </c:pt>
                <c:pt idx="1074">
                  <c:v>2.1114621072865469E-8</c:v>
                </c:pt>
                <c:pt idx="1075">
                  <c:v>1.997925651000794E-8</c:v>
                </c:pt>
                <c:pt idx="1076">
                  <c:v>1.8903960668737616E-8</c:v>
                </c:pt>
                <c:pt idx="1077">
                  <c:v>1.7885610989955354E-8</c:v>
                </c:pt>
                <c:pt idx="1078">
                  <c:v>1.6921244135032876E-8</c:v>
                </c:pt>
                <c:pt idx="1079">
                  <c:v>1.6008048038049099E-8</c:v>
                </c:pt>
                <c:pt idx="1080">
                  <c:v>1.5143354345451203E-8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07AB-439E-B53A-3AF750E485ED}"/>
            </c:ext>
          </c:extLst>
        </c:ser>
        <c:ser>
          <c:idx val="3"/>
          <c:order val="3"/>
          <c:tx>
            <c:strRef>
              <c:f>Sheet1!$N$3</c:f>
              <c:strCache>
                <c:ptCount val="1"/>
                <c:pt idx="0">
                  <c:v>Qp = 2.0 L/s</c:v>
                </c:pt>
              </c:strCache>
            </c:strRef>
          </c:tx>
          <c:spPr>
            <a:ln w="19050" cap="rnd">
              <a:solidFill>
                <a:srgbClr val="00B0F0"/>
              </a:solidFill>
              <a:round/>
            </a:ln>
            <a:effectLst/>
          </c:spPr>
          <c:marker>
            <c:symbol val="none"/>
          </c:marker>
          <c:xVal>
            <c:numRef>
              <c:f>Sheet1!$J$4:$J$1084</c:f>
              <c:numCache>
                <c:formatCode>General</c:formatCode>
                <c:ptCount val="1081"/>
                <c:pt idx="0">
                  <c:v>0</c:v>
                </c:pt>
                <c:pt idx="1">
                  <c:v>2.7777777777777775E-3</c:v>
                </c:pt>
                <c:pt idx="2">
                  <c:v>5.5555555555555549E-3</c:v>
                </c:pt>
                <c:pt idx="3">
                  <c:v>8.3333333333333332E-3</c:v>
                </c:pt>
                <c:pt idx="4">
                  <c:v>1.111111111111111E-2</c:v>
                </c:pt>
                <c:pt idx="5">
                  <c:v>1.388888888888889E-2</c:v>
                </c:pt>
                <c:pt idx="6">
                  <c:v>1.6666666666666666E-2</c:v>
                </c:pt>
                <c:pt idx="7">
                  <c:v>1.9444444444444445E-2</c:v>
                </c:pt>
                <c:pt idx="8">
                  <c:v>2.222222222222222E-2</c:v>
                </c:pt>
                <c:pt idx="9">
                  <c:v>2.5000000000000001E-2</c:v>
                </c:pt>
                <c:pt idx="10">
                  <c:v>2.777777777777778E-2</c:v>
                </c:pt>
                <c:pt idx="11">
                  <c:v>3.0555555555555555E-2</c:v>
                </c:pt>
                <c:pt idx="12">
                  <c:v>3.3333333333333333E-2</c:v>
                </c:pt>
                <c:pt idx="13">
                  <c:v>3.6111111111111108E-2</c:v>
                </c:pt>
                <c:pt idx="14">
                  <c:v>3.888888888888889E-2</c:v>
                </c:pt>
                <c:pt idx="15">
                  <c:v>4.1666666666666664E-2</c:v>
                </c:pt>
                <c:pt idx="16">
                  <c:v>4.4444444444444439E-2</c:v>
                </c:pt>
                <c:pt idx="17">
                  <c:v>4.7222222222222228E-2</c:v>
                </c:pt>
                <c:pt idx="18">
                  <c:v>0.05</c:v>
                </c:pt>
                <c:pt idx="19">
                  <c:v>5.2777777777777778E-2</c:v>
                </c:pt>
                <c:pt idx="20">
                  <c:v>5.5555555555555559E-2</c:v>
                </c:pt>
                <c:pt idx="21">
                  <c:v>5.8333333333333334E-2</c:v>
                </c:pt>
                <c:pt idx="22">
                  <c:v>6.1111111111111109E-2</c:v>
                </c:pt>
                <c:pt idx="23">
                  <c:v>6.3888888888888898E-2</c:v>
                </c:pt>
                <c:pt idx="24">
                  <c:v>6.6666666666666666E-2</c:v>
                </c:pt>
                <c:pt idx="25">
                  <c:v>6.9444444444444448E-2</c:v>
                </c:pt>
                <c:pt idx="26">
                  <c:v>7.2222222222222215E-2</c:v>
                </c:pt>
                <c:pt idx="27">
                  <c:v>7.4999999999999997E-2</c:v>
                </c:pt>
                <c:pt idx="28">
                  <c:v>7.7777777777777779E-2</c:v>
                </c:pt>
                <c:pt idx="29">
                  <c:v>8.0555555555555547E-2</c:v>
                </c:pt>
                <c:pt idx="30">
                  <c:v>8.3333333333333329E-2</c:v>
                </c:pt>
                <c:pt idx="31">
                  <c:v>8.611111111111111E-2</c:v>
                </c:pt>
                <c:pt idx="32">
                  <c:v>8.8888888888888878E-2</c:v>
                </c:pt>
                <c:pt idx="33">
                  <c:v>9.166666666666666E-2</c:v>
                </c:pt>
                <c:pt idx="34">
                  <c:v>9.4444444444444456E-2</c:v>
                </c:pt>
                <c:pt idx="35">
                  <c:v>9.7222222222222224E-2</c:v>
                </c:pt>
                <c:pt idx="36">
                  <c:v>0.1</c:v>
                </c:pt>
                <c:pt idx="37">
                  <c:v>0.10277777777777779</c:v>
                </c:pt>
                <c:pt idx="38">
                  <c:v>0.10555555555555556</c:v>
                </c:pt>
                <c:pt idx="39">
                  <c:v>0.10833333333333334</c:v>
                </c:pt>
                <c:pt idx="40">
                  <c:v>0.11111111111111112</c:v>
                </c:pt>
                <c:pt idx="41">
                  <c:v>0.11388888888888889</c:v>
                </c:pt>
                <c:pt idx="42">
                  <c:v>0.11666666666666667</c:v>
                </c:pt>
                <c:pt idx="43">
                  <c:v>0.11944444444444445</c:v>
                </c:pt>
                <c:pt idx="44">
                  <c:v>0.12222222222222222</c:v>
                </c:pt>
                <c:pt idx="45">
                  <c:v>0.125</c:v>
                </c:pt>
                <c:pt idx="46">
                  <c:v>0.1277777777777778</c:v>
                </c:pt>
                <c:pt idx="47">
                  <c:v>0.13055555555555556</c:v>
                </c:pt>
                <c:pt idx="48">
                  <c:v>0.13333333333333333</c:v>
                </c:pt>
                <c:pt idx="49">
                  <c:v>0.1361111111111111</c:v>
                </c:pt>
                <c:pt idx="50">
                  <c:v>0.1388888888888889</c:v>
                </c:pt>
                <c:pt idx="51">
                  <c:v>0.14166666666666666</c:v>
                </c:pt>
                <c:pt idx="52">
                  <c:v>0.14444444444444443</c:v>
                </c:pt>
                <c:pt idx="53">
                  <c:v>0.14722222222222223</c:v>
                </c:pt>
                <c:pt idx="54">
                  <c:v>0.15</c:v>
                </c:pt>
                <c:pt idx="55">
                  <c:v>0.15277777777777776</c:v>
                </c:pt>
                <c:pt idx="56">
                  <c:v>0.15555555555555556</c:v>
                </c:pt>
                <c:pt idx="57">
                  <c:v>0.15833333333333333</c:v>
                </c:pt>
                <c:pt idx="58">
                  <c:v>0.16111111111111109</c:v>
                </c:pt>
                <c:pt idx="59">
                  <c:v>0.16388888888888889</c:v>
                </c:pt>
                <c:pt idx="60">
                  <c:v>0.16666666666666666</c:v>
                </c:pt>
                <c:pt idx="61">
                  <c:v>0.16944444444444443</c:v>
                </c:pt>
                <c:pt idx="62">
                  <c:v>0.17222222222222222</c:v>
                </c:pt>
                <c:pt idx="63">
                  <c:v>0.17499999999999999</c:v>
                </c:pt>
                <c:pt idx="64">
                  <c:v>0.17777777777777776</c:v>
                </c:pt>
                <c:pt idx="65">
                  <c:v>0.18055555555555555</c:v>
                </c:pt>
                <c:pt idx="66">
                  <c:v>0.18333333333333332</c:v>
                </c:pt>
                <c:pt idx="67">
                  <c:v>0.18611111111111109</c:v>
                </c:pt>
                <c:pt idx="68">
                  <c:v>0.18888888888888891</c:v>
                </c:pt>
                <c:pt idx="69">
                  <c:v>0.19166666666666668</c:v>
                </c:pt>
                <c:pt idx="70">
                  <c:v>0.19444444444444445</c:v>
                </c:pt>
                <c:pt idx="71">
                  <c:v>0.19722222222222224</c:v>
                </c:pt>
                <c:pt idx="72">
                  <c:v>0.2</c:v>
                </c:pt>
                <c:pt idx="73">
                  <c:v>0.20277777777777778</c:v>
                </c:pt>
                <c:pt idx="74">
                  <c:v>0.20555555555555557</c:v>
                </c:pt>
                <c:pt idx="75">
                  <c:v>0.20833333333333334</c:v>
                </c:pt>
                <c:pt idx="76">
                  <c:v>0.21111111111111111</c:v>
                </c:pt>
                <c:pt idx="77">
                  <c:v>0.21388888888888891</c:v>
                </c:pt>
                <c:pt idx="78">
                  <c:v>0.21666666666666667</c:v>
                </c:pt>
                <c:pt idx="79">
                  <c:v>0.21944444444444444</c:v>
                </c:pt>
                <c:pt idx="80">
                  <c:v>0.22222222222222224</c:v>
                </c:pt>
                <c:pt idx="81">
                  <c:v>0.22500000000000001</c:v>
                </c:pt>
                <c:pt idx="82">
                  <c:v>0.22777777777777777</c:v>
                </c:pt>
                <c:pt idx="83">
                  <c:v>0.23055555555555557</c:v>
                </c:pt>
                <c:pt idx="84">
                  <c:v>0.23333333333333334</c:v>
                </c:pt>
                <c:pt idx="85">
                  <c:v>0.2361111111111111</c:v>
                </c:pt>
                <c:pt idx="86">
                  <c:v>0.2388888888888889</c:v>
                </c:pt>
                <c:pt idx="87">
                  <c:v>0.24166666666666667</c:v>
                </c:pt>
                <c:pt idx="88">
                  <c:v>0.24444444444444444</c:v>
                </c:pt>
                <c:pt idx="89">
                  <c:v>0.24722222222222223</c:v>
                </c:pt>
                <c:pt idx="90">
                  <c:v>0.25</c:v>
                </c:pt>
                <c:pt idx="91">
                  <c:v>0.25277777777777777</c:v>
                </c:pt>
                <c:pt idx="92">
                  <c:v>0.25555555555555559</c:v>
                </c:pt>
                <c:pt idx="93">
                  <c:v>0.25833333333333336</c:v>
                </c:pt>
                <c:pt idx="94">
                  <c:v>0.26111111111111113</c:v>
                </c:pt>
                <c:pt idx="95">
                  <c:v>0.2638888888888889</c:v>
                </c:pt>
                <c:pt idx="96">
                  <c:v>0.26666666666666666</c:v>
                </c:pt>
                <c:pt idx="97">
                  <c:v>0.26944444444444449</c:v>
                </c:pt>
                <c:pt idx="98">
                  <c:v>0.2722222222222222</c:v>
                </c:pt>
                <c:pt idx="99">
                  <c:v>0.27500000000000002</c:v>
                </c:pt>
                <c:pt idx="100">
                  <c:v>0.27777777777777779</c:v>
                </c:pt>
                <c:pt idx="101">
                  <c:v>0.28055555555555556</c:v>
                </c:pt>
                <c:pt idx="102">
                  <c:v>0.28333333333333333</c:v>
                </c:pt>
                <c:pt idx="103">
                  <c:v>0.28611111111111115</c:v>
                </c:pt>
                <c:pt idx="104">
                  <c:v>0.28888888888888886</c:v>
                </c:pt>
                <c:pt idx="105">
                  <c:v>0.29166666666666669</c:v>
                </c:pt>
                <c:pt idx="106">
                  <c:v>0.29444444444444445</c:v>
                </c:pt>
                <c:pt idx="107">
                  <c:v>0.29722222222222222</c:v>
                </c:pt>
                <c:pt idx="108">
                  <c:v>0.3</c:v>
                </c:pt>
                <c:pt idx="109">
                  <c:v>0.30277777777777781</c:v>
                </c:pt>
                <c:pt idx="110">
                  <c:v>0.30555555555555552</c:v>
                </c:pt>
                <c:pt idx="111">
                  <c:v>0.30833333333333335</c:v>
                </c:pt>
                <c:pt idx="112">
                  <c:v>0.31111111111111112</c:v>
                </c:pt>
                <c:pt idx="113">
                  <c:v>0.31388888888888888</c:v>
                </c:pt>
                <c:pt idx="114">
                  <c:v>0.31666666666666665</c:v>
                </c:pt>
                <c:pt idx="115">
                  <c:v>0.31944444444444448</c:v>
                </c:pt>
                <c:pt idx="116">
                  <c:v>0.32222222222222219</c:v>
                </c:pt>
                <c:pt idx="117">
                  <c:v>0.32500000000000001</c:v>
                </c:pt>
                <c:pt idx="118">
                  <c:v>0.32777777777777778</c:v>
                </c:pt>
                <c:pt idx="119">
                  <c:v>0.33055555555555555</c:v>
                </c:pt>
                <c:pt idx="120">
                  <c:v>0.33333333333333331</c:v>
                </c:pt>
                <c:pt idx="121">
                  <c:v>0.33611111111111114</c:v>
                </c:pt>
                <c:pt idx="122">
                  <c:v>0.33888888888888885</c:v>
                </c:pt>
                <c:pt idx="123">
                  <c:v>0.34166666666666667</c:v>
                </c:pt>
                <c:pt idx="124">
                  <c:v>0.34444444444444444</c:v>
                </c:pt>
                <c:pt idx="125">
                  <c:v>0.34722222222222221</c:v>
                </c:pt>
                <c:pt idx="126">
                  <c:v>0.35</c:v>
                </c:pt>
                <c:pt idx="127">
                  <c:v>0.3527777777777778</c:v>
                </c:pt>
                <c:pt idx="128">
                  <c:v>0.35555555555555551</c:v>
                </c:pt>
                <c:pt idx="129">
                  <c:v>0.35833333333333334</c:v>
                </c:pt>
                <c:pt idx="130">
                  <c:v>0.3611111111111111</c:v>
                </c:pt>
                <c:pt idx="131">
                  <c:v>0.36388888888888887</c:v>
                </c:pt>
                <c:pt idx="132">
                  <c:v>0.36666666666666664</c:v>
                </c:pt>
                <c:pt idx="133">
                  <c:v>0.36944444444444446</c:v>
                </c:pt>
                <c:pt idx="134">
                  <c:v>0.37222222222222218</c:v>
                </c:pt>
                <c:pt idx="135">
                  <c:v>0.375</c:v>
                </c:pt>
                <c:pt idx="136">
                  <c:v>0.37777777777777782</c:v>
                </c:pt>
                <c:pt idx="137">
                  <c:v>0.38055555555555554</c:v>
                </c:pt>
                <c:pt idx="138">
                  <c:v>0.38333333333333336</c:v>
                </c:pt>
                <c:pt idx="139">
                  <c:v>0.38611111111111113</c:v>
                </c:pt>
                <c:pt idx="140">
                  <c:v>0.3888888888888889</c:v>
                </c:pt>
                <c:pt idx="141">
                  <c:v>0.39166666666666666</c:v>
                </c:pt>
                <c:pt idx="142">
                  <c:v>0.39444444444444449</c:v>
                </c:pt>
                <c:pt idx="143">
                  <c:v>0.3972222222222222</c:v>
                </c:pt>
                <c:pt idx="144">
                  <c:v>0.4</c:v>
                </c:pt>
                <c:pt idx="145">
                  <c:v>0.40277777777777779</c:v>
                </c:pt>
                <c:pt idx="146">
                  <c:v>0.40555555555555556</c:v>
                </c:pt>
                <c:pt idx="147">
                  <c:v>0.40833333333333333</c:v>
                </c:pt>
                <c:pt idx="148">
                  <c:v>0.41111111111111115</c:v>
                </c:pt>
                <c:pt idx="149">
                  <c:v>0.41388888888888886</c:v>
                </c:pt>
                <c:pt idx="150">
                  <c:v>0.41666666666666669</c:v>
                </c:pt>
                <c:pt idx="151">
                  <c:v>0.41944444444444445</c:v>
                </c:pt>
                <c:pt idx="152">
                  <c:v>0.42222222222222222</c:v>
                </c:pt>
                <c:pt idx="153">
                  <c:v>0.42499999999999999</c:v>
                </c:pt>
                <c:pt idx="154">
                  <c:v>0.42777777777777781</c:v>
                </c:pt>
                <c:pt idx="155">
                  <c:v>0.43055555555555552</c:v>
                </c:pt>
                <c:pt idx="156">
                  <c:v>0.43333333333333335</c:v>
                </c:pt>
                <c:pt idx="157">
                  <c:v>0.43611111111111112</c:v>
                </c:pt>
                <c:pt idx="158">
                  <c:v>0.43888888888888888</c:v>
                </c:pt>
                <c:pt idx="159">
                  <c:v>0.44166666666666665</c:v>
                </c:pt>
                <c:pt idx="160">
                  <c:v>0.44444444444444448</c:v>
                </c:pt>
                <c:pt idx="161">
                  <c:v>0.44722222222222219</c:v>
                </c:pt>
                <c:pt idx="162">
                  <c:v>0.45</c:v>
                </c:pt>
                <c:pt idx="163">
                  <c:v>0.45277777777777778</c:v>
                </c:pt>
                <c:pt idx="164">
                  <c:v>0.45555555555555555</c:v>
                </c:pt>
                <c:pt idx="165">
                  <c:v>0.45833333333333331</c:v>
                </c:pt>
                <c:pt idx="166">
                  <c:v>0.46111111111111114</c:v>
                </c:pt>
                <c:pt idx="167">
                  <c:v>0.46388888888888885</c:v>
                </c:pt>
                <c:pt idx="168">
                  <c:v>0.46666666666666667</c:v>
                </c:pt>
                <c:pt idx="169">
                  <c:v>0.46944444444444444</c:v>
                </c:pt>
                <c:pt idx="170">
                  <c:v>0.47222222222222221</c:v>
                </c:pt>
                <c:pt idx="171">
                  <c:v>0.47499999999999998</c:v>
                </c:pt>
                <c:pt idx="172">
                  <c:v>0.4777777777777778</c:v>
                </c:pt>
                <c:pt idx="173">
                  <c:v>0.48055555555555551</c:v>
                </c:pt>
                <c:pt idx="174">
                  <c:v>0.48333333333333334</c:v>
                </c:pt>
                <c:pt idx="175">
                  <c:v>0.4861111111111111</c:v>
                </c:pt>
                <c:pt idx="176">
                  <c:v>0.48888888888888887</c:v>
                </c:pt>
                <c:pt idx="177">
                  <c:v>0.49166666666666664</c:v>
                </c:pt>
                <c:pt idx="178">
                  <c:v>0.49444444444444446</c:v>
                </c:pt>
                <c:pt idx="179">
                  <c:v>0.49722222222222218</c:v>
                </c:pt>
                <c:pt idx="180">
                  <c:v>0.5</c:v>
                </c:pt>
                <c:pt idx="181">
                  <c:v>0.50277777777777777</c:v>
                </c:pt>
                <c:pt idx="182">
                  <c:v>0.50555555555555554</c:v>
                </c:pt>
                <c:pt idx="183">
                  <c:v>0.5083333333333333</c:v>
                </c:pt>
                <c:pt idx="184">
                  <c:v>0.51111111111111118</c:v>
                </c:pt>
                <c:pt idx="185">
                  <c:v>0.51388888888888884</c:v>
                </c:pt>
                <c:pt idx="186">
                  <c:v>0.51666666666666672</c:v>
                </c:pt>
                <c:pt idx="187">
                  <c:v>0.51944444444444449</c:v>
                </c:pt>
                <c:pt idx="188">
                  <c:v>0.52222222222222225</c:v>
                </c:pt>
                <c:pt idx="189">
                  <c:v>0.52500000000000002</c:v>
                </c:pt>
                <c:pt idx="190">
                  <c:v>0.52777777777777779</c:v>
                </c:pt>
                <c:pt idx="191">
                  <c:v>0.53055555555555556</c:v>
                </c:pt>
                <c:pt idx="192">
                  <c:v>0.53333333333333333</c:v>
                </c:pt>
                <c:pt idx="193">
                  <c:v>0.53611111111111109</c:v>
                </c:pt>
                <c:pt idx="194">
                  <c:v>0.53888888888888897</c:v>
                </c:pt>
                <c:pt idx="195">
                  <c:v>0.54166666666666663</c:v>
                </c:pt>
                <c:pt idx="196">
                  <c:v>0.5444444444444444</c:v>
                </c:pt>
                <c:pt idx="197">
                  <c:v>0.54722222222222228</c:v>
                </c:pt>
                <c:pt idx="198">
                  <c:v>0.55000000000000004</c:v>
                </c:pt>
                <c:pt idx="199">
                  <c:v>0.5527777777777777</c:v>
                </c:pt>
                <c:pt idx="200">
                  <c:v>0.55555555555555558</c:v>
                </c:pt>
                <c:pt idx="201">
                  <c:v>0.55833333333333335</c:v>
                </c:pt>
                <c:pt idx="202">
                  <c:v>0.56111111111111112</c:v>
                </c:pt>
                <c:pt idx="203">
                  <c:v>0.56388888888888888</c:v>
                </c:pt>
                <c:pt idx="204">
                  <c:v>0.56666666666666665</c:v>
                </c:pt>
                <c:pt idx="205">
                  <c:v>0.56944444444444442</c:v>
                </c:pt>
                <c:pt idx="206">
                  <c:v>0.5722222222222223</c:v>
                </c:pt>
                <c:pt idx="207">
                  <c:v>0.57499999999999996</c:v>
                </c:pt>
                <c:pt idx="208">
                  <c:v>0.57777777777777772</c:v>
                </c:pt>
                <c:pt idx="209">
                  <c:v>0.5805555555555556</c:v>
                </c:pt>
                <c:pt idx="210">
                  <c:v>0.58333333333333337</c:v>
                </c:pt>
                <c:pt idx="211">
                  <c:v>0.58611111111111103</c:v>
                </c:pt>
                <c:pt idx="212">
                  <c:v>0.58888888888888891</c:v>
                </c:pt>
                <c:pt idx="213">
                  <c:v>0.59166666666666667</c:v>
                </c:pt>
                <c:pt idx="214">
                  <c:v>0.59444444444444444</c:v>
                </c:pt>
                <c:pt idx="215">
                  <c:v>0.59722222222222221</c:v>
                </c:pt>
                <c:pt idx="216">
                  <c:v>0.6</c:v>
                </c:pt>
                <c:pt idx="217">
                  <c:v>0.60277777777777775</c:v>
                </c:pt>
                <c:pt idx="218">
                  <c:v>0.60555555555555562</c:v>
                </c:pt>
                <c:pt idx="219">
                  <c:v>0.60833333333333328</c:v>
                </c:pt>
                <c:pt idx="220">
                  <c:v>0.61111111111111105</c:v>
                </c:pt>
                <c:pt idx="221">
                  <c:v>0.61388888888888893</c:v>
                </c:pt>
                <c:pt idx="222">
                  <c:v>0.6166666666666667</c:v>
                </c:pt>
                <c:pt idx="223">
                  <c:v>0.61944444444444435</c:v>
                </c:pt>
                <c:pt idx="224">
                  <c:v>0.62222222222222223</c:v>
                </c:pt>
                <c:pt idx="225">
                  <c:v>0.625</c:v>
                </c:pt>
                <c:pt idx="226">
                  <c:v>0.62777777777777777</c:v>
                </c:pt>
                <c:pt idx="227">
                  <c:v>0.63055555555555565</c:v>
                </c:pt>
                <c:pt idx="228">
                  <c:v>0.6333333333333333</c:v>
                </c:pt>
                <c:pt idx="229">
                  <c:v>0.63611111111111107</c:v>
                </c:pt>
                <c:pt idx="230">
                  <c:v>0.63888888888888895</c:v>
                </c:pt>
                <c:pt idx="231">
                  <c:v>0.64166666666666672</c:v>
                </c:pt>
                <c:pt idx="232">
                  <c:v>0.64444444444444438</c:v>
                </c:pt>
                <c:pt idx="233">
                  <c:v>0.64722222222222225</c:v>
                </c:pt>
                <c:pt idx="234">
                  <c:v>0.65</c:v>
                </c:pt>
                <c:pt idx="235">
                  <c:v>0.65277777777777779</c:v>
                </c:pt>
                <c:pt idx="236">
                  <c:v>0.65555555555555556</c:v>
                </c:pt>
                <c:pt idx="237">
                  <c:v>0.65833333333333333</c:v>
                </c:pt>
                <c:pt idx="238">
                  <c:v>0.66111111111111109</c:v>
                </c:pt>
                <c:pt idx="239">
                  <c:v>0.66388888888888897</c:v>
                </c:pt>
                <c:pt idx="240">
                  <c:v>0.66666666666666663</c:v>
                </c:pt>
                <c:pt idx="241">
                  <c:v>0.6694444444444444</c:v>
                </c:pt>
                <c:pt idx="242">
                  <c:v>0.67222222222222228</c:v>
                </c:pt>
                <c:pt idx="243">
                  <c:v>0.67500000000000004</c:v>
                </c:pt>
                <c:pt idx="244">
                  <c:v>0.6777777777777777</c:v>
                </c:pt>
                <c:pt idx="245">
                  <c:v>0.68055555555555558</c:v>
                </c:pt>
                <c:pt idx="246">
                  <c:v>0.68333333333333335</c:v>
                </c:pt>
                <c:pt idx="247">
                  <c:v>0.68611111111111112</c:v>
                </c:pt>
                <c:pt idx="248">
                  <c:v>0.68888888888888888</c:v>
                </c:pt>
                <c:pt idx="249">
                  <c:v>0.69166666666666665</c:v>
                </c:pt>
                <c:pt idx="250">
                  <c:v>0.69444444444444442</c:v>
                </c:pt>
                <c:pt idx="251">
                  <c:v>0.6972222222222223</c:v>
                </c:pt>
                <c:pt idx="252">
                  <c:v>0.7</c:v>
                </c:pt>
                <c:pt idx="253">
                  <c:v>0.70277777777777772</c:v>
                </c:pt>
                <c:pt idx="254">
                  <c:v>0.7055555555555556</c:v>
                </c:pt>
                <c:pt idx="255">
                  <c:v>0.70833333333333337</c:v>
                </c:pt>
                <c:pt idx="256">
                  <c:v>0.71111111111111103</c:v>
                </c:pt>
                <c:pt idx="257">
                  <c:v>0.71388888888888891</c:v>
                </c:pt>
                <c:pt idx="258">
                  <c:v>0.71666666666666667</c:v>
                </c:pt>
                <c:pt idx="259">
                  <c:v>0.71944444444444444</c:v>
                </c:pt>
                <c:pt idx="260">
                  <c:v>0.72222222222222221</c:v>
                </c:pt>
                <c:pt idx="261">
                  <c:v>0.72499999999999998</c:v>
                </c:pt>
                <c:pt idx="262">
                  <c:v>0.72777777777777775</c:v>
                </c:pt>
                <c:pt idx="263">
                  <c:v>0.73055555555555562</c:v>
                </c:pt>
                <c:pt idx="264">
                  <c:v>0.73333333333333328</c:v>
                </c:pt>
                <c:pt idx="265">
                  <c:v>0.73611111111111105</c:v>
                </c:pt>
                <c:pt idx="266">
                  <c:v>0.73888888888888893</c:v>
                </c:pt>
                <c:pt idx="267">
                  <c:v>0.7416666666666667</c:v>
                </c:pt>
                <c:pt idx="268">
                  <c:v>0.74444444444444435</c:v>
                </c:pt>
                <c:pt idx="269">
                  <c:v>0.74722222222222223</c:v>
                </c:pt>
                <c:pt idx="270">
                  <c:v>0.75</c:v>
                </c:pt>
                <c:pt idx="271">
                  <c:v>0.75277777777777777</c:v>
                </c:pt>
                <c:pt idx="272">
                  <c:v>0.75555555555555565</c:v>
                </c:pt>
                <c:pt idx="273">
                  <c:v>0.7583333333333333</c:v>
                </c:pt>
                <c:pt idx="274">
                  <c:v>0.76111111111111107</c:v>
                </c:pt>
                <c:pt idx="275">
                  <c:v>0.76388888888888895</c:v>
                </c:pt>
                <c:pt idx="276">
                  <c:v>0.76666666666666672</c:v>
                </c:pt>
                <c:pt idx="277">
                  <c:v>0.76944444444444438</c:v>
                </c:pt>
                <c:pt idx="278">
                  <c:v>0.77222222222222225</c:v>
                </c:pt>
                <c:pt idx="279">
                  <c:v>0.77500000000000002</c:v>
                </c:pt>
                <c:pt idx="280">
                  <c:v>0.77777777777777779</c:v>
                </c:pt>
                <c:pt idx="281">
                  <c:v>0.78055555555555556</c:v>
                </c:pt>
                <c:pt idx="282">
                  <c:v>0.78333333333333333</c:v>
                </c:pt>
                <c:pt idx="283">
                  <c:v>0.78611111111111109</c:v>
                </c:pt>
                <c:pt idx="284">
                  <c:v>0.78888888888888897</c:v>
                </c:pt>
                <c:pt idx="285">
                  <c:v>0.79166666666666663</c:v>
                </c:pt>
                <c:pt idx="286">
                  <c:v>0.7944444444444444</c:v>
                </c:pt>
                <c:pt idx="287">
                  <c:v>0.79722222222222228</c:v>
                </c:pt>
                <c:pt idx="288">
                  <c:v>0.8</c:v>
                </c:pt>
                <c:pt idx="289">
                  <c:v>0.8027777777777777</c:v>
                </c:pt>
                <c:pt idx="290">
                  <c:v>0.80555555555555558</c:v>
                </c:pt>
                <c:pt idx="291">
                  <c:v>0.80833333333333335</c:v>
                </c:pt>
                <c:pt idx="292">
                  <c:v>0.81111111111111112</c:v>
                </c:pt>
                <c:pt idx="293">
                  <c:v>0.81388888888888888</c:v>
                </c:pt>
                <c:pt idx="294">
                  <c:v>0.81666666666666665</c:v>
                </c:pt>
                <c:pt idx="295">
                  <c:v>0.81944444444444442</c:v>
                </c:pt>
                <c:pt idx="296">
                  <c:v>0.8222222222222223</c:v>
                </c:pt>
                <c:pt idx="297">
                  <c:v>0.82499999999999996</c:v>
                </c:pt>
                <c:pt idx="298">
                  <c:v>0.82777777777777772</c:v>
                </c:pt>
                <c:pt idx="299">
                  <c:v>0.8305555555555556</c:v>
                </c:pt>
                <c:pt idx="300">
                  <c:v>0.83333333333333337</c:v>
                </c:pt>
                <c:pt idx="301">
                  <c:v>0.83611111111111103</c:v>
                </c:pt>
                <c:pt idx="302">
                  <c:v>0.83888888888888891</c:v>
                </c:pt>
                <c:pt idx="303">
                  <c:v>0.84166666666666667</c:v>
                </c:pt>
                <c:pt idx="304">
                  <c:v>0.84444444444444444</c:v>
                </c:pt>
                <c:pt idx="305">
                  <c:v>0.84722222222222221</c:v>
                </c:pt>
                <c:pt idx="306">
                  <c:v>0.85</c:v>
                </c:pt>
                <c:pt idx="307">
                  <c:v>0.85277777777777775</c:v>
                </c:pt>
                <c:pt idx="308">
                  <c:v>0.85555555555555562</c:v>
                </c:pt>
                <c:pt idx="309">
                  <c:v>0.85833333333333328</c:v>
                </c:pt>
                <c:pt idx="310">
                  <c:v>0.86111111111111105</c:v>
                </c:pt>
                <c:pt idx="311">
                  <c:v>0.86388888888888893</c:v>
                </c:pt>
                <c:pt idx="312">
                  <c:v>0.8666666666666667</c:v>
                </c:pt>
                <c:pt idx="313">
                  <c:v>0.86944444444444435</c:v>
                </c:pt>
                <c:pt idx="314">
                  <c:v>0.87222222222222223</c:v>
                </c:pt>
                <c:pt idx="315">
                  <c:v>0.875</c:v>
                </c:pt>
                <c:pt idx="316">
                  <c:v>0.87777777777777777</c:v>
                </c:pt>
                <c:pt idx="317">
                  <c:v>0.88055555555555565</c:v>
                </c:pt>
                <c:pt idx="318">
                  <c:v>0.8833333333333333</c:v>
                </c:pt>
                <c:pt idx="319">
                  <c:v>0.88611111111111107</c:v>
                </c:pt>
                <c:pt idx="320">
                  <c:v>0.88888888888888895</c:v>
                </c:pt>
                <c:pt idx="321">
                  <c:v>0.89166666666666672</c:v>
                </c:pt>
                <c:pt idx="322">
                  <c:v>0.89444444444444438</c:v>
                </c:pt>
                <c:pt idx="323">
                  <c:v>0.89722222222222225</c:v>
                </c:pt>
                <c:pt idx="324">
                  <c:v>0.9</c:v>
                </c:pt>
                <c:pt idx="325">
                  <c:v>0.90277777777777779</c:v>
                </c:pt>
                <c:pt idx="326">
                  <c:v>0.90555555555555556</c:v>
                </c:pt>
                <c:pt idx="327">
                  <c:v>0.90833333333333333</c:v>
                </c:pt>
                <c:pt idx="328">
                  <c:v>0.91111111111111109</c:v>
                </c:pt>
                <c:pt idx="329">
                  <c:v>0.91388888888888897</c:v>
                </c:pt>
                <c:pt idx="330">
                  <c:v>0.91666666666666663</c:v>
                </c:pt>
                <c:pt idx="331">
                  <c:v>0.9194444444444444</c:v>
                </c:pt>
                <c:pt idx="332">
                  <c:v>0.92222222222222228</c:v>
                </c:pt>
                <c:pt idx="333">
                  <c:v>0.92500000000000004</c:v>
                </c:pt>
                <c:pt idx="334">
                  <c:v>0.9277777777777777</c:v>
                </c:pt>
                <c:pt idx="335">
                  <c:v>0.93055555555555558</c:v>
                </c:pt>
                <c:pt idx="336">
                  <c:v>0.93333333333333335</c:v>
                </c:pt>
                <c:pt idx="337">
                  <c:v>0.93611111111111112</c:v>
                </c:pt>
                <c:pt idx="338">
                  <c:v>0.93888888888888888</c:v>
                </c:pt>
                <c:pt idx="339">
                  <c:v>0.94166666666666665</c:v>
                </c:pt>
                <c:pt idx="340">
                  <c:v>0.94444444444444442</c:v>
                </c:pt>
                <c:pt idx="341">
                  <c:v>0.9472222222222223</c:v>
                </c:pt>
                <c:pt idx="342">
                  <c:v>0.95</c:v>
                </c:pt>
                <c:pt idx="343">
                  <c:v>0.95277777777777772</c:v>
                </c:pt>
                <c:pt idx="344">
                  <c:v>0.9555555555555556</c:v>
                </c:pt>
                <c:pt idx="345">
                  <c:v>0.95833333333333337</c:v>
                </c:pt>
                <c:pt idx="346">
                  <c:v>0.96111111111111103</c:v>
                </c:pt>
                <c:pt idx="347">
                  <c:v>0.96388888888888891</c:v>
                </c:pt>
                <c:pt idx="348">
                  <c:v>0.96666666666666667</c:v>
                </c:pt>
                <c:pt idx="349">
                  <c:v>0.96944444444444444</c:v>
                </c:pt>
                <c:pt idx="350">
                  <c:v>0.97222222222222221</c:v>
                </c:pt>
                <c:pt idx="351">
                  <c:v>0.97499999999999998</c:v>
                </c:pt>
                <c:pt idx="352">
                  <c:v>0.97777777777777775</c:v>
                </c:pt>
                <c:pt idx="353">
                  <c:v>0.98055555555555562</c:v>
                </c:pt>
                <c:pt idx="354">
                  <c:v>0.98333333333333328</c:v>
                </c:pt>
                <c:pt idx="355">
                  <c:v>0.98611111111111105</c:v>
                </c:pt>
                <c:pt idx="356">
                  <c:v>0.98888888888888893</c:v>
                </c:pt>
                <c:pt idx="357">
                  <c:v>0.9916666666666667</c:v>
                </c:pt>
                <c:pt idx="358">
                  <c:v>0.99444444444444435</c:v>
                </c:pt>
                <c:pt idx="359">
                  <c:v>0.99722222222222223</c:v>
                </c:pt>
                <c:pt idx="360">
                  <c:v>1</c:v>
                </c:pt>
                <c:pt idx="361">
                  <c:v>1.0027777777777778</c:v>
                </c:pt>
                <c:pt idx="362">
                  <c:v>1.0055555555555555</c:v>
                </c:pt>
                <c:pt idx="363">
                  <c:v>1.0083333333333333</c:v>
                </c:pt>
                <c:pt idx="364">
                  <c:v>1.0111111111111111</c:v>
                </c:pt>
                <c:pt idx="365">
                  <c:v>1.0138888888888888</c:v>
                </c:pt>
                <c:pt idx="366">
                  <c:v>1.0166666666666666</c:v>
                </c:pt>
                <c:pt idx="367">
                  <c:v>1.0194444444444444</c:v>
                </c:pt>
                <c:pt idx="368">
                  <c:v>1.0222222222222224</c:v>
                </c:pt>
                <c:pt idx="369">
                  <c:v>1.0249999999999999</c:v>
                </c:pt>
                <c:pt idx="370">
                  <c:v>1.0277777777777777</c:v>
                </c:pt>
                <c:pt idx="371">
                  <c:v>1.0305555555555557</c:v>
                </c:pt>
                <c:pt idx="372">
                  <c:v>1.0333333333333334</c:v>
                </c:pt>
                <c:pt idx="373">
                  <c:v>1.036111111111111</c:v>
                </c:pt>
                <c:pt idx="374">
                  <c:v>1.038888888888889</c:v>
                </c:pt>
                <c:pt idx="375">
                  <c:v>1.0416666666666667</c:v>
                </c:pt>
                <c:pt idx="376">
                  <c:v>1.0444444444444445</c:v>
                </c:pt>
                <c:pt idx="377">
                  <c:v>1.0472222222222223</c:v>
                </c:pt>
                <c:pt idx="378">
                  <c:v>1.05</c:v>
                </c:pt>
                <c:pt idx="379">
                  <c:v>1.0527777777777778</c:v>
                </c:pt>
                <c:pt idx="380">
                  <c:v>1.0555555555555556</c:v>
                </c:pt>
                <c:pt idx="381">
                  <c:v>1.0583333333333333</c:v>
                </c:pt>
                <c:pt idx="382">
                  <c:v>1.0611111111111111</c:v>
                </c:pt>
                <c:pt idx="383">
                  <c:v>1.0638888888888889</c:v>
                </c:pt>
                <c:pt idx="384">
                  <c:v>1.0666666666666667</c:v>
                </c:pt>
                <c:pt idx="385">
                  <c:v>1.0694444444444444</c:v>
                </c:pt>
                <c:pt idx="386">
                  <c:v>1.0722222222222222</c:v>
                </c:pt>
                <c:pt idx="387">
                  <c:v>1.075</c:v>
                </c:pt>
                <c:pt idx="388">
                  <c:v>1.0777777777777779</c:v>
                </c:pt>
                <c:pt idx="389">
                  <c:v>1.0805555555555555</c:v>
                </c:pt>
                <c:pt idx="390">
                  <c:v>1.0833333333333333</c:v>
                </c:pt>
                <c:pt idx="391">
                  <c:v>1.0861111111111112</c:v>
                </c:pt>
                <c:pt idx="392">
                  <c:v>1.0888888888888888</c:v>
                </c:pt>
                <c:pt idx="393">
                  <c:v>1.0916666666666666</c:v>
                </c:pt>
                <c:pt idx="394">
                  <c:v>1.0944444444444446</c:v>
                </c:pt>
                <c:pt idx="395">
                  <c:v>1.0972222222222221</c:v>
                </c:pt>
                <c:pt idx="396">
                  <c:v>1.1000000000000001</c:v>
                </c:pt>
                <c:pt idx="397">
                  <c:v>1.1027777777777779</c:v>
                </c:pt>
                <c:pt idx="398">
                  <c:v>1.1055555555555554</c:v>
                </c:pt>
                <c:pt idx="399">
                  <c:v>1.1083333333333334</c:v>
                </c:pt>
                <c:pt idx="400">
                  <c:v>1.1111111111111112</c:v>
                </c:pt>
                <c:pt idx="401">
                  <c:v>1.1138888888888887</c:v>
                </c:pt>
                <c:pt idx="402">
                  <c:v>1.1166666666666667</c:v>
                </c:pt>
                <c:pt idx="403">
                  <c:v>1.1194444444444445</c:v>
                </c:pt>
                <c:pt idx="404">
                  <c:v>1.1222222222222222</c:v>
                </c:pt>
                <c:pt idx="405">
                  <c:v>1.125</c:v>
                </c:pt>
                <c:pt idx="406">
                  <c:v>1.1277777777777778</c:v>
                </c:pt>
                <c:pt idx="407">
                  <c:v>1.1305555555555555</c:v>
                </c:pt>
                <c:pt idx="408">
                  <c:v>1.1333333333333333</c:v>
                </c:pt>
                <c:pt idx="409">
                  <c:v>1.1361111111111113</c:v>
                </c:pt>
                <c:pt idx="410">
                  <c:v>1.1388888888888888</c:v>
                </c:pt>
                <c:pt idx="411">
                  <c:v>1.1416666666666666</c:v>
                </c:pt>
                <c:pt idx="412">
                  <c:v>1.1444444444444446</c:v>
                </c:pt>
                <c:pt idx="413">
                  <c:v>1.1472222222222221</c:v>
                </c:pt>
                <c:pt idx="414">
                  <c:v>1.1499999999999999</c:v>
                </c:pt>
                <c:pt idx="415">
                  <c:v>1.1527777777777779</c:v>
                </c:pt>
                <c:pt idx="416">
                  <c:v>1.1555555555555554</c:v>
                </c:pt>
                <c:pt idx="417">
                  <c:v>1.1583333333333334</c:v>
                </c:pt>
                <c:pt idx="418">
                  <c:v>1.1611111111111112</c:v>
                </c:pt>
                <c:pt idx="419">
                  <c:v>1.1638888888888888</c:v>
                </c:pt>
                <c:pt idx="420">
                  <c:v>1.1666666666666667</c:v>
                </c:pt>
                <c:pt idx="421">
                  <c:v>1.1694444444444445</c:v>
                </c:pt>
                <c:pt idx="422">
                  <c:v>1.1722222222222221</c:v>
                </c:pt>
                <c:pt idx="423">
                  <c:v>1.175</c:v>
                </c:pt>
                <c:pt idx="424">
                  <c:v>1.1777777777777778</c:v>
                </c:pt>
                <c:pt idx="425">
                  <c:v>1.1805555555555556</c:v>
                </c:pt>
                <c:pt idx="426">
                  <c:v>1.1833333333333333</c:v>
                </c:pt>
                <c:pt idx="427">
                  <c:v>1.1861111111111111</c:v>
                </c:pt>
                <c:pt idx="428">
                  <c:v>1.1888888888888889</c:v>
                </c:pt>
                <c:pt idx="429">
                  <c:v>1.1916666666666667</c:v>
                </c:pt>
                <c:pt idx="430">
                  <c:v>1.1944444444444444</c:v>
                </c:pt>
                <c:pt idx="431">
                  <c:v>1.1972222222222222</c:v>
                </c:pt>
                <c:pt idx="432">
                  <c:v>1.2</c:v>
                </c:pt>
                <c:pt idx="433">
                  <c:v>1.2027777777777779</c:v>
                </c:pt>
                <c:pt idx="434">
                  <c:v>1.2055555555555555</c:v>
                </c:pt>
                <c:pt idx="435">
                  <c:v>1.2083333333333333</c:v>
                </c:pt>
                <c:pt idx="436">
                  <c:v>1.2111111111111112</c:v>
                </c:pt>
                <c:pt idx="437">
                  <c:v>1.2138888888888888</c:v>
                </c:pt>
                <c:pt idx="438">
                  <c:v>1.2166666666666666</c:v>
                </c:pt>
                <c:pt idx="439">
                  <c:v>1.2194444444444446</c:v>
                </c:pt>
                <c:pt idx="440">
                  <c:v>1.2222222222222221</c:v>
                </c:pt>
                <c:pt idx="441">
                  <c:v>1.2250000000000001</c:v>
                </c:pt>
                <c:pt idx="442">
                  <c:v>1.2277777777777779</c:v>
                </c:pt>
                <c:pt idx="443">
                  <c:v>1.2305555555555554</c:v>
                </c:pt>
                <c:pt idx="444">
                  <c:v>1.2333333333333334</c:v>
                </c:pt>
                <c:pt idx="445">
                  <c:v>1.2361111111111112</c:v>
                </c:pt>
                <c:pt idx="446">
                  <c:v>1.2388888888888887</c:v>
                </c:pt>
                <c:pt idx="447">
                  <c:v>1.2416666666666667</c:v>
                </c:pt>
                <c:pt idx="448">
                  <c:v>1.2444444444444445</c:v>
                </c:pt>
                <c:pt idx="449">
                  <c:v>1.2472222222222222</c:v>
                </c:pt>
                <c:pt idx="450">
                  <c:v>1.25</c:v>
                </c:pt>
                <c:pt idx="451">
                  <c:v>1.2527777777777778</c:v>
                </c:pt>
                <c:pt idx="452">
                  <c:v>1.2555555555555555</c:v>
                </c:pt>
                <c:pt idx="453">
                  <c:v>1.2583333333333333</c:v>
                </c:pt>
                <c:pt idx="454">
                  <c:v>1.2611111111111113</c:v>
                </c:pt>
                <c:pt idx="455">
                  <c:v>1.2638888888888888</c:v>
                </c:pt>
                <c:pt idx="456">
                  <c:v>1.2666666666666666</c:v>
                </c:pt>
                <c:pt idx="457">
                  <c:v>1.2694444444444446</c:v>
                </c:pt>
                <c:pt idx="458">
                  <c:v>1.2722222222222221</c:v>
                </c:pt>
                <c:pt idx="459">
                  <c:v>1.2749999999999999</c:v>
                </c:pt>
                <c:pt idx="460">
                  <c:v>1.2777777777777779</c:v>
                </c:pt>
                <c:pt idx="461">
                  <c:v>1.2805555555555554</c:v>
                </c:pt>
                <c:pt idx="462">
                  <c:v>1.2833333333333334</c:v>
                </c:pt>
                <c:pt idx="463">
                  <c:v>1.2861111111111112</c:v>
                </c:pt>
                <c:pt idx="464">
                  <c:v>1.2888888888888888</c:v>
                </c:pt>
                <c:pt idx="465">
                  <c:v>1.2916666666666667</c:v>
                </c:pt>
                <c:pt idx="466">
                  <c:v>1.2944444444444445</c:v>
                </c:pt>
                <c:pt idx="467">
                  <c:v>1.2972222222222221</c:v>
                </c:pt>
                <c:pt idx="468">
                  <c:v>1.3</c:v>
                </c:pt>
                <c:pt idx="469">
                  <c:v>1.3027777777777778</c:v>
                </c:pt>
                <c:pt idx="470">
                  <c:v>1.3055555555555556</c:v>
                </c:pt>
                <c:pt idx="471">
                  <c:v>1.3083333333333333</c:v>
                </c:pt>
                <c:pt idx="472">
                  <c:v>1.3111111111111111</c:v>
                </c:pt>
                <c:pt idx="473">
                  <c:v>1.3138888888888889</c:v>
                </c:pt>
                <c:pt idx="474">
                  <c:v>1.3166666666666667</c:v>
                </c:pt>
                <c:pt idx="475">
                  <c:v>1.3194444444444444</c:v>
                </c:pt>
                <c:pt idx="476">
                  <c:v>1.3222222222222222</c:v>
                </c:pt>
                <c:pt idx="477">
                  <c:v>1.325</c:v>
                </c:pt>
                <c:pt idx="478">
                  <c:v>1.3277777777777779</c:v>
                </c:pt>
                <c:pt idx="479">
                  <c:v>1.3305555555555555</c:v>
                </c:pt>
                <c:pt idx="480">
                  <c:v>1.3333333333333333</c:v>
                </c:pt>
                <c:pt idx="481">
                  <c:v>1.3361111111111112</c:v>
                </c:pt>
                <c:pt idx="482">
                  <c:v>1.3388888888888888</c:v>
                </c:pt>
                <c:pt idx="483">
                  <c:v>1.3416666666666666</c:v>
                </c:pt>
                <c:pt idx="484">
                  <c:v>1.3444444444444446</c:v>
                </c:pt>
                <c:pt idx="485">
                  <c:v>1.3472222222222221</c:v>
                </c:pt>
                <c:pt idx="486">
                  <c:v>1.35</c:v>
                </c:pt>
                <c:pt idx="487">
                  <c:v>1.3527777777777779</c:v>
                </c:pt>
                <c:pt idx="488">
                  <c:v>1.3555555555555554</c:v>
                </c:pt>
                <c:pt idx="489">
                  <c:v>1.3583333333333334</c:v>
                </c:pt>
                <c:pt idx="490">
                  <c:v>1.3611111111111112</c:v>
                </c:pt>
                <c:pt idx="491">
                  <c:v>1.3638888888888887</c:v>
                </c:pt>
                <c:pt idx="492">
                  <c:v>1.3666666666666667</c:v>
                </c:pt>
                <c:pt idx="493">
                  <c:v>1.3694444444444445</c:v>
                </c:pt>
                <c:pt idx="494">
                  <c:v>1.3722222222222222</c:v>
                </c:pt>
                <c:pt idx="495">
                  <c:v>1.375</c:v>
                </c:pt>
                <c:pt idx="496">
                  <c:v>1.3777777777777778</c:v>
                </c:pt>
                <c:pt idx="497">
                  <c:v>1.3805555555555555</c:v>
                </c:pt>
                <c:pt idx="498">
                  <c:v>1.3833333333333333</c:v>
                </c:pt>
                <c:pt idx="499">
                  <c:v>1.3861111111111113</c:v>
                </c:pt>
                <c:pt idx="500">
                  <c:v>1.3888888888888888</c:v>
                </c:pt>
                <c:pt idx="501">
                  <c:v>1.3916666666666666</c:v>
                </c:pt>
                <c:pt idx="502">
                  <c:v>1.3944444444444446</c:v>
                </c:pt>
                <c:pt idx="503">
                  <c:v>1.3972222222222221</c:v>
                </c:pt>
                <c:pt idx="504">
                  <c:v>1.4</c:v>
                </c:pt>
                <c:pt idx="505">
                  <c:v>1.4027777777777779</c:v>
                </c:pt>
                <c:pt idx="506">
                  <c:v>1.4055555555555554</c:v>
                </c:pt>
                <c:pt idx="507">
                  <c:v>1.4083333333333334</c:v>
                </c:pt>
                <c:pt idx="508">
                  <c:v>1.4111111111111112</c:v>
                </c:pt>
                <c:pt idx="509">
                  <c:v>1.4138888888888888</c:v>
                </c:pt>
                <c:pt idx="510">
                  <c:v>1.4166666666666667</c:v>
                </c:pt>
                <c:pt idx="511">
                  <c:v>1.4194444444444445</c:v>
                </c:pt>
                <c:pt idx="512">
                  <c:v>1.4222222222222221</c:v>
                </c:pt>
                <c:pt idx="513">
                  <c:v>1.425</c:v>
                </c:pt>
                <c:pt idx="514">
                  <c:v>1.4277777777777778</c:v>
                </c:pt>
                <c:pt idx="515">
                  <c:v>1.4305555555555556</c:v>
                </c:pt>
                <c:pt idx="516">
                  <c:v>1.4333333333333333</c:v>
                </c:pt>
                <c:pt idx="517">
                  <c:v>1.4361111111111111</c:v>
                </c:pt>
                <c:pt idx="518">
                  <c:v>1.4388888888888889</c:v>
                </c:pt>
                <c:pt idx="519">
                  <c:v>1.4416666666666667</c:v>
                </c:pt>
                <c:pt idx="520">
                  <c:v>1.4444444444444444</c:v>
                </c:pt>
                <c:pt idx="521">
                  <c:v>1.4472222222222222</c:v>
                </c:pt>
                <c:pt idx="522">
                  <c:v>1.45</c:v>
                </c:pt>
                <c:pt idx="523">
                  <c:v>1.4527777777777779</c:v>
                </c:pt>
                <c:pt idx="524">
                  <c:v>1.4555555555555555</c:v>
                </c:pt>
                <c:pt idx="525">
                  <c:v>1.4583333333333333</c:v>
                </c:pt>
                <c:pt idx="526">
                  <c:v>1.4611111111111112</c:v>
                </c:pt>
                <c:pt idx="527">
                  <c:v>1.4638888888888888</c:v>
                </c:pt>
                <c:pt idx="528">
                  <c:v>1.4666666666666666</c:v>
                </c:pt>
                <c:pt idx="529">
                  <c:v>1.4694444444444446</c:v>
                </c:pt>
                <c:pt idx="530">
                  <c:v>1.4722222222222221</c:v>
                </c:pt>
                <c:pt idx="531">
                  <c:v>1.4750000000000001</c:v>
                </c:pt>
                <c:pt idx="532">
                  <c:v>1.4777777777777779</c:v>
                </c:pt>
                <c:pt idx="533">
                  <c:v>1.4805555555555554</c:v>
                </c:pt>
                <c:pt idx="534">
                  <c:v>1.4833333333333334</c:v>
                </c:pt>
                <c:pt idx="535">
                  <c:v>1.4861111111111112</c:v>
                </c:pt>
                <c:pt idx="536">
                  <c:v>1.4888888888888887</c:v>
                </c:pt>
                <c:pt idx="537">
                  <c:v>1.4916666666666667</c:v>
                </c:pt>
                <c:pt idx="538">
                  <c:v>1.4944444444444445</c:v>
                </c:pt>
                <c:pt idx="539">
                  <c:v>1.4972222222222222</c:v>
                </c:pt>
                <c:pt idx="540">
                  <c:v>1.5</c:v>
                </c:pt>
                <c:pt idx="541">
                  <c:v>1.5027777777777778</c:v>
                </c:pt>
                <c:pt idx="542">
                  <c:v>1.5055555555555555</c:v>
                </c:pt>
                <c:pt idx="543">
                  <c:v>1.5083333333333333</c:v>
                </c:pt>
                <c:pt idx="544">
                  <c:v>1.5111111111111113</c:v>
                </c:pt>
                <c:pt idx="545">
                  <c:v>1.5138888888888888</c:v>
                </c:pt>
                <c:pt idx="546">
                  <c:v>1.5166666666666666</c:v>
                </c:pt>
                <c:pt idx="547">
                  <c:v>1.5194444444444446</c:v>
                </c:pt>
                <c:pt idx="548">
                  <c:v>1.5222222222222221</c:v>
                </c:pt>
                <c:pt idx="549">
                  <c:v>1.5249999999999999</c:v>
                </c:pt>
                <c:pt idx="550">
                  <c:v>1.5277777777777779</c:v>
                </c:pt>
                <c:pt idx="551">
                  <c:v>1.5305555555555554</c:v>
                </c:pt>
                <c:pt idx="552">
                  <c:v>1.5333333333333334</c:v>
                </c:pt>
                <c:pt idx="553">
                  <c:v>1.5361111111111112</c:v>
                </c:pt>
                <c:pt idx="554">
                  <c:v>1.5388888888888888</c:v>
                </c:pt>
                <c:pt idx="555">
                  <c:v>1.5416666666666667</c:v>
                </c:pt>
                <c:pt idx="556">
                  <c:v>1.5444444444444445</c:v>
                </c:pt>
                <c:pt idx="557">
                  <c:v>1.5472222222222221</c:v>
                </c:pt>
                <c:pt idx="558">
                  <c:v>1.55</c:v>
                </c:pt>
                <c:pt idx="559">
                  <c:v>1.5527777777777778</c:v>
                </c:pt>
                <c:pt idx="560">
                  <c:v>1.5555555555555556</c:v>
                </c:pt>
                <c:pt idx="561">
                  <c:v>1.5583333333333333</c:v>
                </c:pt>
                <c:pt idx="562">
                  <c:v>1.5611111111111111</c:v>
                </c:pt>
                <c:pt idx="563">
                  <c:v>1.5638888888888889</c:v>
                </c:pt>
                <c:pt idx="564">
                  <c:v>1.5666666666666667</c:v>
                </c:pt>
                <c:pt idx="565">
                  <c:v>1.5694444444444444</c:v>
                </c:pt>
                <c:pt idx="566">
                  <c:v>1.5722222222222222</c:v>
                </c:pt>
                <c:pt idx="567">
                  <c:v>1.575</c:v>
                </c:pt>
                <c:pt idx="568">
                  <c:v>1.5777777777777779</c:v>
                </c:pt>
                <c:pt idx="569">
                  <c:v>1.5805555555555555</c:v>
                </c:pt>
                <c:pt idx="570">
                  <c:v>1.5833333333333333</c:v>
                </c:pt>
                <c:pt idx="571">
                  <c:v>1.5861111111111112</c:v>
                </c:pt>
                <c:pt idx="572">
                  <c:v>1.5888888888888888</c:v>
                </c:pt>
                <c:pt idx="573">
                  <c:v>1.5916666666666666</c:v>
                </c:pt>
                <c:pt idx="574">
                  <c:v>1.5944444444444446</c:v>
                </c:pt>
                <c:pt idx="575">
                  <c:v>1.5972222222222221</c:v>
                </c:pt>
                <c:pt idx="576">
                  <c:v>1.6</c:v>
                </c:pt>
                <c:pt idx="577">
                  <c:v>1.6027777777777779</c:v>
                </c:pt>
                <c:pt idx="578">
                  <c:v>1.6055555555555554</c:v>
                </c:pt>
                <c:pt idx="579">
                  <c:v>1.6083333333333334</c:v>
                </c:pt>
                <c:pt idx="580">
                  <c:v>1.6111111111111112</c:v>
                </c:pt>
                <c:pt idx="581">
                  <c:v>1.6138888888888887</c:v>
                </c:pt>
                <c:pt idx="582">
                  <c:v>1.6166666666666667</c:v>
                </c:pt>
                <c:pt idx="583">
                  <c:v>1.6194444444444445</c:v>
                </c:pt>
                <c:pt idx="584">
                  <c:v>1.6222222222222222</c:v>
                </c:pt>
                <c:pt idx="585">
                  <c:v>1.625</c:v>
                </c:pt>
                <c:pt idx="586">
                  <c:v>1.6277777777777778</c:v>
                </c:pt>
                <c:pt idx="587">
                  <c:v>1.6305555555555555</c:v>
                </c:pt>
                <c:pt idx="588">
                  <c:v>1.6333333333333333</c:v>
                </c:pt>
                <c:pt idx="589">
                  <c:v>1.6361111111111113</c:v>
                </c:pt>
                <c:pt idx="590">
                  <c:v>1.6388888888888888</c:v>
                </c:pt>
                <c:pt idx="591">
                  <c:v>1.6416666666666666</c:v>
                </c:pt>
                <c:pt idx="592">
                  <c:v>1.6444444444444446</c:v>
                </c:pt>
                <c:pt idx="593">
                  <c:v>1.6472222222222221</c:v>
                </c:pt>
                <c:pt idx="594">
                  <c:v>1.65</c:v>
                </c:pt>
                <c:pt idx="595">
                  <c:v>1.6527777777777779</c:v>
                </c:pt>
                <c:pt idx="596">
                  <c:v>1.6555555555555554</c:v>
                </c:pt>
                <c:pt idx="597">
                  <c:v>1.6583333333333334</c:v>
                </c:pt>
                <c:pt idx="598">
                  <c:v>1.6611111111111112</c:v>
                </c:pt>
                <c:pt idx="599">
                  <c:v>1.6638888888888888</c:v>
                </c:pt>
                <c:pt idx="600">
                  <c:v>1.6666666666666667</c:v>
                </c:pt>
                <c:pt idx="601">
                  <c:v>1.6694444444444445</c:v>
                </c:pt>
                <c:pt idx="602">
                  <c:v>1.6722222222222221</c:v>
                </c:pt>
                <c:pt idx="603">
                  <c:v>1.675</c:v>
                </c:pt>
                <c:pt idx="604">
                  <c:v>1.6777777777777778</c:v>
                </c:pt>
                <c:pt idx="605">
                  <c:v>1.6805555555555556</c:v>
                </c:pt>
                <c:pt idx="606">
                  <c:v>1.6833333333333333</c:v>
                </c:pt>
                <c:pt idx="607">
                  <c:v>1.6861111111111111</c:v>
                </c:pt>
                <c:pt idx="608">
                  <c:v>1.6888888888888889</c:v>
                </c:pt>
                <c:pt idx="609">
                  <c:v>1.6916666666666667</c:v>
                </c:pt>
                <c:pt idx="610">
                  <c:v>1.6944444444444444</c:v>
                </c:pt>
                <c:pt idx="611">
                  <c:v>1.6972222222222222</c:v>
                </c:pt>
                <c:pt idx="612">
                  <c:v>1.7</c:v>
                </c:pt>
                <c:pt idx="613">
                  <c:v>1.7027777777777779</c:v>
                </c:pt>
                <c:pt idx="614">
                  <c:v>1.7055555555555555</c:v>
                </c:pt>
                <c:pt idx="615">
                  <c:v>1.7083333333333333</c:v>
                </c:pt>
                <c:pt idx="616">
                  <c:v>1.7111111111111112</c:v>
                </c:pt>
                <c:pt idx="617">
                  <c:v>1.7138888888888888</c:v>
                </c:pt>
                <c:pt idx="618">
                  <c:v>1.7166666666666666</c:v>
                </c:pt>
                <c:pt idx="619">
                  <c:v>1.7194444444444446</c:v>
                </c:pt>
                <c:pt idx="620">
                  <c:v>1.7222222222222221</c:v>
                </c:pt>
                <c:pt idx="621">
                  <c:v>1.7250000000000001</c:v>
                </c:pt>
                <c:pt idx="622">
                  <c:v>1.7277777777777779</c:v>
                </c:pt>
                <c:pt idx="623">
                  <c:v>1.7305555555555554</c:v>
                </c:pt>
                <c:pt idx="624">
                  <c:v>1.7333333333333334</c:v>
                </c:pt>
                <c:pt idx="625">
                  <c:v>1.7361111111111112</c:v>
                </c:pt>
                <c:pt idx="626">
                  <c:v>1.7388888888888887</c:v>
                </c:pt>
                <c:pt idx="627">
                  <c:v>1.7416666666666667</c:v>
                </c:pt>
                <c:pt idx="628">
                  <c:v>1.7444444444444445</c:v>
                </c:pt>
                <c:pt idx="629">
                  <c:v>1.7472222222222222</c:v>
                </c:pt>
                <c:pt idx="630">
                  <c:v>1.75</c:v>
                </c:pt>
                <c:pt idx="631">
                  <c:v>1.7527777777777778</c:v>
                </c:pt>
                <c:pt idx="632">
                  <c:v>1.7555555555555555</c:v>
                </c:pt>
                <c:pt idx="633">
                  <c:v>1.7583333333333333</c:v>
                </c:pt>
                <c:pt idx="634">
                  <c:v>1.7611111111111113</c:v>
                </c:pt>
                <c:pt idx="635">
                  <c:v>1.7638888888888888</c:v>
                </c:pt>
                <c:pt idx="636">
                  <c:v>1.7666666666666666</c:v>
                </c:pt>
                <c:pt idx="637">
                  <c:v>1.7694444444444446</c:v>
                </c:pt>
                <c:pt idx="638">
                  <c:v>1.7722222222222221</c:v>
                </c:pt>
                <c:pt idx="639">
                  <c:v>1.7749999999999999</c:v>
                </c:pt>
                <c:pt idx="640">
                  <c:v>1.7777777777777779</c:v>
                </c:pt>
                <c:pt idx="641">
                  <c:v>1.7805555555555554</c:v>
                </c:pt>
                <c:pt idx="642">
                  <c:v>1.7833333333333334</c:v>
                </c:pt>
                <c:pt idx="643">
                  <c:v>1.7861111111111112</c:v>
                </c:pt>
                <c:pt idx="644">
                  <c:v>1.7888888888888888</c:v>
                </c:pt>
                <c:pt idx="645">
                  <c:v>1.7916666666666667</c:v>
                </c:pt>
                <c:pt idx="646">
                  <c:v>1.7944444444444445</c:v>
                </c:pt>
                <c:pt idx="647">
                  <c:v>1.7972222222222221</c:v>
                </c:pt>
                <c:pt idx="648">
                  <c:v>1.8</c:v>
                </c:pt>
                <c:pt idx="649">
                  <c:v>1.8027777777777778</c:v>
                </c:pt>
                <c:pt idx="650">
                  <c:v>1.8055555555555556</c:v>
                </c:pt>
                <c:pt idx="651">
                  <c:v>1.8083333333333333</c:v>
                </c:pt>
                <c:pt idx="652">
                  <c:v>1.8111111111111111</c:v>
                </c:pt>
                <c:pt idx="653">
                  <c:v>1.8138888888888889</c:v>
                </c:pt>
                <c:pt idx="654">
                  <c:v>1.8166666666666667</c:v>
                </c:pt>
                <c:pt idx="655">
                  <c:v>1.8194444444444444</c:v>
                </c:pt>
                <c:pt idx="656">
                  <c:v>1.8222222222222222</c:v>
                </c:pt>
                <c:pt idx="657">
                  <c:v>1.825</c:v>
                </c:pt>
                <c:pt idx="658">
                  <c:v>1.8277777777777779</c:v>
                </c:pt>
                <c:pt idx="659">
                  <c:v>1.8305555555555555</c:v>
                </c:pt>
                <c:pt idx="660">
                  <c:v>1.8333333333333333</c:v>
                </c:pt>
                <c:pt idx="661">
                  <c:v>1.8361111111111112</c:v>
                </c:pt>
                <c:pt idx="662">
                  <c:v>1.8388888888888888</c:v>
                </c:pt>
                <c:pt idx="663">
                  <c:v>1.8416666666666666</c:v>
                </c:pt>
                <c:pt idx="664">
                  <c:v>1.8444444444444446</c:v>
                </c:pt>
                <c:pt idx="665">
                  <c:v>1.8472222222222221</c:v>
                </c:pt>
                <c:pt idx="666">
                  <c:v>1.85</c:v>
                </c:pt>
                <c:pt idx="667">
                  <c:v>1.8527777777777779</c:v>
                </c:pt>
                <c:pt idx="668">
                  <c:v>1.8555555555555554</c:v>
                </c:pt>
                <c:pt idx="669">
                  <c:v>1.8583333333333334</c:v>
                </c:pt>
                <c:pt idx="670">
                  <c:v>1.8611111111111112</c:v>
                </c:pt>
                <c:pt idx="671">
                  <c:v>1.8638888888888887</c:v>
                </c:pt>
                <c:pt idx="672">
                  <c:v>1.8666666666666667</c:v>
                </c:pt>
                <c:pt idx="673">
                  <c:v>1.8694444444444445</c:v>
                </c:pt>
                <c:pt idx="674">
                  <c:v>1.8722222222222222</c:v>
                </c:pt>
                <c:pt idx="675">
                  <c:v>1.875</c:v>
                </c:pt>
                <c:pt idx="676">
                  <c:v>1.8777777777777778</c:v>
                </c:pt>
                <c:pt idx="677">
                  <c:v>1.8805555555555555</c:v>
                </c:pt>
                <c:pt idx="678">
                  <c:v>1.8833333333333333</c:v>
                </c:pt>
                <c:pt idx="679">
                  <c:v>1.8861111111111113</c:v>
                </c:pt>
                <c:pt idx="680">
                  <c:v>1.8888888888888888</c:v>
                </c:pt>
                <c:pt idx="681">
                  <c:v>1.8916666666666666</c:v>
                </c:pt>
                <c:pt idx="682">
                  <c:v>1.8944444444444446</c:v>
                </c:pt>
                <c:pt idx="683">
                  <c:v>1.8972222222222221</c:v>
                </c:pt>
                <c:pt idx="684">
                  <c:v>1.9</c:v>
                </c:pt>
                <c:pt idx="685">
                  <c:v>1.9027777777777779</c:v>
                </c:pt>
                <c:pt idx="686">
                  <c:v>1.9055555555555554</c:v>
                </c:pt>
                <c:pt idx="687">
                  <c:v>1.9083333333333334</c:v>
                </c:pt>
                <c:pt idx="688">
                  <c:v>1.9111111111111112</c:v>
                </c:pt>
                <c:pt idx="689">
                  <c:v>1.9138888888888888</c:v>
                </c:pt>
                <c:pt idx="690">
                  <c:v>1.9166666666666667</c:v>
                </c:pt>
                <c:pt idx="691">
                  <c:v>1.9194444444444445</c:v>
                </c:pt>
                <c:pt idx="692">
                  <c:v>1.9222222222222221</c:v>
                </c:pt>
                <c:pt idx="693">
                  <c:v>1.925</c:v>
                </c:pt>
                <c:pt idx="694">
                  <c:v>1.9277777777777778</c:v>
                </c:pt>
                <c:pt idx="695">
                  <c:v>1.9305555555555556</c:v>
                </c:pt>
                <c:pt idx="696">
                  <c:v>1.9333333333333333</c:v>
                </c:pt>
                <c:pt idx="697">
                  <c:v>1.9361111111111111</c:v>
                </c:pt>
                <c:pt idx="698">
                  <c:v>1.9388888888888889</c:v>
                </c:pt>
                <c:pt idx="699">
                  <c:v>1.9416666666666667</c:v>
                </c:pt>
                <c:pt idx="700">
                  <c:v>1.9444444444444444</c:v>
                </c:pt>
                <c:pt idx="701">
                  <c:v>1.9472222222222222</c:v>
                </c:pt>
                <c:pt idx="702">
                  <c:v>1.95</c:v>
                </c:pt>
                <c:pt idx="703">
                  <c:v>1.9527777777777779</c:v>
                </c:pt>
                <c:pt idx="704">
                  <c:v>1.9555555555555555</c:v>
                </c:pt>
                <c:pt idx="705">
                  <c:v>1.9583333333333333</c:v>
                </c:pt>
                <c:pt idx="706">
                  <c:v>1.9611111111111112</c:v>
                </c:pt>
                <c:pt idx="707">
                  <c:v>1.9638888888888888</c:v>
                </c:pt>
                <c:pt idx="708">
                  <c:v>1.9666666666666666</c:v>
                </c:pt>
                <c:pt idx="709">
                  <c:v>1.9694444444444446</c:v>
                </c:pt>
                <c:pt idx="710">
                  <c:v>1.9722222222222221</c:v>
                </c:pt>
                <c:pt idx="711">
                  <c:v>1.9750000000000001</c:v>
                </c:pt>
                <c:pt idx="712">
                  <c:v>1.9777777777777779</c:v>
                </c:pt>
                <c:pt idx="713">
                  <c:v>1.9805555555555554</c:v>
                </c:pt>
                <c:pt idx="714">
                  <c:v>1.9833333333333334</c:v>
                </c:pt>
                <c:pt idx="715">
                  <c:v>1.9861111111111112</c:v>
                </c:pt>
                <c:pt idx="716">
                  <c:v>1.9888888888888887</c:v>
                </c:pt>
                <c:pt idx="717">
                  <c:v>1.9916666666666667</c:v>
                </c:pt>
                <c:pt idx="718">
                  <c:v>1.9944444444444445</c:v>
                </c:pt>
                <c:pt idx="719">
                  <c:v>1.9972222222222222</c:v>
                </c:pt>
                <c:pt idx="720">
                  <c:v>2</c:v>
                </c:pt>
                <c:pt idx="721">
                  <c:v>2.0027777777777778</c:v>
                </c:pt>
                <c:pt idx="722">
                  <c:v>2.0055555555555555</c:v>
                </c:pt>
                <c:pt idx="723">
                  <c:v>2.0083333333333333</c:v>
                </c:pt>
                <c:pt idx="724">
                  <c:v>2.0111111111111111</c:v>
                </c:pt>
                <c:pt idx="725">
                  <c:v>2.0138888888888888</c:v>
                </c:pt>
                <c:pt idx="726">
                  <c:v>2.0166666666666666</c:v>
                </c:pt>
                <c:pt idx="727">
                  <c:v>2.0194444444444444</c:v>
                </c:pt>
                <c:pt idx="728">
                  <c:v>2.0222222222222221</c:v>
                </c:pt>
                <c:pt idx="729">
                  <c:v>2.0249999999999999</c:v>
                </c:pt>
                <c:pt idx="730">
                  <c:v>2.0277777777777777</c:v>
                </c:pt>
                <c:pt idx="731">
                  <c:v>2.0305555555555554</c:v>
                </c:pt>
                <c:pt idx="732">
                  <c:v>2.0333333333333332</c:v>
                </c:pt>
                <c:pt idx="733">
                  <c:v>2.036111111111111</c:v>
                </c:pt>
                <c:pt idx="734">
                  <c:v>2.0388888888888888</c:v>
                </c:pt>
                <c:pt idx="735">
                  <c:v>2.0416666666666665</c:v>
                </c:pt>
                <c:pt idx="736">
                  <c:v>2.0444444444444447</c:v>
                </c:pt>
                <c:pt idx="737">
                  <c:v>2.0472222222222221</c:v>
                </c:pt>
                <c:pt idx="738">
                  <c:v>2.0499999999999998</c:v>
                </c:pt>
                <c:pt idx="739">
                  <c:v>2.052777777777778</c:v>
                </c:pt>
                <c:pt idx="740">
                  <c:v>2.0555555555555554</c:v>
                </c:pt>
                <c:pt idx="741">
                  <c:v>2.0583333333333331</c:v>
                </c:pt>
                <c:pt idx="742">
                  <c:v>2.0611111111111113</c:v>
                </c:pt>
                <c:pt idx="743">
                  <c:v>2.0638888888888887</c:v>
                </c:pt>
                <c:pt idx="744">
                  <c:v>2.0666666666666669</c:v>
                </c:pt>
                <c:pt idx="745">
                  <c:v>2.0694444444444446</c:v>
                </c:pt>
                <c:pt idx="746">
                  <c:v>2.072222222222222</c:v>
                </c:pt>
                <c:pt idx="747">
                  <c:v>2.0750000000000002</c:v>
                </c:pt>
                <c:pt idx="748">
                  <c:v>2.0777777777777779</c:v>
                </c:pt>
                <c:pt idx="749">
                  <c:v>2.0805555555555553</c:v>
                </c:pt>
                <c:pt idx="750">
                  <c:v>2.0833333333333335</c:v>
                </c:pt>
                <c:pt idx="751">
                  <c:v>2.0861111111111112</c:v>
                </c:pt>
                <c:pt idx="752">
                  <c:v>2.088888888888889</c:v>
                </c:pt>
                <c:pt idx="753">
                  <c:v>2.0916666666666668</c:v>
                </c:pt>
                <c:pt idx="754">
                  <c:v>2.0944444444444446</c:v>
                </c:pt>
                <c:pt idx="755">
                  <c:v>2.0972222222222223</c:v>
                </c:pt>
                <c:pt idx="756">
                  <c:v>2.1</c:v>
                </c:pt>
                <c:pt idx="757">
                  <c:v>2.1027777777777779</c:v>
                </c:pt>
                <c:pt idx="758">
                  <c:v>2.1055555555555556</c:v>
                </c:pt>
                <c:pt idx="759">
                  <c:v>2.1083333333333334</c:v>
                </c:pt>
                <c:pt idx="760">
                  <c:v>2.1111111111111112</c:v>
                </c:pt>
                <c:pt idx="761">
                  <c:v>2.1138888888888889</c:v>
                </c:pt>
                <c:pt idx="762">
                  <c:v>2.1166666666666667</c:v>
                </c:pt>
                <c:pt idx="763">
                  <c:v>2.1194444444444445</c:v>
                </c:pt>
                <c:pt idx="764">
                  <c:v>2.1222222222222222</c:v>
                </c:pt>
                <c:pt idx="765">
                  <c:v>2.125</c:v>
                </c:pt>
                <c:pt idx="766">
                  <c:v>2.1277777777777778</c:v>
                </c:pt>
                <c:pt idx="767">
                  <c:v>2.1305555555555555</c:v>
                </c:pt>
                <c:pt idx="768">
                  <c:v>2.1333333333333333</c:v>
                </c:pt>
                <c:pt idx="769">
                  <c:v>2.1361111111111111</c:v>
                </c:pt>
                <c:pt idx="770">
                  <c:v>2.1388888888888888</c:v>
                </c:pt>
                <c:pt idx="771">
                  <c:v>2.1416666666666666</c:v>
                </c:pt>
                <c:pt idx="772">
                  <c:v>2.1444444444444444</c:v>
                </c:pt>
                <c:pt idx="773">
                  <c:v>2.1472222222222226</c:v>
                </c:pt>
                <c:pt idx="774">
                  <c:v>2.15</c:v>
                </c:pt>
                <c:pt idx="775">
                  <c:v>2.1527777777777777</c:v>
                </c:pt>
                <c:pt idx="776">
                  <c:v>2.1555555555555559</c:v>
                </c:pt>
                <c:pt idx="777">
                  <c:v>2.1583333333333332</c:v>
                </c:pt>
                <c:pt idx="778">
                  <c:v>2.161111111111111</c:v>
                </c:pt>
                <c:pt idx="779">
                  <c:v>2.1638888888888892</c:v>
                </c:pt>
                <c:pt idx="780">
                  <c:v>2.1666666666666665</c:v>
                </c:pt>
                <c:pt idx="781">
                  <c:v>2.1694444444444443</c:v>
                </c:pt>
                <c:pt idx="782">
                  <c:v>2.1722222222222225</c:v>
                </c:pt>
                <c:pt idx="783">
                  <c:v>2.1749999999999998</c:v>
                </c:pt>
                <c:pt idx="784">
                  <c:v>2.1777777777777776</c:v>
                </c:pt>
                <c:pt idx="785">
                  <c:v>2.1805555555555558</c:v>
                </c:pt>
                <c:pt idx="786">
                  <c:v>2.1833333333333331</c:v>
                </c:pt>
                <c:pt idx="787">
                  <c:v>2.1861111111111109</c:v>
                </c:pt>
                <c:pt idx="788">
                  <c:v>2.1888888888888891</c:v>
                </c:pt>
                <c:pt idx="789">
                  <c:v>2.1916666666666669</c:v>
                </c:pt>
                <c:pt idx="790">
                  <c:v>2.1944444444444442</c:v>
                </c:pt>
                <c:pt idx="791">
                  <c:v>2.1972222222222224</c:v>
                </c:pt>
                <c:pt idx="792">
                  <c:v>2.2000000000000002</c:v>
                </c:pt>
                <c:pt idx="793">
                  <c:v>2.2027777777777775</c:v>
                </c:pt>
                <c:pt idx="794">
                  <c:v>2.2055555555555557</c:v>
                </c:pt>
                <c:pt idx="795">
                  <c:v>2.2083333333333335</c:v>
                </c:pt>
                <c:pt idx="796">
                  <c:v>2.2111111111111108</c:v>
                </c:pt>
                <c:pt idx="797">
                  <c:v>2.213888888888889</c:v>
                </c:pt>
                <c:pt idx="798">
                  <c:v>2.2166666666666668</c:v>
                </c:pt>
                <c:pt idx="799">
                  <c:v>2.2194444444444441</c:v>
                </c:pt>
                <c:pt idx="800">
                  <c:v>2.2222222222222223</c:v>
                </c:pt>
                <c:pt idx="801">
                  <c:v>2.2250000000000001</c:v>
                </c:pt>
                <c:pt idx="802">
                  <c:v>2.2277777777777774</c:v>
                </c:pt>
                <c:pt idx="803">
                  <c:v>2.2305555555555556</c:v>
                </c:pt>
                <c:pt idx="804">
                  <c:v>2.2333333333333334</c:v>
                </c:pt>
                <c:pt idx="805">
                  <c:v>2.2361111111111112</c:v>
                </c:pt>
                <c:pt idx="806">
                  <c:v>2.2388888888888889</c:v>
                </c:pt>
                <c:pt idx="807">
                  <c:v>2.2416666666666667</c:v>
                </c:pt>
                <c:pt idx="808">
                  <c:v>2.2444444444444445</c:v>
                </c:pt>
                <c:pt idx="809">
                  <c:v>2.2472222222222222</c:v>
                </c:pt>
                <c:pt idx="810">
                  <c:v>2.25</c:v>
                </c:pt>
                <c:pt idx="811">
                  <c:v>2.2527777777777778</c:v>
                </c:pt>
                <c:pt idx="812">
                  <c:v>2.2555555555555555</c:v>
                </c:pt>
                <c:pt idx="813">
                  <c:v>2.2583333333333333</c:v>
                </c:pt>
                <c:pt idx="814">
                  <c:v>2.2611111111111111</c:v>
                </c:pt>
                <c:pt idx="815">
                  <c:v>2.2638888888888888</c:v>
                </c:pt>
                <c:pt idx="816">
                  <c:v>2.2666666666666666</c:v>
                </c:pt>
                <c:pt idx="817">
                  <c:v>2.2694444444444444</c:v>
                </c:pt>
                <c:pt idx="818">
                  <c:v>2.2722222222222226</c:v>
                </c:pt>
                <c:pt idx="819">
                  <c:v>2.2749999999999999</c:v>
                </c:pt>
                <c:pt idx="820">
                  <c:v>2.2777777777777777</c:v>
                </c:pt>
                <c:pt idx="821">
                  <c:v>2.2805555555555559</c:v>
                </c:pt>
                <c:pt idx="822">
                  <c:v>2.2833333333333332</c:v>
                </c:pt>
                <c:pt idx="823">
                  <c:v>2.286111111111111</c:v>
                </c:pt>
                <c:pt idx="824">
                  <c:v>2.2888888888888892</c:v>
                </c:pt>
                <c:pt idx="825">
                  <c:v>2.2916666666666665</c:v>
                </c:pt>
                <c:pt idx="826">
                  <c:v>2.2944444444444443</c:v>
                </c:pt>
                <c:pt idx="827">
                  <c:v>2.2972222222222225</c:v>
                </c:pt>
                <c:pt idx="828">
                  <c:v>2.2999999999999998</c:v>
                </c:pt>
                <c:pt idx="829">
                  <c:v>2.3027777777777776</c:v>
                </c:pt>
                <c:pt idx="830">
                  <c:v>2.3055555555555558</c:v>
                </c:pt>
                <c:pt idx="831">
                  <c:v>2.3083333333333331</c:v>
                </c:pt>
                <c:pt idx="832">
                  <c:v>2.3111111111111109</c:v>
                </c:pt>
                <c:pt idx="833">
                  <c:v>2.3138888888888891</c:v>
                </c:pt>
                <c:pt idx="834">
                  <c:v>2.3166666666666669</c:v>
                </c:pt>
                <c:pt idx="835">
                  <c:v>2.3194444444444442</c:v>
                </c:pt>
                <c:pt idx="836">
                  <c:v>2.3222222222222224</c:v>
                </c:pt>
                <c:pt idx="837">
                  <c:v>2.3250000000000002</c:v>
                </c:pt>
                <c:pt idx="838">
                  <c:v>2.3277777777777775</c:v>
                </c:pt>
                <c:pt idx="839">
                  <c:v>2.3305555555555557</c:v>
                </c:pt>
                <c:pt idx="840">
                  <c:v>2.3333333333333335</c:v>
                </c:pt>
                <c:pt idx="841">
                  <c:v>2.3361111111111108</c:v>
                </c:pt>
                <c:pt idx="842">
                  <c:v>2.338888888888889</c:v>
                </c:pt>
                <c:pt idx="843">
                  <c:v>2.3416666666666668</c:v>
                </c:pt>
                <c:pt idx="844">
                  <c:v>2.3444444444444441</c:v>
                </c:pt>
                <c:pt idx="845">
                  <c:v>2.3472222222222223</c:v>
                </c:pt>
                <c:pt idx="846">
                  <c:v>2.35</c:v>
                </c:pt>
                <c:pt idx="847">
                  <c:v>2.3527777777777774</c:v>
                </c:pt>
                <c:pt idx="848">
                  <c:v>2.3555555555555556</c:v>
                </c:pt>
                <c:pt idx="849">
                  <c:v>2.3583333333333334</c:v>
                </c:pt>
                <c:pt idx="850">
                  <c:v>2.3611111111111112</c:v>
                </c:pt>
                <c:pt idx="851">
                  <c:v>2.3638888888888889</c:v>
                </c:pt>
                <c:pt idx="852">
                  <c:v>2.3666666666666667</c:v>
                </c:pt>
                <c:pt idx="853">
                  <c:v>2.3694444444444445</c:v>
                </c:pt>
                <c:pt idx="854">
                  <c:v>2.3722222222222222</c:v>
                </c:pt>
                <c:pt idx="855">
                  <c:v>2.375</c:v>
                </c:pt>
                <c:pt idx="856">
                  <c:v>2.3777777777777778</c:v>
                </c:pt>
                <c:pt idx="857">
                  <c:v>2.3805555555555555</c:v>
                </c:pt>
                <c:pt idx="858">
                  <c:v>2.3833333333333333</c:v>
                </c:pt>
                <c:pt idx="859">
                  <c:v>2.3861111111111111</c:v>
                </c:pt>
                <c:pt idx="860">
                  <c:v>2.3888888888888888</c:v>
                </c:pt>
                <c:pt idx="861">
                  <c:v>2.3916666666666666</c:v>
                </c:pt>
                <c:pt idx="862">
                  <c:v>2.3944444444444444</c:v>
                </c:pt>
                <c:pt idx="863">
                  <c:v>2.3972222222222226</c:v>
                </c:pt>
                <c:pt idx="864">
                  <c:v>2.4</c:v>
                </c:pt>
                <c:pt idx="865">
                  <c:v>2.4027777777777777</c:v>
                </c:pt>
                <c:pt idx="866">
                  <c:v>2.4055555555555559</c:v>
                </c:pt>
                <c:pt idx="867">
                  <c:v>2.4083333333333332</c:v>
                </c:pt>
                <c:pt idx="868">
                  <c:v>2.411111111111111</c:v>
                </c:pt>
                <c:pt idx="869">
                  <c:v>2.4138888888888892</c:v>
                </c:pt>
                <c:pt idx="870">
                  <c:v>2.4166666666666665</c:v>
                </c:pt>
                <c:pt idx="871">
                  <c:v>2.4194444444444443</c:v>
                </c:pt>
                <c:pt idx="872">
                  <c:v>2.4222222222222225</c:v>
                </c:pt>
                <c:pt idx="873">
                  <c:v>2.4249999999999998</c:v>
                </c:pt>
                <c:pt idx="874">
                  <c:v>2.4277777777777776</c:v>
                </c:pt>
                <c:pt idx="875">
                  <c:v>2.4305555555555558</c:v>
                </c:pt>
                <c:pt idx="876">
                  <c:v>2.4333333333333331</c:v>
                </c:pt>
                <c:pt idx="877">
                  <c:v>2.4361111111111109</c:v>
                </c:pt>
                <c:pt idx="878">
                  <c:v>2.4388888888888891</c:v>
                </c:pt>
                <c:pt idx="879">
                  <c:v>2.4416666666666669</c:v>
                </c:pt>
                <c:pt idx="880">
                  <c:v>2.4444444444444442</c:v>
                </c:pt>
                <c:pt idx="881">
                  <c:v>2.4472222222222224</c:v>
                </c:pt>
                <c:pt idx="882">
                  <c:v>2.4500000000000002</c:v>
                </c:pt>
                <c:pt idx="883">
                  <c:v>2.4527777777777775</c:v>
                </c:pt>
                <c:pt idx="884">
                  <c:v>2.4555555555555557</c:v>
                </c:pt>
                <c:pt idx="885">
                  <c:v>2.4583333333333335</c:v>
                </c:pt>
                <c:pt idx="886">
                  <c:v>2.4611111111111108</c:v>
                </c:pt>
                <c:pt idx="887">
                  <c:v>2.463888888888889</c:v>
                </c:pt>
                <c:pt idx="888">
                  <c:v>2.4666666666666668</c:v>
                </c:pt>
                <c:pt idx="889">
                  <c:v>2.4694444444444441</c:v>
                </c:pt>
                <c:pt idx="890">
                  <c:v>2.4722222222222223</c:v>
                </c:pt>
                <c:pt idx="891">
                  <c:v>2.4750000000000001</c:v>
                </c:pt>
                <c:pt idx="892">
                  <c:v>2.4777777777777774</c:v>
                </c:pt>
                <c:pt idx="893">
                  <c:v>2.4805555555555556</c:v>
                </c:pt>
                <c:pt idx="894">
                  <c:v>2.4833333333333334</c:v>
                </c:pt>
                <c:pt idx="895">
                  <c:v>2.4861111111111112</c:v>
                </c:pt>
                <c:pt idx="896">
                  <c:v>2.4888888888888889</c:v>
                </c:pt>
                <c:pt idx="897">
                  <c:v>2.4916666666666667</c:v>
                </c:pt>
                <c:pt idx="898">
                  <c:v>2.4944444444444445</c:v>
                </c:pt>
                <c:pt idx="899">
                  <c:v>2.4972222222222222</c:v>
                </c:pt>
                <c:pt idx="900">
                  <c:v>2.5</c:v>
                </c:pt>
                <c:pt idx="901">
                  <c:v>2.5027777777777778</c:v>
                </c:pt>
                <c:pt idx="902">
                  <c:v>2.5055555555555555</c:v>
                </c:pt>
                <c:pt idx="903">
                  <c:v>2.5083333333333333</c:v>
                </c:pt>
                <c:pt idx="904">
                  <c:v>2.5111111111111111</c:v>
                </c:pt>
                <c:pt idx="905">
                  <c:v>2.5138888888888888</c:v>
                </c:pt>
                <c:pt idx="906">
                  <c:v>2.5166666666666666</c:v>
                </c:pt>
                <c:pt idx="907">
                  <c:v>2.5194444444444444</c:v>
                </c:pt>
                <c:pt idx="908">
                  <c:v>2.5222222222222226</c:v>
                </c:pt>
                <c:pt idx="909">
                  <c:v>2.5249999999999999</c:v>
                </c:pt>
                <c:pt idx="910">
                  <c:v>2.5277777777777777</c:v>
                </c:pt>
                <c:pt idx="911">
                  <c:v>2.5305555555555559</c:v>
                </c:pt>
                <c:pt idx="912">
                  <c:v>2.5333333333333332</c:v>
                </c:pt>
                <c:pt idx="913">
                  <c:v>2.536111111111111</c:v>
                </c:pt>
                <c:pt idx="914">
                  <c:v>2.5388888888888892</c:v>
                </c:pt>
                <c:pt idx="915">
                  <c:v>2.5416666666666665</c:v>
                </c:pt>
                <c:pt idx="916">
                  <c:v>2.5444444444444443</c:v>
                </c:pt>
                <c:pt idx="917">
                  <c:v>2.5472222222222225</c:v>
                </c:pt>
                <c:pt idx="918">
                  <c:v>2.5499999999999998</c:v>
                </c:pt>
                <c:pt idx="919">
                  <c:v>2.5527777777777776</c:v>
                </c:pt>
                <c:pt idx="920">
                  <c:v>2.5555555555555558</c:v>
                </c:pt>
                <c:pt idx="921">
                  <c:v>2.5583333333333331</c:v>
                </c:pt>
                <c:pt idx="922">
                  <c:v>2.5611111111111109</c:v>
                </c:pt>
                <c:pt idx="923">
                  <c:v>2.5638888888888891</c:v>
                </c:pt>
                <c:pt idx="924">
                  <c:v>2.5666666666666669</c:v>
                </c:pt>
                <c:pt idx="925">
                  <c:v>2.5694444444444442</c:v>
                </c:pt>
                <c:pt idx="926">
                  <c:v>2.5722222222222224</c:v>
                </c:pt>
                <c:pt idx="927">
                  <c:v>2.5750000000000002</c:v>
                </c:pt>
                <c:pt idx="928">
                  <c:v>2.5777777777777775</c:v>
                </c:pt>
                <c:pt idx="929">
                  <c:v>2.5805555555555557</c:v>
                </c:pt>
                <c:pt idx="930">
                  <c:v>2.5833333333333335</c:v>
                </c:pt>
                <c:pt idx="931">
                  <c:v>2.5861111111111108</c:v>
                </c:pt>
                <c:pt idx="932">
                  <c:v>2.588888888888889</c:v>
                </c:pt>
                <c:pt idx="933">
                  <c:v>2.5916666666666668</c:v>
                </c:pt>
                <c:pt idx="934">
                  <c:v>2.5944444444444441</c:v>
                </c:pt>
                <c:pt idx="935">
                  <c:v>2.5972222222222223</c:v>
                </c:pt>
                <c:pt idx="936">
                  <c:v>2.6</c:v>
                </c:pt>
                <c:pt idx="937">
                  <c:v>2.6027777777777774</c:v>
                </c:pt>
                <c:pt idx="938">
                  <c:v>2.6055555555555556</c:v>
                </c:pt>
                <c:pt idx="939">
                  <c:v>2.6083333333333334</c:v>
                </c:pt>
                <c:pt idx="940">
                  <c:v>2.6111111111111112</c:v>
                </c:pt>
                <c:pt idx="941">
                  <c:v>2.6138888888888889</c:v>
                </c:pt>
                <c:pt idx="942">
                  <c:v>2.6166666666666667</c:v>
                </c:pt>
                <c:pt idx="943">
                  <c:v>2.6194444444444445</c:v>
                </c:pt>
                <c:pt idx="944">
                  <c:v>2.6222222222222222</c:v>
                </c:pt>
                <c:pt idx="945">
                  <c:v>2.625</c:v>
                </c:pt>
                <c:pt idx="946">
                  <c:v>2.6277777777777778</c:v>
                </c:pt>
                <c:pt idx="947">
                  <c:v>2.6305555555555555</c:v>
                </c:pt>
                <c:pt idx="948">
                  <c:v>2.6333333333333333</c:v>
                </c:pt>
                <c:pt idx="949">
                  <c:v>2.6361111111111111</c:v>
                </c:pt>
                <c:pt idx="950">
                  <c:v>2.6388888888888888</c:v>
                </c:pt>
                <c:pt idx="951">
                  <c:v>2.6416666666666666</c:v>
                </c:pt>
                <c:pt idx="952">
                  <c:v>2.6444444444444444</c:v>
                </c:pt>
                <c:pt idx="953">
                  <c:v>2.6472222222222226</c:v>
                </c:pt>
                <c:pt idx="954">
                  <c:v>2.65</c:v>
                </c:pt>
                <c:pt idx="955">
                  <c:v>2.6527777777777777</c:v>
                </c:pt>
                <c:pt idx="956">
                  <c:v>2.6555555555555559</c:v>
                </c:pt>
                <c:pt idx="957">
                  <c:v>2.6583333333333332</c:v>
                </c:pt>
                <c:pt idx="958">
                  <c:v>2.661111111111111</c:v>
                </c:pt>
                <c:pt idx="959">
                  <c:v>2.6638888888888892</c:v>
                </c:pt>
                <c:pt idx="960">
                  <c:v>2.6666666666666665</c:v>
                </c:pt>
                <c:pt idx="961">
                  <c:v>2.6694444444444443</c:v>
                </c:pt>
                <c:pt idx="962">
                  <c:v>2.6722222222222225</c:v>
                </c:pt>
                <c:pt idx="963">
                  <c:v>2.6749999999999998</c:v>
                </c:pt>
                <c:pt idx="964">
                  <c:v>2.6777777777777776</c:v>
                </c:pt>
                <c:pt idx="965">
                  <c:v>2.6805555555555558</c:v>
                </c:pt>
                <c:pt idx="966">
                  <c:v>2.6833333333333331</c:v>
                </c:pt>
                <c:pt idx="967">
                  <c:v>2.6861111111111109</c:v>
                </c:pt>
                <c:pt idx="968">
                  <c:v>2.6888888888888891</c:v>
                </c:pt>
                <c:pt idx="969">
                  <c:v>2.6916666666666669</c:v>
                </c:pt>
                <c:pt idx="970">
                  <c:v>2.6944444444444442</c:v>
                </c:pt>
                <c:pt idx="971">
                  <c:v>2.6972222222222224</c:v>
                </c:pt>
                <c:pt idx="972">
                  <c:v>2.7</c:v>
                </c:pt>
                <c:pt idx="973">
                  <c:v>2.7027777777777775</c:v>
                </c:pt>
                <c:pt idx="974">
                  <c:v>2.7055555555555557</c:v>
                </c:pt>
                <c:pt idx="975">
                  <c:v>2.7083333333333335</c:v>
                </c:pt>
                <c:pt idx="976">
                  <c:v>2.7111111111111108</c:v>
                </c:pt>
                <c:pt idx="977">
                  <c:v>2.713888888888889</c:v>
                </c:pt>
                <c:pt idx="978">
                  <c:v>2.7166666666666668</c:v>
                </c:pt>
                <c:pt idx="979">
                  <c:v>2.7194444444444441</c:v>
                </c:pt>
                <c:pt idx="980">
                  <c:v>2.7222222222222223</c:v>
                </c:pt>
                <c:pt idx="981">
                  <c:v>2.7250000000000001</c:v>
                </c:pt>
                <c:pt idx="982">
                  <c:v>2.7277777777777774</c:v>
                </c:pt>
                <c:pt idx="983">
                  <c:v>2.7305555555555556</c:v>
                </c:pt>
                <c:pt idx="984">
                  <c:v>2.7333333333333334</c:v>
                </c:pt>
                <c:pt idx="985">
                  <c:v>2.7361111111111112</c:v>
                </c:pt>
                <c:pt idx="986">
                  <c:v>2.7388888888888889</c:v>
                </c:pt>
                <c:pt idx="987">
                  <c:v>2.7416666666666667</c:v>
                </c:pt>
                <c:pt idx="988">
                  <c:v>2.7444444444444445</c:v>
                </c:pt>
                <c:pt idx="989">
                  <c:v>2.7472222222222222</c:v>
                </c:pt>
                <c:pt idx="990">
                  <c:v>2.75</c:v>
                </c:pt>
                <c:pt idx="991">
                  <c:v>2.7527777777777778</c:v>
                </c:pt>
                <c:pt idx="992">
                  <c:v>2.7555555555555555</c:v>
                </c:pt>
                <c:pt idx="993">
                  <c:v>2.7583333333333333</c:v>
                </c:pt>
                <c:pt idx="994">
                  <c:v>2.7611111111111111</c:v>
                </c:pt>
                <c:pt idx="995">
                  <c:v>2.7638888888888888</c:v>
                </c:pt>
                <c:pt idx="996">
                  <c:v>2.7666666666666666</c:v>
                </c:pt>
                <c:pt idx="997">
                  <c:v>2.7694444444444444</c:v>
                </c:pt>
                <c:pt idx="998">
                  <c:v>2.7722222222222226</c:v>
                </c:pt>
                <c:pt idx="999">
                  <c:v>2.7749999999999999</c:v>
                </c:pt>
                <c:pt idx="1000">
                  <c:v>2.7777777777777777</c:v>
                </c:pt>
                <c:pt idx="1001">
                  <c:v>2.7805555555555559</c:v>
                </c:pt>
                <c:pt idx="1002">
                  <c:v>2.7833333333333332</c:v>
                </c:pt>
                <c:pt idx="1003">
                  <c:v>2.786111111111111</c:v>
                </c:pt>
                <c:pt idx="1004">
                  <c:v>2.7888888888888892</c:v>
                </c:pt>
                <c:pt idx="1005">
                  <c:v>2.7916666666666665</c:v>
                </c:pt>
                <c:pt idx="1006">
                  <c:v>2.7944444444444443</c:v>
                </c:pt>
                <c:pt idx="1007">
                  <c:v>2.7972222222222225</c:v>
                </c:pt>
                <c:pt idx="1008">
                  <c:v>2.8</c:v>
                </c:pt>
                <c:pt idx="1009">
                  <c:v>2.8027777777777776</c:v>
                </c:pt>
                <c:pt idx="1010">
                  <c:v>2.8055555555555558</c:v>
                </c:pt>
                <c:pt idx="1011">
                  <c:v>2.8083333333333331</c:v>
                </c:pt>
                <c:pt idx="1012">
                  <c:v>2.8111111111111109</c:v>
                </c:pt>
                <c:pt idx="1013">
                  <c:v>2.8138888888888891</c:v>
                </c:pt>
                <c:pt idx="1014">
                  <c:v>2.8166666666666669</c:v>
                </c:pt>
                <c:pt idx="1015">
                  <c:v>2.8194444444444442</c:v>
                </c:pt>
                <c:pt idx="1016">
                  <c:v>2.8222222222222224</c:v>
                </c:pt>
                <c:pt idx="1017">
                  <c:v>2.8250000000000002</c:v>
                </c:pt>
                <c:pt idx="1018">
                  <c:v>2.8277777777777775</c:v>
                </c:pt>
                <c:pt idx="1019">
                  <c:v>2.8305555555555557</c:v>
                </c:pt>
                <c:pt idx="1020">
                  <c:v>2.8333333333333335</c:v>
                </c:pt>
                <c:pt idx="1021">
                  <c:v>2.8361111111111108</c:v>
                </c:pt>
                <c:pt idx="1022">
                  <c:v>2.838888888888889</c:v>
                </c:pt>
                <c:pt idx="1023">
                  <c:v>2.8416666666666668</c:v>
                </c:pt>
                <c:pt idx="1024">
                  <c:v>2.8444444444444441</c:v>
                </c:pt>
                <c:pt idx="1025">
                  <c:v>2.8472222222222223</c:v>
                </c:pt>
                <c:pt idx="1026">
                  <c:v>2.85</c:v>
                </c:pt>
                <c:pt idx="1027">
                  <c:v>2.8527777777777774</c:v>
                </c:pt>
                <c:pt idx="1028">
                  <c:v>2.8555555555555556</c:v>
                </c:pt>
                <c:pt idx="1029">
                  <c:v>2.8583333333333334</c:v>
                </c:pt>
                <c:pt idx="1030">
                  <c:v>2.8611111111111112</c:v>
                </c:pt>
                <c:pt idx="1031">
                  <c:v>2.8638888888888889</c:v>
                </c:pt>
                <c:pt idx="1032">
                  <c:v>2.8666666666666667</c:v>
                </c:pt>
                <c:pt idx="1033">
                  <c:v>2.8694444444444445</c:v>
                </c:pt>
                <c:pt idx="1034">
                  <c:v>2.8722222222222222</c:v>
                </c:pt>
                <c:pt idx="1035">
                  <c:v>2.875</c:v>
                </c:pt>
                <c:pt idx="1036">
                  <c:v>2.8777777777777778</c:v>
                </c:pt>
                <c:pt idx="1037">
                  <c:v>2.8805555555555555</c:v>
                </c:pt>
                <c:pt idx="1038">
                  <c:v>2.8833333333333333</c:v>
                </c:pt>
                <c:pt idx="1039">
                  <c:v>2.8861111111111111</c:v>
                </c:pt>
                <c:pt idx="1040">
                  <c:v>2.8888888888888888</c:v>
                </c:pt>
                <c:pt idx="1041">
                  <c:v>2.8916666666666666</c:v>
                </c:pt>
                <c:pt idx="1042">
                  <c:v>2.8944444444444444</c:v>
                </c:pt>
                <c:pt idx="1043">
                  <c:v>2.8972222222222226</c:v>
                </c:pt>
                <c:pt idx="1044">
                  <c:v>2.9</c:v>
                </c:pt>
                <c:pt idx="1045">
                  <c:v>2.9027777777777777</c:v>
                </c:pt>
                <c:pt idx="1046">
                  <c:v>2.9055555555555559</c:v>
                </c:pt>
                <c:pt idx="1047">
                  <c:v>2.9083333333333332</c:v>
                </c:pt>
                <c:pt idx="1048">
                  <c:v>2.911111111111111</c:v>
                </c:pt>
                <c:pt idx="1049">
                  <c:v>2.9138888888888892</c:v>
                </c:pt>
                <c:pt idx="1050">
                  <c:v>2.9166666666666665</c:v>
                </c:pt>
                <c:pt idx="1051">
                  <c:v>2.9194444444444443</c:v>
                </c:pt>
                <c:pt idx="1052">
                  <c:v>2.9222222222222225</c:v>
                </c:pt>
                <c:pt idx="1053">
                  <c:v>2.9249999999999998</c:v>
                </c:pt>
                <c:pt idx="1054">
                  <c:v>2.9277777777777776</c:v>
                </c:pt>
                <c:pt idx="1055">
                  <c:v>2.9305555555555558</c:v>
                </c:pt>
                <c:pt idx="1056">
                  <c:v>2.9333333333333331</c:v>
                </c:pt>
                <c:pt idx="1057">
                  <c:v>2.9361111111111109</c:v>
                </c:pt>
                <c:pt idx="1058">
                  <c:v>2.9388888888888891</c:v>
                </c:pt>
                <c:pt idx="1059">
                  <c:v>2.9416666666666669</c:v>
                </c:pt>
                <c:pt idx="1060">
                  <c:v>2.9444444444444442</c:v>
                </c:pt>
                <c:pt idx="1061">
                  <c:v>2.9472222222222224</c:v>
                </c:pt>
                <c:pt idx="1062">
                  <c:v>2.95</c:v>
                </c:pt>
                <c:pt idx="1063">
                  <c:v>2.9527777777777775</c:v>
                </c:pt>
                <c:pt idx="1064">
                  <c:v>2.9555555555555557</c:v>
                </c:pt>
                <c:pt idx="1065">
                  <c:v>2.9583333333333335</c:v>
                </c:pt>
                <c:pt idx="1066">
                  <c:v>2.9611111111111108</c:v>
                </c:pt>
                <c:pt idx="1067">
                  <c:v>2.963888888888889</c:v>
                </c:pt>
                <c:pt idx="1068">
                  <c:v>2.9666666666666668</c:v>
                </c:pt>
                <c:pt idx="1069">
                  <c:v>2.9694444444444441</c:v>
                </c:pt>
                <c:pt idx="1070">
                  <c:v>2.9722222222222223</c:v>
                </c:pt>
                <c:pt idx="1071">
                  <c:v>2.9750000000000001</c:v>
                </c:pt>
                <c:pt idx="1072">
                  <c:v>2.9777777777777774</c:v>
                </c:pt>
                <c:pt idx="1073">
                  <c:v>2.9805555555555556</c:v>
                </c:pt>
                <c:pt idx="1074">
                  <c:v>2.9833333333333334</c:v>
                </c:pt>
                <c:pt idx="1075">
                  <c:v>2.9861111111111112</c:v>
                </c:pt>
                <c:pt idx="1076">
                  <c:v>2.9888888888888889</c:v>
                </c:pt>
                <c:pt idx="1077">
                  <c:v>2.9916666666666667</c:v>
                </c:pt>
                <c:pt idx="1078">
                  <c:v>2.9944444444444445</c:v>
                </c:pt>
                <c:pt idx="1079">
                  <c:v>2.9972222222222222</c:v>
                </c:pt>
                <c:pt idx="1080">
                  <c:v>3</c:v>
                </c:pt>
              </c:numCache>
            </c:numRef>
          </c:xVal>
          <c:yVal>
            <c:numRef>
              <c:f>Sheet1!$N$4:$N$1084</c:f>
              <c:numCache>
                <c:formatCode>0.00</c:formatCode>
                <c:ptCount val="1081"/>
                <c:pt idx="0">
                  <c:v>0</c:v>
                </c:pt>
                <c:pt idx="1">
                  <c:v>2.3271178534519961E-138</c:v>
                </c:pt>
                <c:pt idx="2">
                  <c:v>2.4008397637634225E-120</c:v>
                </c:pt>
                <c:pt idx="3">
                  <c:v>7.8992121224103906E-110</c:v>
                </c:pt>
                <c:pt idx="4">
                  <c:v>2.2164249505792885E-102</c:v>
                </c:pt>
                <c:pt idx="5">
                  <c:v>1.2941924695102789E-96</c:v>
                </c:pt>
                <c:pt idx="6">
                  <c:v>6.5255735486994288E-92</c:v>
                </c:pt>
                <c:pt idx="7">
                  <c:v>6.0697544795743133E-88</c:v>
                </c:pt>
                <c:pt idx="8">
                  <c:v>1.6384492749636055E-84</c:v>
                </c:pt>
                <c:pt idx="9">
                  <c:v>1.7192118855677087E-81</c:v>
                </c:pt>
                <c:pt idx="10">
                  <c:v>8.5609881546801996E-79</c:v>
                </c:pt>
                <c:pt idx="11">
                  <c:v>2.3325451729126146E-76</c:v>
                </c:pt>
                <c:pt idx="12">
                  <c:v>3.8626803842865699E-74</c:v>
                </c:pt>
                <c:pt idx="13">
                  <c:v>4.2107572710595537E-72</c:v>
                </c:pt>
                <c:pt idx="14">
                  <c:v>3.2150391599490116E-70</c:v>
                </c:pt>
                <c:pt idx="15">
                  <c:v>1.8060290319126932E-68</c:v>
                </c:pt>
                <c:pt idx="16">
                  <c:v>7.7659251591189725E-67</c:v>
                </c:pt>
                <c:pt idx="17">
                  <c:v>2.6404295338981617E-65</c:v>
                </c:pt>
                <c:pt idx="18">
                  <c:v>7.2917985658990255E-64</c:v>
                </c:pt>
                <c:pt idx="19">
                  <c:v>1.6728055912339622E-62</c:v>
                </c:pt>
                <c:pt idx="20">
                  <c:v>3.2491832943464829E-61</c:v>
                </c:pt>
                <c:pt idx="21">
                  <c:v>5.4309676189691955E-60</c:v>
                </c:pt>
                <c:pt idx="22">
                  <c:v>7.9218285029480093E-59</c:v>
                </c:pt>
                <c:pt idx="23">
                  <c:v>1.0206569697132992E-57</c:v>
                </c:pt>
                <c:pt idx="24">
                  <c:v>1.1738948701093404E-56</c:v>
                </c:pt>
                <c:pt idx="25">
                  <c:v>1.2164668542401731E-55</c:v>
                </c:pt>
                <c:pt idx="26">
                  <c:v>1.1451060137398377E-54</c:v>
                </c:pt>
                <c:pt idx="27">
                  <c:v>9.8631519606787585E-54</c:v>
                </c:pt>
                <c:pt idx="28">
                  <c:v>7.8237832970864219E-53</c:v>
                </c:pt>
                <c:pt idx="29">
                  <c:v>5.7485705259374962E-52</c:v>
                </c:pt>
                <c:pt idx="30">
                  <c:v>3.9327861399070189E-51</c:v>
                </c:pt>
                <c:pt idx="31">
                  <c:v>2.5169334646745411E-50</c:v>
                </c:pt>
                <c:pt idx="32">
                  <c:v>1.5132610776469692E-49</c:v>
                </c:pt>
                <c:pt idx="33">
                  <c:v>8.5801842282307809E-49</c:v>
                </c:pt>
                <c:pt idx="34">
                  <c:v>4.6040528501129374E-48</c:v>
                </c:pt>
                <c:pt idx="35">
                  <c:v>2.345486817084967E-47</c:v>
                </c:pt>
                <c:pt idx="36">
                  <c:v>1.1377463185186776E-46</c:v>
                </c:pt>
                <c:pt idx="37">
                  <c:v>5.2691904309078552E-46</c:v>
                </c:pt>
                <c:pt idx="38">
                  <c:v>2.3356152648926456E-45</c:v>
                </c:pt>
                <c:pt idx="39">
                  <c:v>9.9313202632005062E-45</c:v>
                </c:pt>
                <c:pt idx="40">
                  <c:v>4.0595239018791455E-44</c:v>
                </c:pt>
                <c:pt idx="41">
                  <c:v>1.5982771254781313E-43</c:v>
                </c:pt>
                <c:pt idx="42">
                  <c:v>6.0718797515869664E-43</c:v>
                </c:pt>
                <c:pt idx="43">
                  <c:v>2.2295546937866203E-42</c:v>
                </c:pt>
                <c:pt idx="44">
                  <c:v>7.9253133547835624E-42</c:v>
                </c:pt>
                <c:pt idx="45">
                  <c:v>2.7311888921714442E-41</c:v>
                </c:pt>
                <c:pt idx="46">
                  <c:v>9.1372576125267858E-41</c:v>
                </c:pt>
                <c:pt idx="47">
                  <c:v>2.9714094638728049E-40</c:v>
                </c:pt>
                <c:pt idx="48">
                  <c:v>9.4039503214780835E-40</c:v>
                </c:pt>
                <c:pt idx="49">
                  <c:v>2.8996524240156149E-39</c:v>
                </c:pt>
                <c:pt idx="50">
                  <c:v>8.7202002661758414E-39</c:v>
                </c:pt>
                <c:pt idx="51">
                  <c:v>2.5602467424780904E-38</c:v>
                </c:pt>
                <c:pt idx="52">
                  <c:v>7.3454250550831285E-38</c:v>
                </c:pt>
                <c:pt idx="53">
                  <c:v>2.061168741328818E-37</c:v>
                </c:pt>
                <c:pt idx="54">
                  <c:v>5.661506606549381E-37</c:v>
                </c:pt>
                <c:pt idx="55">
                  <c:v>1.5233961590975191E-36</c:v>
                </c:pt>
                <c:pt idx="56">
                  <c:v>4.0186313189397071E-36</c:v>
                </c:pt>
                <c:pt idx="57">
                  <c:v>1.0399990488567101E-35</c:v>
                </c:pt>
                <c:pt idx="58">
                  <c:v>2.6422035583348564E-35</c:v>
                </c:pt>
                <c:pt idx="59">
                  <c:v>6.5940527257715338E-35</c:v>
                </c:pt>
                <c:pt idx="60">
                  <c:v>1.617527963783482E-34</c:v>
                </c:pt>
                <c:pt idx="61">
                  <c:v>3.9022216370781431E-34</c:v>
                </c:pt>
                <c:pt idx="62">
                  <c:v>9.263353968252048E-34</c:v>
                </c:pt>
                <c:pt idx="63">
                  <c:v>2.1649352629251657E-33</c:v>
                </c:pt>
                <c:pt idx="64">
                  <c:v>4.9837407632261048E-33</c:v>
                </c:pt>
                <c:pt idx="65">
                  <c:v>1.1305856291784943E-32</c:v>
                </c:pt>
                <c:pt idx="66">
                  <c:v>2.5286181585151421E-32</c:v>
                </c:pt>
                <c:pt idx="67">
                  <c:v>5.5780234983697265E-32</c:v>
                </c:pt>
                <c:pt idx="68">
                  <c:v>1.2141490303778571E-31</c:v>
                </c:pt>
                <c:pt idx="69">
                  <c:v>2.608721616004299E-31</c:v>
                </c:pt>
                <c:pt idx="70">
                  <c:v>5.534899645267506E-31</c:v>
                </c:pt>
                <c:pt idx="71">
                  <c:v>1.1600409781342812E-30</c:v>
                </c:pt>
                <c:pt idx="72">
                  <c:v>2.4025213246440814E-30</c:v>
                </c:pt>
                <c:pt idx="73">
                  <c:v>4.9185164706271444E-30</c:v>
                </c:pt>
                <c:pt idx="74">
                  <c:v>9.9565932200940288E-30</c:v>
                </c:pt>
                <c:pt idx="75">
                  <c:v>1.9935560079581333E-29</c:v>
                </c:pt>
                <c:pt idx="76">
                  <c:v>3.9492373195963646E-29</c:v>
                </c:pt>
                <c:pt idx="77">
                  <c:v>7.7425900201576933E-29</c:v>
                </c:pt>
                <c:pt idx="78">
                  <c:v>1.5026712319153478E-28</c:v>
                </c:pt>
                <c:pt idx="79">
                  <c:v>2.8877417091397816E-28</c:v>
                </c:pt>
                <c:pt idx="80">
                  <c:v>5.496384994642667E-28</c:v>
                </c:pt>
                <c:pt idx="81">
                  <c:v>1.03639215296905E-27</c:v>
                </c:pt>
                <c:pt idx="82">
                  <c:v>1.9364183253255537E-27</c:v>
                </c:pt>
                <c:pt idx="83">
                  <c:v>3.5859038544993126E-27</c:v>
                </c:pt>
                <c:pt idx="84">
                  <c:v>6.5828706234639405E-27</c:v>
                </c:pt>
                <c:pt idx="85">
                  <c:v>1.1982260482078995E-26</c:v>
                </c:pt>
                <c:pt idx="86">
                  <c:v>2.1629941546948781E-26</c:v>
                </c:pt>
                <c:pt idx="87">
                  <c:v>3.8730088187600532E-26</c:v>
                </c:pt>
                <c:pt idx="88">
                  <c:v>6.8801628093882936E-26</c:v>
                </c:pt>
                <c:pt idx="89">
                  <c:v>1.2127850717917483E-25</c:v>
                </c:pt>
                <c:pt idx="90">
                  <c:v>2.1216760198140396E-25</c:v>
                </c:pt>
                <c:pt idx="91">
                  <c:v>3.6843179186715121E-25</c:v>
                </c:pt>
                <c:pt idx="92">
                  <c:v>6.3516748411041649E-25</c:v>
                </c:pt>
                <c:pt idx="93">
                  <c:v>1.0872779669132358E-24</c:v>
                </c:pt>
                <c:pt idx="94">
                  <c:v>1.8483318519676115E-24</c:v>
                </c:pt>
                <c:pt idx="95">
                  <c:v>3.1208299603993831E-24</c:v>
                </c:pt>
                <c:pt idx="96">
                  <c:v>5.2344713754457224E-24</c:v>
                </c:pt>
                <c:pt idx="97">
                  <c:v>8.7226402350646525E-24</c:v>
                </c:pt>
                <c:pt idx="98">
                  <c:v>1.4442870044553762E-23</c:v>
                </c:pt>
                <c:pt idx="99">
                  <c:v>2.3765431027985213E-23</c:v>
                </c:pt>
                <c:pt idx="100">
                  <c:v>3.886682609199452E-23</c:v>
                </c:pt>
                <c:pt idx="101">
                  <c:v>6.3183919290508737E-23</c:v>
                </c:pt>
                <c:pt idx="102">
                  <c:v>1.0211263846186453E-22</c:v>
                </c:pt>
                <c:pt idx="103">
                  <c:v>1.6407700958514657E-22</c:v>
                </c:pt>
                <c:pt idx="104">
                  <c:v>2.6215591753314917E-22</c:v>
                </c:pt>
                <c:pt idx="105">
                  <c:v>4.1654536769053359E-22</c:v>
                </c:pt>
                <c:pt idx="106">
                  <c:v>6.5826587026156754E-22</c:v>
                </c:pt>
                <c:pt idx="107">
                  <c:v>1.034715943952147E-21</c:v>
                </c:pt>
                <c:pt idx="108">
                  <c:v>1.6179491450409008E-21</c:v>
                </c:pt>
                <c:pt idx="109">
                  <c:v>2.5169493242893771E-21</c:v>
                </c:pt>
                <c:pt idx="110">
                  <c:v>3.8957471557718849E-21</c:v>
                </c:pt>
                <c:pt idx="111">
                  <c:v>6.0000302167622486E-21</c:v>
                </c:pt>
                <c:pt idx="112">
                  <c:v>9.1960458540922798E-21</c:v>
                </c:pt>
                <c:pt idx="113">
                  <c:v>1.4027214381652187E-20</c:v>
                </c:pt>
                <c:pt idx="114">
                  <c:v>2.1296143435133747E-20</c:v>
                </c:pt>
                <c:pt idx="115">
                  <c:v>3.2182913785976541E-20</c:v>
                </c:pt>
                <c:pt idx="116">
                  <c:v>4.8414934851134583E-20</c:v>
                </c:pt>
                <c:pt idx="117">
                  <c:v>7.2509808894169476E-20</c:v>
                </c:pt>
                <c:pt idx="118">
                  <c:v>1.0812112395175719E-19</c:v>
                </c:pt>
                <c:pt idx="119">
                  <c:v>1.6052876126121517E-19</c:v>
                </c:pt>
                <c:pt idx="120">
                  <c:v>2.3733128534092299E-19</c:v>
                </c:pt>
                <c:pt idx="121">
                  <c:v>3.4941979532709475E-19</c:v>
                </c:pt>
                <c:pt idx="122">
                  <c:v>5.1234226517693688E-19</c:v>
                </c:pt>
                <c:pt idx="123">
                  <c:v>7.4820755214448178E-19</c:v>
                </c:pt>
                <c:pt idx="124">
                  <c:v>1.0883324250299941E-18</c:v>
                </c:pt>
                <c:pt idx="125">
                  <c:v>1.576907783240188E-18</c:v>
                </c:pt>
                <c:pt idx="126">
                  <c:v>2.2760577696602068E-18</c:v>
                </c:pt>
                <c:pt idx="127">
                  <c:v>3.2727956462785045E-18</c:v>
                </c:pt>
                <c:pt idx="128">
                  <c:v>4.6885534118407273E-18</c:v>
                </c:pt>
                <c:pt idx="129">
                  <c:v>6.6921915692454414E-18</c:v>
                </c:pt>
                <c:pt idx="130">
                  <c:v>9.5176984854352671E-18</c:v>
                </c:pt>
                <c:pt idx="131">
                  <c:v>1.3488187703114141E-17</c:v>
                </c:pt>
                <c:pt idx="132">
                  <c:v>1.9048324967072819E-17</c:v>
                </c:pt>
                <c:pt idx="133">
                  <c:v>2.6808001234401651E-17</c:v>
                </c:pt>
                <c:pt idx="134">
                  <c:v>3.7600960268265682E-17</c:v>
                </c:pt>
                <c:pt idx="135">
                  <c:v>5.2563248996055545E-17</c:v>
                </c:pt>
                <c:pt idx="136">
                  <c:v>7.3237860998389756E-17</c:v>
                </c:pt>
                <c:pt idx="137">
                  <c:v>1.0171388354311778E-16</c:v>
                </c:pt>
                <c:pt idx="138">
                  <c:v>1.408109565429411E-16</c:v>
                </c:pt>
                <c:pt idx="139">
                  <c:v>1.9432305855416209E-16</c:v>
                </c:pt>
                <c:pt idx="140">
                  <c:v>2.6733973945402184E-16</c:v>
                </c:pt>
                <c:pt idx="141">
                  <c:v>3.6666815785120234E-16</c:v>
                </c:pt>
                <c:pt idx="142">
                  <c:v>5.0138594772347777E-16</c:v>
                </c:pt>
                <c:pt idx="143">
                  <c:v>6.8356339858700732E-16</c:v>
                </c:pt>
                <c:pt idx="144">
                  <c:v>9.2920413923965547E-16</c:v>
                </c:pt>
                <c:pt idx="145">
                  <c:v>1.2594670258201726E-15</c:v>
                </c:pt>
                <c:pt idx="146">
                  <c:v>1.7022489392746556E-15</c:v>
                </c:pt>
                <c:pt idx="147">
                  <c:v>2.2942295414501803E-15</c:v>
                </c:pt>
                <c:pt idx="148">
                  <c:v>3.0835057597505092E-15</c:v>
                </c:pt>
                <c:pt idx="149">
                  <c:v>4.132977134711176E-15</c:v>
                </c:pt>
                <c:pt idx="150">
                  <c:v>5.5246847175575805E-15</c:v>
                </c:pt>
                <c:pt idx="151">
                  <c:v>7.3653578237723414E-15</c:v>
                </c:pt>
                <c:pt idx="152">
                  <c:v>9.7934869114511099E-15</c:v>
                </c:pt>
                <c:pt idx="153">
                  <c:v>1.2988319914964969E-14</c:v>
                </c:pt>
                <c:pt idx="154">
                  <c:v>1.7181276849961757E-14</c:v>
                </c:pt>
                <c:pt idx="155">
                  <c:v>2.2670397417301894E-14</c:v>
                </c:pt>
                <c:pt idx="156">
                  <c:v>2.9838583477341442E-14</c:v>
                </c:pt>
                <c:pt idx="157">
                  <c:v>3.9176578399730419E-14</c:v>
                </c:pt>
                <c:pt idx="158">
                  <c:v>5.1311845298816258E-14</c:v>
                </c:pt>
                <c:pt idx="159">
                  <c:v>6.704477424558681E-14</c:v>
                </c:pt>
                <c:pt idx="160">
                  <c:v>8.739397446381516E-14</c:v>
                </c:pt>
                <c:pt idx="161">
                  <c:v>1.1365280285401367E-13</c:v>
                </c:pt>
                <c:pt idx="162">
                  <c:v>1.474597586602252E-13</c:v>
                </c:pt>
                <c:pt idx="163">
                  <c:v>1.9088595190612546E-13</c:v>
                </c:pt>
                <c:pt idx="164">
                  <c:v>2.4654354948109452E-13</c:v>
                </c:pt>
                <c:pt idx="165">
                  <c:v>3.1771993992169251E-13</c:v>
                </c:pt>
                <c:pt idx="166">
                  <c:v>4.0854336237837771E-13</c:v>
                </c:pt>
                <c:pt idx="167">
                  <c:v>5.2418694786130198E-13</c:v>
                </c:pt>
                <c:pt idx="168">
                  <c:v>6.711195577067396E-13</c:v>
                </c:pt>
                <c:pt idx="169">
                  <c:v>8.5741351737267026E-13</c:v>
                </c:pt>
                <c:pt idx="170">
                  <c:v>1.0931213821179119E-12</c:v>
                </c:pt>
                <c:pt idx="171">
                  <c:v>1.390736291689045E-12</c:v>
                </c:pt>
                <c:pt idx="172">
                  <c:v>1.7657533397047002E-12</c:v>
                </c:pt>
                <c:pt idx="173">
                  <c:v>2.2373527761510008E-12</c:v>
                </c:pt>
                <c:pt idx="174">
                  <c:v>2.829229866177422E-12</c:v>
                </c:pt>
                <c:pt idx="175">
                  <c:v>3.5706009464196657E-12</c:v>
                </c:pt>
                <c:pt idx="176">
                  <c:v>4.4974207677019903E-12</c:v>
                </c:pt>
                <c:pt idx="177">
                  <c:v>5.6538527235916343E-12</c:v>
                </c:pt>
                <c:pt idx="178">
                  <c:v>7.0940411906161196E-12</c:v>
                </c:pt>
                <c:pt idx="179">
                  <c:v>8.8842441224680317E-12</c:v>
                </c:pt>
                <c:pt idx="180">
                  <c:v>1.1105394446116655E-11</c:v>
                </c:pt>
                <c:pt idx="181">
                  <c:v>1.3856170928776217E-11</c:v>
                </c:pt>
                <c:pt idx="182">
                  <c:v>1.7256673278198934E-11</c:v>
                </c:pt>
                <c:pt idx="183">
                  <c:v>2.1452812596138471E-11</c:v>
                </c:pt>
                <c:pt idx="184">
                  <c:v>2.6621547255719544E-11</c:v>
                </c:pt>
                <c:pt idx="185">
                  <c:v>3.2977116190047448E-11</c:v>
                </c:pt>
                <c:pt idx="186">
                  <c:v>4.0778446881207018E-11</c:v>
                </c:pt>
                <c:pt idx="187">
                  <c:v>5.0337944497648781E-11</c:v>
                </c:pt>
                <c:pt idx="188">
                  <c:v>6.2031902173676952E-11</c:v>
                </c:pt>
                <c:pt idx="189">
                  <c:v>7.6312810950941902E-11</c:v>
                </c:pt>
                <c:pt idx="190">
                  <c:v>9.3723892072580186E-11</c:v>
                </c:pt>
                <c:pt idx="191">
                  <c:v>1.149162248772359E-10</c:v>
                </c:pt>
                <c:pt idx="192">
                  <c:v>1.4066890130874573E-10</c:v>
                </c:pt>
                <c:pt idx="193">
                  <c:v>1.7191270395662202E-10</c:v>
                </c:pt>
                <c:pt idx="194">
                  <c:v>2.0975787959261326E-10</c:v>
                </c:pt>
                <c:pt idx="195">
                  <c:v>2.5552666550007636E-10</c:v>
                </c:pt>
                <c:pt idx="196">
                  <c:v>3.1079132275577781E-10</c:v>
                </c:pt>
                <c:pt idx="197">
                  <c:v>3.7741854039844058E-10</c:v>
                </c:pt>
                <c:pt idx="198">
                  <c:v>4.5762119862605144E-10</c:v>
                </c:pt>
                <c:pt idx="199">
                  <c:v>5.5401861947752447E-10</c:v>
                </c:pt>
                <c:pt idx="200">
                  <c:v>6.6970659171091098E-10</c:v>
                </c:pt>
                <c:pt idx="201">
                  <c:v>8.0833863480248306E-10</c:v>
                </c:pt>
                <c:pt idx="202">
                  <c:v>9.7422016736132477E-10</c:v>
                </c:pt>
                <c:pt idx="203">
                  <c:v>1.1724174701847749E-9</c:v>
                </c:pt>
                <c:pt idx="204">
                  <c:v>1.4088835862927894E-9</c:v>
                </c:pt>
                <c:pt idx="205">
                  <c:v>1.6906035824209825E-9</c:v>
                </c:pt>
                <c:pt idx="206">
                  <c:v>2.0257619117173666E-9</c:v>
                </c:pt>
                <c:pt idx="207">
                  <c:v>2.4239349691269972E-9</c:v>
                </c:pt>
                <c:pt idx="208">
                  <c:v>2.8963123227881846E-9</c:v>
                </c:pt>
                <c:pt idx="209">
                  <c:v>3.4559505406109785E-9</c:v>
                </c:pt>
                <c:pt idx="210">
                  <c:v>4.1180640152866532E-9</c:v>
                </c:pt>
                <c:pt idx="211">
                  <c:v>4.9003577278070187E-9</c:v>
                </c:pt>
                <c:pt idx="212">
                  <c:v>5.8234074840236561E-9</c:v>
                </c:pt>
                <c:pt idx="213">
                  <c:v>6.9110938160570075E-9</c:v>
                </c:pt>
                <c:pt idx="214">
                  <c:v>8.1910964660323357E-9</c:v>
                </c:pt>
                <c:pt idx="215">
                  <c:v>9.6954571696173553E-9</c:v>
                </c:pt>
                <c:pt idx="216">
                  <c:v>1.1461219337473285E-8</c:v>
                </c:pt>
                <c:pt idx="217">
                  <c:v>1.3531154200724314E-8</c:v>
                </c:pt>
                <c:pt idx="218">
                  <c:v>1.5954584049000104E-8</c:v>
                </c:pt>
                <c:pt idx="219">
                  <c:v>1.8788314354035182E-8</c:v>
                </c:pt>
                <c:pt idx="220">
                  <c:v>2.2097687846153108E-8</c:v>
                </c:pt>
                <c:pt idx="221">
                  <c:v>2.5957775003551607E-8</c:v>
                </c:pt>
                <c:pt idx="222">
                  <c:v>3.0454716933931499E-8</c:v>
                </c:pt>
                <c:pt idx="223">
                  <c:v>3.5687238283832817E-8</c:v>
                </c:pt>
                <c:pt idx="224">
                  <c:v>4.1768349612671851E-8</c:v>
                </c:pt>
                <c:pt idx="225">
                  <c:v>4.8827260625889534E-8</c:v>
                </c:pt>
                <c:pt idx="226">
                  <c:v>5.7011527785265703E-8</c:v>
                </c:pt>
                <c:pt idx="227">
                  <c:v>6.6489462115012703E-8</c:v>
                </c:pt>
                <c:pt idx="228">
                  <c:v>7.7452825510981691E-8</c:v>
                </c:pt>
                <c:pt idx="229">
                  <c:v>9.0119846548574879E-8</c:v>
                </c:pt>
                <c:pt idx="230">
                  <c:v>1.0473858968455443E-7</c:v>
                </c:pt>
                <c:pt idx="231">
                  <c:v>1.2159071487102485E-7</c:v>
                </c:pt>
                <c:pt idx="232">
                  <c:v>1.4099566795855114E-7</c:v>
                </c:pt>
                <c:pt idx="233">
                  <c:v>1.6331534587240551E-7</c:v>
                </c:pt>
                <c:pt idx="234">
                  <c:v>1.8895928441364834E-7</c:v>
                </c:pt>
                <c:pt idx="235">
                  <c:v>2.1839042067827084E-7</c:v>
                </c:pt>
                <c:pt idx="236">
                  <c:v>2.5213148651520235E-7</c:v>
                </c:pt>
                <c:pt idx="237">
                  <c:v>2.9077209417101032E-7</c:v>
                </c:pt>
                <c:pt idx="238">
                  <c:v>3.3497658030741915E-7</c:v>
                </c:pt>
                <c:pt idx="239">
                  <c:v>3.8549267994062942E-7</c:v>
                </c:pt>
                <c:pt idx="240">
                  <c:v>4.431611075501767E-7</c:v>
                </c:pt>
                <c:pt idx="241">
                  <c:v>5.0892612865214446E-7</c:v>
                </c:pt>
                <c:pt idx="242">
                  <c:v>5.8384721153773037E-7</c:v>
                </c:pt>
                <c:pt idx="243">
                  <c:v>6.6911185565461215E-7</c:v>
                </c:pt>
                <c:pt idx="244">
                  <c:v>7.66049700264908E-7</c:v>
                </c:pt>
                <c:pt idx="245">
                  <c:v>8.7614802455919114E-7</c:v>
                </c:pt>
                <c:pt idx="246">
                  <c:v>1.0010687583490576E-6</c:v>
                </c:pt>
                <c:pt idx="247">
                  <c:v>1.1426671308085722E-6</c:v>
                </c:pt>
                <c:pt idx="248">
                  <c:v>1.3030120934931853E-6</c:v>
                </c:pt>
                <c:pt idx="249">
                  <c:v>1.4844086630378697E-6</c:v>
                </c:pt>
                <c:pt idx="250">
                  <c:v>1.6894223385276734E-6</c:v>
                </c:pt>
                <c:pt idx="251">
                  <c:v>1.9209057585449649E-6</c:v>
                </c:pt>
                <c:pt idx="252">
                  <c:v>2.1820277733263422E-6</c:v>
                </c:pt>
                <c:pt idx="253">
                  <c:v>2.4763051183094631E-6</c:v>
                </c:pt>
                <c:pt idx="254">
                  <c:v>2.8076368866058312E-6</c:v>
                </c:pt>
                <c:pt idx="255">
                  <c:v>3.1803420095986995E-6</c:v>
                </c:pt>
                <c:pt idx="256">
                  <c:v>3.5991999669215018E-6</c:v>
                </c:pt>
                <c:pt idx="257">
                  <c:v>4.069494959511008E-6</c:v>
                </c:pt>
                <c:pt idx="258">
                  <c:v>4.5970637922361218E-6</c:v>
                </c:pt>
                <c:pt idx="259">
                  <c:v>5.1883477257590357E-6</c:v>
                </c:pt>
                <c:pt idx="260">
                  <c:v>5.8504485707676326E-6</c:v>
                </c:pt>
                <c:pt idx="261">
                  <c:v>6.5911893115037063E-6</c:v>
                </c:pt>
                <c:pt idx="262">
                  <c:v>7.4191795595731289E-6</c:v>
                </c:pt>
                <c:pt idx="263">
                  <c:v>8.3438861533231972E-6</c:v>
                </c:pt>
                <c:pt idx="264">
                  <c:v>9.3757092325837805E-6</c:v>
                </c:pt>
                <c:pt idx="265">
                  <c:v>1.0526064133243088E-5</c:v>
                </c:pt>
                <c:pt idx="266">
                  <c:v>1.1807469460923951E-5</c:v>
                </c:pt>
                <c:pt idx="267">
                  <c:v>1.323364171790219E-5</c:v>
                </c:pt>
                <c:pt idx="268">
                  <c:v>1.4819596872297757E-5</c:v>
                </c:pt>
                <c:pt idx="269">
                  <c:v>1.6581759273431968E-5</c:v>
                </c:pt>
                <c:pt idx="270">
                  <c:v>1.8538078331999972E-5</c:v>
                </c:pt>
                <c:pt idx="271">
                  <c:v>2.070815339831489E-5</c:v>
                </c:pt>
                <c:pt idx="272">
                  <c:v>2.3113367286240867E-5</c:v>
                </c:pt>
                <c:pt idx="273">
                  <c:v>2.5777028904492502E-5</c:v>
                </c:pt>
                <c:pt idx="274">
                  <c:v>2.8724525470652709E-5</c:v>
                </c:pt>
                <c:pt idx="275">
                  <c:v>3.1983484796464598E-5</c:v>
                </c:pt>
                <c:pt idx="276">
                  <c:v>3.5583948145582461E-5</c:v>
                </c:pt>
                <c:pt idx="277">
                  <c:v>3.955855417698037E-5</c:v>
                </c:pt>
                <c:pt idx="278">
                  <c:v>4.3942734498433727E-5</c:v>
                </c:pt>
                <c:pt idx="279">
                  <c:v>4.8774921364900232E-5</c:v>
                </c:pt>
                <c:pt idx="280">
                  <c:v>5.4096768066051676E-5</c:v>
                </c:pt>
                <c:pt idx="281">
                  <c:v>5.9953382555596874E-5</c:v>
                </c:pt>
                <c:pt idx="282">
                  <c:v>6.6393574882221647E-5</c:v>
                </c:pt>
                <c:pt idx="283">
                  <c:v>7.3470118987893824E-5</c:v>
                </c:pt>
                <c:pt idx="284">
                  <c:v>8.1240029443789219E-5</c:v>
                </c:pt>
                <c:pt idx="285">
                  <c:v>8.9764853697045852E-5</c:v>
                </c:pt>
                <c:pt idx="286">
                  <c:v>9.9110980402929513E-5</c:v>
                </c:pt>
                <c:pt idx="287">
                  <c:v>1.0934996441648989E-4</c:v>
                </c:pt>
                <c:pt idx="288">
                  <c:v>1.2055886901549187E-4</c:v>
                </c:pt>
                <c:pt idx="289">
                  <c:v>1.3282062592200259E-4</c:v>
                </c:pt>
                <c:pt idx="290">
                  <c:v>1.4622441368350846E-4</c:v>
                </c:pt>
                <c:pt idx="291">
                  <c:v>1.6086605496563907E-4</c:v>
                </c:pt>
                <c:pt idx="292">
                  <c:v>1.768484332973851E-4</c:v>
                </c:pt>
                <c:pt idx="293">
                  <c:v>1.9428192979592488E-4</c:v>
                </c:pt>
                <c:pt idx="294">
                  <c:v>2.1328488038186967E-4</c:v>
                </c:pt>
                <c:pt idx="295">
                  <c:v>2.3398405397657038E-4</c:v>
                </c:pt>
                <c:pt idx="296">
                  <c:v>2.565151521510516E-4</c:v>
                </c:pt>
                <c:pt idx="297">
                  <c:v>2.8102333067124785E-4</c:v>
                </c:pt>
                <c:pt idx="298">
                  <c:v>3.076637433560093E-4</c:v>
                </c:pt>
                <c:pt idx="299">
                  <c:v>3.3660210863302079E-4</c:v>
                </c:pt>
                <c:pt idx="300">
                  <c:v>3.6801529914330536E-4</c:v>
                </c:pt>
                <c:pt idx="301">
                  <c:v>4.0209195470681733E-4</c:v>
                </c:pt>
                <c:pt idx="302">
                  <c:v>4.3903311892036929E-4</c:v>
                </c:pt>
                <c:pt idx="303">
                  <c:v>4.7905289961392572E-4</c:v>
                </c:pt>
                <c:pt idx="304">
                  <c:v>5.2237915334306698E-4</c:v>
                </c:pt>
                <c:pt idx="305">
                  <c:v>5.6925419404279956E-4</c:v>
                </c:pt>
                <c:pt idx="306">
                  <c:v>6.1993552591239041E-4</c:v>
                </c:pt>
                <c:pt idx="307">
                  <c:v>6.7469660054095151E-4</c:v>
                </c:pt>
                <c:pt idx="308">
                  <c:v>7.3382759822043309E-4</c:v>
                </c:pt>
                <c:pt idx="309">
                  <c:v>7.9763623332542843E-4</c:v>
                </c:pt>
                <c:pt idx="310">
                  <c:v>8.6644858356840629E-4</c:v>
                </c:pt>
                <c:pt idx="311">
                  <c:v>9.4060994286478637E-4</c:v>
                </c:pt>
                <c:pt idx="312">
                  <c:v>1.0204856974635008E-3</c:v>
                </c:pt>
                <c:pt idx="313">
                  <c:v>1.1064622249177562E-3</c:v>
                </c:pt>
                <c:pt idx="314">
                  <c:v>1.1989478153846308E-3</c:v>
                </c:pt>
                <c:pt idx="315">
                  <c:v>1.2983736146541221E-3</c:v>
                </c:pt>
                <c:pt idx="316">
                  <c:v>1.4051945882155913E-3</c:v>
                </c:pt>
                <c:pt idx="317">
                  <c:v>1.5198905055748911E-3</c:v>
                </c:pt>
                <c:pt idx="318">
                  <c:v>1.6429669439365733E-3</c:v>
                </c:pt>
                <c:pt idx="319">
                  <c:v>1.7749563102647701E-3</c:v>
                </c:pt>
                <c:pt idx="320">
                  <c:v>1.9164188806322074E-3</c:v>
                </c:pt>
                <c:pt idx="321">
                  <c:v>2.0679438556602207E-3</c:v>
                </c:pt>
                <c:pt idx="322">
                  <c:v>2.2301504307440097E-3</c:v>
                </c:pt>
                <c:pt idx="323">
                  <c:v>2.403688879646372E-3</c:v>
                </c:pt>
                <c:pt idx="324">
                  <c:v>2.5892416499302298E-3</c:v>
                </c:pt>
                <c:pt idx="325">
                  <c:v>2.7875244685866625E-3</c:v>
                </c:pt>
                <c:pt idx="326">
                  <c:v>2.9992874560982371E-3</c:v>
                </c:pt>
                <c:pt idx="327">
                  <c:v>3.2253162470626171E-3</c:v>
                </c:pt>
                <c:pt idx="328">
                  <c:v>3.4664331153827829E-3</c:v>
                </c:pt>
                <c:pt idx="329">
                  <c:v>3.7234981019131017E-3</c:v>
                </c:pt>
                <c:pt idx="330">
                  <c:v>3.9974101423338963E-3</c:v>
                </c:pt>
                <c:pt idx="331">
                  <c:v>4.2891081929084234E-3</c:v>
                </c:pt>
                <c:pt idx="332">
                  <c:v>4.5995723516617636E-3</c:v>
                </c:pt>
                <c:pt idx="333">
                  <c:v>4.9298249724045408E-3</c:v>
                </c:pt>
                <c:pt idx="334">
                  <c:v>5.280931768912079E-3</c:v>
                </c:pt>
                <c:pt idx="335">
                  <c:v>5.6540029064578029E-3</c:v>
                </c:pt>
                <c:pt idx="336">
                  <c:v>6.0501940777900705E-3</c:v>
                </c:pt>
                <c:pt idx="337">
                  <c:v>6.4707075605375192E-3</c:v>
                </c:pt>
                <c:pt idx="338">
                  <c:v>6.9167932529222795E-3</c:v>
                </c:pt>
                <c:pt idx="339">
                  <c:v>7.389749684566114E-3</c:v>
                </c:pt>
                <c:pt idx="340">
                  <c:v>7.890924999073564E-3</c:v>
                </c:pt>
                <c:pt idx="341">
                  <c:v>8.4217179049940367E-3</c:v>
                </c:pt>
                <c:pt idx="342">
                  <c:v>8.9835785916733395E-3</c:v>
                </c:pt>
                <c:pt idx="343">
                  <c:v>9.5780096064298926E-3</c:v>
                </c:pt>
                <c:pt idx="344">
                  <c:v>1.0206566689418028E-2</c:v>
                </c:pt>
                <c:pt idx="345">
                  <c:v>1.0870859562472461E-2</c:v>
                </c:pt>
                <c:pt idx="346">
                  <c:v>1.157255266817135E-2</c:v>
                </c:pt>
                <c:pt idx="347">
                  <c:v>1.2313365855301664E-2</c:v>
                </c:pt>
                <c:pt idx="348">
                  <c:v>1.3095075006868828E-2</c:v>
                </c:pt>
                <c:pt idx="349">
                  <c:v>1.3919512606754928E-2</c:v>
                </c:pt>
                <c:pt idx="350">
                  <c:v>1.4788568241106291E-2</c:v>
                </c:pt>
                <c:pt idx="351">
                  <c:v>1.5704189030510199E-2</c:v>
                </c:pt>
                <c:pt idx="352">
                  <c:v>1.666837998901748E-2</c:v>
                </c:pt>
                <c:pt idx="353">
                  <c:v>1.7683204306064019E-2</c:v>
                </c:pt>
                <c:pt idx="354">
                  <c:v>1.8750783547363693E-2</c:v>
                </c:pt>
                <c:pt idx="355">
                  <c:v>1.9873297770861283E-2</c:v>
                </c:pt>
                <c:pt idx="356">
                  <c:v>2.1052985553872847E-2</c:v>
                </c:pt>
                <c:pt idx="357">
                  <c:v>2.2292143927586956E-2</c:v>
                </c:pt>
                <c:pt idx="358">
                  <c:v>2.3593128215151266E-2</c:v>
                </c:pt>
                <c:pt idx="359">
                  <c:v>2.4958351769642194E-2</c:v>
                </c:pt>
                <c:pt idx="360">
                  <c:v>2.6390285608296569E-2</c:v>
                </c:pt>
                <c:pt idx="361">
                  <c:v>2.7891457939472154E-2</c:v>
                </c:pt>
                <c:pt idx="362">
                  <c:v>2.9464453578911677E-2</c:v>
                </c:pt>
                <c:pt idx="363">
                  <c:v>3.1111913251998108E-2</c:v>
                </c:pt>
                <c:pt idx="364">
                  <c:v>3.283653277882622E-2</c:v>
                </c:pt>
                <c:pt idx="365">
                  <c:v>3.4641062139046261E-2</c:v>
                </c:pt>
                <c:pt idx="366">
                  <c:v>3.6528304413593525E-2</c:v>
                </c:pt>
                <c:pt idx="367">
                  <c:v>3.8501114600588547E-2</c:v>
                </c:pt>
                <c:pt idx="368">
                  <c:v>4.0562398302863407E-2</c:v>
                </c:pt>
                <c:pt idx="369">
                  <c:v>4.2715110284758877E-2</c:v>
                </c:pt>
                <c:pt idx="370">
                  <c:v>4.4962252896051907E-2</c:v>
                </c:pt>
                <c:pt idx="371">
                  <c:v>4.7306874361063248E-2</c:v>
                </c:pt>
                <c:pt idx="372">
                  <c:v>4.9752066931248798E-2</c:v>
                </c:pt>
                <c:pt idx="373">
                  <c:v>5.2300964899784919E-2</c:v>
                </c:pt>
                <c:pt idx="374">
                  <c:v>5.4956742476927271E-2</c:v>
                </c:pt>
                <c:pt idx="375">
                  <c:v>5.7722611525163357E-2</c:v>
                </c:pt>
                <c:pt idx="376">
                  <c:v>6.060181915346427E-2</c:v>
                </c:pt>
                <c:pt idx="377">
                  <c:v>6.3597645170188108E-2</c:v>
                </c:pt>
                <c:pt idx="378">
                  <c:v>6.6713399394505574E-2</c:v>
                </c:pt>
                <c:pt idx="379">
                  <c:v>6.9952418826491725E-2</c:v>
                </c:pt>
                <c:pt idx="380">
                  <c:v>7.3318064676324082E-2</c:v>
                </c:pt>
                <c:pt idx="381">
                  <c:v>7.6813719253364207E-2</c:v>
                </c:pt>
                <c:pt idx="382">
                  <c:v>8.0442782716169878E-2</c:v>
                </c:pt>
                <c:pt idx="383">
                  <c:v>8.4208669684858517E-2</c:v>
                </c:pt>
                <c:pt idx="384">
                  <c:v>8.8114805717521352E-2</c:v>
                </c:pt>
                <c:pt idx="385">
                  <c:v>9.2164623652734048E-2</c:v>
                </c:pt>
                <c:pt idx="386">
                  <c:v>9.6361559820579465E-2</c:v>
                </c:pt>
                <c:pt idx="387">
                  <c:v>0.10070905012485366</c:v>
                </c:pt>
                <c:pt idx="388">
                  <c:v>0.10521052599954976</c:v>
                </c:pt>
                <c:pt idx="389">
                  <c:v>0.10986941024300603</c:v>
                </c:pt>
                <c:pt idx="390">
                  <c:v>0.11468911273345181</c:v>
                </c:pt>
                <c:pt idx="391">
                  <c:v>0.11967302603002908</c:v>
                </c:pt>
                <c:pt idx="392">
                  <c:v>0.12482452086370222</c:v>
                </c:pt>
                <c:pt idx="393">
                  <c:v>0.13014694152282119</c:v>
                </c:pt>
                <c:pt idx="394">
                  <c:v>0.13564360113838744</c:v>
                </c:pt>
                <c:pt idx="395">
                  <c:v>0.14131777687445909</c:v>
                </c:pt>
                <c:pt idx="396">
                  <c:v>0.1471727050294285</c:v>
                </c:pt>
                <c:pt idx="397">
                  <c:v>0.15321157605417751</c:v>
                </c:pt>
                <c:pt idx="398">
                  <c:v>0.15943752949353057</c:v>
                </c:pt>
                <c:pt idx="399">
                  <c:v>0.16585364885760917</c:v>
                </c:pt>
                <c:pt idx="400">
                  <c:v>0.17246295643006276</c:v>
                </c:pt>
                <c:pt idx="401">
                  <c:v>0.17926840802039989</c:v>
                </c:pt>
                <c:pt idx="402">
                  <c:v>0.18627288766794717</c:v>
                </c:pt>
                <c:pt idx="403">
                  <c:v>0.19347920230513921</c:v>
                </c:pt>
                <c:pt idx="404">
                  <c:v>0.20089007638822243</c:v>
                </c:pt>
                <c:pt idx="405">
                  <c:v>0.20850814650358809</c:v>
                </c:pt>
                <c:pt idx="406">
                  <c:v>0.2163359559581759</c:v>
                </c:pt>
                <c:pt idx="407">
                  <c:v>0.22437594936265698</c:v>
                </c:pt>
                <c:pt idx="408">
                  <c:v>0.23263046721625799</c:v>
                </c:pt>
                <c:pt idx="409">
                  <c:v>0.24110174050221983</c:v>
                </c:pt>
                <c:pt idx="410">
                  <c:v>0.24979188530312896</c:v>
                </c:pt>
                <c:pt idx="411">
                  <c:v>0.25870289744543906</c:v>
                </c:pt>
                <c:pt idx="412">
                  <c:v>0.26783664718260869</c:v>
                </c:pt>
                <c:pt idx="413">
                  <c:v>0.27719487392645392</c:v>
                </c:pt>
                <c:pt idx="414">
                  <c:v>0.28677918103630973</c:v>
                </c:pt>
                <c:pt idx="415">
                  <c:v>0.29659103067573434</c:v>
                </c:pt>
                <c:pt idx="416">
                  <c:v>0.30663173874646782</c:v>
                </c:pt>
                <c:pt idx="417">
                  <c:v>0.31690246990945053</c:v>
                </c:pt>
                <c:pt idx="418">
                  <c:v>0.32740423270261659</c:v>
                </c:pt>
                <c:pt idx="419">
                  <c:v>0.33813787476525387</c:v>
                </c:pt>
                <c:pt idx="420">
                  <c:v>0.34910407817862238</c:v>
                </c:pt>
                <c:pt idx="421">
                  <c:v>0.36030335493247417</c:v>
                </c:pt>
                <c:pt idx="422">
                  <c:v>0.37173604252702114</c:v>
                </c:pt>
                <c:pt idx="423">
                  <c:v>0.38340229971984896</c:v>
                </c:pt>
                <c:pt idx="424">
                  <c:v>0.39530210242705927</c:v>
                </c:pt>
                <c:pt idx="425">
                  <c:v>0.40743523978785223</c:v>
                </c:pt>
                <c:pt idx="426">
                  <c:v>0.41980131040154639</c:v>
                </c:pt>
                <c:pt idx="427">
                  <c:v>0.43239971874588029</c:v>
                </c:pt>
                <c:pt idx="428">
                  <c:v>0.44522967178515327</c:v>
                </c:pt>
                <c:pt idx="429">
                  <c:v>0.45829017577666981</c:v>
                </c:pt>
                <c:pt idx="430">
                  <c:v>0.4715800332834959</c:v>
                </c:pt>
                <c:pt idx="431">
                  <c:v>0.48509784040154619</c:v>
                </c:pt>
                <c:pt idx="432">
                  <c:v>0.49884198420835996</c:v>
                </c:pt>
                <c:pt idx="433">
                  <c:v>0.5128106404410171</c:v>
                </c:pt>
                <c:pt idx="434">
                  <c:v>0.52700177140996862</c:v>
                </c:pt>
                <c:pt idx="435">
                  <c:v>0.54141312415546783</c:v>
                </c:pt>
                <c:pt idx="436">
                  <c:v>0.55604222885277643</c:v>
                </c:pt>
                <c:pt idx="437">
                  <c:v>0.57088639747191783</c:v>
                </c:pt>
                <c:pt idx="438">
                  <c:v>0.58594272269758207</c:v>
                </c:pt>
                <c:pt idx="439">
                  <c:v>0.60120807711406798</c:v>
                </c:pt>
                <c:pt idx="440">
                  <c:v>0.61667911265994635</c:v>
                </c:pt>
                <c:pt idx="441">
                  <c:v>0.63235226035659908</c:v>
                </c:pt>
                <c:pt idx="442">
                  <c:v>0.64822373031440939</c:v>
                </c:pt>
                <c:pt idx="443">
                  <c:v>0.66428951201979503</c:v>
                </c:pt>
                <c:pt idx="444">
                  <c:v>0.68054537490600819</c:v>
                </c:pt>
                <c:pt idx="445">
                  <c:v>0.69698686920987285</c:v>
                </c:pt>
                <c:pt idx="446">
                  <c:v>0.71360932711650338</c:v>
                </c:pt>
                <c:pt idx="447">
                  <c:v>0.73040786419309878</c:v>
                </c:pt>
                <c:pt idx="448">
                  <c:v>0.74737738111299645</c:v>
                </c:pt>
                <c:pt idx="449">
                  <c:v>0.76451256567000903</c:v>
                </c:pt>
                <c:pt idx="450">
                  <c:v>0.78180789508308246</c:v>
                </c:pt>
                <c:pt idx="451">
                  <c:v>0.79925763859065502</c:v>
                </c:pt>
                <c:pt idx="452">
                  <c:v>0.81685586033328206</c:v>
                </c:pt>
                <c:pt idx="453">
                  <c:v>0.83459642252325394</c:v>
                </c:pt>
                <c:pt idx="454">
                  <c:v>0.85247298889862844</c:v>
                </c:pt>
                <c:pt idx="455">
                  <c:v>0.870479028459196</c:v>
                </c:pt>
                <c:pt idx="456">
                  <c:v>0.88860781948121415</c:v>
                </c:pt>
                <c:pt idx="457">
                  <c:v>0.90685245380697477</c:v>
                </c:pt>
                <c:pt idx="458">
                  <c:v>0.92520584140538387</c:v>
                </c:pt>
                <c:pt idx="459">
                  <c:v>0.94366071519850259</c:v>
                </c:pt>
                <c:pt idx="460">
                  <c:v>0.96220963614915789</c:v>
                </c:pt>
                <c:pt idx="461">
                  <c:v>0.98084499860383711</c:v>
                </c:pt>
                <c:pt idx="462">
                  <c:v>0.9995590358850126</c:v>
                </c:pt>
                <c:pt idx="463">
                  <c:v>1.0183438261259188</c:v>
                </c:pt>
                <c:pt idx="464">
                  <c:v>1.0371912983414369</c:v>
                </c:pt>
                <c:pt idx="465">
                  <c:v>1.0560932387270396</c:v>
                </c:pt>
                <c:pt idx="466">
                  <c:v>1.0750412971784684</c:v>
                </c:pt>
                <c:pt idx="467">
                  <c:v>1.0940269940236933</c:v>
                </c:pt>
                <c:pt idx="468">
                  <c:v>1.1130417269586657</c:v>
                </c:pt>
                <c:pt idx="469">
                  <c:v>1.1320767781778329</c:v>
                </c:pt>
                <c:pt idx="470">
                  <c:v>1.1511233216901926</c:v>
                </c:pt>
                <c:pt idx="471">
                  <c:v>1.1701724308111887</c:v>
                </c:pt>
                <c:pt idx="472">
                  <c:v>1.1892150858204995</c:v>
                </c:pt>
                <c:pt idx="473">
                  <c:v>1.2082421817755638</c:v>
                </c:pt>
                <c:pt idx="474">
                  <c:v>1.2272445364702074</c:v>
                </c:pt>
                <c:pt idx="475">
                  <c:v>1.2462128985276661</c:v>
                </c:pt>
                <c:pt idx="476">
                  <c:v>1.265137955617011</c:v>
                </c:pt>
                <c:pt idx="477">
                  <c:v>1.2840103427816443</c:v>
                </c:pt>
                <c:pt idx="478">
                  <c:v>1.302820650868673</c:v>
                </c:pt>
                <c:pt idx="479">
                  <c:v>1.3215594350473805</c:v>
                </c:pt>
                <c:pt idx="480">
                  <c:v>1.3402172234050638</c:v>
                </c:pt>
                <c:pt idx="481">
                  <c:v>1.3587845256085631</c:v>
                </c:pt>
                <c:pt idx="482">
                  <c:v>1.3772518416193249</c:v>
                </c:pt>
                <c:pt idx="483">
                  <c:v>1.3956096704500816</c:v>
                </c:pt>
                <c:pt idx="484">
                  <c:v>1.4138485189509902</c:v>
                </c:pt>
                <c:pt idx="485">
                  <c:v>1.4319589106130983</c:v>
                </c:pt>
                <c:pt idx="486">
                  <c:v>1.4499313943769847</c:v>
                </c:pt>
                <c:pt idx="487">
                  <c:v>1.4677565534345069</c:v>
                </c:pt>
                <c:pt idx="488">
                  <c:v>1.4854250140113376</c:v>
                </c:pt>
                <c:pt idx="489">
                  <c:v>1.5029274541185469</c:v>
                </c:pt>
                <c:pt idx="490">
                  <c:v>1.5202546122608518</c:v>
                </c:pt>
                <c:pt idx="491">
                  <c:v>1.5373972960901774</c:v>
                </c:pt>
                <c:pt idx="492">
                  <c:v>1.554346390991999</c:v>
                </c:pt>
                <c:pt idx="493">
                  <c:v>1.5710928685936842</c:v>
                </c:pt>
                <c:pt idx="494">
                  <c:v>1.5876277951827491</c:v>
                </c:pt>
                <c:pt idx="495">
                  <c:v>1.6039423400238864</c:v>
                </c:pt>
                <c:pt idx="496">
                  <c:v>1.6200277835638488</c:v>
                </c:pt>
                <c:pt idx="497">
                  <c:v>1.6358755255130368</c:v>
                </c:pt>
                <c:pt idx="498">
                  <c:v>1.6514770927934097</c:v>
                </c:pt>
                <c:pt idx="499">
                  <c:v>1.6668241473419532</c:v>
                </c:pt>
                <c:pt idx="500">
                  <c:v>1.6819084937601505</c:v>
                </c:pt>
                <c:pt idx="501">
                  <c:v>1.6967220867989181</c:v>
                </c:pt>
                <c:pt idx="502">
                  <c:v>1.7112570386701267</c:v>
                </c:pt>
                <c:pt idx="503">
                  <c:v>1.7255056261749682</c:v>
                </c:pt>
                <c:pt idx="504">
                  <c:v>1.7394602976406339</c:v>
                </c:pt>
                <c:pt idx="505">
                  <c:v>1.7531136796566407</c:v>
                </c:pt>
                <c:pt idx="506">
                  <c:v>1.7664585836023936</c:v>
                </c:pt>
                <c:pt idx="507">
                  <c:v>1.7794880119586638</c:v>
                </c:pt>
                <c:pt idx="508">
                  <c:v>1.7921951643950571</c:v>
                </c:pt>
                <c:pt idx="509">
                  <c:v>1.8045734436265206</c:v>
                </c:pt>
                <c:pt idx="510">
                  <c:v>1.81661646103268</c:v>
                </c:pt>
                <c:pt idx="511">
                  <c:v>1.8283180420329816</c:v>
                </c:pt>
                <c:pt idx="512">
                  <c:v>1.8396722312124552</c:v>
                </c:pt>
                <c:pt idx="513">
                  <c:v>1.8506732971925066</c:v>
                </c:pt>
                <c:pt idx="514">
                  <c:v>1.8613157372414788</c:v>
                </c:pt>
                <c:pt idx="515">
                  <c:v>1.8715942816208491</c:v>
                </c:pt>
                <c:pt idx="516">
                  <c:v>1.8815038976626581</c:v>
                </c:pt>
                <c:pt idx="517">
                  <c:v>1.8910397935745529</c:v>
                </c:pt>
                <c:pt idx="518">
                  <c:v>1.9001974219693611</c:v>
                </c:pt>
                <c:pt idx="519">
                  <c:v>1.9089724831159482</c:v>
                </c:pt>
                <c:pt idx="520">
                  <c:v>1.9173609279096417</c:v>
                </c:pt>
                <c:pt idx="521">
                  <c:v>1.9253589605597548</c:v>
                </c:pt>
                <c:pt idx="522">
                  <c:v>1.9329630409929552</c:v>
                </c:pt>
                <c:pt idx="523">
                  <c:v>1.9401698869714721</c:v>
                </c:pt>
                <c:pt idx="524">
                  <c:v>1.9469764759254111</c:v>
                </c:pt>
                <c:pt idx="525">
                  <c:v>1.9533800464990716</c:v>
                </c:pt>
                <c:pt idx="526">
                  <c:v>1.9593780998115848</c:v>
                </c:pt>
                <c:pt idx="527">
                  <c:v>1.9649684004321699</c:v>
                </c:pt>
                <c:pt idx="528">
                  <c:v>1.9701489770718781</c:v>
                </c:pt>
                <c:pt idx="529">
                  <c:v>1.9749181229922159</c:v>
                </c:pt>
                <c:pt idx="530">
                  <c:v>1.9792743961334875</c:v>
                </c:pt>
                <c:pt idx="531">
                  <c:v>1.9832166189648091</c:v>
                </c:pt>
                <c:pt idx="532">
                  <c:v>1.9867438780581335</c:v>
                </c:pt>
                <c:pt idx="533">
                  <c:v>1.989855523389898</c:v>
                </c:pt>
                <c:pt idx="534">
                  <c:v>1.9925511673732748</c:v>
                </c:pt>
                <c:pt idx="535">
                  <c:v>1.994830683624929</c:v>
                </c:pt>
                <c:pt idx="536">
                  <c:v>1.9966942054703833</c:v>
                </c:pt>
                <c:pt idx="537">
                  <c:v>1.9981421241924384</c:v>
                </c:pt>
                <c:pt idx="538">
                  <c:v>1.9991750870273106</c:v>
                </c:pt>
                <c:pt idx="539">
                  <c:v>1.9997939949137278</c:v>
                </c:pt>
                <c:pt idx="540">
                  <c:v>2</c:v>
                </c:pt>
                <c:pt idx="541">
                  <c:v>1.9997945029151456</c:v>
                </c:pt>
                <c:pt idx="542">
                  <c:v>1.999179149809553</c:v>
                </c:pt>
                <c:pt idx="543">
                  <c:v>1.9981558291717108</c:v>
                </c:pt>
                <c:pt idx="544">
                  <c:v>1.9967266684270386</c:v>
                </c:pt>
                <c:pt idx="545">
                  <c:v>1.9948940303257474</c:v>
                </c:pt>
                <c:pt idx="546">
                  <c:v>1.9926605091264449</c:v>
                </c:pt>
                <c:pt idx="547">
                  <c:v>1.9900289265824507</c:v>
                </c:pt>
                <c:pt idx="548">
                  <c:v>1.9870023277382853</c:v>
                </c:pt>
                <c:pt idx="549">
                  <c:v>1.9835839765434005</c:v>
                </c:pt>
                <c:pt idx="550">
                  <c:v>1.9797773512909089</c:v>
                </c:pt>
                <c:pt idx="551">
                  <c:v>1.9755861398891097</c:v>
                </c:pt>
                <c:pt idx="552">
                  <c:v>1.9710142349731983</c:v>
                </c:pt>
                <c:pt idx="553">
                  <c:v>1.9660657288656718</c:v>
                </c:pt>
                <c:pt idx="554">
                  <c:v>1.9607449083929098</c:v>
                </c:pt>
                <c:pt idx="555">
                  <c:v>1.955056249566401</c:v>
                </c:pt>
                <c:pt idx="556">
                  <c:v>1.9490044121365513</c:v>
                </c:pt>
                <c:pt idx="557">
                  <c:v>1.94259423402753</c:v>
                </c:pt>
                <c:pt idx="558">
                  <c:v>1.9358307256612692</c:v>
                </c:pt>
                <c:pt idx="559">
                  <c:v>1.9287190641788725</c:v>
                </c:pt>
                <c:pt idx="560">
                  <c:v>1.9212645875678009</c:v>
                </c:pt>
                <c:pt idx="561">
                  <c:v>1.9134727887033312</c:v>
                </c:pt>
                <c:pt idx="562">
                  <c:v>1.9053493093121239</c:v>
                </c:pt>
                <c:pt idx="563">
                  <c:v>1.8968999338666175</c:v>
                </c:pt>
                <c:pt idx="564">
                  <c:v>1.8881305834182045</c:v>
                </c:pt>
                <c:pt idx="565">
                  <c:v>1.8790473093775317</c:v>
                </c:pt>
                <c:pt idx="566">
                  <c:v>1.8696562872498468</c:v>
                </c:pt>
                <c:pt idx="567">
                  <c:v>1.8599638103334819</c:v>
                </c:pt>
                <c:pt idx="568">
                  <c:v>1.8499762833897131</c:v>
                </c:pt>
                <c:pt idx="569">
                  <c:v>1.8397002162912899</c:v>
                </c:pt>
                <c:pt idx="570">
                  <c:v>1.8291422176578984</c:v>
                </c:pt>
                <c:pt idx="571">
                  <c:v>1.818308988485883</c:v>
                </c:pt>
                <c:pt idx="572">
                  <c:v>1.8072073157798105</c:v>
                </c:pt>
                <c:pt idx="573">
                  <c:v>1.7958440661932968</c:v>
                </c:pt>
                <c:pt idx="574">
                  <c:v>1.7842261796862302</c:v>
                </c:pt>
                <c:pt idx="575">
                  <c:v>1.7723606632054767</c:v>
                </c:pt>
                <c:pt idx="576">
                  <c:v>1.760254584395988</c:v>
                </c:pt>
                <c:pt idx="577">
                  <c:v>1.7479150653490878</c:v>
                </c:pt>
                <c:pt idx="578">
                  <c:v>1.7353492763944238</c:v>
                </c:pt>
                <c:pt idx="579">
                  <c:v>1.7225644299419538</c:v>
                </c:pt>
                <c:pt idx="580">
                  <c:v>1.7095677743802986</c:v>
                </c:pt>
                <c:pt idx="581">
                  <c:v>1.6963665880372938</c:v>
                </c:pt>
                <c:pt idx="582">
                  <c:v>1.682968173208568</c:v>
                </c:pt>
                <c:pt idx="583">
                  <c:v>1.6693798502599544</c:v>
                </c:pt>
                <c:pt idx="584">
                  <c:v>1.6556089518087547</c:v>
                </c:pt>
                <c:pt idx="585">
                  <c:v>1.6416628169894203</c:v>
                </c:pt>
                <c:pt idx="586">
                  <c:v>1.6275487858082811</c:v>
                </c:pt>
                <c:pt idx="587">
                  <c:v>1.6132741935923551</c:v>
                </c:pt>
                <c:pt idx="588">
                  <c:v>1.598846365536531</c:v>
                </c:pt>
                <c:pt idx="589">
                  <c:v>1.5842726113536563</c:v>
                </c:pt>
                <c:pt idx="590">
                  <c:v>1.569560220031375</c:v>
                </c:pt>
                <c:pt idx="591">
                  <c:v>1.5547164546998067</c:v>
                </c:pt>
                <c:pt idx="592">
                  <c:v>1.5397485476134669</c:v>
                </c:pt>
                <c:pt idx="593">
                  <c:v>1.5246636952511143</c:v>
                </c:pt>
                <c:pt idx="594">
                  <c:v>1.5094690535364708</c:v>
                </c:pt>
                <c:pt idx="595">
                  <c:v>1.494171733182811</c:v>
                </c:pt>
                <c:pt idx="596">
                  <c:v>1.4787787951643914</c:v>
                </c:pt>
                <c:pt idx="597">
                  <c:v>1.4632972463167935</c:v>
                </c:pt>
                <c:pt idx="598">
                  <c:v>1.4477340350689685</c:v>
                </c:pt>
                <c:pt idx="599">
                  <c:v>1.432096047308673</c:v>
                </c:pt>
                <c:pt idx="600">
                  <c:v>1.4163901023832763</c:v>
                </c:pt>
                <c:pt idx="601">
                  <c:v>1.4006229492376985</c:v>
                </c:pt>
                <c:pt idx="602">
                  <c:v>1.384801262690639</c:v>
                </c:pt>
                <c:pt idx="603">
                  <c:v>1.3689316398506466</c:v>
                </c:pt>
                <c:pt idx="604">
                  <c:v>1.3530205966726521</c:v>
                </c:pt>
                <c:pt idx="605">
                  <c:v>1.337074564656189</c:v>
                </c:pt>
                <c:pt idx="606">
                  <c:v>1.321099887685508</c:v>
                </c:pt>
                <c:pt idx="607">
                  <c:v>1.3051028190123259</c:v>
                </c:pt>
                <c:pt idx="608">
                  <c:v>1.289089518381193</c:v>
                </c:pt>
                <c:pt idx="609">
                  <c:v>1.2730660492976871</c:v>
                </c:pt>
                <c:pt idx="610">
                  <c:v>1.2570383764391524</c:v>
                </c:pt>
                <c:pt idx="611">
                  <c:v>1.2410123632077465</c:v>
                </c:pt>
                <c:pt idx="612">
                  <c:v>1.2249937694252702</c:v>
                </c:pt>
                <c:pt idx="613">
                  <c:v>1.2089882491691033</c:v>
                </c:pt>
                <c:pt idx="614">
                  <c:v>1.1930013487484465</c:v>
                </c:pt>
                <c:pt idx="615">
                  <c:v>1.1770385048198992</c:v>
                </c:pt>
                <c:pt idx="616">
                  <c:v>1.1611050426411504</c:v>
                </c:pt>
                <c:pt idx="617">
                  <c:v>1.1452061744616535</c:v>
                </c:pt>
                <c:pt idx="618">
                  <c:v>1.1293469980487347</c:v>
                </c:pt>
                <c:pt idx="619">
                  <c:v>1.113532495347616</c:v>
                </c:pt>
                <c:pt idx="620">
                  <c:v>1.0977675312737949</c:v>
                </c:pt>
                <c:pt idx="621">
                  <c:v>1.0820568526356606</c:v>
                </c:pt>
                <c:pt idx="622">
                  <c:v>1.0664050871859276</c:v>
                </c:pt>
                <c:pt idx="623">
                  <c:v>1.0508167427992721</c:v>
                </c:pt>
                <c:pt idx="624">
                  <c:v>1.0352962067745177</c:v>
                </c:pt>
                <c:pt idx="625">
                  <c:v>1.019847745258899</c:v>
                </c:pt>
                <c:pt idx="626">
                  <c:v>1.004475502792038</c:v>
                </c:pt>
                <c:pt idx="627">
                  <c:v>0.98918350196736604</c:v>
                </c:pt>
                <c:pt idx="628">
                  <c:v>0.97397564320845864</c:v>
                </c:pt>
                <c:pt idx="629">
                  <c:v>0.95885570465754844</c:v>
                </c:pt>
                <c:pt idx="630">
                  <c:v>0.94382734217378483</c:v>
                </c:pt>
                <c:pt idx="631">
                  <c:v>0.92889408943840024</c:v>
                </c:pt>
                <c:pt idx="632">
                  <c:v>0.91405935816401929</c:v>
                </c:pt>
                <c:pt idx="633">
                  <c:v>0.89932643840539617</c:v>
                </c:pt>
                <c:pt idx="634">
                  <c:v>0.88469849896851716</c:v>
                </c:pt>
                <c:pt idx="635">
                  <c:v>0.87017858791534131</c:v>
                </c:pt>
                <c:pt idx="636">
                  <c:v>0.85576963316112176</c:v>
                </c:pt>
                <c:pt idx="637">
                  <c:v>0.84147444316133546</c:v>
                </c:pt>
                <c:pt idx="638">
                  <c:v>0.82729570768524563</c:v>
                </c:pt>
                <c:pt idx="639">
                  <c:v>0.81323599867300211</c:v>
                </c:pt>
                <c:pt idx="640">
                  <c:v>0.79929777117331813</c:v>
                </c:pt>
                <c:pt idx="641">
                  <c:v>0.78548336435851573</c:v>
                </c:pt>
                <c:pt idx="642">
                  <c:v>0.77179500261403555</c:v>
                </c:pt>
                <c:pt idx="643">
                  <c:v>0.75823479669922011</c:v>
                </c:pt>
                <c:pt idx="644">
                  <c:v>0.74480474497629068</c:v>
                </c:pt>
                <c:pt idx="645">
                  <c:v>0.73150673470453531</c:v>
                </c:pt>
                <c:pt idx="646">
                  <c:v>0.71834254339651904</c:v>
                </c:pt>
                <c:pt idx="647">
                  <c:v>0.70531384023338506</c:v>
                </c:pt>
                <c:pt idx="648">
                  <c:v>0.69242218753613627</c:v>
                </c:pt>
                <c:pt idx="649">
                  <c:v>0.67966904228988712</c:v>
                </c:pt>
                <c:pt idx="650">
                  <c:v>0.66705575771816095</c:v>
                </c:pt>
                <c:pt idx="651">
                  <c:v>0.65458358490414792</c:v>
                </c:pt>
                <c:pt idx="652">
                  <c:v>0.64225367445609882</c:v>
                </c:pt>
                <c:pt idx="653">
                  <c:v>0.63006707821396379</c:v>
                </c:pt>
                <c:pt idx="654">
                  <c:v>0.61802475099419973</c:v>
                </c:pt>
                <c:pt idx="655">
                  <c:v>0.60612755237028915</c:v>
                </c:pt>
                <c:pt idx="656">
                  <c:v>0.5943762484858055</c:v>
                </c:pt>
                <c:pt idx="657">
                  <c:v>0.58277151389753878</c:v>
                </c:pt>
                <c:pt idx="658">
                  <c:v>0.5713139334458619</c:v>
                </c:pt>
                <c:pt idx="659">
                  <c:v>0.56000400414977547</c:v>
                </c:pt>
                <c:pt idx="660">
                  <c:v>0.54884213712391894</c:v>
                </c:pt>
                <c:pt idx="661">
                  <c:v>0.53782865951512093</c:v>
                </c:pt>
                <c:pt idx="662">
                  <c:v>0.5269638164559477</c:v>
                </c:pt>
                <c:pt idx="663">
                  <c:v>0.51624777303277136</c:v>
                </c:pt>
                <c:pt idx="664">
                  <c:v>0.50568061626606442</c:v>
                </c:pt>
                <c:pt idx="665">
                  <c:v>0.49526235710054889</c:v>
                </c:pt>
                <c:pt idx="666">
                  <c:v>0.48499293240293861</c:v>
                </c:pt>
                <c:pt idx="667">
                  <c:v>0.4748722069650817</c:v>
                </c:pt>
                <c:pt idx="668">
                  <c:v>0.46489997551039913</c:v>
                </c:pt>
                <c:pt idx="669">
                  <c:v>0.45507596470145012</c:v>
                </c:pt>
                <c:pt idx="670">
                  <c:v>0.44539983514674342</c:v>
                </c:pt>
                <c:pt idx="671">
                  <c:v>0.43587118340473069</c:v>
                </c:pt>
                <c:pt idx="672">
                  <c:v>0.42648954398313654</c:v>
                </c:pt>
                <c:pt idx="673">
                  <c:v>0.41725439133185577</c:v>
                </c:pt>
                <c:pt idx="674">
                  <c:v>0.40816514182754388</c:v>
                </c:pt>
                <c:pt idx="675">
                  <c:v>0.39922115574833661</c:v>
                </c:pt>
                <c:pt idx="676">
                  <c:v>0.39042173923699847</c:v>
                </c:pt>
                <c:pt idx="677">
                  <c:v>0.38176614625094363</c:v>
                </c:pt>
                <c:pt idx="678">
                  <c:v>0.37325358049766516</c:v>
                </c:pt>
                <c:pt idx="679">
                  <c:v>0.36488319735409824</c:v>
                </c:pt>
                <c:pt idx="680">
                  <c:v>0.35665410576859463</c:v>
                </c:pt>
                <c:pt idx="681">
                  <c:v>0.34856537014417255</c:v>
                </c:pt>
                <c:pt idx="682">
                  <c:v>0.34061601220179544</c:v>
                </c:pt>
                <c:pt idx="683">
                  <c:v>0.33280501282255681</c:v>
                </c:pt>
                <c:pt idx="684">
                  <c:v>0.32513131386756206</c:v>
                </c:pt>
                <c:pt idx="685">
                  <c:v>0.3175938199745631</c:v>
                </c:pt>
                <c:pt idx="686">
                  <c:v>0.31019140033024645</c:v>
                </c:pt>
                <c:pt idx="687">
                  <c:v>0.30292289041732501</c:v>
                </c:pt>
                <c:pt idx="688">
                  <c:v>0.29578709373552164</c:v>
                </c:pt>
                <c:pt idx="689">
                  <c:v>0.28878278349561343</c:v>
                </c:pt>
                <c:pt idx="690">
                  <c:v>0.28190870428581954</c:v>
                </c:pt>
                <c:pt idx="691">
                  <c:v>0.2751635737097905</c:v>
                </c:pt>
                <c:pt idx="692">
                  <c:v>0.26854608399557878</c:v>
                </c:pt>
                <c:pt idx="693">
                  <c:v>0.2620549035749779</c:v>
                </c:pt>
                <c:pt idx="694">
                  <c:v>0.25568867863270689</c:v>
                </c:pt>
                <c:pt idx="695">
                  <c:v>0.24944603462493159</c:v>
                </c:pt>
                <c:pt idx="696">
                  <c:v>0.24332557776669292</c:v>
                </c:pt>
                <c:pt idx="697">
                  <c:v>0.23732589648786293</c:v>
                </c:pt>
                <c:pt idx="698">
                  <c:v>0.23144556285727483</c:v>
                </c:pt>
                <c:pt idx="699">
                  <c:v>0.22568313397471623</c:v>
                </c:pt>
                <c:pt idx="700">
                  <c:v>0.22003715333059601</c:v>
                </c:pt>
                <c:pt idx="701">
                  <c:v>0.21450615213297819</c:v>
                </c:pt>
                <c:pt idx="702">
                  <c:v>0.20908865060193893</c:v>
                </c:pt>
                <c:pt idx="703">
                  <c:v>0.20378315923102966</c:v>
                </c:pt>
                <c:pt idx="704">
                  <c:v>0.19858818001581399</c:v>
                </c:pt>
                <c:pt idx="705">
                  <c:v>0.19350220764941575</c:v>
                </c:pt>
                <c:pt idx="706">
                  <c:v>0.18852373068510103</c:v>
                </c:pt>
                <c:pt idx="707">
                  <c:v>0.18365123266587799</c:v>
                </c:pt>
                <c:pt idx="708">
                  <c:v>0.1788831932212237</c:v>
                </c:pt>
                <c:pt idx="709">
                  <c:v>0.17421808913102407</c:v>
                </c:pt>
                <c:pt idx="710">
                  <c:v>0.16965439535684371</c:v>
                </c:pt>
                <c:pt idx="711">
                  <c:v>0.16519058604069356</c:v>
                </c:pt>
                <c:pt idx="712">
                  <c:v>0.16082513547151864</c:v>
                </c:pt>
                <c:pt idx="713">
                  <c:v>0.15655651901956261</c:v>
                </c:pt>
                <c:pt idx="714">
                  <c:v>0.15238321403891084</c:v>
                </c:pt>
                <c:pt idx="715">
                  <c:v>0.14830370073846283</c:v>
                </c:pt>
                <c:pt idx="716">
                  <c:v>0.14431646302161449</c:v>
                </c:pt>
                <c:pt idx="717">
                  <c:v>0.14041998929498772</c:v>
                </c:pt>
                <c:pt idx="718">
                  <c:v>0.13661277324655208</c:v>
                </c:pt>
                <c:pt idx="719">
                  <c:v>0.13289331459346734</c:v>
                </c:pt>
                <c:pt idx="720">
                  <c:v>0.12926011980005697</c:v>
                </c:pt>
                <c:pt idx="721">
                  <c:v>0.12571170276630123</c:v>
                </c:pt>
                <c:pt idx="722">
                  <c:v>0.12224658548724522</c:v>
                </c:pt>
                <c:pt idx="723">
                  <c:v>0.11886329868378416</c:v>
                </c:pt>
                <c:pt idx="724">
                  <c:v>0.11556038240524182</c:v>
                </c:pt>
                <c:pt idx="725">
                  <c:v>0.11233638660421325</c:v>
                </c:pt>
                <c:pt idx="726">
                  <c:v>0.10918987168413695</c:v>
                </c:pt>
                <c:pt idx="727">
                  <c:v>0.10611940902007863</c:v>
                </c:pt>
                <c:pt idx="728">
                  <c:v>0.10312358145322471</c:v>
                </c:pt>
                <c:pt idx="729">
                  <c:v>0.10020098375957232</c:v>
                </c:pt>
                <c:pt idx="730">
                  <c:v>9.735022309333341E-2</c:v>
                </c:pt>
                <c:pt idx="731">
                  <c:v>9.4569919405583652E-2</c:v>
                </c:pt>
                <c:pt idx="732">
                  <c:v>9.1858705838642599E-2</c:v>
                </c:pt>
                <c:pt idx="733">
                  <c:v>8.9215229096752627E-2</c:v>
                </c:pt>
                <c:pt idx="734">
                  <c:v>8.6638149793577132E-2</c:v>
                </c:pt>
                <c:pt idx="735">
                  <c:v>8.4126142777032634E-2</c:v>
                </c:pt>
                <c:pt idx="736">
                  <c:v>8.1677897432040139E-2</c:v>
                </c:pt>
                <c:pt idx="737">
                  <c:v>7.9292117961704114E-2</c:v>
                </c:pt>
                <c:pt idx="738">
                  <c:v>7.6967523647466354E-2</c:v>
                </c:pt>
                <c:pt idx="739">
                  <c:v>7.470284908880849E-2</c:v>
                </c:pt>
                <c:pt idx="740">
                  <c:v>7.2496844423014586E-2</c:v>
                </c:pt>
                <c:pt idx="741">
                  <c:v>7.0348275525561693E-2</c:v>
                </c:pt>
                <c:pt idx="742">
                  <c:v>6.8255924191673728E-2</c:v>
                </c:pt>
                <c:pt idx="743">
                  <c:v>6.6218588299592582E-2</c:v>
                </c:pt>
                <c:pt idx="744">
                  <c:v>6.4235081956084961E-2</c:v>
                </c:pt>
                <c:pt idx="745">
                  <c:v>6.2304235624758175E-2</c:v>
                </c:pt>
                <c:pt idx="746">
                  <c:v>6.0424896237680513E-2</c:v>
                </c:pt>
                <c:pt idx="747">
                  <c:v>5.8595927290869328E-2</c:v>
                </c:pt>
                <c:pt idx="748">
                  <c:v>5.681620892416013E-2</c:v>
                </c:pt>
                <c:pt idx="749">
                  <c:v>5.5084637985973586E-2</c:v>
                </c:pt>
                <c:pt idx="750">
                  <c:v>5.340012808351164E-2</c:v>
                </c:pt>
                <c:pt idx="751">
                  <c:v>5.1761609618887629E-2</c:v>
                </c:pt>
                <c:pt idx="752">
                  <c:v>5.0168029811690169E-2</c:v>
                </c:pt>
                <c:pt idx="753">
                  <c:v>4.8618352708494059E-2</c:v>
                </c:pt>
                <c:pt idx="754">
                  <c:v>4.7111559179798729E-2</c:v>
                </c:pt>
                <c:pt idx="755">
                  <c:v>4.5646646904889815E-2</c:v>
                </c:pt>
                <c:pt idx="756">
                  <c:v>4.4222630345096936E-2</c:v>
                </c:pt>
                <c:pt idx="757">
                  <c:v>4.2838540705922371E-2</c:v>
                </c:pt>
                <c:pt idx="758">
                  <c:v>4.1493425888506769E-2</c:v>
                </c:pt>
                <c:pt idx="759">
                  <c:v>4.0186350430881243E-2</c:v>
                </c:pt>
                <c:pt idx="760">
                  <c:v>3.8916395439465852E-2</c:v>
                </c:pt>
                <c:pt idx="761">
                  <c:v>3.7682658511239427E-2</c:v>
                </c:pt>
                <c:pt idx="762">
                  <c:v>3.648425364702898E-2</c:v>
                </c:pt>
                <c:pt idx="763">
                  <c:v>3.5320311156328041E-2</c:v>
                </c:pt>
                <c:pt idx="764">
                  <c:v>3.4189977554067705E-2</c:v>
                </c:pt>
                <c:pt idx="765">
                  <c:v>3.3092415449737997E-2</c:v>
                </c:pt>
                <c:pt idx="766">
                  <c:v>3.202680342926819E-2</c:v>
                </c:pt>
                <c:pt idx="767">
                  <c:v>3.099233593004002E-2</c:v>
                </c:pt>
                <c:pt idx="768">
                  <c:v>2.9988223109422504E-2</c:v>
                </c:pt>
                <c:pt idx="769">
                  <c:v>2.9013690707196525E-2</c:v>
                </c:pt>
                <c:pt idx="770">
                  <c:v>2.8067979902226009E-2</c:v>
                </c:pt>
                <c:pt idx="771">
                  <c:v>2.7150347163732179E-2</c:v>
                </c:pt>
                <c:pt idx="772">
                  <c:v>2.6260064097508848E-2</c:v>
                </c:pt>
                <c:pt idx="773">
                  <c:v>2.5396417287417775E-2</c:v>
                </c:pt>
                <c:pt idx="774">
                  <c:v>2.4558708132481805E-2</c:v>
                </c:pt>
                <c:pt idx="775">
                  <c:v>2.3746252679894445E-2</c:v>
                </c:pt>
                <c:pt idx="776">
                  <c:v>2.2958381454252504E-2</c:v>
                </c:pt>
                <c:pt idx="777">
                  <c:v>2.2194439283309674E-2</c:v>
                </c:pt>
                <c:pt idx="778">
                  <c:v>2.1453785120530085E-2</c:v>
                </c:pt>
                <c:pt idx="779">
                  <c:v>2.0735791864737421E-2</c:v>
                </c:pt>
                <c:pt idx="780">
                  <c:v>2.003984617711339E-2</c:v>
                </c:pt>
                <c:pt idx="781">
                  <c:v>1.9365348295816424E-2</c:v>
                </c:pt>
                <c:pt idx="782">
                  <c:v>1.8711711848473044E-2</c:v>
                </c:pt>
                <c:pt idx="783">
                  <c:v>1.8078363662781972E-2</c:v>
                </c:pt>
                <c:pt idx="784">
                  <c:v>1.7464743575468282E-2</c:v>
                </c:pt>
                <c:pt idx="785">
                  <c:v>1.6870304239820208E-2</c:v>
                </c:pt>
                <c:pt idx="786">
                  <c:v>1.6294510932018964E-2</c:v>
                </c:pt>
                <c:pt idx="787">
                  <c:v>1.5736841356478903E-2</c:v>
                </c:pt>
                <c:pt idx="788">
                  <c:v>1.5196785450399103E-2</c:v>
                </c:pt>
                <c:pt idx="789">
                  <c:v>1.4673845187722771E-2</c:v>
                </c:pt>
                <c:pt idx="790">
                  <c:v>1.4167534382686914E-2</c:v>
                </c:pt>
                <c:pt idx="791">
                  <c:v>1.367737849314995E-2</c:v>
                </c:pt>
                <c:pt idx="792">
                  <c:v>1.3202914423862577E-2</c:v>
                </c:pt>
                <c:pt idx="793">
                  <c:v>1.2743690329849969E-2</c:v>
                </c:pt>
                <c:pt idx="794">
                  <c:v>1.2299265420062329E-2</c:v>
                </c:pt>
                <c:pt idx="795">
                  <c:v>1.186920976144536E-2</c:v>
                </c:pt>
                <c:pt idx="796">
                  <c:v>1.1453104083571426E-2</c:v>
                </c:pt>
                <c:pt idx="797">
                  <c:v>1.1050539583971694E-2</c:v>
                </c:pt>
                <c:pt idx="798">
                  <c:v>1.0661117734299067E-2</c:v>
                </c:pt>
                <c:pt idx="799">
                  <c:v>1.0284450087442328E-2</c:v>
                </c:pt>
                <c:pt idx="800">
                  <c:v>9.9201580857133809E-3</c:v>
                </c:pt>
                <c:pt idx="801">
                  <c:v>9.5678728702176617E-3</c:v>
                </c:pt>
                <c:pt idx="802">
                  <c:v>9.2272350915108409E-3</c:v>
                </c:pt>
                <c:pt idx="803">
                  <c:v>8.8978947216446017E-3</c:v>
                </c:pt>
                <c:pt idx="804">
                  <c:v>8.5795108676937643E-3</c:v>
                </c:pt>
                <c:pt idx="805">
                  <c:v>8.27175158685272E-3</c:v>
                </c:pt>
                <c:pt idx="806">
                  <c:v>7.974293703185583E-3</c:v>
                </c:pt>
                <c:pt idx="807">
                  <c:v>7.6868226261060249E-3</c:v>
                </c:pt>
                <c:pt idx="808">
                  <c:v>7.4090321706613465E-3</c:v>
                </c:pt>
                <c:pt idx="809">
                  <c:v>7.140624379686474E-3</c:v>
                </c:pt>
                <c:pt idx="810">
                  <c:v>6.881309347893081E-3</c:v>
                </c:pt>
                <c:pt idx="811">
                  <c:v>6.6308050479501803E-3</c:v>
                </c:pt>
                <c:pt idx="812">
                  <c:v>6.3888371586115229E-3</c:v>
                </c:pt>
                <c:pt idx="813">
                  <c:v>6.1551388949387439E-3</c:v>
                </c:pt>
                <c:pt idx="814">
                  <c:v>5.9294508406650065E-3</c:v>
                </c:pt>
                <c:pt idx="815">
                  <c:v>5.7115207827425586E-3</c:v>
                </c:pt>
                <c:pt idx="816">
                  <c:v>5.5011035481091035E-3</c:v>
                </c:pt>
                <c:pt idx="817">
                  <c:v>5.2979608427083172E-3</c:v>
                </c:pt>
                <c:pt idx="818">
                  <c:v>5.1018610927940416E-3</c:v>
                </c:pt>
                <c:pt idx="819">
                  <c:v>4.9125792885454109E-3</c:v>
                </c:pt>
                <c:pt idx="820">
                  <c:v>4.7298968300144885E-3</c:v>
                </c:pt>
                <c:pt idx="821">
                  <c:v>4.5536013754285051E-3</c:v>
                </c:pt>
                <c:pt idx="822">
                  <c:v>4.3834866918625566E-3</c:v>
                </c:pt>
                <c:pt idx="823">
                  <c:v>4.2193525082959765E-3</c:v>
                </c:pt>
                <c:pt idx="824">
                  <c:v>4.06100437106564E-3</c:v>
                </c:pt>
                <c:pt idx="825">
                  <c:v>3.9082535017223767E-3</c:v>
                </c:pt>
                <c:pt idx="826">
                  <c:v>3.7609166572973108E-3</c:v>
                </c:pt>
                <c:pt idx="827">
                  <c:v>3.6188159929818201E-3</c:v>
                </c:pt>
                <c:pt idx="828">
                  <c:v>3.4817789272212616E-3</c:v>
                </c:pt>
                <c:pt idx="829">
                  <c:v>3.3496380092210691E-3</c:v>
                </c:pt>
                <c:pt idx="830">
                  <c:v>3.2222307888626839E-3</c:v>
                </c:pt>
                <c:pt idx="831">
                  <c:v>3.0993996890227699E-3</c:v>
                </c:pt>
                <c:pt idx="832">
                  <c:v>2.9809918802887743E-3</c:v>
                </c:pt>
                <c:pt idx="833">
                  <c:v>2.8668591580611651E-3</c:v>
                </c:pt>
                <c:pt idx="834">
                  <c:v>2.7568578220314101E-3</c:v>
                </c:pt>
                <c:pt idx="835">
                  <c:v>2.6508485580231324E-3</c:v>
                </c:pt>
                <c:pt idx="836">
                  <c:v>2.54869632218145E-3</c:v>
                </c:pt>
                <c:pt idx="837">
                  <c:v>2.4502702274956942E-3</c:v>
                </c:pt>
                <c:pt idx="838">
                  <c:v>2.355443432637249E-3</c:v>
                </c:pt>
                <c:pt idx="839">
                  <c:v>2.2640930330947769E-3</c:v>
                </c:pt>
                <c:pt idx="840">
                  <c:v>2.1760999545869307E-3</c:v>
                </c:pt>
                <c:pt idx="841">
                  <c:v>2.091348848731348E-3</c:v>
                </c:pt>
                <c:pt idx="842">
                  <c:v>2.009727990948324E-3</c:v>
                </c:pt>
                <c:pt idx="843">
                  <c:v>1.9311291805762668E-3</c:v>
                </c:pt>
                <c:pt idx="844">
                  <c:v>1.8554476431749008E-3</c:v>
                </c:pt>
                <c:pt idx="845">
                  <c:v>1.7825819349912863E-3</c:v>
                </c:pt>
                <c:pt idx="846">
                  <c:v>1.7124338495638947E-3</c:v>
                </c:pt>
                <c:pt idx="847">
                  <c:v>1.6449083264375296E-3</c:v>
                </c:pt>
                <c:pt idx="848">
                  <c:v>1.5799133619630703E-3</c:v>
                </c:pt>
                <c:pt idx="849">
                  <c:v>1.517359922154055E-3</c:v>
                </c:pt>
                <c:pt idx="850">
                  <c:v>1.4571618575720982E-3</c:v>
                </c:pt>
                <c:pt idx="851">
                  <c:v>1.3992358202128939E-3</c:v>
                </c:pt>
                <c:pt idx="852">
                  <c:v>1.3435011823634772E-3</c:v>
                </c:pt>
                <c:pt idx="853">
                  <c:v>1.2898799574017172E-3</c:v>
                </c:pt>
                <c:pt idx="854">
                  <c:v>1.2382967225081332E-3</c:v>
                </c:pt>
                <c:pt idx="855">
                  <c:v>1.188678543260059E-3</c:v>
                </c:pt>
                <c:pt idx="856">
                  <c:v>1.1409549000781559E-3</c:v>
                </c:pt>
                <c:pt idx="857">
                  <c:v>1.0950576164945522E-3</c:v>
                </c:pt>
                <c:pt idx="858">
                  <c:v>1.0509207892122673E-3</c:v>
                </c:pt>
                <c:pt idx="859">
                  <c:v>1.0084807199249807E-3</c:v>
                </c:pt>
                <c:pt idx="860">
                  <c:v>9.6767584886646603E-4</c:v>
                </c:pt>
                <c:pt idx="861">
                  <c:v>9.2844669005899137E-4</c:v>
                </c:pt>
                <c:pt idx="862">
                  <c:v>8.9073576822939679E-4</c:v>
                </c:pt>
                <c:pt idx="863">
                  <c:v>8.5448755736245482E-4</c:v>
                </c:pt>
                <c:pt idx="864">
                  <c:v>8.1964842086046038E-4</c:v>
                </c:pt>
                <c:pt idx="865">
                  <c:v>7.861665532782169E-4</c:v>
                </c:pt>
                <c:pt idx="866">
                  <c:v>7.5399192360312646E-4</c:v>
                </c:pt>
                <c:pt idx="867">
                  <c:v>7.2307622004956344E-4</c:v>
                </c:pt>
                <c:pt idx="868">
                  <c:v>6.9337279633722786E-4</c:v>
                </c:pt>
                <c:pt idx="869">
                  <c:v>6.6483661942356173E-4</c:v>
                </c:pt>
                <c:pt idx="870">
                  <c:v>6.3742421865977804E-4</c:v>
                </c:pt>
                <c:pt idx="871">
                  <c:v>6.1109363634116926E-4</c:v>
                </c:pt>
                <c:pt idx="872">
                  <c:v>5.8580437962193999E-4</c:v>
                </c:pt>
                <c:pt idx="873">
                  <c:v>5.6151737376529756E-4</c:v>
                </c:pt>
                <c:pt idx="874">
                  <c:v>5.3819491669983624E-4</c:v>
                </c:pt>
                <c:pt idx="875">
                  <c:v>5.158006348534314E-4</c:v>
                </c:pt>
                <c:pt idx="876">
                  <c:v>4.942994402363385E-4</c:v>
                </c:pt>
                <c:pt idx="877">
                  <c:v>4.7365748874515936E-4</c:v>
                </c:pt>
                <c:pt idx="878">
                  <c:v>4.5384213966011446E-4</c:v>
                </c:pt>
                <c:pt idx="879">
                  <c:v>4.3482191630801823E-4</c:v>
                </c:pt>
                <c:pt idx="880">
                  <c:v>4.1656646786391579E-4</c:v>
                </c:pt>
                <c:pt idx="881">
                  <c:v>3.9904653226453509E-4</c:v>
                </c:pt>
                <c:pt idx="882">
                  <c:v>3.8223390020732372E-4</c:v>
                </c:pt>
                <c:pt idx="883">
                  <c:v>3.6610138020887038E-4</c:v>
                </c:pt>
                <c:pt idx="884">
                  <c:v>3.506227646971696E-4</c:v>
                </c:pt>
                <c:pt idx="885">
                  <c:v>3.3577279711246395E-4</c:v>
                </c:pt>
                <c:pt idx="886">
                  <c:v>3.2152713999176606E-4</c:v>
                </c:pt>
                <c:pt idx="887">
                  <c:v>3.0786234401257206E-4</c:v>
                </c:pt>
                <c:pt idx="888">
                  <c:v>2.9475581797176661E-4</c:v>
                </c:pt>
                <c:pt idx="889">
                  <c:v>2.8218579967593258E-4</c:v>
                </c:pt>
                <c:pt idx="890">
                  <c:v>2.7013132771987739E-4</c:v>
                </c:pt>
                <c:pt idx="891">
                  <c:v>2.5857221413046492E-4</c:v>
                </c:pt>
                <c:pt idx="892">
                  <c:v>2.4748901785332742E-4</c:v>
                </c:pt>
                <c:pt idx="893">
                  <c:v>2.3686301906034176E-4</c:v>
                </c:pt>
                <c:pt idx="894">
                  <c:v>2.2667619425634211E-4</c:v>
                </c:pt>
                <c:pt idx="895">
                  <c:v>2.1691119216370533E-4</c:v>
                </c:pt>
                <c:pt idx="896">
                  <c:v>2.0755131036405422E-4</c:v>
                </c:pt>
                <c:pt idx="897">
                  <c:v>1.9858047267669798E-4</c:v>
                </c:pt>
                <c:pt idx="898">
                  <c:v>1.899832072536968E-4</c:v>
                </c:pt>
                <c:pt idx="899">
                  <c:v>1.8174462537205301E-4</c:v>
                </c:pt>
                <c:pt idx="900">
                  <c:v>1.7385040090374181E-4</c:v>
                </c:pt>
                <c:pt idx="901">
                  <c:v>1.6628675044484551E-4</c:v>
                </c:pt>
                <c:pt idx="902">
                  <c:v>1.5904041408534568E-4</c:v>
                </c:pt>
                <c:pt idx="903">
                  <c:v>1.5209863680157787E-4</c:v>
                </c:pt>
                <c:pt idx="904">
                  <c:v>1.4544915045375004E-4</c:v>
                </c:pt>
                <c:pt idx="905">
                  <c:v>1.3908015637126075E-4</c:v>
                </c:pt>
                <c:pt idx="906">
                  <c:v>1.3298030850901138E-4</c:v>
                </c:pt>
                <c:pt idx="907">
                  <c:v>1.2713869715823777E-4</c:v>
                </c:pt>
                <c:pt idx="908">
                  <c:v>1.2154483319575779E-4</c:v>
                </c:pt>
                <c:pt idx="909">
                  <c:v>1.1618863285596581E-4</c:v>
                </c:pt>
                <c:pt idx="910">
                  <c:v>1.1106040301017194E-4</c:v>
                </c:pt>
                <c:pt idx="911">
                  <c:v>1.0615082693836662E-4</c:v>
                </c:pt>
                <c:pt idx="912">
                  <c:v>1.0145095057875305E-4</c:v>
                </c:pt>
                <c:pt idx="913">
                  <c:v>9.6952169240770408E-5</c:v>
                </c:pt>
                <c:pt idx="914">
                  <c:v>9.2646214767728335E-5</c:v>
                </c:pt>
                <c:pt idx="915">
                  <c:v>8.8525143135450524E-5</c:v>
                </c:pt>
                <c:pt idx="916">
                  <c:v>8.4581322473676636E-5</c:v>
                </c:pt>
                <c:pt idx="917">
                  <c:v>8.0807421497366782E-5</c:v>
                </c:pt>
                <c:pt idx="918">
                  <c:v>7.7196398335288634E-5</c:v>
                </c:pt>
                <c:pt idx="919">
                  <c:v>7.3741489743647299E-5</c:v>
                </c:pt>
                <c:pt idx="920">
                  <c:v>7.0436200692835398E-5</c:v>
                </c:pt>
                <c:pt idx="921">
                  <c:v>6.7274294315667872E-5</c:v>
                </c:pt>
                <c:pt idx="922">
                  <c:v>6.4249782205775318E-5</c:v>
                </c:pt>
                <c:pt idx="923">
                  <c:v>6.135691505515784E-5</c:v>
                </c:pt>
                <c:pt idx="924">
                  <c:v>5.8590173620162402E-5</c:v>
                </c:pt>
                <c:pt idx="925">
                  <c:v>5.5944260005445835E-5</c:v>
                </c:pt>
                <c:pt idx="926">
                  <c:v>5.3414089255789311E-5</c:v>
                </c:pt>
                <c:pt idx="927">
                  <c:v>5.099478124588368E-5</c:v>
                </c:pt>
                <c:pt idx="928">
                  <c:v>4.8681652858474398E-5</c:v>
                </c:pt>
                <c:pt idx="929">
                  <c:v>4.6470210441554252E-5</c:v>
                </c:pt>
                <c:pt idx="930">
                  <c:v>4.4356142535520774E-5</c:v>
                </c:pt>
                <c:pt idx="931">
                  <c:v>4.2335312861478126E-5</c:v>
                </c:pt>
                <c:pt idx="932">
                  <c:v>4.0403753562128719E-5</c:v>
                </c:pt>
                <c:pt idx="933">
                  <c:v>3.8557658686931337E-5</c:v>
                </c:pt>
                <c:pt idx="934">
                  <c:v>3.6793377913434492E-5</c:v>
                </c:pt>
                <c:pt idx="935">
                  <c:v>3.5107410496953291E-5</c:v>
                </c:pt>
                <c:pt idx="936">
                  <c:v>3.3496399440965661E-5</c:v>
                </c:pt>
                <c:pt idx="937">
                  <c:v>3.1957125880825036E-5</c:v>
                </c:pt>
                <c:pt idx="938">
                  <c:v>3.0486503673628805E-5</c:v>
                </c:pt>
                <c:pt idx="939">
                  <c:v>2.908157418726973E-5</c:v>
                </c:pt>
                <c:pt idx="940">
                  <c:v>2.7739501281915699E-5</c:v>
                </c:pt>
                <c:pt idx="941">
                  <c:v>2.6457566477369791E-5</c:v>
                </c:pt>
                <c:pt idx="942">
                  <c:v>2.5233164299958886E-5</c:v>
                </c:pt>
                <c:pt idx="943">
                  <c:v>2.4063797802782842E-5</c:v>
                </c:pt>
                <c:pt idx="944">
                  <c:v>2.2947074253361393E-5</c:v>
                </c:pt>
                <c:pt idx="945">
                  <c:v>2.1880700982884742E-5</c:v>
                </c:pt>
                <c:pt idx="946">
                  <c:v>2.0862481391464557E-5</c:v>
                </c:pt>
                <c:pt idx="947">
                  <c:v>1.9890311103944026E-5</c:v>
                </c:pt>
                <c:pt idx="948">
                  <c:v>1.8962174271009189E-5</c:v>
                </c:pt>
                <c:pt idx="949">
                  <c:v>1.8076140010499713E-5</c:v>
                </c:pt>
                <c:pt idx="950">
                  <c:v>1.7230358983980569E-5</c:v>
                </c:pt>
                <c:pt idx="951">
                  <c:v>1.6423060103795718E-5</c:v>
                </c:pt>
                <c:pt idx="952">
                  <c:v>1.5652547365974007E-5</c:v>
                </c:pt>
                <c:pt idx="953">
                  <c:v>1.4917196804508066E-5</c:v>
                </c:pt>
                <c:pt idx="954">
                  <c:v>1.4215453562671381E-5</c:v>
                </c:pt>
                <c:pt idx="955">
                  <c:v>1.3545829077176359E-5</c:v>
                </c:pt>
                <c:pt idx="956">
                  <c:v>1.2906898371118575E-5</c:v>
                </c:pt>
                <c:pt idx="957">
                  <c:v>1.2297297451778507E-5</c:v>
                </c:pt>
                <c:pt idx="958">
                  <c:v>1.1715720809485139E-5</c:v>
                </c:pt>
                <c:pt idx="959">
                  <c:v>1.1160919013869769E-5</c:v>
                </c:pt>
                <c:pt idx="960">
                  <c:v>1.0631696403963187E-5</c:v>
                </c:pt>
                <c:pt idx="961">
                  <c:v>1.0126908868698008E-5</c:v>
                </c:pt>
                <c:pt idx="962">
                  <c:v>9.645461714508274E-6</c:v>
                </c:pt>
                <c:pt idx="963">
                  <c:v>9.1863076168148382E-6</c:v>
                </c:pt>
                <c:pt idx="964">
                  <c:v>8.7484446523009243E-6</c:v>
                </c:pt>
                <c:pt idx="965">
                  <c:v>8.330914408988417E-6</c:v>
                </c:pt>
                <c:pt idx="966">
                  <c:v>7.9328001712217824E-6</c:v>
                </c:pt>
                <c:pt idx="967">
                  <c:v>7.5532251767681189E-6</c:v>
                </c:pt>
                <c:pt idx="968">
                  <c:v>7.1913509433405927E-6</c:v>
                </c:pt>
                <c:pt idx="969">
                  <c:v>6.8463756619395483E-6</c:v>
                </c:pt>
                <c:pt idx="970">
                  <c:v>6.5175326544997875E-6</c:v>
                </c:pt>
                <c:pt idx="971">
                  <c:v>6.2040888934182851E-6</c:v>
                </c:pt>
                <c:pt idx="972">
                  <c:v>5.9053435806221526E-6</c:v>
                </c:pt>
                <c:pt idx="973">
                  <c:v>5.6206267839168067E-6</c:v>
                </c:pt>
                <c:pt idx="974">
                  <c:v>5.3492981284349596E-6</c:v>
                </c:pt>
                <c:pt idx="975">
                  <c:v>5.090745541085409E-6</c:v>
                </c:pt>
                <c:pt idx="976">
                  <c:v>4.8443840459703891E-6</c:v>
                </c:pt>
                <c:pt idx="977">
                  <c:v>4.6096546088178499E-6</c:v>
                </c:pt>
                <c:pt idx="978">
                  <c:v>4.386023028541576E-6</c:v>
                </c:pt>
                <c:pt idx="979">
                  <c:v>4.1729788741093282E-6</c:v>
                </c:pt>
                <c:pt idx="980">
                  <c:v>3.9700344649665118E-6</c:v>
                </c:pt>
                <c:pt idx="981">
                  <c:v>3.7767238933251242E-6</c:v>
                </c:pt>
                <c:pt idx="982">
                  <c:v>3.5926020866878228E-6</c:v>
                </c:pt>
                <c:pt idx="983">
                  <c:v>3.4172439090380686E-6</c:v>
                </c:pt>
                <c:pt idx="984">
                  <c:v>3.2502432991834151E-6</c:v>
                </c:pt>
                <c:pt idx="985">
                  <c:v>3.0912124447939193E-6</c:v>
                </c:pt>
                <c:pt idx="986">
                  <c:v>2.9397809907320928E-6</c:v>
                </c:pt>
                <c:pt idx="987">
                  <c:v>2.7955952803222662E-6</c:v>
                </c:pt>
                <c:pt idx="988">
                  <c:v>2.6583176282561182E-6</c:v>
                </c:pt>
                <c:pt idx="989">
                  <c:v>2.5276256238813518E-6</c:v>
                </c:pt>
                <c:pt idx="990">
                  <c:v>2.4032114636649779E-6</c:v>
                </c:pt>
                <c:pt idx="991">
                  <c:v>2.2847813116691888E-6</c:v>
                </c:pt>
                <c:pt idx="992">
                  <c:v>2.1720546869210214E-6</c:v>
                </c:pt>
                <c:pt idx="993">
                  <c:v>2.0647638765982229E-6</c:v>
                </c:pt>
                <c:pt idx="994">
                  <c:v>1.9626533739953561E-6</c:v>
                </c:pt>
                <c:pt idx="995">
                  <c:v>1.8654793402726489E-6</c:v>
                </c:pt>
                <c:pt idx="996">
                  <c:v>1.7730090890279811E-6</c:v>
                </c:pt>
                <c:pt idx="997">
                  <c:v>1.6850205927689955E-6</c:v>
                </c:pt>
                <c:pt idx="998">
                  <c:v>1.6013020103976438E-6</c:v>
                </c:pt>
                <c:pt idx="999">
                  <c:v>1.5216512348528128E-6</c:v>
                </c:pt>
                <c:pt idx="1000">
                  <c:v>1.4458754600900829E-6</c:v>
                </c:pt>
                <c:pt idx="1001">
                  <c:v>1.3737907666090966E-6</c:v>
                </c:pt>
                <c:pt idx="1002">
                  <c:v>1.3052217247691985E-6</c:v>
                </c:pt>
                <c:pt idx="1003">
                  <c:v>1.2400010151633187E-6</c:v>
                </c:pt>
                <c:pt idx="1004">
                  <c:v>1.1779690653493288E-6</c:v>
                </c:pt>
                <c:pt idx="1005">
                  <c:v>1.1189737022638225E-6</c:v>
                </c:pt>
                <c:pt idx="1006">
                  <c:v>1.0628698196709309E-6</c:v>
                </c:pt>
                <c:pt idx="1007">
                  <c:v>1.0095190600235881E-6</c:v>
                </c:pt>
                <c:pt idx="1008">
                  <c:v>9.5878951013892706E-7</c:v>
                </c:pt>
                <c:pt idx="1009">
                  <c:v>9.1055541011331982E-7</c:v>
                </c:pt>
                <c:pt idx="1010">
                  <c:v>8.6469687492523913E-7</c:v>
                </c:pt>
                <c:pt idx="1011">
                  <c:v>8.2109962819563103E-7</c:v>
                </c:pt>
                <c:pt idx="1012">
                  <c:v>7.7965474759681252E-7</c:v>
                </c:pt>
                <c:pt idx="1013">
                  <c:v>7.4025842142126387E-7</c:v>
                </c:pt>
                <c:pt idx="1014">
                  <c:v>7.0281171584058693E-7</c:v>
                </c:pt>
                <c:pt idx="1015">
                  <c:v>6.6722035240447504E-7</c:v>
                </c:pt>
                <c:pt idx="1016">
                  <c:v>6.3339449534679814E-7</c:v>
                </c:pt>
                <c:pt idx="1017">
                  <c:v>6.012485482840923E-7</c:v>
                </c:pt>
                <c:pt idx="1018">
                  <c:v>5.7070095990763316E-7</c:v>
                </c:pt>
                <c:pt idx="1019">
                  <c:v>5.4167403828703362E-7</c:v>
                </c:pt>
                <c:pt idx="1020">
                  <c:v>5.1409377341857737E-7</c:v>
                </c:pt>
                <c:pt idx="1021">
                  <c:v>4.8788966766612018E-7</c:v>
                </c:pt>
                <c:pt idx="1022">
                  <c:v>4.6299457375714905E-7</c:v>
                </c:pt>
                <c:pt idx="1023">
                  <c:v>4.3934454001013842E-7</c:v>
                </c:pt>
                <c:pt idx="1024">
                  <c:v>4.1687866248251976E-7</c:v>
                </c:pt>
                <c:pt idx="1025">
                  <c:v>3.9553894374146616E-7</c:v>
                </c:pt>
                <c:pt idx="1026">
                  <c:v>3.7527015797191889E-7</c:v>
                </c:pt>
                <c:pt idx="1027">
                  <c:v>3.560197221479499E-7</c:v>
                </c:pt>
                <c:pt idx="1028">
                  <c:v>3.3773757300487736E-7</c:v>
                </c:pt>
                <c:pt idx="1029">
                  <c:v>3.2037604956065177E-7</c:v>
                </c:pt>
                <c:pt idx="1030">
                  <c:v>3.0388978094501131E-7</c:v>
                </c:pt>
                <c:pt idx="1031">
                  <c:v>2.8823557930548312E-7</c:v>
                </c:pt>
                <c:pt idx="1032">
                  <c:v>2.7337233756846957E-7</c:v>
                </c:pt>
                <c:pt idx="1033">
                  <c:v>2.5926093184324448E-7</c:v>
                </c:pt>
                <c:pt idx="1034">
                  <c:v>2.458641282653805E-7</c:v>
                </c:pt>
                <c:pt idx="1035">
                  <c:v>2.3314649408475799E-7</c:v>
                </c:pt>
                <c:pt idx="1036">
                  <c:v>2.2107431281152721E-7</c:v>
                </c:pt>
                <c:pt idx="1037">
                  <c:v>2.0961550324111578E-7</c:v>
                </c:pt>
                <c:pt idx="1038">
                  <c:v>1.9873954218716389E-7</c:v>
                </c:pt>
                <c:pt idx="1039">
                  <c:v>1.8841739075827924E-7</c:v>
                </c:pt>
                <c:pt idx="1040">
                  <c:v>1.7862142402164688E-7</c:v>
                </c:pt>
                <c:pt idx="1041">
                  <c:v>1.6932536390312478E-7</c:v>
                </c:pt>
                <c:pt idx="1042">
                  <c:v>1.605042151798651E-7</c:v>
                </c:pt>
                <c:pt idx="1043">
                  <c:v>1.5213420442768049E-7</c:v>
                </c:pt>
                <c:pt idx="1044">
                  <c:v>1.4419272179125842E-7</c:v>
                </c:pt>
                <c:pt idx="1045">
                  <c:v>1.3665826545096403E-7</c:v>
                </c:pt>
                <c:pt idx="1046">
                  <c:v>1.2951038866546943E-7</c:v>
                </c:pt>
                <c:pt idx="1047">
                  <c:v>1.2272964927456394E-7</c:v>
                </c:pt>
                <c:pt idx="1048">
                  <c:v>1.1629756155152428E-7</c:v>
                </c:pt>
                <c:pt idx="1049">
                  <c:v>1.1019655029926426E-7</c:v>
                </c:pt>
                <c:pt idx="1050">
                  <c:v>1.0440990708898746E-7</c:v>
                </c:pt>
                <c:pt idx="1051">
                  <c:v>9.8921748544488452E-8</c:v>
                </c:pt>
                <c:pt idx="1052">
                  <c:v>9.3716976579523674E-8</c:v>
                </c:pt>
                <c:pt idx="1053">
                  <c:v>8.8781240499627377E-8</c:v>
                </c:pt>
                <c:pt idx="1054">
                  <c:v>8.4100900883655582E-8</c:v>
                </c:pt>
                <c:pt idx="1055">
                  <c:v>7.9662995164084349E-8</c:v>
                </c:pt>
                <c:pt idx="1056">
                  <c:v>7.5455204828588416E-8</c:v>
                </c:pt>
                <c:pt idx="1057">
                  <c:v>7.1465824168854029E-8</c:v>
                </c:pt>
                <c:pt idx="1058">
                  <c:v>6.7683730505853634E-8</c:v>
                </c:pt>
                <c:pt idx="1059">
                  <c:v>6.4098355823924843E-8</c:v>
                </c:pt>
                <c:pt idx="1060">
                  <c:v>6.0699659748967471E-8</c:v>
                </c:pt>
                <c:pt idx="1061">
                  <c:v>5.7478103808981663E-8</c:v>
                </c:pt>
                <c:pt idx="1062">
                  <c:v>5.4424626917881581E-8</c:v>
                </c:pt>
                <c:pt idx="1063">
                  <c:v>5.1530622026135293E-8</c:v>
                </c:pt>
                <c:pt idx="1064">
                  <c:v>4.8787913884344016E-8</c:v>
                </c:pt>
                <c:pt idx="1065">
                  <c:v>4.6188737868234529E-8</c:v>
                </c:pt>
                <c:pt idx="1066">
                  <c:v>4.3725719815857533E-8</c:v>
                </c:pt>
                <c:pt idx="1067">
                  <c:v>4.1391856830001905E-8</c:v>
                </c:pt>
                <c:pt idx="1068">
                  <c:v>3.9180499000930956E-8</c:v>
                </c:pt>
                <c:pt idx="1069">
                  <c:v>3.7085332006564715E-8</c:v>
                </c:pt>
                <c:pt idx="1070">
                  <c:v>3.5100360549176113E-8</c:v>
                </c:pt>
                <c:pt idx="1071">
                  <c:v>3.3219892589513134E-8</c:v>
                </c:pt>
                <c:pt idx="1072">
                  <c:v>3.1438524341006837E-8</c:v>
                </c:pt>
                <c:pt idx="1073">
                  <c:v>2.9751125988454981E-8</c:v>
                </c:pt>
                <c:pt idx="1074">
                  <c:v>2.8152828097153957E-8</c:v>
                </c:pt>
                <c:pt idx="1075">
                  <c:v>2.6639008680010587E-8</c:v>
                </c:pt>
                <c:pt idx="1076">
                  <c:v>2.5205280891650156E-8</c:v>
                </c:pt>
                <c:pt idx="1077">
                  <c:v>2.3847481319940474E-8</c:v>
                </c:pt>
                <c:pt idx="1078">
                  <c:v>2.2561658846710503E-8</c:v>
                </c:pt>
                <c:pt idx="1079">
                  <c:v>2.1344064050732135E-8</c:v>
                </c:pt>
                <c:pt idx="1080">
                  <c:v>2.0191139127268269E-8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07AB-439E-B53A-3AF750E485ED}"/>
            </c:ext>
          </c:extLst>
        </c:ser>
        <c:ser>
          <c:idx val="4"/>
          <c:order val="4"/>
          <c:tx>
            <c:strRef>
              <c:f>Sheet1!$O$3</c:f>
              <c:strCache>
                <c:ptCount val="1"/>
                <c:pt idx="0">
                  <c:v>Qp = 4.0 L/s</c:v>
                </c:pt>
              </c:strCache>
            </c:strRef>
          </c:tx>
          <c:spPr>
            <a:ln w="19050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xVal>
            <c:numRef>
              <c:f>Sheet1!$J$4:$J$1084</c:f>
              <c:numCache>
                <c:formatCode>General</c:formatCode>
                <c:ptCount val="1081"/>
                <c:pt idx="0">
                  <c:v>0</c:v>
                </c:pt>
                <c:pt idx="1">
                  <c:v>2.7777777777777775E-3</c:v>
                </c:pt>
                <c:pt idx="2">
                  <c:v>5.5555555555555549E-3</c:v>
                </c:pt>
                <c:pt idx="3">
                  <c:v>8.3333333333333332E-3</c:v>
                </c:pt>
                <c:pt idx="4">
                  <c:v>1.111111111111111E-2</c:v>
                </c:pt>
                <c:pt idx="5">
                  <c:v>1.388888888888889E-2</c:v>
                </c:pt>
                <c:pt idx="6">
                  <c:v>1.6666666666666666E-2</c:v>
                </c:pt>
                <c:pt idx="7">
                  <c:v>1.9444444444444445E-2</c:v>
                </c:pt>
                <c:pt idx="8">
                  <c:v>2.222222222222222E-2</c:v>
                </c:pt>
                <c:pt idx="9">
                  <c:v>2.5000000000000001E-2</c:v>
                </c:pt>
                <c:pt idx="10">
                  <c:v>2.777777777777778E-2</c:v>
                </c:pt>
                <c:pt idx="11">
                  <c:v>3.0555555555555555E-2</c:v>
                </c:pt>
                <c:pt idx="12">
                  <c:v>3.3333333333333333E-2</c:v>
                </c:pt>
                <c:pt idx="13">
                  <c:v>3.6111111111111108E-2</c:v>
                </c:pt>
                <c:pt idx="14">
                  <c:v>3.888888888888889E-2</c:v>
                </c:pt>
                <c:pt idx="15">
                  <c:v>4.1666666666666664E-2</c:v>
                </c:pt>
                <c:pt idx="16">
                  <c:v>4.4444444444444439E-2</c:v>
                </c:pt>
                <c:pt idx="17">
                  <c:v>4.7222222222222228E-2</c:v>
                </c:pt>
                <c:pt idx="18">
                  <c:v>0.05</c:v>
                </c:pt>
                <c:pt idx="19">
                  <c:v>5.2777777777777778E-2</c:v>
                </c:pt>
                <c:pt idx="20">
                  <c:v>5.5555555555555559E-2</c:v>
                </c:pt>
                <c:pt idx="21">
                  <c:v>5.8333333333333334E-2</c:v>
                </c:pt>
                <c:pt idx="22">
                  <c:v>6.1111111111111109E-2</c:v>
                </c:pt>
                <c:pt idx="23">
                  <c:v>6.3888888888888898E-2</c:v>
                </c:pt>
                <c:pt idx="24">
                  <c:v>6.6666666666666666E-2</c:v>
                </c:pt>
                <c:pt idx="25">
                  <c:v>6.9444444444444448E-2</c:v>
                </c:pt>
                <c:pt idx="26">
                  <c:v>7.2222222222222215E-2</c:v>
                </c:pt>
                <c:pt idx="27">
                  <c:v>7.4999999999999997E-2</c:v>
                </c:pt>
                <c:pt idx="28">
                  <c:v>7.7777777777777779E-2</c:v>
                </c:pt>
                <c:pt idx="29">
                  <c:v>8.0555555555555547E-2</c:v>
                </c:pt>
                <c:pt idx="30">
                  <c:v>8.3333333333333329E-2</c:v>
                </c:pt>
                <c:pt idx="31">
                  <c:v>8.611111111111111E-2</c:v>
                </c:pt>
                <c:pt idx="32">
                  <c:v>8.8888888888888878E-2</c:v>
                </c:pt>
                <c:pt idx="33">
                  <c:v>9.166666666666666E-2</c:v>
                </c:pt>
                <c:pt idx="34">
                  <c:v>9.4444444444444456E-2</c:v>
                </c:pt>
                <c:pt idx="35">
                  <c:v>9.7222222222222224E-2</c:v>
                </c:pt>
                <c:pt idx="36">
                  <c:v>0.1</c:v>
                </c:pt>
                <c:pt idx="37">
                  <c:v>0.10277777777777779</c:v>
                </c:pt>
                <c:pt idx="38">
                  <c:v>0.10555555555555556</c:v>
                </c:pt>
                <c:pt idx="39">
                  <c:v>0.10833333333333334</c:v>
                </c:pt>
                <c:pt idx="40">
                  <c:v>0.11111111111111112</c:v>
                </c:pt>
                <c:pt idx="41">
                  <c:v>0.11388888888888889</c:v>
                </c:pt>
                <c:pt idx="42">
                  <c:v>0.11666666666666667</c:v>
                </c:pt>
                <c:pt idx="43">
                  <c:v>0.11944444444444445</c:v>
                </c:pt>
                <c:pt idx="44">
                  <c:v>0.12222222222222222</c:v>
                </c:pt>
                <c:pt idx="45">
                  <c:v>0.125</c:v>
                </c:pt>
                <c:pt idx="46">
                  <c:v>0.1277777777777778</c:v>
                </c:pt>
                <c:pt idx="47">
                  <c:v>0.13055555555555556</c:v>
                </c:pt>
                <c:pt idx="48">
                  <c:v>0.13333333333333333</c:v>
                </c:pt>
                <c:pt idx="49">
                  <c:v>0.1361111111111111</c:v>
                </c:pt>
                <c:pt idx="50">
                  <c:v>0.1388888888888889</c:v>
                </c:pt>
                <c:pt idx="51">
                  <c:v>0.14166666666666666</c:v>
                </c:pt>
                <c:pt idx="52">
                  <c:v>0.14444444444444443</c:v>
                </c:pt>
                <c:pt idx="53">
                  <c:v>0.14722222222222223</c:v>
                </c:pt>
                <c:pt idx="54">
                  <c:v>0.15</c:v>
                </c:pt>
                <c:pt idx="55">
                  <c:v>0.15277777777777776</c:v>
                </c:pt>
                <c:pt idx="56">
                  <c:v>0.15555555555555556</c:v>
                </c:pt>
                <c:pt idx="57">
                  <c:v>0.15833333333333333</c:v>
                </c:pt>
                <c:pt idx="58">
                  <c:v>0.16111111111111109</c:v>
                </c:pt>
                <c:pt idx="59">
                  <c:v>0.16388888888888889</c:v>
                </c:pt>
                <c:pt idx="60">
                  <c:v>0.16666666666666666</c:v>
                </c:pt>
                <c:pt idx="61">
                  <c:v>0.16944444444444443</c:v>
                </c:pt>
                <c:pt idx="62">
                  <c:v>0.17222222222222222</c:v>
                </c:pt>
                <c:pt idx="63">
                  <c:v>0.17499999999999999</c:v>
                </c:pt>
                <c:pt idx="64">
                  <c:v>0.17777777777777776</c:v>
                </c:pt>
                <c:pt idx="65">
                  <c:v>0.18055555555555555</c:v>
                </c:pt>
                <c:pt idx="66">
                  <c:v>0.18333333333333332</c:v>
                </c:pt>
                <c:pt idx="67">
                  <c:v>0.18611111111111109</c:v>
                </c:pt>
                <c:pt idx="68">
                  <c:v>0.18888888888888891</c:v>
                </c:pt>
                <c:pt idx="69">
                  <c:v>0.19166666666666668</c:v>
                </c:pt>
                <c:pt idx="70">
                  <c:v>0.19444444444444445</c:v>
                </c:pt>
                <c:pt idx="71">
                  <c:v>0.19722222222222224</c:v>
                </c:pt>
                <c:pt idx="72">
                  <c:v>0.2</c:v>
                </c:pt>
                <c:pt idx="73">
                  <c:v>0.20277777777777778</c:v>
                </c:pt>
                <c:pt idx="74">
                  <c:v>0.20555555555555557</c:v>
                </c:pt>
                <c:pt idx="75">
                  <c:v>0.20833333333333334</c:v>
                </c:pt>
                <c:pt idx="76">
                  <c:v>0.21111111111111111</c:v>
                </c:pt>
                <c:pt idx="77">
                  <c:v>0.21388888888888891</c:v>
                </c:pt>
                <c:pt idx="78">
                  <c:v>0.21666666666666667</c:v>
                </c:pt>
                <c:pt idx="79">
                  <c:v>0.21944444444444444</c:v>
                </c:pt>
                <c:pt idx="80">
                  <c:v>0.22222222222222224</c:v>
                </c:pt>
                <c:pt idx="81">
                  <c:v>0.22500000000000001</c:v>
                </c:pt>
                <c:pt idx="82">
                  <c:v>0.22777777777777777</c:v>
                </c:pt>
                <c:pt idx="83">
                  <c:v>0.23055555555555557</c:v>
                </c:pt>
                <c:pt idx="84">
                  <c:v>0.23333333333333334</c:v>
                </c:pt>
                <c:pt idx="85">
                  <c:v>0.2361111111111111</c:v>
                </c:pt>
                <c:pt idx="86">
                  <c:v>0.2388888888888889</c:v>
                </c:pt>
                <c:pt idx="87">
                  <c:v>0.24166666666666667</c:v>
                </c:pt>
                <c:pt idx="88">
                  <c:v>0.24444444444444444</c:v>
                </c:pt>
                <c:pt idx="89">
                  <c:v>0.24722222222222223</c:v>
                </c:pt>
                <c:pt idx="90">
                  <c:v>0.25</c:v>
                </c:pt>
                <c:pt idx="91">
                  <c:v>0.25277777777777777</c:v>
                </c:pt>
                <c:pt idx="92">
                  <c:v>0.25555555555555559</c:v>
                </c:pt>
                <c:pt idx="93">
                  <c:v>0.25833333333333336</c:v>
                </c:pt>
                <c:pt idx="94">
                  <c:v>0.26111111111111113</c:v>
                </c:pt>
                <c:pt idx="95">
                  <c:v>0.2638888888888889</c:v>
                </c:pt>
                <c:pt idx="96">
                  <c:v>0.26666666666666666</c:v>
                </c:pt>
                <c:pt idx="97">
                  <c:v>0.26944444444444449</c:v>
                </c:pt>
                <c:pt idx="98">
                  <c:v>0.2722222222222222</c:v>
                </c:pt>
                <c:pt idx="99">
                  <c:v>0.27500000000000002</c:v>
                </c:pt>
                <c:pt idx="100">
                  <c:v>0.27777777777777779</c:v>
                </c:pt>
                <c:pt idx="101">
                  <c:v>0.28055555555555556</c:v>
                </c:pt>
                <c:pt idx="102">
                  <c:v>0.28333333333333333</c:v>
                </c:pt>
                <c:pt idx="103">
                  <c:v>0.28611111111111115</c:v>
                </c:pt>
                <c:pt idx="104">
                  <c:v>0.28888888888888886</c:v>
                </c:pt>
                <c:pt idx="105">
                  <c:v>0.29166666666666669</c:v>
                </c:pt>
                <c:pt idx="106">
                  <c:v>0.29444444444444445</c:v>
                </c:pt>
                <c:pt idx="107">
                  <c:v>0.29722222222222222</c:v>
                </c:pt>
                <c:pt idx="108">
                  <c:v>0.3</c:v>
                </c:pt>
                <c:pt idx="109">
                  <c:v>0.30277777777777781</c:v>
                </c:pt>
                <c:pt idx="110">
                  <c:v>0.30555555555555552</c:v>
                </c:pt>
                <c:pt idx="111">
                  <c:v>0.30833333333333335</c:v>
                </c:pt>
                <c:pt idx="112">
                  <c:v>0.31111111111111112</c:v>
                </c:pt>
                <c:pt idx="113">
                  <c:v>0.31388888888888888</c:v>
                </c:pt>
                <c:pt idx="114">
                  <c:v>0.31666666666666665</c:v>
                </c:pt>
                <c:pt idx="115">
                  <c:v>0.31944444444444448</c:v>
                </c:pt>
                <c:pt idx="116">
                  <c:v>0.32222222222222219</c:v>
                </c:pt>
                <c:pt idx="117">
                  <c:v>0.32500000000000001</c:v>
                </c:pt>
                <c:pt idx="118">
                  <c:v>0.32777777777777778</c:v>
                </c:pt>
                <c:pt idx="119">
                  <c:v>0.33055555555555555</c:v>
                </c:pt>
                <c:pt idx="120">
                  <c:v>0.33333333333333331</c:v>
                </c:pt>
                <c:pt idx="121">
                  <c:v>0.33611111111111114</c:v>
                </c:pt>
                <c:pt idx="122">
                  <c:v>0.33888888888888885</c:v>
                </c:pt>
                <c:pt idx="123">
                  <c:v>0.34166666666666667</c:v>
                </c:pt>
                <c:pt idx="124">
                  <c:v>0.34444444444444444</c:v>
                </c:pt>
                <c:pt idx="125">
                  <c:v>0.34722222222222221</c:v>
                </c:pt>
                <c:pt idx="126">
                  <c:v>0.35</c:v>
                </c:pt>
                <c:pt idx="127">
                  <c:v>0.3527777777777778</c:v>
                </c:pt>
                <c:pt idx="128">
                  <c:v>0.35555555555555551</c:v>
                </c:pt>
                <c:pt idx="129">
                  <c:v>0.35833333333333334</c:v>
                </c:pt>
                <c:pt idx="130">
                  <c:v>0.3611111111111111</c:v>
                </c:pt>
                <c:pt idx="131">
                  <c:v>0.36388888888888887</c:v>
                </c:pt>
                <c:pt idx="132">
                  <c:v>0.36666666666666664</c:v>
                </c:pt>
                <c:pt idx="133">
                  <c:v>0.36944444444444446</c:v>
                </c:pt>
                <c:pt idx="134">
                  <c:v>0.37222222222222218</c:v>
                </c:pt>
                <c:pt idx="135">
                  <c:v>0.375</c:v>
                </c:pt>
                <c:pt idx="136">
                  <c:v>0.37777777777777782</c:v>
                </c:pt>
                <c:pt idx="137">
                  <c:v>0.38055555555555554</c:v>
                </c:pt>
                <c:pt idx="138">
                  <c:v>0.38333333333333336</c:v>
                </c:pt>
                <c:pt idx="139">
                  <c:v>0.38611111111111113</c:v>
                </c:pt>
                <c:pt idx="140">
                  <c:v>0.3888888888888889</c:v>
                </c:pt>
                <c:pt idx="141">
                  <c:v>0.39166666666666666</c:v>
                </c:pt>
                <c:pt idx="142">
                  <c:v>0.39444444444444449</c:v>
                </c:pt>
                <c:pt idx="143">
                  <c:v>0.3972222222222222</c:v>
                </c:pt>
                <c:pt idx="144">
                  <c:v>0.4</c:v>
                </c:pt>
                <c:pt idx="145">
                  <c:v>0.40277777777777779</c:v>
                </c:pt>
                <c:pt idx="146">
                  <c:v>0.40555555555555556</c:v>
                </c:pt>
                <c:pt idx="147">
                  <c:v>0.40833333333333333</c:v>
                </c:pt>
                <c:pt idx="148">
                  <c:v>0.41111111111111115</c:v>
                </c:pt>
                <c:pt idx="149">
                  <c:v>0.41388888888888886</c:v>
                </c:pt>
                <c:pt idx="150">
                  <c:v>0.41666666666666669</c:v>
                </c:pt>
                <c:pt idx="151">
                  <c:v>0.41944444444444445</c:v>
                </c:pt>
                <c:pt idx="152">
                  <c:v>0.42222222222222222</c:v>
                </c:pt>
                <c:pt idx="153">
                  <c:v>0.42499999999999999</c:v>
                </c:pt>
                <c:pt idx="154">
                  <c:v>0.42777777777777781</c:v>
                </c:pt>
                <c:pt idx="155">
                  <c:v>0.43055555555555552</c:v>
                </c:pt>
                <c:pt idx="156">
                  <c:v>0.43333333333333335</c:v>
                </c:pt>
                <c:pt idx="157">
                  <c:v>0.43611111111111112</c:v>
                </c:pt>
                <c:pt idx="158">
                  <c:v>0.43888888888888888</c:v>
                </c:pt>
                <c:pt idx="159">
                  <c:v>0.44166666666666665</c:v>
                </c:pt>
                <c:pt idx="160">
                  <c:v>0.44444444444444448</c:v>
                </c:pt>
                <c:pt idx="161">
                  <c:v>0.44722222222222219</c:v>
                </c:pt>
                <c:pt idx="162">
                  <c:v>0.45</c:v>
                </c:pt>
                <c:pt idx="163">
                  <c:v>0.45277777777777778</c:v>
                </c:pt>
                <c:pt idx="164">
                  <c:v>0.45555555555555555</c:v>
                </c:pt>
                <c:pt idx="165">
                  <c:v>0.45833333333333331</c:v>
                </c:pt>
                <c:pt idx="166">
                  <c:v>0.46111111111111114</c:v>
                </c:pt>
                <c:pt idx="167">
                  <c:v>0.46388888888888885</c:v>
                </c:pt>
                <c:pt idx="168">
                  <c:v>0.46666666666666667</c:v>
                </c:pt>
                <c:pt idx="169">
                  <c:v>0.46944444444444444</c:v>
                </c:pt>
                <c:pt idx="170">
                  <c:v>0.47222222222222221</c:v>
                </c:pt>
                <c:pt idx="171">
                  <c:v>0.47499999999999998</c:v>
                </c:pt>
                <c:pt idx="172">
                  <c:v>0.4777777777777778</c:v>
                </c:pt>
                <c:pt idx="173">
                  <c:v>0.48055555555555551</c:v>
                </c:pt>
                <c:pt idx="174">
                  <c:v>0.48333333333333334</c:v>
                </c:pt>
                <c:pt idx="175">
                  <c:v>0.4861111111111111</c:v>
                </c:pt>
                <c:pt idx="176">
                  <c:v>0.48888888888888887</c:v>
                </c:pt>
                <c:pt idx="177">
                  <c:v>0.49166666666666664</c:v>
                </c:pt>
                <c:pt idx="178">
                  <c:v>0.49444444444444446</c:v>
                </c:pt>
                <c:pt idx="179">
                  <c:v>0.49722222222222218</c:v>
                </c:pt>
                <c:pt idx="180">
                  <c:v>0.5</c:v>
                </c:pt>
                <c:pt idx="181">
                  <c:v>0.50277777777777777</c:v>
                </c:pt>
                <c:pt idx="182">
                  <c:v>0.50555555555555554</c:v>
                </c:pt>
                <c:pt idx="183">
                  <c:v>0.5083333333333333</c:v>
                </c:pt>
                <c:pt idx="184">
                  <c:v>0.51111111111111118</c:v>
                </c:pt>
                <c:pt idx="185">
                  <c:v>0.51388888888888884</c:v>
                </c:pt>
                <c:pt idx="186">
                  <c:v>0.51666666666666672</c:v>
                </c:pt>
                <c:pt idx="187">
                  <c:v>0.51944444444444449</c:v>
                </c:pt>
                <c:pt idx="188">
                  <c:v>0.52222222222222225</c:v>
                </c:pt>
                <c:pt idx="189">
                  <c:v>0.52500000000000002</c:v>
                </c:pt>
                <c:pt idx="190">
                  <c:v>0.52777777777777779</c:v>
                </c:pt>
                <c:pt idx="191">
                  <c:v>0.53055555555555556</c:v>
                </c:pt>
                <c:pt idx="192">
                  <c:v>0.53333333333333333</c:v>
                </c:pt>
                <c:pt idx="193">
                  <c:v>0.53611111111111109</c:v>
                </c:pt>
                <c:pt idx="194">
                  <c:v>0.53888888888888897</c:v>
                </c:pt>
                <c:pt idx="195">
                  <c:v>0.54166666666666663</c:v>
                </c:pt>
                <c:pt idx="196">
                  <c:v>0.5444444444444444</c:v>
                </c:pt>
                <c:pt idx="197">
                  <c:v>0.54722222222222228</c:v>
                </c:pt>
                <c:pt idx="198">
                  <c:v>0.55000000000000004</c:v>
                </c:pt>
                <c:pt idx="199">
                  <c:v>0.5527777777777777</c:v>
                </c:pt>
                <c:pt idx="200">
                  <c:v>0.55555555555555558</c:v>
                </c:pt>
                <c:pt idx="201">
                  <c:v>0.55833333333333335</c:v>
                </c:pt>
                <c:pt idx="202">
                  <c:v>0.56111111111111112</c:v>
                </c:pt>
                <c:pt idx="203">
                  <c:v>0.56388888888888888</c:v>
                </c:pt>
                <c:pt idx="204">
                  <c:v>0.56666666666666665</c:v>
                </c:pt>
                <c:pt idx="205">
                  <c:v>0.56944444444444442</c:v>
                </c:pt>
                <c:pt idx="206">
                  <c:v>0.5722222222222223</c:v>
                </c:pt>
                <c:pt idx="207">
                  <c:v>0.57499999999999996</c:v>
                </c:pt>
                <c:pt idx="208">
                  <c:v>0.57777777777777772</c:v>
                </c:pt>
                <c:pt idx="209">
                  <c:v>0.5805555555555556</c:v>
                </c:pt>
                <c:pt idx="210">
                  <c:v>0.58333333333333337</c:v>
                </c:pt>
                <c:pt idx="211">
                  <c:v>0.58611111111111103</c:v>
                </c:pt>
                <c:pt idx="212">
                  <c:v>0.58888888888888891</c:v>
                </c:pt>
                <c:pt idx="213">
                  <c:v>0.59166666666666667</c:v>
                </c:pt>
                <c:pt idx="214">
                  <c:v>0.59444444444444444</c:v>
                </c:pt>
                <c:pt idx="215">
                  <c:v>0.59722222222222221</c:v>
                </c:pt>
                <c:pt idx="216">
                  <c:v>0.6</c:v>
                </c:pt>
                <c:pt idx="217">
                  <c:v>0.60277777777777775</c:v>
                </c:pt>
                <c:pt idx="218">
                  <c:v>0.60555555555555562</c:v>
                </c:pt>
                <c:pt idx="219">
                  <c:v>0.60833333333333328</c:v>
                </c:pt>
                <c:pt idx="220">
                  <c:v>0.61111111111111105</c:v>
                </c:pt>
                <c:pt idx="221">
                  <c:v>0.61388888888888893</c:v>
                </c:pt>
                <c:pt idx="222">
                  <c:v>0.6166666666666667</c:v>
                </c:pt>
                <c:pt idx="223">
                  <c:v>0.61944444444444435</c:v>
                </c:pt>
                <c:pt idx="224">
                  <c:v>0.62222222222222223</c:v>
                </c:pt>
                <c:pt idx="225">
                  <c:v>0.625</c:v>
                </c:pt>
                <c:pt idx="226">
                  <c:v>0.62777777777777777</c:v>
                </c:pt>
                <c:pt idx="227">
                  <c:v>0.63055555555555565</c:v>
                </c:pt>
                <c:pt idx="228">
                  <c:v>0.6333333333333333</c:v>
                </c:pt>
                <c:pt idx="229">
                  <c:v>0.63611111111111107</c:v>
                </c:pt>
                <c:pt idx="230">
                  <c:v>0.63888888888888895</c:v>
                </c:pt>
                <c:pt idx="231">
                  <c:v>0.64166666666666672</c:v>
                </c:pt>
                <c:pt idx="232">
                  <c:v>0.64444444444444438</c:v>
                </c:pt>
                <c:pt idx="233">
                  <c:v>0.64722222222222225</c:v>
                </c:pt>
                <c:pt idx="234">
                  <c:v>0.65</c:v>
                </c:pt>
                <c:pt idx="235">
                  <c:v>0.65277777777777779</c:v>
                </c:pt>
                <c:pt idx="236">
                  <c:v>0.65555555555555556</c:v>
                </c:pt>
                <c:pt idx="237">
                  <c:v>0.65833333333333333</c:v>
                </c:pt>
                <c:pt idx="238">
                  <c:v>0.66111111111111109</c:v>
                </c:pt>
                <c:pt idx="239">
                  <c:v>0.66388888888888897</c:v>
                </c:pt>
                <c:pt idx="240">
                  <c:v>0.66666666666666663</c:v>
                </c:pt>
                <c:pt idx="241">
                  <c:v>0.6694444444444444</c:v>
                </c:pt>
                <c:pt idx="242">
                  <c:v>0.67222222222222228</c:v>
                </c:pt>
                <c:pt idx="243">
                  <c:v>0.67500000000000004</c:v>
                </c:pt>
                <c:pt idx="244">
                  <c:v>0.6777777777777777</c:v>
                </c:pt>
                <c:pt idx="245">
                  <c:v>0.68055555555555558</c:v>
                </c:pt>
                <c:pt idx="246">
                  <c:v>0.68333333333333335</c:v>
                </c:pt>
                <c:pt idx="247">
                  <c:v>0.68611111111111112</c:v>
                </c:pt>
                <c:pt idx="248">
                  <c:v>0.68888888888888888</c:v>
                </c:pt>
                <c:pt idx="249">
                  <c:v>0.69166666666666665</c:v>
                </c:pt>
                <c:pt idx="250">
                  <c:v>0.69444444444444442</c:v>
                </c:pt>
                <c:pt idx="251">
                  <c:v>0.6972222222222223</c:v>
                </c:pt>
                <c:pt idx="252">
                  <c:v>0.7</c:v>
                </c:pt>
                <c:pt idx="253">
                  <c:v>0.70277777777777772</c:v>
                </c:pt>
                <c:pt idx="254">
                  <c:v>0.7055555555555556</c:v>
                </c:pt>
                <c:pt idx="255">
                  <c:v>0.70833333333333337</c:v>
                </c:pt>
                <c:pt idx="256">
                  <c:v>0.71111111111111103</c:v>
                </c:pt>
                <c:pt idx="257">
                  <c:v>0.71388888888888891</c:v>
                </c:pt>
                <c:pt idx="258">
                  <c:v>0.71666666666666667</c:v>
                </c:pt>
                <c:pt idx="259">
                  <c:v>0.71944444444444444</c:v>
                </c:pt>
                <c:pt idx="260">
                  <c:v>0.72222222222222221</c:v>
                </c:pt>
                <c:pt idx="261">
                  <c:v>0.72499999999999998</c:v>
                </c:pt>
                <c:pt idx="262">
                  <c:v>0.72777777777777775</c:v>
                </c:pt>
                <c:pt idx="263">
                  <c:v>0.73055555555555562</c:v>
                </c:pt>
                <c:pt idx="264">
                  <c:v>0.73333333333333328</c:v>
                </c:pt>
                <c:pt idx="265">
                  <c:v>0.73611111111111105</c:v>
                </c:pt>
                <c:pt idx="266">
                  <c:v>0.73888888888888893</c:v>
                </c:pt>
                <c:pt idx="267">
                  <c:v>0.7416666666666667</c:v>
                </c:pt>
                <c:pt idx="268">
                  <c:v>0.74444444444444435</c:v>
                </c:pt>
                <c:pt idx="269">
                  <c:v>0.74722222222222223</c:v>
                </c:pt>
                <c:pt idx="270">
                  <c:v>0.75</c:v>
                </c:pt>
                <c:pt idx="271">
                  <c:v>0.75277777777777777</c:v>
                </c:pt>
                <c:pt idx="272">
                  <c:v>0.75555555555555565</c:v>
                </c:pt>
                <c:pt idx="273">
                  <c:v>0.7583333333333333</c:v>
                </c:pt>
                <c:pt idx="274">
                  <c:v>0.76111111111111107</c:v>
                </c:pt>
                <c:pt idx="275">
                  <c:v>0.76388888888888895</c:v>
                </c:pt>
                <c:pt idx="276">
                  <c:v>0.76666666666666672</c:v>
                </c:pt>
                <c:pt idx="277">
                  <c:v>0.76944444444444438</c:v>
                </c:pt>
                <c:pt idx="278">
                  <c:v>0.77222222222222225</c:v>
                </c:pt>
                <c:pt idx="279">
                  <c:v>0.77500000000000002</c:v>
                </c:pt>
                <c:pt idx="280">
                  <c:v>0.77777777777777779</c:v>
                </c:pt>
                <c:pt idx="281">
                  <c:v>0.78055555555555556</c:v>
                </c:pt>
                <c:pt idx="282">
                  <c:v>0.78333333333333333</c:v>
                </c:pt>
                <c:pt idx="283">
                  <c:v>0.78611111111111109</c:v>
                </c:pt>
                <c:pt idx="284">
                  <c:v>0.78888888888888897</c:v>
                </c:pt>
                <c:pt idx="285">
                  <c:v>0.79166666666666663</c:v>
                </c:pt>
                <c:pt idx="286">
                  <c:v>0.7944444444444444</c:v>
                </c:pt>
                <c:pt idx="287">
                  <c:v>0.79722222222222228</c:v>
                </c:pt>
                <c:pt idx="288">
                  <c:v>0.8</c:v>
                </c:pt>
                <c:pt idx="289">
                  <c:v>0.8027777777777777</c:v>
                </c:pt>
                <c:pt idx="290">
                  <c:v>0.80555555555555558</c:v>
                </c:pt>
                <c:pt idx="291">
                  <c:v>0.80833333333333335</c:v>
                </c:pt>
                <c:pt idx="292">
                  <c:v>0.81111111111111112</c:v>
                </c:pt>
                <c:pt idx="293">
                  <c:v>0.81388888888888888</c:v>
                </c:pt>
                <c:pt idx="294">
                  <c:v>0.81666666666666665</c:v>
                </c:pt>
                <c:pt idx="295">
                  <c:v>0.81944444444444442</c:v>
                </c:pt>
                <c:pt idx="296">
                  <c:v>0.8222222222222223</c:v>
                </c:pt>
                <c:pt idx="297">
                  <c:v>0.82499999999999996</c:v>
                </c:pt>
                <c:pt idx="298">
                  <c:v>0.82777777777777772</c:v>
                </c:pt>
                <c:pt idx="299">
                  <c:v>0.8305555555555556</c:v>
                </c:pt>
                <c:pt idx="300">
                  <c:v>0.83333333333333337</c:v>
                </c:pt>
                <c:pt idx="301">
                  <c:v>0.83611111111111103</c:v>
                </c:pt>
                <c:pt idx="302">
                  <c:v>0.83888888888888891</c:v>
                </c:pt>
                <c:pt idx="303">
                  <c:v>0.84166666666666667</c:v>
                </c:pt>
                <c:pt idx="304">
                  <c:v>0.84444444444444444</c:v>
                </c:pt>
                <c:pt idx="305">
                  <c:v>0.84722222222222221</c:v>
                </c:pt>
                <c:pt idx="306">
                  <c:v>0.85</c:v>
                </c:pt>
                <c:pt idx="307">
                  <c:v>0.85277777777777775</c:v>
                </c:pt>
                <c:pt idx="308">
                  <c:v>0.85555555555555562</c:v>
                </c:pt>
                <c:pt idx="309">
                  <c:v>0.85833333333333328</c:v>
                </c:pt>
                <c:pt idx="310">
                  <c:v>0.86111111111111105</c:v>
                </c:pt>
                <c:pt idx="311">
                  <c:v>0.86388888888888893</c:v>
                </c:pt>
                <c:pt idx="312">
                  <c:v>0.8666666666666667</c:v>
                </c:pt>
                <c:pt idx="313">
                  <c:v>0.86944444444444435</c:v>
                </c:pt>
                <c:pt idx="314">
                  <c:v>0.87222222222222223</c:v>
                </c:pt>
                <c:pt idx="315">
                  <c:v>0.875</c:v>
                </c:pt>
                <c:pt idx="316">
                  <c:v>0.87777777777777777</c:v>
                </c:pt>
                <c:pt idx="317">
                  <c:v>0.88055555555555565</c:v>
                </c:pt>
                <c:pt idx="318">
                  <c:v>0.8833333333333333</c:v>
                </c:pt>
                <c:pt idx="319">
                  <c:v>0.88611111111111107</c:v>
                </c:pt>
                <c:pt idx="320">
                  <c:v>0.88888888888888895</c:v>
                </c:pt>
                <c:pt idx="321">
                  <c:v>0.89166666666666672</c:v>
                </c:pt>
                <c:pt idx="322">
                  <c:v>0.89444444444444438</c:v>
                </c:pt>
                <c:pt idx="323">
                  <c:v>0.89722222222222225</c:v>
                </c:pt>
                <c:pt idx="324">
                  <c:v>0.9</c:v>
                </c:pt>
                <c:pt idx="325">
                  <c:v>0.90277777777777779</c:v>
                </c:pt>
                <c:pt idx="326">
                  <c:v>0.90555555555555556</c:v>
                </c:pt>
                <c:pt idx="327">
                  <c:v>0.90833333333333333</c:v>
                </c:pt>
                <c:pt idx="328">
                  <c:v>0.91111111111111109</c:v>
                </c:pt>
                <c:pt idx="329">
                  <c:v>0.91388888888888897</c:v>
                </c:pt>
                <c:pt idx="330">
                  <c:v>0.91666666666666663</c:v>
                </c:pt>
                <c:pt idx="331">
                  <c:v>0.9194444444444444</c:v>
                </c:pt>
                <c:pt idx="332">
                  <c:v>0.92222222222222228</c:v>
                </c:pt>
                <c:pt idx="333">
                  <c:v>0.92500000000000004</c:v>
                </c:pt>
                <c:pt idx="334">
                  <c:v>0.9277777777777777</c:v>
                </c:pt>
                <c:pt idx="335">
                  <c:v>0.93055555555555558</c:v>
                </c:pt>
                <c:pt idx="336">
                  <c:v>0.93333333333333335</c:v>
                </c:pt>
                <c:pt idx="337">
                  <c:v>0.93611111111111112</c:v>
                </c:pt>
                <c:pt idx="338">
                  <c:v>0.93888888888888888</c:v>
                </c:pt>
                <c:pt idx="339">
                  <c:v>0.94166666666666665</c:v>
                </c:pt>
                <c:pt idx="340">
                  <c:v>0.94444444444444442</c:v>
                </c:pt>
                <c:pt idx="341">
                  <c:v>0.9472222222222223</c:v>
                </c:pt>
                <c:pt idx="342">
                  <c:v>0.95</c:v>
                </c:pt>
                <c:pt idx="343">
                  <c:v>0.95277777777777772</c:v>
                </c:pt>
                <c:pt idx="344">
                  <c:v>0.9555555555555556</c:v>
                </c:pt>
                <c:pt idx="345">
                  <c:v>0.95833333333333337</c:v>
                </c:pt>
                <c:pt idx="346">
                  <c:v>0.96111111111111103</c:v>
                </c:pt>
                <c:pt idx="347">
                  <c:v>0.96388888888888891</c:v>
                </c:pt>
                <c:pt idx="348">
                  <c:v>0.96666666666666667</c:v>
                </c:pt>
                <c:pt idx="349">
                  <c:v>0.96944444444444444</c:v>
                </c:pt>
                <c:pt idx="350">
                  <c:v>0.97222222222222221</c:v>
                </c:pt>
                <c:pt idx="351">
                  <c:v>0.97499999999999998</c:v>
                </c:pt>
                <c:pt idx="352">
                  <c:v>0.97777777777777775</c:v>
                </c:pt>
                <c:pt idx="353">
                  <c:v>0.98055555555555562</c:v>
                </c:pt>
                <c:pt idx="354">
                  <c:v>0.98333333333333328</c:v>
                </c:pt>
                <c:pt idx="355">
                  <c:v>0.98611111111111105</c:v>
                </c:pt>
                <c:pt idx="356">
                  <c:v>0.98888888888888893</c:v>
                </c:pt>
                <c:pt idx="357">
                  <c:v>0.9916666666666667</c:v>
                </c:pt>
                <c:pt idx="358">
                  <c:v>0.99444444444444435</c:v>
                </c:pt>
                <c:pt idx="359">
                  <c:v>0.99722222222222223</c:v>
                </c:pt>
                <c:pt idx="360">
                  <c:v>1</c:v>
                </c:pt>
                <c:pt idx="361">
                  <c:v>1.0027777777777778</c:v>
                </c:pt>
                <c:pt idx="362">
                  <c:v>1.0055555555555555</c:v>
                </c:pt>
                <c:pt idx="363">
                  <c:v>1.0083333333333333</c:v>
                </c:pt>
                <c:pt idx="364">
                  <c:v>1.0111111111111111</c:v>
                </c:pt>
                <c:pt idx="365">
                  <c:v>1.0138888888888888</c:v>
                </c:pt>
                <c:pt idx="366">
                  <c:v>1.0166666666666666</c:v>
                </c:pt>
                <c:pt idx="367">
                  <c:v>1.0194444444444444</c:v>
                </c:pt>
                <c:pt idx="368">
                  <c:v>1.0222222222222224</c:v>
                </c:pt>
                <c:pt idx="369">
                  <c:v>1.0249999999999999</c:v>
                </c:pt>
                <c:pt idx="370">
                  <c:v>1.0277777777777777</c:v>
                </c:pt>
                <c:pt idx="371">
                  <c:v>1.0305555555555557</c:v>
                </c:pt>
                <c:pt idx="372">
                  <c:v>1.0333333333333334</c:v>
                </c:pt>
                <c:pt idx="373">
                  <c:v>1.036111111111111</c:v>
                </c:pt>
                <c:pt idx="374">
                  <c:v>1.038888888888889</c:v>
                </c:pt>
                <c:pt idx="375">
                  <c:v>1.0416666666666667</c:v>
                </c:pt>
                <c:pt idx="376">
                  <c:v>1.0444444444444445</c:v>
                </c:pt>
                <c:pt idx="377">
                  <c:v>1.0472222222222223</c:v>
                </c:pt>
                <c:pt idx="378">
                  <c:v>1.05</c:v>
                </c:pt>
                <c:pt idx="379">
                  <c:v>1.0527777777777778</c:v>
                </c:pt>
                <c:pt idx="380">
                  <c:v>1.0555555555555556</c:v>
                </c:pt>
                <c:pt idx="381">
                  <c:v>1.0583333333333333</c:v>
                </c:pt>
                <c:pt idx="382">
                  <c:v>1.0611111111111111</c:v>
                </c:pt>
                <c:pt idx="383">
                  <c:v>1.0638888888888889</c:v>
                </c:pt>
                <c:pt idx="384">
                  <c:v>1.0666666666666667</c:v>
                </c:pt>
                <c:pt idx="385">
                  <c:v>1.0694444444444444</c:v>
                </c:pt>
                <c:pt idx="386">
                  <c:v>1.0722222222222222</c:v>
                </c:pt>
                <c:pt idx="387">
                  <c:v>1.075</c:v>
                </c:pt>
                <c:pt idx="388">
                  <c:v>1.0777777777777779</c:v>
                </c:pt>
                <c:pt idx="389">
                  <c:v>1.0805555555555555</c:v>
                </c:pt>
                <c:pt idx="390">
                  <c:v>1.0833333333333333</c:v>
                </c:pt>
                <c:pt idx="391">
                  <c:v>1.0861111111111112</c:v>
                </c:pt>
                <c:pt idx="392">
                  <c:v>1.0888888888888888</c:v>
                </c:pt>
                <c:pt idx="393">
                  <c:v>1.0916666666666666</c:v>
                </c:pt>
                <c:pt idx="394">
                  <c:v>1.0944444444444446</c:v>
                </c:pt>
                <c:pt idx="395">
                  <c:v>1.0972222222222221</c:v>
                </c:pt>
                <c:pt idx="396">
                  <c:v>1.1000000000000001</c:v>
                </c:pt>
                <c:pt idx="397">
                  <c:v>1.1027777777777779</c:v>
                </c:pt>
                <c:pt idx="398">
                  <c:v>1.1055555555555554</c:v>
                </c:pt>
                <c:pt idx="399">
                  <c:v>1.1083333333333334</c:v>
                </c:pt>
                <c:pt idx="400">
                  <c:v>1.1111111111111112</c:v>
                </c:pt>
                <c:pt idx="401">
                  <c:v>1.1138888888888887</c:v>
                </c:pt>
                <c:pt idx="402">
                  <c:v>1.1166666666666667</c:v>
                </c:pt>
                <c:pt idx="403">
                  <c:v>1.1194444444444445</c:v>
                </c:pt>
                <c:pt idx="404">
                  <c:v>1.1222222222222222</c:v>
                </c:pt>
                <c:pt idx="405">
                  <c:v>1.125</c:v>
                </c:pt>
                <c:pt idx="406">
                  <c:v>1.1277777777777778</c:v>
                </c:pt>
                <c:pt idx="407">
                  <c:v>1.1305555555555555</c:v>
                </c:pt>
                <c:pt idx="408">
                  <c:v>1.1333333333333333</c:v>
                </c:pt>
                <c:pt idx="409">
                  <c:v>1.1361111111111113</c:v>
                </c:pt>
                <c:pt idx="410">
                  <c:v>1.1388888888888888</c:v>
                </c:pt>
                <c:pt idx="411">
                  <c:v>1.1416666666666666</c:v>
                </c:pt>
                <c:pt idx="412">
                  <c:v>1.1444444444444446</c:v>
                </c:pt>
                <c:pt idx="413">
                  <c:v>1.1472222222222221</c:v>
                </c:pt>
                <c:pt idx="414">
                  <c:v>1.1499999999999999</c:v>
                </c:pt>
                <c:pt idx="415">
                  <c:v>1.1527777777777779</c:v>
                </c:pt>
                <c:pt idx="416">
                  <c:v>1.1555555555555554</c:v>
                </c:pt>
                <c:pt idx="417">
                  <c:v>1.1583333333333334</c:v>
                </c:pt>
                <c:pt idx="418">
                  <c:v>1.1611111111111112</c:v>
                </c:pt>
                <c:pt idx="419">
                  <c:v>1.1638888888888888</c:v>
                </c:pt>
                <c:pt idx="420">
                  <c:v>1.1666666666666667</c:v>
                </c:pt>
                <c:pt idx="421">
                  <c:v>1.1694444444444445</c:v>
                </c:pt>
                <c:pt idx="422">
                  <c:v>1.1722222222222221</c:v>
                </c:pt>
                <c:pt idx="423">
                  <c:v>1.175</c:v>
                </c:pt>
                <c:pt idx="424">
                  <c:v>1.1777777777777778</c:v>
                </c:pt>
                <c:pt idx="425">
                  <c:v>1.1805555555555556</c:v>
                </c:pt>
                <c:pt idx="426">
                  <c:v>1.1833333333333333</c:v>
                </c:pt>
                <c:pt idx="427">
                  <c:v>1.1861111111111111</c:v>
                </c:pt>
                <c:pt idx="428">
                  <c:v>1.1888888888888889</c:v>
                </c:pt>
                <c:pt idx="429">
                  <c:v>1.1916666666666667</c:v>
                </c:pt>
                <c:pt idx="430">
                  <c:v>1.1944444444444444</c:v>
                </c:pt>
                <c:pt idx="431">
                  <c:v>1.1972222222222222</c:v>
                </c:pt>
                <c:pt idx="432">
                  <c:v>1.2</c:v>
                </c:pt>
                <c:pt idx="433">
                  <c:v>1.2027777777777779</c:v>
                </c:pt>
                <c:pt idx="434">
                  <c:v>1.2055555555555555</c:v>
                </c:pt>
                <c:pt idx="435">
                  <c:v>1.2083333333333333</c:v>
                </c:pt>
                <c:pt idx="436">
                  <c:v>1.2111111111111112</c:v>
                </c:pt>
                <c:pt idx="437">
                  <c:v>1.2138888888888888</c:v>
                </c:pt>
                <c:pt idx="438">
                  <c:v>1.2166666666666666</c:v>
                </c:pt>
                <c:pt idx="439">
                  <c:v>1.2194444444444446</c:v>
                </c:pt>
                <c:pt idx="440">
                  <c:v>1.2222222222222221</c:v>
                </c:pt>
                <c:pt idx="441">
                  <c:v>1.2250000000000001</c:v>
                </c:pt>
                <c:pt idx="442">
                  <c:v>1.2277777777777779</c:v>
                </c:pt>
                <c:pt idx="443">
                  <c:v>1.2305555555555554</c:v>
                </c:pt>
                <c:pt idx="444">
                  <c:v>1.2333333333333334</c:v>
                </c:pt>
                <c:pt idx="445">
                  <c:v>1.2361111111111112</c:v>
                </c:pt>
                <c:pt idx="446">
                  <c:v>1.2388888888888887</c:v>
                </c:pt>
                <c:pt idx="447">
                  <c:v>1.2416666666666667</c:v>
                </c:pt>
                <c:pt idx="448">
                  <c:v>1.2444444444444445</c:v>
                </c:pt>
                <c:pt idx="449">
                  <c:v>1.2472222222222222</c:v>
                </c:pt>
                <c:pt idx="450">
                  <c:v>1.25</c:v>
                </c:pt>
                <c:pt idx="451">
                  <c:v>1.2527777777777778</c:v>
                </c:pt>
                <c:pt idx="452">
                  <c:v>1.2555555555555555</c:v>
                </c:pt>
                <c:pt idx="453">
                  <c:v>1.2583333333333333</c:v>
                </c:pt>
                <c:pt idx="454">
                  <c:v>1.2611111111111113</c:v>
                </c:pt>
                <c:pt idx="455">
                  <c:v>1.2638888888888888</c:v>
                </c:pt>
                <c:pt idx="456">
                  <c:v>1.2666666666666666</c:v>
                </c:pt>
                <c:pt idx="457">
                  <c:v>1.2694444444444446</c:v>
                </c:pt>
                <c:pt idx="458">
                  <c:v>1.2722222222222221</c:v>
                </c:pt>
                <c:pt idx="459">
                  <c:v>1.2749999999999999</c:v>
                </c:pt>
                <c:pt idx="460">
                  <c:v>1.2777777777777779</c:v>
                </c:pt>
                <c:pt idx="461">
                  <c:v>1.2805555555555554</c:v>
                </c:pt>
                <c:pt idx="462">
                  <c:v>1.2833333333333334</c:v>
                </c:pt>
                <c:pt idx="463">
                  <c:v>1.2861111111111112</c:v>
                </c:pt>
                <c:pt idx="464">
                  <c:v>1.2888888888888888</c:v>
                </c:pt>
                <c:pt idx="465">
                  <c:v>1.2916666666666667</c:v>
                </c:pt>
                <c:pt idx="466">
                  <c:v>1.2944444444444445</c:v>
                </c:pt>
                <c:pt idx="467">
                  <c:v>1.2972222222222221</c:v>
                </c:pt>
                <c:pt idx="468">
                  <c:v>1.3</c:v>
                </c:pt>
                <c:pt idx="469">
                  <c:v>1.3027777777777778</c:v>
                </c:pt>
                <c:pt idx="470">
                  <c:v>1.3055555555555556</c:v>
                </c:pt>
                <c:pt idx="471">
                  <c:v>1.3083333333333333</c:v>
                </c:pt>
                <c:pt idx="472">
                  <c:v>1.3111111111111111</c:v>
                </c:pt>
                <c:pt idx="473">
                  <c:v>1.3138888888888889</c:v>
                </c:pt>
                <c:pt idx="474">
                  <c:v>1.3166666666666667</c:v>
                </c:pt>
                <c:pt idx="475">
                  <c:v>1.3194444444444444</c:v>
                </c:pt>
                <c:pt idx="476">
                  <c:v>1.3222222222222222</c:v>
                </c:pt>
                <c:pt idx="477">
                  <c:v>1.325</c:v>
                </c:pt>
                <c:pt idx="478">
                  <c:v>1.3277777777777779</c:v>
                </c:pt>
                <c:pt idx="479">
                  <c:v>1.3305555555555555</c:v>
                </c:pt>
                <c:pt idx="480">
                  <c:v>1.3333333333333333</c:v>
                </c:pt>
                <c:pt idx="481">
                  <c:v>1.3361111111111112</c:v>
                </c:pt>
                <c:pt idx="482">
                  <c:v>1.3388888888888888</c:v>
                </c:pt>
                <c:pt idx="483">
                  <c:v>1.3416666666666666</c:v>
                </c:pt>
                <c:pt idx="484">
                  <c:v>1.3444444444444446</c:v>
                </c:pt>
                <c:pt idx="485">
                  <c:v>1.3472222222222221</c:v>
                </c:pt>
                <c:pt idx="486">
                  <c:v>1.35</c:v>
                </c:pt>
                <c:pt idx="487">
                  <c:v>1.3527777777777779</c:v>
                </c:pt>
                <c:pt idx="488">
                  <c:v>1.3555555555555554</c:v>
                </c:pt>
                <c:pt idx="489">
                  <c:v>1.3583333333333334</c:v>
                </c:pt>
                <c:pt idx="490">
                  <c:v>1.3611111111111112</c:v>
                </c:pt>
                <c:pt idx="491">
                  <c:v>1.3638888888888887</c:v>
                </c:pt>
                <c:pt idx="492">
                  <c:v>1.3666666666666667</c:v>
                </c:pt>
                <c:pt idx="493">
                  <c:v>1.3694444444444445</c:v>
                </c:pt>
                <c:pt idx="494">
                  <c:v>1.3722222222222222</c:v>
                </c:pt>
                <c:pt idx="495">
                  <c:v>1.375</c:v>
                </c:pt>
                <c:pt idx="496">
                  <c:v>1.3777777777777778</c:v>
                </c:pt>
                <c:pt idx="497">
                  <c:v>1.3805555555555555</c:v>
                </c:pt>
                <c:pt idx="498">
                  <c:v>1.3833333333333333</c:v>
                </c:pt>
                <c:pt idx="499">
                  <c:v>1.3861111111111113</c:v>
                </c:pt>
                <c:pt idx="500">
                  <c:v>1.3888888888888888</c:v>
                </c:pt>
                <c:pt idx="501">
                  <c:v>1.3916666666666666</c:v>
                </c:pt>
                <c:pt idx="502">
                  <c:v>1.3944444444444446</c:v>
                </c:pt>
                <c:pt idx="503">
                  <c:v>1.3972222222222221</c:v>
                </c:pt>
                <c:pt idx="504">
                  <c:v>1.4</c:v>
                </c:pt>
                <c:pt idx="505">
                  <c:v>1.4027777777777779</c:v>
                </c:pt>
                <c:pt idx="506">
                  <c:v>1.4055555555555554</c:v>
                </c:pt>
                <c:pt idx="507">
                  <c:v>1.4083333333333334</c:v>
                </c:pt>
                <c:pt idx="508">
                  <c:v>1.4111111111111112</c:v>
                </c:pt>
                <c:pt idx="509">
                  <c:v>1.4138888888888888</c:v>
                </c:pt>
                <c:pt idx="510">
                  <c:v>1.4166666666666667</c:v>
                </c:pt>
                <c:pt idx="511">
                  <c:v>1.4194444444444445</c:v>
                </c:pt>
                <c:pt idx="512">
                  <c:v>1.4222222222222221</c:v>
                </c:pt>
                <c:pt idx="513">
                  <c:v>1.425</c:v>
                </c:pt>
                <c:pt idx="514">
                  <c:v>1.4277777777777778</c:v>
                </c:pt>
                <c:pt idx="515">
                  <c:v>1.4305555555555556</c:v>
                </c:pt>
                <c:pt idx="516">
                  <c:v>1.4333333333333333</c:v>
                </c:pt>
                <c:pt idx="517">
                  <c:v>1.4361111111111111</c:v>
                </c:pt>
                <c:pt idx="518">
                  <c:v>1.4388888888888889</c:v>
                </c:pt>
                <c:pt idx="519">
                  <c:v>1.4416666666666667</c:v>
                </c:pt>
                <c:pt idx="520">
                  <c:v>1.4444444444444444</c:v>
                </c:pt>
                <c:pt idx="521">
                  <c:v>1.4472222222222222</c:v>
                </c:pt>
                <c:pt idx="522">
                  <c:v>1.45</c:v>
                </c:pt>
                <c:pt idx="523">
                  <c:v>1.4527777777777779</c:v>
                </c:pt>
                <c:pt idx="524">
                  <c:v>1.4555555555555555</c:v>
                </c:pt>
                <c:pt idx="525">
                  <c:v>1.4583333333333333</c:v>
                </c:pt>
                <c:pt idx="526">
                  <c:v>1.4611111111111112</c:v>
                </c:pt>
                <c:pt idx="527">
                  <c:v>1.4638888888888888</c:v>
                </c:pt>
                <c:pt idx="528">
                  <c:v>1.4666666666666666</c:v>
                </c:pt>
                <c:pt idx="529">
                  <c:v>1.4694444444444446</c:v>
                </c:pt>
                <c:pt idx="530">
                  <c:v>1.4722222222222221</c:v>
                </c:pt>
                <c:pt idx="531">
                  <c:v>1.4750000000000001</c:v>
                </c:pt>
                <c:pt idx="532">
                  <c:v>1.4777777777777779</c:v>
                </c:pt>
                <c:pt idx="533">
                  <c:v>1.4805555555555554</c:v>
                </c:pt>
                <c:pt idx="534">
                  <c:v>1.4833333333333334</c:v>
                </c:pt>
                <c:pt idx="535">
                  <c:v>1.4861111111111112</c:v>
                </c:pt>
                <c:pt idx="536">
                  <c:v>1.4888888888888887</c:v>
                </c:pt>
                <c:pt idx="537">
                  <c:v>1.4916666666666667</c:v>
                </c:pt>
                <c:pt idx="538">
                  <c:v>1.4944444444444445</c:v>
                </c:pt>
                <c:pt idx="539">
                  <c:v>1.4972222222222222</c:v>
                </c:pt>
                <c:pt idx="540">
                  <c:v>1.5</c:v>
                </c:pt>
                <c:pt idx="541">
                  <c:v>1.5027777777777778</c:v>
                </c:pt>
                <c:pt idx="542">
                  <c:v>1.5055555555555555</c:v>
                </c:pt>
                <c:pt idx="543">
                  <c:v>1.5083333333333333</c:v>
                </c:pt>
                <c:pt idx="544">
                  <c:v>1.5111111111111113</c:v>
                </c:pt>
                <c:pt idx="545">
                  <c:v>1.5138888888888888</c:v>
                </c:pt>
                <c:pt idx="546">
                  <c:v>1.5166666666666666</c:v>
                </c:pt>
                <c:pt idx="547">
                  <c:v>1.5194444444444446</c:v>
                </c:pt>
                <c:pt idx="548">
                  <c:v>1.5222222222222221</c:v>
                </c:pt>
                <c:pt idx="549">
                  <c:v>1.5249999999999999</c:v>
                </c:pt>
                <c:pt idx="550">
                  <c:v>1.5277777777777779</c:v>
                </c:pt>
                <c:pt idx="551">
                  <c:v>1.5305555555555554</c:v>
                </c:pt>
                <c:pt idx="552">
                  <c:v>1.5333333333333334</c:v>
                </c:pt>
                <c:pt idx="553">
                  <c:v>1.5361111111111112</c:v>
                </c:pt>
                <c:pt idx="554">
                  <c:v>1.5388888888888888</c:v>
                </c:pt>
                <c:pt idx="555">
                  <c:v>1.5416666666666667</c:v>
                </c:pt>
                <c:pt idx="556">
                  <c:v>1.5444444444444445</c:v>
                </c:pt>
                <c:pt idx="557">
                  <c:v>1.5472222222222221</c:v>
                </c:pt>
                <c:pt idx="558">
                  <c:v>1.55</c:v>
                </c:pt>
                <c:pt idx="559">
                  <c:v>1.5527777777777778</c:v>
                </c:pt>
                <c:pt idx="560">
                  <c:v>1.5555555555555556</c:v>
                </c:pt>
                <c:pt idx="561">
                  <c:v>1.5583333333333333</c:v>
                </c:pt>
                <c:pt idx="562">
                  <c:v>1.5611111111111111</c:v>
                </c:pt>
                <c:pt idx="563">
                  <c:v>1.5638888888888889</c:v>
                </c:pt>
                <c:pt idx="564">
                  <c:v>1.5666666666666667</c:v>
                </c:pt>
                <c:pt idx="565">
                  <c:v>1.5694444444444444</c:v>
                </c:pt>
                <c:pt idx="566">
                  <c:v>1.5722222222222222</c:v>
                </c:pt>
                <c:pt idx="567">
                  <c:v>1.575</c:v>
                </c:pt>
                <c:pt idx="568">
                  <c:v>1.5777777777777779</c:v>
                </c:pt>
                <c:pt idx="569">
                  <c:v>1.5805555555555555</c:v>
                </c:pt>
                <c:pt idx="570">
                  <c:v>1.5833333333333333</c:v>
                </c:pt>
                <c:pt idx="571">
                  <c:v>1.5861111111111112</c:v>
                </c:pt>
                <c:pt idx="572">
                  <c:v>1.5888888888888888</c:v>
                </c:pt>
                <c:pt idx="573">
                  <c:v>1.5916666666666666</c:v>
                </c:pt>
                <c:pt idx="574">
                  <c:v>1.5944444444444446</c:v>
                </c:pt>
                <c:pt idx="575">
                  <c:v>1.5972222222222221</c:v>
                </c:pt>
                <c:pt idx="576">
                  <c:v>1.6</c:v>
                </c:pt>
                <c:pt idx="577">
                  <c:v>1.6027777777777779</c:v>
                </c:pt>
                <c:pt idx="578">
                  <c:v>1.6055555555555554</c:v>
                </c:pt>
                <c:pt idx="579">
                  <c:v>1.6083333333333334</c:v>
                </c:pt>
                <c:pt idx="580">
                  <c:v>1.6111111111111112</c:v>
                </c:pt>
                <c:pt idx="581">
                  <c:v>1.6138888888888887</c:v>
                </c:pt>
                <c:pt idx="582">
                  <c:v>1.6166666666666667</c:v>
                </c:pt>
                <c:pt idx="583">
                  <c:v>1.6194444444444445</c:v>
                </c:pt>
                <c:pt idx="584">
                  <c:v>1.6222222222222222</c:v>
                </c:pt>
                <c:pt idx="585">
                  <c:v>1.625</c:v>
                </c:pt>
                <c:pt idx="586">
                  <c:v>1.6277777777777778</c:v>
                </c:pt>
                <c:pt idx="587">
                  <c:v>1.6305555555555555</c:v>
                </c:pt>
                <c:pt idx="588">
                  <c:v>1.6333333333333333</c:v>
                </c:pt>
                <c:pt idx="589">
                  <c:v>1.6361111111111113</c:v>
                </c:pt>
                <c:pt idx="590">
                  <c:v>1.6388888888888888</c:v>
                </c:pt>
                <c:pt idx="591">
                  <c:v>1.6416666666666666</c:v>
                </c:pt>
                <c:pt idx="592">
                  <c:v>1.6444444444444446</c:v>
                </c:pt>
                <c:pt idx="593">
                  <c:v>1.6472222222222221</c:v>
                </c:pt>
                <c:pt idx="594">
                  <c:v>1.65</c:v>
                </c:pt>
                <c:pt idx="595">
                  <c:v>1.6527777777777779</c:v>
                </c:pt>
                <c:pt idx="596">
                  <c:v>1.6555555555555554</c:v>
                </c:pt>
                <c:pt idx="597">
                  <c:v>1.6583333333333334</c:v>
                </c:pt>
                <c:pt idx="598">
                  <c:v>1.6611111111111112</c:v>
                </c:pt>
                <c:pt idx="599">
                  <c:v>1.6638888888888888</c:v>
                </c:pt>
                <c:pt idx="600">
                  <c:v>1.6666666666666667</c:v>
                </c:pt>
                <c:pt idx="601">
                  <c:v>1.6694444444444445</c:v>
                </c:pt>
                <c:pt idx="602">
                  <c:v>1.6722222222222221</c:v>
                </c:pt>
                <c:pt idx="603">
                  <c:v>1.675</c:v>
                </c:pt>
                <c:pt idx="604">
                  <c:v>1.6777777777777778</c:v>
                </c:pt>
                <c:pt idx="605">
                  <c:v>1.6805555555555556</c:v>
                </c:pt>
                <c:pt idx="606">
                  <c:v>1.6833333333333333</c:v>
                </c:pt>
                <c:pt idx="607">
                  <c:v>1.6861111111111111</c:v>
                </c:pt>
                <c:pt idx="608">
                  <c:v>1.6888888888888889</c:v>
                </c:pt>
                <c:pt idx="609">
                  <c:v>1.6916666666666667</c:v>
                </c:pt>
                <c:pt idx="610">
                  <c:v>1.6944444444444444</c:v>
                </c:pt>
                <c:pt idx="611">
                  <c:v>1.6972222222222222</c:v>
                </c:pt>
                <c:pt idx="612">
                  <c:v>1.7</c:v>
                </c:pt>
                <c:pt idx="613">
                  <c:v>1.7027777777777779</c:v>
                </c:pt>
                <c:pt idx="614">
                  <c:v>1.7055555555555555</c:v>
                </c:pt>
                <c:pt idx="615">
                  <c:v>1.7083333333333333</c:v>
                </c:pt>
                <c:pt idx="616">
                  <c:v>1.7111111111111112</c:v>
                </c:pt>
                <c:pt idx="617">
                  <c:v>1.7138888888888888</c:v>
                </c:pt>
                <c:pt idx="618">
                  <c:v>1.7166666666666666</c:v>
                </c:pt>
                <c:pt idx="619">
                  <c:v>1.7194444444444446</c:v>
                </c:pt>
                <c:pt idx="620">
                  <c:v>1.7222222222222221</c:v>
                </c:pt>
                <c:pt idx="621">
                  <c:v>1.7250000000000001</c:v>
                </c:pt>
                <c:pt idx="622">
                  <c:v>1.7277777777777779</c:v>
                </c:pt>
                <c:pt idx="623">
                  <c:v>1.7305555555555554</c:v>
                </c:pt>
                <c:pt idx="624">
                  <c:v>1.7333333333333334</c:v>
                </c:pt>
                <c:pt idx="625">
                  <c:v>1.7361111111111112</c:v>
                </c:pt>
                <c:pt idx="626">
                  <c:v>1.7388888888888887</c:v>
                </c:pt>
                <c:pt idx="627">
                  <c:v>1.7416666666666667</c:v>
                </c:pt>
                <c:pt idx="628">
                  <c:v>1.7444444444444445</c:v>
                </c:pt>
                <c:pt idx="629">
                  <c:v>1.7472222222222222</c:v>
                </c:pt>
                <c:pt idx="630">
                  <c:v>1.75</c:v>
                </c:pt>
                <c:pt idx="631">
                  <c:v>1.7527777777777778</c:v>
                </c:pt>
                <c:pt idx="632">
                  <c:v>1.7555555555555555</c:v>
                </c:pt>
                <c:pt idx="633">
                  <c:v>1.7583333333333333</c:v>
                </c:pt>
                <c:pt idx="634">
                  <c:v>1.7611111111111113</c:v>
                </c:pt>
                <c:pt idx="635">
                  <c:v>1.7638888888888888</c:v>
                </c:pt>
                <c:pt idx="636">
                  <c:v>1.7666666666666666</c:v>
                </c:pt>
                <c:pt idx="637">
                  <c:v>1.7694444444444446</c:v>
                </c:pt>
                <c:pt idx="638">
                  <c:v>1.7722222222222221</c:v>
                </c:pt>
                <c:pt idx="639">
                  <c:v>1.7749999999999999</c:v>
                </c:pt>
                <c:pt idx="640">
                  <c:v>1.7777777777777779</c:v>
                </c:pt>
                <c:pt idx="641">
                  <c:v>1.7805555555555554</c:v>
                </c:pt>
                <c:pt idx="642">
                  <c:v>1.7833333333333334</c:v>
                </c:pt>
                <c:pt idx="643">
                  <c:v>1.7861111111111112</c:v>
                </c:pt>
                <c:pt idx="644">
                  <c:v>1.7888888888888888</c:v>
                </c:pt>
                <c:pt idx="645">
                  <c:v>1.7916666666666667</c:v>
                </c:pt>
                <c:pt idx="646">
                  <c:v>1.7944444444444445</c:v>
                </c:pt>
                <c:pt idx="647">
                  <c:v>1.7972222222222221</c:v>
                </c:pt>
                <c:pt idx="648">
                  <c:v>1.8</c:v>
                </c:pt>
                <c:pt idx="649">
                  <c:v>1.8027777777777778</c:v>
                </c:pt>
                <c:pt idx="650">
                  <c:v>1.8055555555555556</c:v>
                </c:pt>
                <c:pt idx="651">
                  <c:v>1.8083333333333333</c:v>
                </c:pt>
                <c:pt idx="652">
                  <c:v>1.8111111111111111</c:v>
                </c:pt>
                <c:pt idx="653">
                  <c:v>1.8138888888888889</c:v>
                </c:pt>
                <c:pt idx="654">
                  <c:v>1.8166666666666667</c:v>
                </c:pt>
                <c:pt idx="655">
                  <c:v>1.8194444444444444</c:v>
                </c:pt>
                <c:pt idx="656">
                  <c:v>1.8222222222222222</c:v>
                </c:pt>
                <c:pt idx="657">
                  <c:v>1.825</c:v>
                </c:pt>
                <c:pt idx="658">
                  <c:v>1.8277777777777779</c:v>
                </c:pt>
                <c:pt idx="659">
                  <c:v>1.8305555555555555</c:v>
                </c:pt>
                <c:pt idx="660">
                  <c:v>1.8333333333333333</c:v>
                </c:pt>
                <c:pt idx="661">
                  <c:v>1.8361111111111112</c:v>
                </c:pt>
                <c:pt idx="662">
                  <c:v>1.8388888888888888</c:v>
                </c:pt>
                <c:pt idx="663">
                  <c:v>1.8416666666666666</c:v>
                </c:pt>
                <c:pt idx="664">
                  <c:v>1.8444444444444446</c:v>
                </c:pt>
                <c:pt idx="665">
                  <c:v>1.8472222222222221</c:v>
                </c:pt>
                <c:pt idx="666">
                  <c:v>1.85</c:v>
                </c:pt>
                <c:pt idx="667">
                  <c:v>1.8527777777777779</c:v>
                </c:pt>
                <c:pt idx="668">
                  <c:v>1.8555555555555554</c:v>
                </c:pt>
                <c:pt idx="669">
                  <c:v>1.8583333333333334</c:v>
                </c:pt>
                <c:pt idx="670">
                  <c:v>1.8611111111111112</c:v>
                </c:pt>
                <c:pt idx="671">
                  <c:v>1.8638888888888887</c:v>
                </c:pt>
                <c:pt idx="672">
                  <c:v>1.8666666666666667</c:v>
                </c:pt>
                <c:pt idx="673">
                  <c:v>1.8694444444444445</c:v>
                </c:pt>
                <c:pt idx="674">
                  <c:v>1.8722222222222222</c:v>
                </c:pt>
                <c:pt idx="675">
                  <c:v>1.875</c:v>
                </c:pt>
                <c:pt idx="676">
                  <c:v>1.8777777777777778</c:v>
                </c:pt>
                <c:pt idx="677">
                  <c:v>1.8805555555555555</c:v>
                </c:pt>
                <c:pt idx="678">
                  <c:v>1.8833333333333333</c:v>
                </c:pt>
                <c:pt idx="679">
                  <c:v>1.8861111111111113</c:v>
                </c:pt>
                <c:pt idx="680">
                  <c:v>1.8888888888888888</c:v>
                </c:pt>
                <c:pt idx="681">
                  <c:v>1.8916666666666666</c:v>
                </c:pt>
                <c:pt idx="682">
                  <c:v>1.8944444444444446</c:v>
                </c:pt>
                <c:pt idx="683">
                  <c:v>1.8972222222222221</c:v>
                </c:pt>
                <c:pt idx="684">
                  <c:v>1.9</c:v>
                </c:pt>
                <c:pt idx="685">
                  <c:v>1.9027777777777779</c:v>
                </c:pt>
                <c:pt idx="686">
                  <c:v>1.9055555555555554</c:v>
                </c:pt>
                <c:pt idx="687">
                  <c:v>1.9083333333333334</c:v>
                </c:pt>
                <c:pt idx="688">
                  <c:v>1.9111111111111112</c:v>
                </c:pt>
                <c:pt idx="689">
                  <c:v>1.9138888888888888</c:v>
                </c:pt>
                <c:pt idx="690">
                  <c:v>1.9166666666666667</c:v>
                </c:pt>
                <c:pt idx="691">
                  <c:v>1.9194444444444445</c:v>
                </c:pt>
                <c:pt idx="692">
                  <c:v>1.9222222222222221</c:v>
                </c:pt>
                <c:pt idx="693">
                  <c:v>1.925</c:v>
                </c:pt>
                <c:pt idx="694">
                  <c:v>1.9277777777777778</c:v>
                </c:pt>
                <c:pt idx="695">
                  <c:v>1.9305555555555556</c:v>
                </c:pt>
                <c:pt idx="696">
                  <c:v>1.9333333333333333</c:v>
                </c:pt>
                <c:pt idx="697">
                  <c:v>1.9361111111111111</c:v>
                </c:pt>
                <c:pt idx="698">
                  <c:v>1.9388888888888889</c:v>
                </c:pt>
                <c:pt idx="699">
                  <c:v>1.9416666666666667</c:v>
                </c:pt>
                <c:pt idx="700">
                  <c:v>1.9444444444444444</c:v>
                </c:pt>
                <c:pt idx="701">
                  <c:v>1.9472222222222222</c:v>
                </c:pt>
                <c:pt idx="702">
                  <c:v>1.95</c:v>
                </c:pt>
                <c:pt idx="703">
                  <c:v>1.9527777777777779</c:v>
                </c:pt>
                <c:pt idx="704">
                  <c:v>1.9555555555555555</c:v>
                </c:pt>
                <c:pt idx="705">
                  <c:v>1.9583333333333333</c:v>
                </c:pt>
                <c:pt idx="706">
                  <c:v>1.9611111111111112</c:v>
                </c:pt>
                <c:pt idx="707">
                  <c:v>1.9638888888888888</c:v>
                </c:pt>
                <c:pt idx="708">
                  <c:v>1.9666666666666666</c:v>
                </c:pt>
                <c:pt idx="709">
                  <c:v>1.9694444444444446</c:v>
                </c:pt>
                <c:pt idx="710">
                  <c:v>1.9722222222222221</c:v>
                </c:pt>
                <c:pt idx="711">
                  <c:v>1.9750000000000001</c:v>
                </c:pt>
                <c:pt idx="712">
                  <c:v>1.9777777777777779</c:v>
                </c:pt>
                <c:pt idx="713">
                  <c:v>1.9805555555555554</c:v>
                </c:pt>
                <c:pt idx="714">
                  <c:v>1.9833333333333334</c:v>
                </c:pt>
                <c:pt idx="715">
                  <c:v>1.9861111111111112</c:v>
                </c:pt>
                <c:pt idx="716">
                  <c:v>1.9888888888888887</c:v>
                </c:pt>
                <c:pt idx="717">
                  <c:v>1.9916666666666667</c:v>
                </c:pt>
                <c:pt idx="718">
                  <c:v>1.9944444444444445</c:v>
                </c:pt>
                <c:pt idx="719">
                  <c:v>1.9972222222222222</c:v>
                </c:pt>
                <c:pt idx="720">
                  <c:v>2</c:v>
                </c:pt>
                <c:pt idx="721">
                  <c:v>2.0027777777777778</c:v>
                </c:pt>
                <c:pt idx="722">
                  <c:v>2.0055555555555555</c:v>
                </c:pt>
                <c:pt idx="723">
                  <c:v>2.0083333333333333</c:v>
                </c:pt>
                <c:pt idx="724">
                  <c:v>2.0111111111111111</c:v>
                </c:pt>
                <c:pt idx="725">
                  <c:v>2.0138888888888888</c:v>
                </c:pt>
                <c:pt idx="726">
                  <c:v>2.0166666666666666</c:v>
                </c:pt>
                <c:pt idx="727">
                  <c:v>2.0194444444444444</c:v>
                </c:pt>
                <c:pt idx="728">
                  <c:v>2.0222222222222221</c:v>
                </c:pt>
                <c:pt idx="729">
                  <c:v>2.0249999999999999</c:v>
                </c:pt>
                <c:pt idx="730">
                  <c:v>2.0277777777777777</c:v>
                </c:pt>
                <c:pt idx="731">
                  <c:v>2.0305555555555554</c:v>
                </c:pt>
                <c:pt idx="732">
                  <c:v>2.0333333333333332</c:v>
                </c:pt>
                <c:pt idx="733">
                  <c:v>2.036111111111111</c:v>
                </c:pt>
                <c:pt idx="734">
                  <c:v>2.0388888888888888</c:v>
                </c:pt>
                <c:pt idx="735">
                  <c:v>2.0416666666666665</c:v>
                </c:pt>
                <c:pt idx="736">
                  <c:v>2.0444444444444447</c:v>
                </c:pt>
                <c:pt idx="737">
                  <c:v>2.0472222222222221</c:v>
                </c:pt>
                <c:pt idx="738">
                  <c:v>2.0499999999999998</c:v>
                </c:pt>
                <c:pt idx="739">
                  <c:v>2.052777777777778</c:v>
                </c:pt>
                <c:pt idx="740">
                  <c:v>2.0555555555555554</c:v>
                </c:pt>
                <c:pt idx="741">
                  <c:v>2.0583333333333331</c:v>
                </c:pt>
                <c:pt idx="742">
                  <c:v>2.0611111111111113</c:v>
                </c:pt>
                <c:pt idx="743">
                  <c:v>2.0638888888888887</c:v>
                </c:pt>
                <c:pt idx="744">
                  <c:v>2.0666666666666669</c:v>
                </c:pt>
                <c:pt idx="745">
                  <c:v>2.0694444444444446</c:v>
                </c:pt>
                <c:pt idx="746">
                  <c:v>2.072222222222222</c:v>
                </c:pt>
                <c:pt idx="747">
                  <c:v>2.0750000000000002</c:v>
                </c:pt>
                <c:pt idx="748">
                  <c:v>2.0777777777777779</c:v>
                </c:pt>
                <c:pt idx="749">
                  <c:v>2.0805555555555553</c:v>
                </c:pt>
                <c:pt idx="750">
                  <c:v>2.0833333333333335</c:v>
                </c:pt>
                <c:pt idx="751">
                  <c:v>2.0861111111111112</c:v>
                </c:pt>
                <c:pt idx="752">
                  <c:v>2.088888888888889</c:v>
                </c:pt>
                <c:pt idx="753">
                  <c:v>2.0916666666666668</c:v>
                </c:pt>
                <c:pt idx="754">
                  <c:v>2.0944444444444446</c:v>
                </c:pt>
                <c:pt idx="755">
                  <c:v>2.0972222222222223</c:v>
                </c:pt>
                <c:pt idx="756">
                  <c:v>2.1</c:v>
                </c:pt>
                <c:pt idx="757">
                  <c:v>2.1027777777777779</c:v>
                </c:pt>
                <c:pt idx="758">
                  <c:v>2.1055555555555556</c:v>
                </c:pt>
                <c:pt idx="759">
                  <c:v>2.1083333333333334</c:v>
                </c:pt>
                <c:pt idx="760">
                  <c:v>2.1111111111111112</c:v>
                </c:pt>
                <c:pt idx="761">
                  <c:v>2.1138888888888889</c:v>
                </c:pt>
                <c:pt idx="762">
                  <c:v>2.1166666666666667</c:v>
                </c:pt>
                <c:pt idx="763">
                  <c:v>2.1194444444444445</c:v>
                </c:pt>
                <c:pt idx="764">
                  <c:v>2.1222222222222222</c:v>
                </c:pt>
                <c:pt idx="765">
                  <c:v>2.125</c:v>
                </c:pt>
                <c:pt idx="766">
                  <c:v>2.1277777777777778</c:v>
                </c:pt>
                <c:pt idx="767">
                  <c:v>2.1305555555555555</c:v>
                </c:pt>
                <c:pt idx="768">
                  <c:v>2.1333333333333333</c:v>
                </c:pt>
                <c:pt idx="769">
                  <c:v>2.1361111111111111</c:v>
                </c:pt>
                <c:pt idx="770">
                  <c:v>2.1388888888888888</c:v>
                </c:pt>
                <c:pt idx="771">
                  <c:v>2.1416666666666666</c:v>
                </c:pt>
                <c:pt idx="772">
                  <c:v>2.1444444444444444</c:v>
                </c:pt>
                <c:pt idx="773">
                  <c:v>2.1472222222222226</c:v>
                </c:pt>
                <c:pt idx="774">
                  <c:v>2.15</c:v>
                </c:pt>
                <c:pt idx="775">
                  <c:v>2.1527777777777777</c:v>
                </c:pt>
                <c:pt idx="776">
                  <c:v>2.1555555555555559</c:v>
                </c:pt>
                <c:pt idx="777">
                  <c:v>2.1583333333333332</c:v>
                </c:pt>
                <c:pt idx="778">
                  <c:v>2.161111111111111</c:v>
                </c:pt>
                <c:pt idx="779">
                  <c:v>2.1638888888888892</c:v>
                </c:pt>
                <c:pt idx="780">
                  <c:v>2.1666666666666665</c:v>
                </c:pt>
                <c:pt idx="781">
                  <c:v>2.1694444444444443</c:v>
                </c:pt>
                <c:pt idx="782">
                  <c:v>2.1722222222222225</c:v>
                </c:pt>
                <c:pt idx="783">
                  <c:v>2.1749999999999998</c:v>
                </c:pt>
                <c:pt idx="784">
                  <c:v>2.1777777777777776</c:v>
                </c:pt>
                <c:pt idx="785">
                  <c:v>2.1805555555555558</c:v>
                </c:pt>
                <c:pt idx="786">
                  <c:v>2.1833333333333331</c:v>
                </c:pt>
                <c:pt idx="787">
                  <c:v>2.1861111111111109</c:v>
                </c:pt>
                <c:pt idx="788">
                  <c:v>2.1888888888888891</c:v>
                </c:pt>
                <c:pt idx="789">
                  <c:v>2.1916666666666669</c:v>
                </c:pt>
                <c:pt idx="790">
                  <c:v>2.1944444444444442</c:v>
                </c:pt>
                <c:pt idx="791">
                  <c:v>2.1972222222222224</c:v>
                </c:pt>
                <c:pt idx="792">
                  <c:v>2.2000000000000002</c:v>
                </c:pt>
                <c:pt idx="793">
                  <c:v>2.2027777777777775</c:v>
                </c:pt>
                <c:pt idx="794">
                  <c:v>2.2055555555555557</c:v>
                </c:pt>
                <c:pt idx="795">
                  <c:v>2.2083333333333335</c:v>
                </c:pt>
                <c:pt idx="796">
                  <c:v>2.2111111111111108</c:v>
                </c:pt>
                <c:pt idx="797">
                  <c:v>2.213888888888889</c:v>
                </c:pt>
                <c:pt idx="798">
                  <c:v>2.2166666666666668</c:v>
                </c:pt>
                <c:pt idx="799">
                  <c:v>2.2194444444444441</c:v>
                </c:pt>
                <c:pt idx="800">
                  <c:v>2.2222222222222223</c:v>
                </c:pt>
                <c:pt idx="801">
                  <c:v>2.2250000000000001</c:v>
                </c:pt>
                <c:pt idx="802">
                  <c:v>2.2277777777777774</c:v>
                </c:pt>
                <c:pt idx="803">
                  <c:v>2.2305555555555556</c:v>
                </c:pt>
                <c:pt idx="804">
                  <c:v>2.2333333333333334</c:v>
                </c:pt>
                <c:pt idx="805">
                  <c:v>2.2361111111111112</c:v>
                </c:pt>
                <c:pt idx="806">
                  <c:v>2.2388888888888889</c:v>
                </c:pt>
                <c:pt idx="807">
                  <c:v>2.2416666666666667</c:v>
                </c:pt>
                <c:pt idx="808">
                  <c:v>2.2444444444444445</c:v>
                </c:pt>
                <c:pt idx="809">
                  <c:v>2.2472222222222222</c:v>
                </c:pt>
                <c:pt idx="810">
                  <c:v>2.25</c:v>
                </c:pt>
                <c:pt idx="811">
                  <c:v>2.2527777777777778</c:v>
                </c:pt>
                <c:pt idx="812">
                  <c:v>2.2555555555555555</c:v>
                </c:pt>
                <c:pt idx="813">
                  <c:v>2.2583333333333333</c:v>
                </c:pt>
                <c:pt idx="814">
                  <c:v>2.2611111111111111</c:v>
                </c:pt>
                <c:pt idx="815">
                  <c:v>2.2638888888888888</c:v>
                </c:pt>
                <c:pt idx="816">
                  <c:v>2.2666666666666666</c:v>
                </c:pt>
                <c:pt idx="817">
                  <c:v>2.2694444444444444</c:v>
                </c:pt>
                <c:pt idx="818">
                  <c:v>2.2722222222222226</c:v>
                </c:pt>
                <c:pt idx="819">
                  <c:v>2.2749999999999999</c:v>
                </c:pt>
                <c:pt idx="820">
                  <c:v>2.2777777777777777</c:v>
                </c:pt>
                <c:pt idx="821">
                  <c:v>2.2805555555555559</c:v>
                </c:pt>
                <c:pt idx="822">
                  <c:v>2.2833333333333332</c:v>
                </c:pt>
                <c:pt idx="823">
                  <c:v>2.286111111111111</c:v>
                </c:pt>
                <c:pt idx="824">
                  <c:v>2.2888888888888892</c:v>
                </c:pt>
                <c:pt idx="825">
                  <c:v>2.2916666666666665</c:v>
                </c:pt>
                <c:pt idx="826">
                  <c:v>2.2944444444444443</c:v>
                </c:pt>
                <c:pt idx="827">
                  <c:v>2.2972222222222225</c:v>
                </c:pt>
                <c:pt idx="828">
                  <c:v>2.2999999999999998</c:v>
                </c:pt>
                <c:pt idx="829">
                  <c:v>2.3027777777777776</c:v>
                </c:pt>
                <c:pt idx="830">
                  <c:v>2.3055555555555558</c:v>
                </c:pt>
                <c:pt idx="831">
                  <c:v>2.3083333333333331</c:v>
                </c:pt>
                <c:pt idx="832">
                  <c:v>2.3111111111111109</c:v>
                </c:pt>
                <c:pt idx="833">
                  <c:v>2.3138888888888891</c:v>
                </c:pt>
                <c:pt idx="834">
                  <c:v>2.3166666666666669</c:v>
                </c:pt>
                <c:pt idx="835">
                  <c:v>2.3194444444444442</c:v>
                </c:pt>
                <c:pt idx="836">
                  <c:v>2.3222222222222224</c:v>
                </c:pt>
                <c:pt idx="837">
                  <c:v>2.3250000000000002</c:v>
                </c:pt>
                <c:pt idx="838">
                  <c:v>2.3277777777777775</c:v>
                </c:pt>
                <c:pt idx="839">
                  <c:v>2.3305555555555557</c:v>
                </c:pt>
                <c:pt idx="840">
                  <c:v>2.3333333333333335</c:v>
                </c:pt>
                <c:pt idx="841">
                  <c:v>2.3361111111111108</c:v>
                </c:pt>
                <c:pt idx="842">
                  <c:v>2.338888888888889</c:v>
                </c:pt>
                <c:pt idx="843">
                  <c:v>2.3416666666666668</c:v>
                </c:pt>
                <c:pt idx="844">
                  <c:v>2.3444444444444441</c:v>
                </c:pt>
                <c:pt idx="845">
                  <c:v>2.3472222222222223</c:v>
                </c:pt>
                <c:pt idx="846">
                  <c:v>2.35</c:v>
                </c:pt>
                <c:pt idx="847">
                  <c:v>2.3527777777777774</c:v>
                </c:pt>
                <c:pt idx="848">
                  <c:v>2.3555555555555556</c:v>
                </c:pt>
                <c:pt idx="849">
                  <c:v>2.3583333333333334</c:v>
                </c:pt>
                <c:pt idx="850">
                  <c:v>2.3611111111111112</c:v>
                </c:pt>
                <c:pt idx="851">
                  <c:v>2.3638888888888889</c:v>
                </c:pt>
                <c:pt idx="852">
                  <c:v>2.3666666666666667</c:v>
                </c:pt>
                <c:pt idx="853">
                  <c:v>2.3694444444444445</c:v>
                </c:pt>
                <c:pt idx="854">
                  <c:v>2.3722222222222222</c:v>
                </c:pt>
                <c:pt idx="855">
                  <c:v>2.375</c:v>
                </c:pt>
                <c:pt idx="856">
                  <c:v>2.3777777777777778</c:v>
                </c:pt>
                <c:pt idx="857">
                  <c:v>2.3805555555555555</c:v>
                </c:pt>
                <c:pt idx="858">
                  <c:v>2.3833333333333333</c:v>
                </c:pt>
                <c:pt idx="859">
                  <c:v>2.3861111111111111</c:v>
                </c:pt>
                <c:pt idx="860">
                  <c:v>2.3888888888888888</c:v>
                </c:pt>
                <c:pt idx="861">
                  <c:v>2.3916666666666666</c:v>
                </c:pt>
                <c:pt idx="862">
                  <c:v>2.3944444444444444</c:v>
                </c:pt>
                <c:pt idx="863">
                  <c:v>2.3972222222222226</c:v>
                </c:pt>
                <c:pt idx="864">
                  <c:v>2.4</c:v>
                </c:pt>
                <c:pt idx="865">
                  <c:v>2.4027777777777777</c:v>
                </c:pt>
                <c:pt idx="866">
                  <c:v>2.4055555555555559</c:v>
                </c:pt>
                <c:pt idx="867">
                  <c:v>2.4083333333333332</c:v>
                </c:pt>
                <c:pt idx="868">
                  <c:v>2.411111111111111</c:v>
                </c:pt>
                <c:pt idx="869">
                  <c:v>2.4138888888888892</c:v>
                </c:pt>
                <c:pt idx="870">
                  <c:v>2.4166666666666665</c:v>
                </c:pt>
                <c:pt idx="871">
                  <c:v>2.4194444444444443</c:v>
                </c:pt>
                <c:pt idx="872">
                  <c:v>2.4222222222222225</c:v>
                </c:pt>
                <c:pt idx="873">
                  <c:v>2.4249999999999998</c:v>
                </c:pt>
                <c:pt idx="874">
                  <c:v>2.4277777777777776</c:v>
                </c:pt>
                <c:pt idx="875">
                  <c:v>2.4305555555555558</c:v>
                </c:pt>
                <c:pt idx="876">
                  <c:v>2.4333333333333331</c:v>
                </c:pt>
                <c:pt idx="877">
                  <c:v>2.4361111111111109</c:v>
                </c:pt>
                <c:pt idx="878">
                  <c:v>2.4388888888888891</c:v>
                </c:pt>
                <c:pt idx="879">
                  <c:v>2.4416666666666669</c:v>
                </c:pt>
                <c:pt idx="880">
                  <c:v>2.4444444444444442</c:v>
                </c:pt>
                <c:pt idx="881">
                  <c:v>2.4472222222222224</c:v>
                </c:pt>
                <c:pt idx="882">
                  <c:v>2.4500000000000002</c:v>
                </c:pt>
                <c:pt idx="883">
                  <c:v>2.4527777777777775</c:v>
                </c:pt>
                <c:pt idx="884">
                  <c:v>2.4555555555555557</c:v>
                </c:pt>
                <c:pt idx="885">
                  <c:v>2.4583333333333335</c:v>
                </c:pt>
                <c:pt idx="886">
                  <c:v>2.4611111111111108</c:v>
                </c:pt>
                <c:pt idx="887">
                  <c:v>2.463888888888889</c:v>
                </c:pt>
                <c:pt idx="888">
                  <c:v>2.4666666666666668</c:v>
                </c:pt>
                <c:pt idx="889">
                  <c:v>2.4694444444444441</c:v>
                </c:pt>
                <c:pt idx="890">
                  <c:v>2.4722222222222223</c:v>
                </c:pt>
                <c:pt idx="891">
                  <c:v>2.4750000000000001</c:v>
                </c:pt>
                <c:pt idx="892">
                  <c:v>2.4777777777777774</c:v>
                </c:pt>
                <c:pt idx="893">
                  <c:v>2.4805555555555556</c:v>
                </c:pt>
                <c:pt idx="894">
                  <c:v>2.4833333333333334</c:v>
                </c:pt>
                <c:pt idx="895">
                  <c:v>2.4861111111111112</c:v>
                </c:pt>
                <c:pt idx="896">
                  <c:v>2.4888888888888889</c:v>
                </c:pt>
                <c:pt idx="897">
                  <c:v>2.4916666666666667</c:v>
                </c:pt>
                <c:pt idx="898">
                  <c:v>2.4944444444444445</c:v>
                </c:pt>
                <c:pt idx="899">
                  <c:v>2.4972222222222222</c:v>
                </c:pt>
                <c:pt idx="900">
                  <c:v>2.5</c:v>
                </c:pt>
                <c:pt idx="901">
                  <c:v>2.5027777777777778</c:v>
                </c:pt>
                <c:pt idx="902">
                  <c:v>2.5055555555555555</c:v>
                </c:pt>
                <c:pt idx="903">
                  <c:v>2.5083333333333333</c:v>
                </c:pt>
                <c:pt idx="904">
                  <c:v>2.5111111111111111</c:v>
                </c:pt>
                <c:pt idx="905">
                  <c:v>2.5138888888888888</c:v>
                </c:pt>
                <c:pt idx="906">
                  <c:v>2.5166666666666666</c:v>
                </c:pt>
                <c:pt idx="907">
                  <c:v>2.5194444444444444</c:v>
                </c:pt>
                <c:pt idx="908">
                  <c:v>2.5222222222222226</c:v>
                </c:pt>
                <c:pt idx="909">
                  <c:v>2.5249999999999999</c:v>
                </c:pt>
                <c:pt idx="910">
                  <c:v>2.5277777777777777</c:v>
                </c:pt>
                <c:pt idx="911">
                  <c:v>2.5305555555555559</c:v>
                </c:pt>
                <c:pt idx="912">
                  <c:v>2.5333333333333332</c:v>
                </c:pt>
                <c:pt idx="913">
                  <c:v>2.536111111111111</c:v>
                </c:pt>
                <c:pt idx="914">
                  <c:v>2.5388888888888892</c:v>
                </c:pt>
                <c:pt idx="915">
                  <c:v>2.5416666666666665</c:v>
                </c:pt>
                <c:pt idx="916">
                  <c:v>2.5444444444444443</c:v>
                </c:pt>
                <c:pt idx="917">
                  <c:v>2.5472222222222225</c:v>
                </c:pt>
                <c:pt idx="918">
                  <c:v>2.5499999999999998</c:v>
                </c:pt>
                <c:pt idx="919">
                  <c:v>2.5527777777777776</c:v>
                </c:pt>
                <c:pt idx="920">
                  <c:v>2.5555555555555558</c:v>
                </c:pt>
                <c:pt idx="921">
                  <c:v>2.5583333333333331</c:v>
                </c:pt>
                <c:pt idx="922">
                  <c:v>2.5611111111111109</c:v>
                </c:pt>
                <c:pt idx="923">
                  <c:v>2.5638888888888891</c:v>
                </c:pt>
                <c:pt idx="924">
                  <c:v>2.5666666666666669</c:v>
                </c:pt>
                <c:pt idx="925">
                  <c:v>2.5694444444444442</c:v>
                </c:pt>
                <c:pt idx="926">
                  <c:v>2.5722222222222224</c:v>
                </c:pt>
                <c:pt idx="927">
                  <c:v>2.5750000000000002</c:v>
                </c:pt>
                <c:pt idx="928">
                  <c:v>2.5777777777777775</c:v>
                </c:pt>
                <c:pt idx="929">
                  <c:v>2.5805555555555557</c:v>
                </c:pt>
                <c:pt idx="930">
                  <c:v>2.5833333333333335</c:v>
                </c:pt>
                <c:pt idx="931">
                  <c:v>2.5861111111111108</c:v>
                </c:pt>
                <c:pt idx="932">
                  <c:v>2.588888888888889</c:v>
                </c:pt>
                <c:pt idx="933">
                  <c:v>2.5916666666666668</c:v>
                </c:pt>
                <c:pt idx="934">
                  <c:v>2.5944444444444441</c:v>
                </c:pt>
                <c:pt idx="935">
                  <c:v>2.5972222222222223</c:v>
                </c:pt>
                <c:pt idx="936">
                  <c:v>2.6</c:v>
                </c:pt>
                <c:pt idx="937">
                  <c:v>2.6027777777777774</c:v>
                </c:pt>
                <c:pt idx="938">
                  <c:v>2.6055555555555556</c:v>
                </c:pt>
                <c:pt idx="939">
                  <c:v>2.6083333333333334</c:v>
                </c:pt>
                <c:pt idx="940">
                  <c:v>2.6111111111111112</c:v>
                </c:pt>
                <c:pt idx="941">
                  <c:v>2.6138888888888889</c:v>
                </c:pt>
                <c:pt idx="942">
                  <c:v>2.6166666666666667</c:v>
                </c:pt>
                <c:pt idx="943">
                  <c:v>2.6194444444444445</c:v>
                </c:pt>
                <c:pt idx="944">
                  <c:v>2.6222222222222222</c:v>
                </c:pt>
                <c:pt idx="945">
                  <c:v>2.625</c:v>
                </c:pt>
                <c:pt idx="946">
                  <c:v>2.6277777777777778</c:v>
                </c:pt>
                <c:pt idx="947">
                  <c:v>2.6305555555555555</c:v>
                </c:pt>
                <c:pt idx="948">
                  <c:v>2.6333333333333333</c:v>
                </c:pt>
                <c:pt idx="949">
                  <c:v>2.6361111111111111</c:v>
                </c:pt>
                <c:pt idx="950">
                  <c:v>2.6388888888888888</c:v>
                </c:pt>
                <c:pt idx="951">
                  <c:v>2.6416666666666666</c:v>
                </c:pt>
                <c:pt idx="952">
                  <c:v>2.6444444444444444</c:v>
                </c:pt>
                <c:pt idx="953">
                  <c:v>2.6472222222222226</c:v>
                </c:pt>
                <c:pt idx="954">
                  <c:v>2.65</c:v>
                </c:pt>
                <c:pt idx="955">
                  <c:v>2.6527777777777777</c:v>
                </c:pt>
                <c:pt idx="956">
                  <c:v>2.6555555555555559</c:v>
                </c:pt>
                <c:pt idx="957">
                  <c:v>2.6583333333333332</c:v>
                </c:pt>
                <c:pt idx="958">
                  <c:v>2.661111111111111</c:v>
                </c:pt>
                <c:pt idx="959">
                  <c:v>2.6638888888888892</c:v>
                </c:pt>
                <c:pt idx="960">
                  <c:v>2.6666666666666665</c:v>
                </c:pt>
                <c:pt idx="961">
                  <c:v>2.6694444444444443</c:v>
                </c:pt>
                <c:pt idx="962">
                  <c:v>2.6722222222222225</c:v>
                </c:pt>
                <c:pt idx="963">
                  <c:v>2.6749999999999998</c:v>
                </c:pt>
                <c:pt idx="964">
                  <c:v>2.6777777777777776</c:v>
                </c:pt>
                <c:pt idx="965">
                  <c:v>2.6805555555555558</c:v>
                </c:pt>
                <c:pt idx="966">
                  <c:v>2.6833333333333331</c:v>
                </c:pt>
                <c:pt idx="967">
                  <c:v>2.6861111111111109</c:v>
                </c:pt>
                <c:pt idx="968">
                  <c:v>2.6888888888888891</c:v>
                </c:pt>
                <c:pt idx="969">
                  <c:v>2.6916666666666669</c:v>
                </c:pt>
                <c:pt idx="970">
                  <c:v>2.6944444444444442</c:v>
                </c:pt>
                <c:pt idx="971">
                  <c:v>2.6972222222222224</c:v>
                </c:pt>
                <c:pt idx="972">
                  <c:v>2.7</c:v>
                </c:pt>
                <c:pt idx="973">
                  <c:v>2.7027777777777775</c:v>
                </c:pt>
                <c:pt idx="974">
                  <c:v>2.7055555555555557</c:v>
                </c:pt>
                <c:pt idx="975">
                  <c:v>2.7083333333333335</c:v>
                </c:pt>
                <c:pt idx="976">
                  <c:v>2.7111111111111108</c:v>
                </c:pt>
                <c:pt idx="977">
                  <c:v>2.713888888888889</c:v>
                </c:pt>
                <c:pt idx="978">
                  <c:v>2.7166666666666668</c:v>
                </c:pt>
                <c:pt idx="979">
                  <c:v>2.7194444444444441</c:v>
                </c:pt>
                <c:pt idx="980">
                  <c:v>2.7222222222222223</c:v>
                </c:pt>
                <c:pt idx="981">
                  <c:v>2.7250000000000001</c:v>
                </c:pt>
                <c:pt idx="982">
                  <c:v>2.7277777777777774</c:v>
                </c:pt>
                <c:pt idx="983">
                  <c:v>2.7305555555555556</c:v>
                </c:pt>
                <c:pt idx="984">
                  <c:v>2.7333333333333334</c:v>
                </c:pt>
                <c:pt idx="985">
                  <c:v>2.7361111111111112</c:v>
                </c:pt>
                <c:pt idx="986">
                  <c:v>2.7388888888888889</c:v>
                </c:pt>
                <c:pt idx="987">
                  <c:v>2.7416666666666667</c:v>
                </c:pt>
                <c:pt idx="988">
                  <c:v>2.7444444444444445</c:v>
                </c:pt>
                <c:pt idx="989">
                  <c:v>2.7472222222222222</c:v>
                </c:pt>
                <c:pt idx="990">
                  <c:v>2.75</c:v>
                </c:pt>
                <c:pt idx="991">
                  <c:v>2.7527777777777778</c:v>
                </c:pt>
                <c:pt idx="992">
                  <c:v>2.7555555555555555</c:v>
                </c:pt>
                <c:pt idx="993">
                  <c:v>2.7583333333333333</c:v>
                </c:pt>
                <c:pt idx="994">
                  <c:v>2.7611111111111111</c:v>
                </c:pt>
                <c:pt idx="995">
                  <c:v>2.7638888888888888</c:v>
                </c:pt>
                <c:pt idx="996">
                  <c:v>2.7666666666666666</c:v>
                </c:pt>
                <c:pt idx="997">
                  <c:v>2.7694444444444444</c:v>
                </c:pt>
                <c:pt idx="998">
                  <c:v>2.7722222222222226</c:v>
                </c:pt>
                <c:pt idx="999">
                  <c:v>2.7749999999999999</c:v>
                </c:pt>
                <c:pt idx="1000">
                  <c:v>2.7777777777777777</c:v>
                </c:pt>
                <c:pt idx="1001">
                  <c:v>2.7805555555555559</c:v>
                </c:pt>
                <c:pt idx="1002">
                  <c:v>2.7833333333333332</c:v>
                </c:pt>
                <c:pt idx="1003">
                  <c:v>2.786111111111111</c:v>
                </c:pt>
                <c:pt idx="1004">
                  <c:v>2.7888888888888892</c:v>
                </c:pt>
                <c:pt idx="1005">
                  <c:v>2.7916666666666665</c:v>
                </c:pt>
                <c:pt idx="1006">
                  <c:v>2.7944444444444443</c:v>
                </c:pt>
                <c:pt idx="1007">
                  <c:v>2.7972222222222225</c:v>
                </c:pt>
                <c:pt idx="1008">
                  <c:v>2.8</c:v>
                </c:pt>
                <c:pt idx="1009">
                  <c:v>2.8027777777777776</c:v>
                </c:pt>
                <c:pt idx="1010">
                  <c:v>2.8055555555555558</c:v>
                </c:pt>
                <c:pt idx="1011">
                  <c:v>2.8083333333333331</c:v>
                </c:pt>
                <c:pt idx="1012">
                  <c:v>2.8111111111111109</c:v>
                </c:pt>
                <c:pt idx="1013">
                  <c:v>2.8138888888888891</c:v>
                </c:pt>
                <c:pt idx="1014">
                  <c:v>2.8166666666666669</c:v>
                </c:pt>
                <c:pt idx="1015">
                  <c:v>2.8194444444444442</c:v>
                </c:pt>
                <c:pt idx="1016">
                  <c:v>2.8222222222222224</c:v>
                </c:pt>
                <c:pt idx="1017">
                  <c:v>2.8250000000000002</c:v>
                </c:pt>
                <c:pt idx="1018">
                  <c:v>2.8277777777777775</c:v>
                </c:pt>
                <c:pt idx="1019">
                  <c:v>2.8305555555555557</c:v>
                </c:pt>
                <c:pt idx="1020">
                  <c:v>2.8333333333333335</c:v>
                </c:pt>
                <c:pt idx="1021">
                  <c:v>2.8361111111111108</c:v>
                </c:pt>
                <c:pt idx="1022">
                  <c:v>2.838888888888889</c:v>
                </c:pt>
                <c:pt idx="1023">
                  <c:v>2.8416666666666668</c:v>
                </c:pt>
                <c:pt idx="1024">
                  <c:v>2.8444444444444441</c:v>
                </c:pt>
                <c:pt idx="1025">
                  <c:v>2.8472222222222223</c:v>
                </c:pt>
                <c:pt idx="1026">
                  <c:v>2.85</c:v>
                </c:pt>
                <c:pt idx="1027">
                  <c:v>2.8527777777777774</c:v>
                </c:pt>
                <c:pt idx="1028">
                  <c:v>2.8555555555555556</c:v>
                </c:pt>
                <c:pt idx="1029">
                  <c:v>2.8583333333333334</c:v>
                </c:pt>
                <c:pt idx="1030">
                  <c:v>2.8611111111111112</c:v>
                </c:pt>
                <c:pt idx="1031">
                  <c:v>2.8638888888888889</c:v>
                </c:pt>
                <c:pt idx="1032">
                  <c:v>2.8666666666666667</c:v>
                </c:pt>
                <c:pt idx="1033">
                  <c:v>2.8694444444444445</c:v>
                </c:pt>
                <c:pt idx="1034">
                  <c:v>2.8722222222222222</c:v>
                </c:pt>
                <c:pt idx="1035">
                  <c:v>2.875</c:v>
                </c:pt>
                <c:pt idx="1036">
                  <c:v>2.8777777777777778</c:v>
                </c:pt>
                <c:pt idx="1037">
                  <c:v>2.8805555555555555</c:v>
                </c:pt>
                <c:pt idx="1038">
                  <c:v>2.8833333333333333</c:v>
                </c:pt>
                <c:pt idx="1039">
                  <c:v>2.8861111111111111</c:v>
                </c:pt>
                <c:pt idx="1040">
                  <c:v>2.8888888888888888</c:v>
                </c:pt>
                <c:pt idx="1041">
                  <c:v>2.8916666666666666</c:v>
                </c:pt>
                <c:pt idx="1042">
                  <c:v>2.8944444444444444</c:v>
                </c:pt>
                <c:pt idx="1043">
                  <c:v>2.8972222222222226</c:v>
                </c:pt>
                <c:pt idx="1044">
                  <c:v>2.9</c:v>
                </c:pt>
                <c:pt idx="1045">
                  <c:v>2.9027777777777777</c:v>
                </c:pt>
                <c:pt idx="1046">
                  <c:v>2.9055555555555559</c:v>
                </c:pt>
                <c:pt idx="1047">
                  <c:v>2.9083333333333332</c:v>
                </c:pt>
                <c:pt idx="1048">
                  <c:v>2.911111111111111</c:v>
                </c:pt>
                <c:pt idx="1049">
                  <c:v>2.9138888888888892</c:v>
                </c:pt>
                <c:pt idx="1050">
                  <c:v>2.9166666666666665</c:v>
                </c:pt>
                <c:pt idx="1051">
                  <c:v>2.9194444444444443</c:v>
                </c:pt>
                <c:pt idx="1052">
                  <c:v>2.9222222222222225</c:v>
                </c:pt>
                <c:pt idx="1053">
                  <c:v>2.9249999999999998</c:v>
                </c:pt>
                <c:pt idx="1054">
                  <c:v>2.9277777777777776</c:v>
                </c:pt>
                <c:pt idx="1055">
                  <c:v>2.9305555555555558</c:v>
                </c:pt>
                <c:pt idx="1056">
                  <c:v>2.9333333333333331</c:v>
                </c:pt>
                <c:pt idx="1057">
                  <c:v>2.9361111111111109</c:v>
                </c:pt>
                <c:pt idx="1058">
                  <c:v>2.9388888888888891</c:v>
                </c:pt>
                <c:pt idx="1059">
                  <c:v>2.9416666666666669</c:v>
                </c:pt>
                <c:pt idx="1060">
                  <c:v>2.9444444444444442</c:v>
                </c:pt>
                <c:pt idx="1061">
                  <c:v>2.9472222222222224</c:v>
                </c:pt>
                <c:pt idx="1062">
                  <c:v>2.95</c:v>
                </c:pt>
                <c:pt idx="1063">
                  <c:v>2.9527777777777775</c:v>
                </c:pt>
                <c:pt idx="1064">
                  <c:v>2.9555555555555557</c:v>
                </c:pt>
                <c:pt idx="1065">
                  <c:v>2.9583333333333335</c:v>
                </c:pt>
                <c:pt idx="1066">
                  <c:v>2.9611111111111108</c:v>
                </c:pt>
                <c:pt idx="1067">
                  <c:v>2.963888888888889</c:v>
                </c:pt>
                <c:pt idx="1068">
                  <c:v>2.9666666666666668</c:v>
                </c:pt>
                <c:pt idx="1069">
                  <c:v>2.9694444444444441</c:v>
                </c:pt>
                <c:pt idx="1070">
                  <c:v>2.9722222222222223</c:v>
                </c:pt>
                <c:pt idx="1071">
                  <c:v>2.9750000000000001</c:v>
                </c:pt>
                <c:pt idx="1072">
                  <c:v>2.9777777777777774</c:v>
                </c:pt>
                <c:pt idx="1073">
                  <c:v>2.9805555555555556</c:v>
                </c:pt>
                <c:pt idx="1074">
                  <c:v>2.9833333333333334</c:v>
                </c:pt>
                <c:pt idx="1075">
                  <c:v>2.9861111111111112</c:v>
                </c:pt>
                <c:pt idx="1076">
                  <c:v>2.9888888888888889</c:v>
                </c:pt>
                <c:pt idx="1077">
                  <c:v>2.9916666666666667</c:v>
                </c:pt>
                <c:pt idx="1078">
                  <c:v>2.9944444444444445</c:v>
                </c:pt>
                <c:pt idx="1079">
                  <c:v>2.9972222222222222</c:v>
                </c:pt>
                <c:pt idx="1080">
                  <c:v>3</c:v>
                </c:pt>
              </c:numCache>
            </c:numRef>
          </c:xVal>
          <c:yVal>
            <c:numRef>
              <c:f>Sheet1!$O$4:$O$1084</c:f>
              <c:numCache>
                <c:formatCode>0.00</c:formatCode>
                <c:ptCount val="1081"/>
                <c:pt idx="0">
                  <c:v>0</c:v>
                </c:pt>
                <c:pt idx="1">
                  <c:v>4.6542357069039922E-138</c:v>
                </c:pt>
                <c:pt idx="2">
                  <c:v>4.8016795275268451E-120</c:v>
                </c:pt>
                <c:pt idx="3">
                  <c:v>1.5798424244820781E-109</c:v>
                </c:pt>
                <c:pt idx="4">
                  <c:v>4.432849901158577E-102</c:v>
                </c:pt>
                <c:pt idx="5">
                  <c:v>2.5883849390205577E-96</c:v>
                </c:pt>
                <c:pt idx="6">
                  <c:v>1.3051147097398858E-91</c:v>
                </c:pt>
                <c:pt idx="7">
                  <c:v>1.2139508959148627E-87</c:v>
                </c:pt>
                <c:pt idx="8">
                  <c:v>3.276898549927211E-84</c:v>
                </c:pt>
                <c:pt idx="9">
                  <c:v>3.4384237711354174E-81</c:v>
                </c:pt>
                <c:pt idx="10">
                  <c:v>1.7121976309360399E-78</c:v>
                </c:pt>
                <c:pt idx="11">
                  <c:v>4.6650903458252293E-76</c:v>
                </c:pt>
                <c:pt idx="12">
                  <c:v>7.7253607685731398E-74</c:v>
                </c:pt>
                <c:pt idx="13">
                  <c:v>8.4215145421191075E-72</c:v>
                </c:pt>
                <c:pt idx="14">
                  <c:v>6.4300783198980233E-70</c:v>
                </c:pt>
                <c:pt idx="15">
                  <c:v>3.6120580638253864E-68</c:v>
                </c:pt>
                <c:pt idx="16">
                  <c:v>1.5531850318237945E-66</c:v>
                </c:pt>
                <c:pt idx="17">
                  <c:v>5.2808590677963235E-65</c:v>
                </c:pt>
                <c:pt idx="18">
                  <c:v>1.4583597131798051E-63</c:v>
                </c:pt>
                <c:pt idx="19">
                  <c:v>3.3456111824679243E-62</c:v>
                </c:pt>
                <c:pt idx="20">
                  <c:v>6.4983665886929658E-61</c:v>
                </c:pt>
                <c:pt idx="21">
                  <c:v>1.0861935237938391E-59</c:v>
                </c:pt>
                <c:pt idx="22">
                  <c:v>1.5843657005896019E-58</c:v>
                </c:pt>
                <c:pt idx="23">
                  <c:v>2.0413139394265984E-57</c:v>
                </c:pt>
                <c:pt idx="24">
                  <c:v>2.3477897402186808E-56</c:v>
                </c:pt>
                <c:pt idx="25">
                  <c:v>2.4329337084803461E-55</c:v>
                </c:pt>
                <c:pt idx="26">
                  <c:v>2.2902120274796754E-54</c:v>
                </c:pt>
                <c:pt idx="27">
                  <c:v>1.9726303921357517E-53</c:v>
                </c:pt>
                <c:pt idx="28">
                  <c:v>1.5647566594172844E-52</c:v>
                </c:pt>
                <c:pt idx="29">
                  <c:v>1.1497141051874992E-51</c:v>
                </c:pt>
                <c:pt idx="30">
                  <c:v>7.8655722798140378E-51</c:v>
                </c:pt>
                <c:pt idx="31">
                  <c:v>5.0338669293490822E-50</c:v>
                </c:pt>
                <c:pt idx="32">
                  <c:v>3.0265221552939383E-49</c:v>
                </c:pt>
                <c:pt idx="33">
                  <c:v>1.7160368456461562E-48</c:v>
                </c:pt>
                <c:pt idx="34">
                  <c:v>9.2081057002258747E-48</c:v>
                </c:pt>
                <c:pt idx="35">
                  <c:v>4.690973634169934E-47</c:v>
                </c:pt>
                <c:pt idx="36">
                  <c:v>2.2754926370373552E-46</c:v>
                </c:pt>
                <c:pt idx="37">
                  <c:v>1.053838086181571E-45</c:v>
                </c:pt>
                <c:pt idx="38">
                  <c:v>4.6712305297852913E-45</c:v>
                </c:pt>
                <c:pt idx="39">
                  <c:v>1.9862640526401012E-44</c:v>
                </c:pt>
                <c:pt idx="40">
                  <c:v>8.119047803758291E-44</c:v>
                </c:pt>
                <c:pt idx="41">
                  <c:v>3.1965542509562626E-43</c:v>
                </c:pt>
                <c:pt idx="42">
                  <c:v>1.2143759503173933E-42</c:v>
                </c:pt>
                <c:pt idx="43">
                  <c:v>4.4591093875732406E-42</c:v>
                </c:pt>
                <c:pt idx="44">
                  <c:v>1.5850626709567125E-41</c:v>
                </c:pt>
                <c:pt idx="45">
                  <c:v>5.4623777843428884E-41</c:v>
                </c:pt>
                <c:pt idx="46">
                  <c:v>1.8274515225053572E-40</c:v>
                </c:pt>
                <c:pt idx="47">
                  <c:v>5.9428189277456098E-40</c:v>
                </c:pt>
                <c:pt idx="48">
                  <c:v>1.8807900642956167E-39</c:v>
                </c:pt>
                <c:pt idx="49">
                  <c:v>5.7993048480312299E-39</c:v>
                </c:pt>
                <c:pt idx="50">
                  <c:v>1.7440400532351683E-38</c:v>
                </c:pt>
                <c:pt idx="51">
                  <c:v>5.1204934849561808E-38</c:v>
                </c:pt>
                <c:pt idx="52">
                  <c:v>1.4690850110166257E-37</c:v>
                </c:pt>
                <c:pt idx="53">
                  <c:v>4.1223374826576359E-37</c:v>
                </c:pt>
                <c:pt idx="54">
                  <c:v>1.1323013213098762E-36</c:v>
                </c:pt>
                <c:pt idx="55">
                  <c:v>3.0467923181950382E-36</c:v>
                </c:pt>
                <c:pt idx="56">
                  <c:v>8.0372626378794143E-36</c:v>
                </c:pt>
                <c:pt idx="57">
                  <c:v>2.0799980977134202E-35</c:v>
                </c:pt>
                <c:pt idx="58">
                  <c:v>5.2844071166697128E-35</c:v>
                </c:pt>
                <c:pt idx="59">
                  <c:v>1.3188105451543068E-34</c:v>
                </c:pt>
                <c:pt idx="60">
                  <c:v>3.2350559275669639E-34</c:v>
                </c:pt>
                <c:pt idx="61">
                  <c:v>7.8044432741562861E-34</c:v>
                </c:pt>
                <c:pt idx="62">
                  <c:v>1.8526707936504096E-33</c:v>
                </c:pt>
                <c:pt idx="63">
                  <c:v>4.3298705258503314E-33</c:v>
                </c:pt>
                <c:pt idx="64">
                  <c:v>9.9674815264522097E-33</c:v>
                </c:pt>
                <c:pt idx="65">
                  <c:v>2.2611712583569885E-32</c:v>
                </c:pt>
                <c:pt idx="66">
                  <c:v>5.0572363170302842E-32</c:v>
                </c:pt>
                <c:pt idx="67">
                  <c:v>1.1156046996739453E-31</c:v>
                </c:pt>
                <c:pt idx="68">
                  <c:v>2.4282980607557143E-31</c:v>
                </c:pt>
                <c:pt idx="69">
                  <c:v>5.2174432320085979E-31</c:v>
                </c:pt>
                <c:pt idx="70">
                  <c:v>1.1069799290535012E-30</c:v>
                </c:pt>
                <c:pt idx="71">
                  <c:v>2.3200819562685625E-30</c:v>
                </c:pt>
                <c:pt idx="72">
                  <c:v>4.8050426492881627E-30</c:v>
                </c:pt>
                <c:pt idx="73">
                  <c:v>9.8370329412542889E-30</c:v>
                </c:pt>
                <c:pt idx="74">
                  <c:v>1.9913186440188058E-29</c:v>
                </c:pt>
                <c:pt idx="75">
                  <c:v>3.9871120159162667E-29</c:v>
                </c:pt>
                <c:pt idx="76">
                  <c:v>7.8984746391927291E-29</c:v>
                </c:pt>
                <c:pt idx="77">
                  <c:v>1.5485180040315387E-28</c:v>
                </c:pt>
                <c:pt idx="78">
                  <c:v>3.0053424638306957E-28</c:v>
                </c:pt>
                <c:pt idx="79">
                  <c:v>5.7754834182795632E-28</c:v>
                </c:pt>
                <c:pt idx="80">
                  <c:v>1.0992769989285334E-27</c:v>
                </c:pt>
                <c:pt idx="81">
                  <c:v>2.0727843059380999E-27</c:v>
                </c:pt>
                <c:pt idx="82">
                  <c:v>3.8728366506511074E-27</c:v>
                </c:pt>
                <c:pt idx="83">
                  <c:v>7.1718077089986252E-27</c:v>
                </c:pt>
                <c:pt idx="84">
                  <c:v>1.3165741246927881E-26</c:v>
                </c:pt>
                <c:pt idx="85">
                  <c:v>2.3964520964157989E-26</c:v>
                </c:pt>
                <c:pt idx="86">
                  <c:v>4.3259883093897562E-26</c:v>
                </c:pt>
                <c:pt idx="87">
                  <c:v>7.7460176375201063E-26</c:v>
                </c:pt>
                <c:pt idx="88">
                  <c:v>1.3760325618776587E-25</c:v>
                </c:pt>
                <c:pt idx="89">
                  <c:v>2.4255701435834967E-25</c:v>
                </c:pt>
                <c:pt idx="90">
                  <c:v>4.2433520396280793E-25</c:v>
                </c:pt>
                <c:pt idx="91">
                  <c:v>7.3686358373430243E-25</c:v>
                </c:pt>
                <c:pt idx="92">
                  <c:v>1.270334968220833E-24</c:v>
                </c:pt>
                <c:pt idx="93">
                  <c:v>2.1745559338264716E-24</c:v>
                </c:pt>
                <c:pt idx="94">
                  <c:v>3.696663703935223E-24</c:v>
                </c:pt>
                <c:pt idx="95">
                  <c:v>6.2416599207987663E-24</c:v>
                </c:pt>
                <c:pt idx="96">
                  <c:v>1.0468942750891445E-23</c:v>
                </c:pt>
                <c:pt idx="97">
                  <c:v>1.7445280470129305E-23</c:v>
                </c:pt>
                <c:pt idx="98">
                  <c:v>2.8885740089107523E-23</c:v>
                </c:pt>
                <c:pt idx="99">
                  <c:v>4.7530862055970426E-23</c:v>
                </c:pt>
                <c:pt idx="100">
                  <c:v>7.773365218398904E-23</c:v>
                </c:pt>
                <c:pt idx="101">
                  <c:v>1.2636783858101747E-22</c:v>
                </c:pt>
                <c:pt idx="102">
                  <c:v>2.0422527692372906E-22</c:v>
                </c:pt>
                <c:pt idx="103">
                  <c:v>3.2815401917029315E-22</c:v>
                </c:pt>
                <c:pt idx="104">
                  <c:v>5.2431183506629835E-22</c:v>
                </c:pt>
                <c:pt idx="105">
                  <c:v>8.3309073538106718E-22</c:v>
                </c:pt>
                <c:pt idx="106">
                  <c:v>1.3165317405231351E-21</c:v>
                </c:pt>
                <c:pt idx="107">
                  <c:v>2.0694318879042941E-21</c:v>
                </c:pt>
                <c:pt idx="108">
                  <c:v>3.2358982900818016E-21</c:v>
                </c:pt>
                <c:pt idx="109">
                  <c:v>5.0338986485787542E-21</c:v>
                </c:pt>
                <c:pt idx="110">
                  <c:v>7.7914943115437698E-21</c:v>
                </c:pt>
                <c:pt idx="111">
                  <c:v>1.2000060433524497E-20</c:v>
                </c:pt>
                <c:pt idx="112">
                  <c:v>1.839209170818456E-20</c:v>
                </c:pt>
                <c:pt idx="113">
                  <c:v>2.8054428763304373E-20</c:v>
                </c:pt>
                <c:pt idx="114">
                  <c:v>4.2592286870267494E-20</c:v>
                </c:pt>
                <c:pt idx="115">
                  <c:v>6.4365827571953081E-20</c:v>
                </c:pt>
                <c:pt idx="116">
                  <c:v>9.6829869702269166E-20</c:v>
                </c:pt>
                <c:pt idx="117">
                  <c:v>1.4501961778833895E-19</c:v>
                </c:pt>
                <c:pt idx="118">
                  <c:v>2.1624224790351438E-19</c:v>
                </c:pt>
                <c:pt idx="119">
                  <c:v>3.2105752252243035E-19</c:v>
                </c:pt>
                <c:pt idx="120">
                  <c:v>4.7466257068184599E-19</c:v>
                </c:pt>
                <c:pt idx="121">
                  <c:v>6.9883959065418949E-19</c:v>
                </c:pt>
                <c:pt idx="122">
                  <c:v>1.0246845303538738E-18</c:v>
                </c:pt>
                <c:pt idx="123">
                  <c:v>1.4964151042889636E-18</c:v>
                </c:pt>
                <c:pt idx="124">
                  <c:v>2.1766648500599881E-18</c:v>
                </c:pt>
                <c:pt idx="125">
                  <c:v>3.153815566480376E-18</c:v>
                </c:pt>
                <c:pt idx="126">
                  <c:v>4.5521155393204136E-18</c:v>
                </c:pt>
                <c:pt idx="127">
                  <c:v>6.5455912925570091E-18</c:v>
                </c:pt>
                <c:pt idx="128">
                  <c:v>9.3771068236814545E-18</c:v>
                </c:pt>
                <c:pt idx="129">
                  <c:v>1.3384383138490883E-17</c:v>
                </c:pt>
                <c:pt idx="130">
                  <c:v>1.9035396970870534E-17</c:v>
                </c:pt>
                <c:pt idx="131">
                  <c:v>2.6976375406228283E-17</c:v>
                </c:pt>
                <c:pt idx="132">
                  <c:v>3.8096649934145637E-17</c:v>
                </c:pt>
                <c:pt idx="133">
                  <c:v>5.3616002468803301E-17</c:v>
                </c:pt>
                <c:pt idx="134">
                  <c:v>7.5201920536531363E-17</c:v>
                </c:pt>
                <c:pt idx="135">
                  <c:v>1.0512649799211109E-16</c:v>
                </c:pt>
                <c:pt idx="136">
                  <c:v>1.4647572199677951E-16</c:v>
                </c:pt>
                <c:pt idx="137">
                  <c:v>2.0342776708623557E-16</c:v>
                </c:pt>
                <c:pt idx="138">
                  <c:v>2.8162191308588219E-16</c:v>
                </c:pt>
                <c:pt idx="139">
                  <c:v>3.8864611710832417E-16</c:v>
                </c:pt>
                <c:pt idx="140">
                  <c:v>5.3467947890804369E-16</c:v>
                </c:pt>
                <c:pt idx="141">
                  <c:v>7.3333631570240468E-16</c:v>
                </c:pt>
                <c:pt idx="142">
                  <c:v>1.0027718954469555E-15</c:v>
                </c:pt>
                <c:pt idx="143">
                  <c:v>1.3671267971740146E-15</c:v>
                </c:pt>
                <c:pt idx="144">
                  <c:v>1.8584082784793109E-15</c:v>
                </c:pt>
                <c:pt idx="145">
                  <c:v>2.5189340516403453E-15</c:v>
                </c:pt>
                <c:pt idx="146">
                  <c:v>3.4044978785493112E-15</c:v>
                </c:pt>
                <c:pt idx="147">
                  <c:v>4.5884590829003605E-15</c:v>
                </c:pt>
                <c:pt idx="148">
                  <c:v>6.1670115195010184E-15</c:v>
                </c:pt>
                <c:pt idx="149">
                  <c:v>8.265954269422352E-15</c:v>
                </c:pt>
                <c:pt idx="150">
                  <c:v>1.1049369435115161E-14</c:v>
                </c:pt>
                <c:pt idx="151">
                  <c:v>1.4730715647544683E-14</c:v>
                </c:pt>
                <c:pt idx="152">
                  <c:v>1.958697382290222E-14</c:v>
                </c:pt>
                <c:pt idx="153">
                  <c:v>2.5976639829929937E-14</c:v>
                </c:pt>
                <c:pt idx="154">
                  <c:v>3.4362553699923514E-14</c:v>
                </c:pt>
                <c:pt idx="155">
                  <c:v>4.5340794834603789E-14</c:v>
                </c:pt>
                <c:pt idx="156">
                  <c:v>5.9677166954682885E-14</c:v>
                </c:pt>
                <c:pt idx="157">
                  <c:v>7.8353156799460837E-14</c:v>
                </c:pt>
                <c:pt idx="158">
                  <c:v>1.0262369059763252E-13</c:v>
                </c:pt>
                <c:pt idx="159">
                  <c:v>1.3408954849117362E-13</c:v>
                </c:pt>
                <c:pt idx="160">
                  <c:v>1.7478794892763032E-13</c:v>
                </c:pt>
                <c:pt idx="161">
                  <c:v>2.2730560570802735E-13</c:v>
                </c:pt>
                <c:pt idx="162">
                  <c:v>2.9491951732045039E-13</c:v>
                </c:pt>
                <c:pt idx="163">
                  <c:v>3.8177190381225091E-13</c:v>
                </c:pt>
                <c:pt idx="164">
                  <c:v>4.9308709896218905E-13</c:v>
                </c:pt>
                <c:pt idx="165">
                  <c:v>6.3543987984338502E-13</c:v>
                </c:pt>
                <c:pt idx="166">
                  <c:v>8.1708672475675542E-13</c:v>
                </c:pt>
                <c:pt idx="167">
                  <c:v>1.048373895722604E-12</c:v>
                </c:pt>
                <c:pt idx="168">
                  <c:v>1.3422391154134792E-12</c:v>
                </c:pt>
                <c:pt idx="169">
                  <c:v>1.7148270347453405E-12</c:v>
                </c:pt>
                <c:pt idx="170">
                  <c:v>2.1862427642358237E-12</c:v>
                </c:pt>
                <c:pt idx="171">
                  <c:v>2.7814725833780901E-12</c:v>
                </c:pt>
                <c:pt idx="172">
                  <c:v>3.5315066794094004E-12</c:v>
                </c:pt>
                <c:pt idx="173">
                  <c:v>4.4747055523020015E-12</c:v>
                </c:pt>
                <c:pt idx="174">
                  <c:v>5.6584597323548441E-12</c:v>
                </c:pt>
                <c:pt idx="175">
                  <c:v>7.1412018928393315E-12</c:v>
                </c:pt>
                <c:pt idx="176">
                  <c:v>8.9948415354039806E-12</c:v>
                </c:pt>
                <c:pt idx="177">
                  <c:v>1.1307705447183269E-11</c:v>
                </c:pt>
                <c:pt idx="178">
                  <c:v>1.4188082381232239E-11</c:v>
                </c:pt>
                <c:pt idx="179">
                  <c:v>1.7768488244936063E-11</c:v>
                </c:pt>
                <c:pt idx="180">
                  <c:v>2.221078889223331E-11</c:v>
                </c:pt>
                <c:pt idx="181">
                  <c:v>2.7712341857552434E-11</c:v>
                </c:pt>
                <c:pt idx="182">
                  <c:v>3.4513346556397867E-11</c:v>
                </c:pt>
                <c:pt idx="183">
                  <c:v>4.2905625192276943E-11</c:v>
                </c:pt>
                <c:pt idx="184">
                  <c:v>5.3243094511439088E-11</c:v>
                </c:pt>
                <c:pt idx="185">
                  <c:v>6.5954232380094897E-11</c:v>
                </c:pt>
                <c:pt idx="186">
                  <c:v>8.1556893762414035E-11</c:v>
                </c:pt>
                <c:pt idx="187">
                  <c:v>1.0067588899529756E-10</c:v>
                </c:pt>
                <c:pt idx="188">
                  <c:v>1.240638043473539E-10</c:v>
                </c:pt>
                <c:pt idx="189">
                  <c:v>1.526256219018838E-10</c:v>
                </c:pt>
                <c:pt idx="190">
                  <c:v>1.8744778414516037E-10</c:v>
                </c:pt>
                <c:pt idx="191">
                  <c:v>2.2983244975447181E-10</c:v>
                </c:pt>
                <c:pt idx="192">
                  <c:v>2.8133780261749146E-10</c:v>
                </c:pt>
                <c:pt idx="193">
                  <c:v>3.4382540791324403E-10</c:v>
                </c:pt>
                <c:pt idx="194">
                  <c:v>4.1951575918522653E-10</c:v>
                </c:pt>
                <c:pt idx="195">
                  <c:v>5.1105333100015272E-10</c:v>
                </c:pt>
                <c:pt idx="196">
                  <c:v>6.2158264551155562E-10</c:v>
                </c:pt>
                <c:pt idx="197">
                  <c:v>7.5483708079688116E-10</c:v>
                </c:pt>
                <c:pt idx="198">
                  <c:v>9.1524239725210288E-10</c:v>
                </c:pt>
                <c:pt idx="199">
                  <c:v>1.1080372389550489E-9</c:v>
                </c:pt>
                <c:pt idx="200">
                  <c:v>1.339413183421822E-9</c:v>
                </c:pt>
                <c:pt idx="201">
                  <c:v>1.6166772696049661E-9</c:v>
                </c:pt>
                <c:pt idx="202">
                  <c:v>1.9484403347226495E-9</c:v>
                </c:pt>
                <c:pt idx="203">
                  <c:v>2.3448349403695497E-9</c:v>
                </c:pt>
                <c:pt idx="204">
                  <c:v>2.8177671725855787E-9</c:v>
                </c:pt>
                <c:pt idx="205">
                  <c:v>3.3812071648419649E-9</c:v>
                </c:pt>
                <c:pt idx="206">
                  <c:v>4.0515238234347332E-9</c:v>
                </c:pt>
                <c:pt idx="207">
                  <c:v>4.8478699382539945E-9</c:v>
                </c:pt>
                <c:pt idx="208">
                  <c:v>5.7926246455763692E-9</c:v>
                </c:pt>
                <c:pt idx="209">
                  <c:v>6.911901081221957E-9</c:v>
                </c:pt>
                <c:pt idx="210">
                  <c:v>8.2361280305733064E-9</c:v>
                </c:pt>
                <c:pt idx="211">
                  <c:v>9.8007154556140374E-9</c:v>
                </c:pt>
                <c:pt idx="212">
                  <c:v>1.1646814968047312E-8</c:v>
                </c:pt>
                <c:pt idx="213">
                  <c:v>1.3822187632114015E-8</c:v>
                </c:pt>
                <c:pt idx="214">
                  <c:v>1.6382192932064671E-8</c:v>
                </c:pt>
                <c:pt idx="215">
                  <c:v>1.9390914339234711E-8</c:v>
                </c:pt>
                <c:pt idx="216">
                  <c:v>2.292243867494657E-8</c:v>
                </c:pt>
                <c:pt idx="217">
                  <c:v>2.7062308401448628E-8</c:v>
                </c:pt>
                <c:pt idx="218">
                  <c:v>3.1909168098000209E-8</c:v>
                </c:pt>
                <c:pt idx="219">
                  <c:v>3.7576628708070363E-8</c:v>
                </c:pt>
                <c:pt idx="220">
                  <c:v>4.4195375692306216E-8</c:v>
                </c:pt>
                <c:pt idx="221">
                  <c:v>5.1915550007103214E-8</c:v>
                </c:pt>
                <c:pt idx="222">
                  <c:v>6.0909433867862998E-8</c:v>
                </c:pt>
                <c:pt idx="223">
                  <c:v>7.1374476567665633E-8</c:v>
                </c:pt>
                <c:pt idx="224">
                  <c:v>8.3536699225343701E-8</c:v>
                </c:pt>
                <c:pt idx="225">
                  <c:v>9.7654521251779067E-8</c:v>
                </c:pt>
                <c:pt idx="226">
                  <c:v>1.1402305557053141E-7</c:v>
                </c:pt>
                <c:pt idx="227">
                  <c:v>1.3297892423002541E-7</c:v>
                </c:pt>
                <c:pt idx="228">
                  <c:v>1.5490565102196338E-7</c:v>
                </c:pt>
                <c:pt idx="229">
                  <c:v>1.8023969309714976E-7</c:v>
                </c:pt>
                <c:pt idx="230">
                  <c:v>2.0947717936910885E-7</c:v>
                </c:pt>
                <c:pt idx="231">
                  <c:v>2.4318142974204971E-7</c:v>
                </c:pt>
                <c:pt idx="232">
                  <c:v>2.8199133591710229E-7</c:v>
                </c:pt>
                <c:pt idx="233">
                  <c:v>3.2663069174481103E-7</c:v>
                </c:pt>
                <c:pt idx="234">
                  <c:v>3.7791856882729669E-7</c:v>
                </c:pt>
                <c:pt idx="235">
                  <c:v>4.3678084135654169E-7</c:v>
                </c:pt>
                <c:pt idx="236">
                  <c:v>5.042629730304047E-7</c:v>
                </c:pt>
                <c:pt idx="237">
                  <c:v>5.8154418834202063E-7</c:v>
                </c:pt>
                <c:pt idx="238">
                  <c:v>6.6995316061483831E-7</c:v>
                </c:pt>
                <c:pt idx="239">
                  <c:v>7.7098535988125885E-7</c:v>
                </c:pt>
                <c:pt idx="240">
                  <c:v>8.8632221510035339E-7</c:v>
                </c:pt>
                <c:pt idx="241">
                  <c:v>1.0178522573042889E-6</c:v>
                </c:pt>
                <c:pt idx="242">
                  <c:v>1.1676944230754607E-6</c:v>
                </c:pt>
                <c:pt idx="243">
                  <c:v>1.3382237113092243E-6</c:v>
                </c:pt>
                <c:pt idx="244">
                  <c:v>1.532099400529816E-6</c:v>
                </c:pt>
                <c:pt idx="245">
                  <c:v>1.7522960491183823E-6</c:v>
                </c:pt>
                <c:pt idx="246">
                  <c:v>2.0021375166981152E-6</c:v>
                </c:pt>
                <c:pt idx="247">
                  <c:v>2.2853342616171444E-6</c:v>
                </c:pt>
                <c:pt idx="248">
                  <c:v>2.6060241869863707E-6</c:v>
                </c:pt>
                <c:pt idx="249">
                  <c:v>2.9688173260757394E-6</c:v>
                </c:pt>
                <c:pt idx="250">
                  <c:v>3.3788446770553467E-6</c:v>
                </c:pt>
                <c:pt idx="251">
                  <c:v>3.8418115170899299E-6</c:v>
                </c:pt>
                <c:pt idx="252">
                  <c:v>4.3640555466526844E-6</c:v>
                </c:pt>
                <c:pt idx="253">
                  <c:v>4.9526102366189262E-6</c:v>
                </c:pt>
                <c:pt idx="254">
                  <c:v>5.6152737732116624E-6</c:v>
                </c:pt>
                <c:pt idx="255">
                  <c:v>6.360684019197399E-6</c:v>
                </c:pt>
                <c:pt idx="256">
                  <c:v>7.1983999338430037E-6</c:v>
                </c:pt>
                <c:pt idx="257">
                  <c:v>8.138989919022016E-6</c:v>
                </c:pt>
                <c:pt idx="258">
                  <c:v>9.1941275844722436E-6</c:v>
                </c:pt>
                <c:pt idx="259">
                  <c:v>1.0376695451518071E-5</c:v>
                </c:pt>
                <c:pt idx="260">
                  <c:v>1.1700897141535265E-5</c:v>
                </c:pt>
                <c:pt idx="261">
                  <c:v>1.3182378623007413E-5</c:v>
                </c:pt>
                <c:pt idx="262">
                  <c:v>1.4838359119146258E-5</c:v>
                </c:pt>
                <c:pt idx="263">
                  <c:v>1.6687772306646394E-5</c:v>
                </c:pt>
                <c:pt idx="264">
                  <c:v>1.8751418465167561E-5</c:v>
                </c:pt>
                <c:pt idx="265">
                  <c:v>2.1052128266486175E-5</c:v>
                </c:pt>
                <c:pt idx="266">
                  <c:v>2.3614938921847902E-5</c:v>
                </c:pt>
                <c:pt idx="267">
                  <c:v>2.6467283435804381E-5</c:v>
                </c:pt>
                <c:pt idx="268">
                  <c:v>2.9639193744595513E-5</c:v>
                </c:pt>
                <c:pt idx="269">
                  <c:v>3.3163518546863937E-5</c:v>
                </c:pt>
                <c:pt idx="270">
                  <c:v>3.7076156663999944E-5</c:v>
                </c:pt>
                <c:pt idx="271">
                  <c:v>4.1416306796629779E-5</c:v>
                </c:pt>
                <c:pt idx="272">
                  <c:v>4.6226734572481734E-5</c:v>
                </c:pt>
                <c:pt idx="273">
                  <c:v>5.1554057808985004E-5</c:v>
                </c:pt>
                <c:pt idx="274">
                  <c:v>5.7449050941305419E-5</c:v>
                </c:pt>
                <c:pt idx="275">
                  <c:v>6.3966969592929197E-5</c:v>
                </c:pt>
                <c:pt idx="276">
                  <c:v>7.1167896291164922E-5</c:v>
                </c:pt>
                <c:pt idx="277">
                  <c:v>7.9117108353960741E-5</c:v>
                </c:pt>
                <c:pt idx="278">
                  <c:v>8.7885468996867455E-5</c:v>
                </c:pt>
                <c:pt idx="279">
                  <c:v>9.7549842729800464E-5</c:v>
                </c:pt>
                <c:pt idx="280">
                  <c:v>1.0819353613210335E-4</c:v>
                </c:pt>
                <c:pt idx="281">
                  <c:v>1.1990676511119375E-4</c:v>
                </c:pt>
                <c:pt idx="282">
                  <c:v>1.3278714976444329E-4</c:v>
                </c:pt>
                <c:pt idx="283">
                  <c:v>1.4694023797578765E-4</c:v>
                </c:pt>
                <c:pt idx="284">
                  <c:v>1.6248005888757844E-4</c:v>
                </c:pt>
                <c:pt idx="285">
                  <c:v>1.795297073940917E-4</c:v>
                </c:pt>
                <c:pt idx="286">
                  <c:v>1.9822196080585903E-4</c:v>
                </c:pt>
                <c:pt idx="287">
                  <c:v>2.1869992883297978E-4</c:v>
                </c:pt>
                <c:pt idx="288">
                  <c:v>2.4111773803098374E-4</c:v>
                </c:pt>
                <c:pt idx="289">
                  <c:v>2.6564125184400518E-4</c:v>
                </c:pt>
                <c:pt idx="290">
                  <c:v>2.9244882736701691E-4</c:v>
                </c:pt>
                <c:pt idx="291">
                  <c:v>3.2173210993127814E-4</c:v>
                </c:pt>
                <c:pt idx="292">
                  <c:v>3.536968665947702E-4</c:v>
                </c:pt>
                <c:pt idx="293">
                  <c:v>3.8856385959184977E-4</c:v>
                </c:pt>
                <c:pt idx="294">
                  <c:v>4.2656976076373935E-4</c:v>
                </c:pt>
                <c:pt idx="295">
                  <c:v>4.6796810795314076E-4</c:v>
                </c:pt>
                <c:pt idx="296">
                  <c:v>5.130303043021032E-4</c:v>
                </c:pt>
                <c:pt idx="297">
                  <c:v>5.6204666134249571E-4</c:v>
                </c:pt>
                <c:pt idx="298">
                  <c:v>6.153274867120186E-4</c:v>
                </c:pt>
                <c:pt idx="299">
                  <c:v>6.7320421726604158E-4</c:v>
                </c:pt>
                <c:pt idx="300">
                  <c:v>7.3603059828661072E-4</c:v>
                </c:pt>
                <c:pt idx="301">
                  <c:v>8.0418390941363466E-4</c:v>
                </c:pt>
                <c:pt idx="302">
                  <c:v>8.7806623784073858E-4</c:v>
                </c:pt>
                <c:pt idx="303">
                  <c:v>9.5810579922785144E-4</c:v>
                </c:pt>
                <c:pt idx="304">
                  <c:v>1.044758306686134E-3</c:v>
                </c:pt>
                <c:pt idx="305">
                  <c:v>1.1385083880855991E-3</c:v>
                </c:pt>
                <c:pt idx="306">
                  <c:v>1.2398710518247808E-3</c:v>
                </c:pt>
                <c:pt idx="307">
                  <c:v>1.349393201081903E-3</c:v>
                </c:pt>
                <c:pt idx="308">
                  <c:v>1.4676551964408662E-3</c:v>
                </c:pt>
                <c:pt idx="309">
                  <c:v>1.5952724666508569E-3</c:v>
                </c:pt>
                <c:pt idx="310">
                  <c:v>1.7328971671368126E-3</c:v>
                </c:pt>
                <c:pt idx="311">
                  <c:v>1.8812198857295727E-3</c:v>
                </c:pt>
                <c:pt idx="312">
                  <c:v>2.0409713949270016E-3</c:v>
                </c:pt>
                <c:pt idx="313">
                  <c:v>2.2129244498355124E-3</c:v>
                </c:pt>
                <c:pt idx="314">
                  <c:v>2.3978956307692616E-3</c:v>
                </c:pt>
                <c:pt idx="315">
                  <c:v>2.5967472293082442E-3</c:v>
                </c:pt>
                <c:pt idx="316">
                  <c:v>2.8103891764311825E-3</c:v>
                </c:pt>
                <c:pt idx="317">
                  <c:v>3.0397810111497821E-3</c:v>
                </c:pt>
                <c:pt idx="318">
                  <c:v>3.2859338878731465E-3</c:v>
                </c:pt>
                <c:pt idx="319">
                  <c:v>3.5499126205295402E-3</c:v>
                </c:pt>
                <c:pt idx="320">
                  <c:v>3.8328377612644147E-3</c:v>
                </c:pt>
                <c:pt idx="321">
                  <c:v>4.1358877113204413E-3</c:v>
                </c:pt>
                <c:pt idx="322">
                  <c:v>4.4603008614880193E-3</c:v>
                </c:pt>
                <c:pt idx="323">
                  <c:v>4.807377759292744E-3</c:v>
                </c:pt>
                <c:pt idx="324">
                  <c:v>5.1784832998604596E-3</c:v>
                </c:pt>
                <c:pt idx="325">
                  <c:v>5.575048937173325E-3</c:v>
                </c:pt>
                <c:pt idx="326">
                  <c:v>5.9985749121964742E-3</c:v>
                </c:pt>
                <c:pt idx="327">
                  <c:v>6.4506324941252342E-3</c:v>
                </c:pt>
                <c:pt idx="328">
                  <c:v>6.9328662307655657E-3</c:v>
                </c:pt>
                <c:pt idx="329">
                  <c:v>7.4469962038262033E-3</c:v>
                </c:pt>
                <c:pt idx="330">
                  <c:v>7.9948202846677925E-3</c:v>
                </c:pt>
                <c:pt idx="331">
                  <c:v>8.5782163858168468E-3</c:v>
                </c:pt>
                <c:pt idx="332">
                  <c:v>9.1991447033235273E-3</c:v>
                </c:pt>
                <c:pt idx="333">
                  <c:v>9.8596499448090815E-3</c:v>
                </c:pt>
                <c:pt idx="334">
                  <c:v>1.0561863537824158E-2</c:v>
                </c:pt>
                <c:pt idx="335">
                  <c:v>1.1308005812915606E-2</c:v>
                </c:pt>
                <c:pt idx="336">
                  <c:v>1.2100388155580141E-2</c:v>
                </c:pt>
                <c:pt idx="337">
                  <c:v>1.2941415121075038E-2</c:v>
                </c:pt>
                <c:pt idx="338">
                  <c:v>1.3833586505844559E-2</c:v>
                </c:pt>
                <c:pt idx="339">
                  <c:v>1.4779499369132228E-2</c:v>
                </c:pt>
                <c:pt idx="340">
                  <c:v>1.5781849998147128E-2</c:v>
                </c:pt>
                <c:pt idx="341">
                  <c:v>1.6843435809988073E-2</c:v>
                </c:pt>
                <c:pt idx="342">
                  <c:v>1.7967157183346679E-2</c:v>
                </c:pt>
                <c:pt idx="343">
                  <c:v>1.9156019212859785E-2</c:v>
                </c:pt>
                <c:pt idx="344">
                  <c:v>2.0413133378836056E-2</c:v>
                </c:pt>
                <c:pt idx="345">
                  <c:v>2.1741719124944922E-2</c:v>
                </c:pt>
                <c:pt idx="346">
                  <c:v>2.3145105336342699E-2</c:v>
                </c:pt>
                <c:pt idx="347">
                  <c:v>2.4626731710603329E-2</c:v>
                </c:pt>
                <c:pt idx="348">
                  <c:v>2.6190150013737656E-2</c:v>
                </c:pt>
                <c:pt idx="349">
                  <c:v>2.7839025213509856E-2</c:v>
                </c:pt>
                <c:pt idx="350">
                  <c:v>2.9577136482212583E-2</c:v>
                </c:pt>
                <c:pt idx="351">
                  <c:v>3.1408378061020398E-2</c:v>
                </c:pt>
                <c:pt idx="352">
                  <c:v>3.3336759978034959E-2</c:v>
                </c:pt>
                <c:pt idx="353">
                  <c:v>3.5366408612128038E-2</c:v>
                </c:pt>
                <c:pt idx="354">
                  <c:v>3.7501567094727385E-2</c:v>
                </c:pt>
                <c:pt idx="355">
                  <c:v>3.9746595541722565E-2</c:v>
                </c:pt>
                <c:pt idx="356">
                  <c:v>4.2105971107745693E-2</c:v>
                </c:pt>
                <c:pt idx="357">
                  <c:v>4.4584287855173911E-2</c:v>
                </c:pt>
                <c:pt idx="358">
                  <c:v>4.7186256430302533E-2</c:v>
                </c:pt>
                <c:pt idx="359">
                  <c:v>4.9916703539284388E-2</c:v>
                </c:pt>
                <c:pt idx="360">
                  <c:v>5.2780571216593138E-2</c:v>
                </c:pt>
                <c:pt idx="361">
                  <c:v>5.5782915878944309E-2</c:v>
                </c:pt>
                <c:pt idx="362">
                  <c:v>5.8928907157823354E-2</c:v>
                </c:pt>
                <c:pt idx="363">
                  <c:v>6.2223826503996216E-2</c:v>
                </c:pt>
                <c:pt idx="364">
                  <c:v>6.5673065557652441E-2</c:v>
                </c:pt>
                <c:pt idx="365">
                  <c:v>6.9282124278092522E-2</c:v>
                </c:pt>
                <c:pt idx="366">
                  <c:v>7.305660882718705E-2</c:v>
                </c:pt>
                <c:pt idx="367">
                  <c:v>7.7002229201177094E-2</c:v>
                </c:pt>
                <c:pt idx="368">
                  <c:v>8.1124796605726815E-2</c:v>
                </c:pt>
                <c:pt idx="369">
                  <c:v>8.5430220569517754E-2</c:v>
                </c:pt>
                <c:pt idx="370">
                  <c:v>8.9924505792103815E-2</c:v>
                </c:pt>
                <c:pt idx="371">
                  <c:v>9.4613748722126495E-2</c:v>
                </c:pt>
                <c:pt idx="372">
                  <c:v>9.9504133862497596E-2</c:v>
                </c:pt>
                <c:pt idx="373">
                  <c:v>0.10460192979956984</c:v>
                </c:pt>
                <c:pt idx="374">
                  <c:v>0.10991348495385454</c:v>
                </c:pt>
                <c:pt idx="375">
                  <c:v>0.11544522305032671</c:v>
                </c:pt>
                <c:pt idx="376">
                  <c:v>0.12120363830692854</c:v>
                </c:pt>
                <c:pt idx="377">
                  <c:v>0.12719529034037622</c:v>
                </c:pt>
                <c:pt idx="378">
                  <c:v>0.13342679878901115</c:v>
                </c:pt>
                <c:pt idx="379">
                  <c:v>0.13990483765298345</c:v>
                </c:pt>
                <c:pt idx="380">
                  <c:v>0.14663612935264816</c:v>
                </c:pt>
                <c:pt idx="381">
                  <c:v>0.15362743850672841</c:v>
                </c:pt>
                <c:pt idx="382">
                  <c:v>0.16088556543233976</c:v>
                </c:pt>
                <c:pt idx="383">
                  <c:v>0.16841733936971703</c:v>
                </c:pt>
                <c:pt idx="384">
                  <c:v>0.1762296114350427</c:v>
                </c:pt>
                <c:pt idx="385">
                  <c:v>0.1843292473054681</c:v>
                </c:pt>
                <c:pt idx="386">
                  <c:v>0.19272311964115893</c:v>
                </c:pt>
                <c:pt idx="387">
                  <c:v>0.20141810024970733</c:v>
                </c:pt>
                <c:pt idx="388">
                  <c:v>0.21042105199909952</c:v>
                </c:pt>
                <c:pt idx="389">
                  <c:v>0.21973882048601207</c:v>
                </c:pt>
                <c:pt idx="390">
                  <c:v>0.22937822546690362</c:v>
                </c:pt>
                <c:pt idx="391">
                  <c:v>0.23934605206005816</c:v>
                </c:pt>
                <c:pt idx="392">
                  <c:v>0.24964904172740443</c:v>
                </c:pt>
                <c:pt idx="393">
                  <c:v>0.26029388304564238</c:v>
                </c:pt>
                <c:pt idx="394">
                  <c:v>0.27128720227677489</c:v>
                </c:pt>
                <c:pt idx="395">
                  <c:v>0.28263555374891819</c:v>
                </c:pt>
                <c:pt idx="396">
                  <c:v>0.294345410058857</c:v>
                </c:pt>
                <c:pt idx="397">
                  <c:v>0.30642315210835502</c:v>
                </c:pt>
                <c:pt idx="398">
                  <c:v>0.31887505898706114</c:v>
                </c:pt>
                <c:pt idx="399">
                  <c:v>0.33170729771521834</c:v>
                </c:pt>
                <c:pt idx="400">
                  <c:v>0.34492591286012553</c:v>
                </c:pt>
                <c:pt idx="401">
                  <c:v>0.35853681604079979</c:v>
                </c:pt>
                <c:pt idx="402">
                  <c:v>0.37254577533589434</c:v>
                </c:pt>
                <c:pt idx="403">
                  <c:v>0.38695840461027842</c:v>
                </c:pt>
                <c:pt idx="404">
                  <c:v>0.40178015277644485</c:v>
                </c:pt>
                <c:pt idx="405">
                  <c:v>0.41701629300717619</c:v>
                </c:pt>
                <c:pt idx="406">
                  <c:v>0.43267191191635179</c:v>
                </c:pt>
                <c:pt idx="407">
                  <c:v>0.44875189872531396</c:v>
                </c:pt>
                <c:pt idx="408">
                  <c:v>0.46526093443251598</c:v>
                </c:pt>
                <c:pt idx="409">
                  <c:v>0.48220348100443966</c:v>
                </c:pt>
                <c:pt idx="410">
                  <c:v>0.49958377060625792</c:v>
                </c:pt>
                <c:pt idx="411">
                  <c:v>0.51740579489087812</c:v>
                </c:pt>
                <c:pt idx="412">
                  <c:v>0.53567329436521738</c:v>
                </c:pt>
                <c:pt idx="413">
                  <c:v>0.55438974785290784</c:v>
                </c:pt>
                <c:pt idx="414">
                  <c:v>0.57355836207261945</c:v>
                </c:pt>
                <c:pt idx="415">
                  <c:v>0.59318206135146867</c:v>
                </c:pt>
                <c:pt idx="416">
                  <c:v>0.61326347749293564</c:v>
                </c:pt>
                <c:pt idx="417">
                  <c:v>0.63380493981890107</c:v>
                </c:pt>
                <c:pt idx="418">
                  <c:v>0.65480846540523319</c:v>
                </c:pt>
                <c:pt idx="419">
                  <c:v>0.67627574953050773</c:v>
                </c:pt>
                <c:pt idx="420">
                  <c:v>0.69820815635724476</c:v>
                </c:pt>
                <c:pt idx="421">
                  <c:v>0.72060670986494835</c:v>
                </c:pt>
                <c:pt idx="422">
                  <c:v>0.74347208505404228</c:v>
                </c:pt>
                <c:pt idx="423">
                  <c:v>0.76680459943969792</c:v>
                </c:pt>
                <c:pt idx="424">
                  <c:v>0.79060420485411853</c:v>
                </c:pt>
                <c:pt idx="425">
                  <c:v>0.81487047957570446</c:v>
                </c:pt>
                <c:pt idx="426">
                  <c:v>0.83960262080309278</c:v>
                </c:pt>
                <c:pt idx="427">
                  <c:v>0.86479943749176058</c:v>
                </c:pt>
                <c:pt idx="428">
                  <c:v>0.89045934357030654</c:v>
                </c:pt>
                <c:pt idx="429">
                  <c:v>0.91658035155333961</c:v>
                </c:pt>
                <c:pt idx="430">
                  <c:v>0.94316006656699181</c:v>
                </c:pt>
                <c:pt idx="431">
                  <c:v>0.97019568080309238</c:v>
                </c:pt>
                <c:pt idx="432">
                  <c:v>0.99768396841671991</c:v>
                </c:pt>
                <c:pt idx="433">
                  <c:v>1.0256212808820342</c:v>
                </c:pt>
                <c:pt idx="434">
                  <c:v>1.0540035428199372</c:v>
                </c:pt>
                <c:pt idx="435">
                  <c:v>1.0828262483109357</c:v>
                </c:pt>
                <c:pt idx="436">
                  <c:v>1.1120844577055529</c:v>
                </c:pt>
                <c:pt idx="437">
                  <c:v>1.1417727949438357</c:v>
                </c:pt>
                <c:pt idx="438">
                  <c:v>1.1718854453951641</c:v>
                </c:pt>
                <c:pt idx="439">
                  <c:v>1.202416154228136</c:v>
                </c:pt>
                <c:pt idx="440">
                  <c:v>1.2333582253198927</c:v>
                </c:pt>
                <c:pt idx="441">
                  <c:v>1.2647045207131982</c:v>
                </c:pt>
                <c:pt idx="442">
                  <c:v>1.2964474606288188</c:v>
                </c:pt>
                <c:pt idx="443">
                  <c:v>1.3285790240395901</c:v>
                </c:pt>
                <c:pt idx="444">
                  <c:v>1.3610907498120164</c:v>
                </c:pt>
                <c:pt idx="445">
                  <c:v>1.3939737384197457</c:v>
                </c:pt>
                <c:pt idx="446">
                  <c:v>1.4272186542330068</c:v>
                </c:pt>
                <c:pt idx="447">
                  <c:v>1.4608157283861976</c:v>
                </c:pt>
                <c:pt idx="448">
                  <c:v>1.4947547622259929</c:v>
                </c:pt>
                <c:pt idx="449">
                  <c:v>1.5290251313400181</c:v>
                </c:pt>
                <c:pt idx="450">
                  <c:v>1.5636157901661649</c:v>
                </c:pt>
                <c:pt idx="451">
                  <c:v>1.59851527718131</c:v>
                </c:pt>
                <c:pt idx="452">
                  <c:v>1.6337117206665641</c:v>
                </c:pt>
                <c:pt idx="453">
                  <c:v>1.6691928450465079</c:v>
                </c:pt>
                <c:pt idx="454">
                  <c:v>1.7049459777972569</c:v>
                </c:pt>
                <c:pt idx="455">
                  <c:v>1.740958056918392</c:v>
                </c:pt>
                <c:pt idx="456">
                  <c:v>1.7772156389624283</c:v>
                </c:pt>
                <c:pt idx="457">
                  <c:v>1.8137049076139495</c:v>
                </c:pt>
                <c:pt idx="458">
                  <c:v>1.8504116828107677</c:v>
                </c:pt>
                <c:pt idx="459">
                  <c:v>1.8873214303970052</c:v>
                </c:pt>
                <c:pt idx="460">
                  <c:v>1.9244192722983158</c:v>
                </c:pt>
                <c:pt idx="461">
                  <c:v>1.9616899972076742</c:v>
                </c:pt>
                <c:pt idx="462">
                  <c:v>1.9991180717700252</c:v>
                </c:pt>
                <c:pt idx="463">
                  <c:v>2.0366876522518376</c:v>
                </c:pt>
                <c:pt idx="464">
                  <c:v>2.0743825966828737</c:v>
                </c:pt>
                <c:pt idx="465">
                  <c:v>2.1121864774540793</c:v>
                </c:pt>
                <c:pt idx="466">
                  <c:v>2.1500825943569368</c:v>
                </c:pt>
                <c:pt idx="467">
                  <c:v>2.1880539880473866</c:v>
                </c:pt>
                <c:pt idx="468">
                  <c:v>2.2260834539173313</c:v>
                </c:pt>
                <c:pt idx="469">
                  <c:v>2.2641535563556658</c:v>
                </c:pt>
                <c:pt idx="470">
                  <c:v>2.3022466433803852</c:v>
                </c:pt>
                <c:pt idx="471">
                  <c:v>2.3403448616223774</c:v>
                </c:pt>
                <c:pt idx="472">
                  <c:v>2.378430171640999</c:v>
                </c:pt>
                <c:pt idx="473">
                  <c:v>2.4164843635511275</c:v>
                </c:pt>
                <c:pt idx="474">
                  <c:v>2.4544890729404147</c:v>
                </c:pt>
                <c:pt idx="475">
                  <c:v>2.4924257970553323</c:v>
                </c:pt>
                <c:pt idx="476">
                  <c:v>2.5302759112340221</c:v>
                </c:pt>
                <c:pt idx="477">
                  <c:v>2.5680206855632886</c:v>
                </c:pt>
                <c:pt idx="478">
                  <c:v>2.6056413017373461</c:v>
                </c:pt>
                <c:pt idx="479">
                  <c:v>2.643118870094761</c:v>
                </c:pt>
                <c:pt idx="480">
                  <c:v>2.6804344468101275</c:v>
                </c:pt>
                <c:pt idx="481">
                  <c:v>2.7175690512171262</c:v>
                </c:pt>
                <c:pt idx="482">
                  <c:v>2.7545036832386498</c:v>
                </c:pt>
                <c:pt idx="483">
                  <c:v>2.7912193409001631</c:v>
                </c:pt>
                <c:pt idx="484">
                  <c:v>2.8276970379019803</c:v>
                </c:pt>
                <c:pt idx="485">
                  <c:v>2.8639178212261966</c:v>
                </c:pt>
                <c:pt idx="486">
                  <c:v>2.8998627887539694</c:v>
                </c:pt>
                <c:pt idx="487">
                  <c:v>2.9355131068690139</c:v>
                </c:pt>
                <c:pt idx="488">
                  <c:v>2.9708500280226753</c:v>
                </c:pt>
                <c:pt idx="489">
                  <c:v>3.0058549082370938</c:v>
                </c:pt>
                <c:pt idx="490">
                  <c:v>3.0405092245217036</c:v>
                </c:pt>
                <c:pt idx="491">
                  <c:v>3.0747945921803548</c:v>
                </c:pt>
                <c:pt idx="492">
                  <c:v>3.108692781983998</c:v>
                </c:pt>
                <c:pt idx="493">
                  <c:v>3.1421857371873685</c:v>
                </c:pt>
                <c:pt idx="494">
                  <c:v>3.1752555903654982</c:v>
                </c:pt>
                <c:pt idx="495">
                  <c:v>3.2078846800477727</c:v>
                </c:pt>
                <c:pt idx="496">
                  <c:v>3.2400555671276976</c:v>
                </c:pt>
                <c:pt idx="497">
                  <c:v>3.2717510510260737</c:v>
                </c:pt>
                <c:pt idx="498">
                  <c:v>3.3029541855868194</c:v>
                </c:pt>
                <c:pt idx="499">
                  <c:v>3.3336482946839063</c:v>
                </c:pt>
                <c:pt idx="500">
                  <c:v>3.363816987520301</c:v>
                </c:pt>
                <c:pt idx="501">
                  <c:v>3.3934441735978362</c:v>
                </c:pt>
                <c:pt idx="502">
                  <c:v>3.4225140773402534</c:v>
                </c:pt>
                <c:pt idx="503">
                  <c:v>3.4510112523499363</c:v>
                </c:pt>
                <c:pt idx="504">
                  <c:v>3.4789205952812678</c:v>
                </c:pt>
                <c:pt idx="505">
                  <c:v>3.5062273593132813</c:v>
                </c:pt>
                <c:pt idx="506">
                  <c:v>3.5329171672047872</c:v>
                </c:pt>
                <c:pt idx="507">
                  <c:v>3.5589760239173276</c:v>
                </c:pt>
                <c:pt idx="508">
                  <c:v>3.5843903287901142</c:v>
                </c:pt>
                <c:pt idx="509">
                  <c:v>3.6091468872530412</c:v>
                </c:pt>
                <c:pt idx="510">
                  <c:v>3.6332329220653601</c:v>
                </c:pt>
                <c:pt idx="511">
                  <c:v>3.6566360840659633</c:v>
                </c:pt>
                <c:pt idx="512">
                  <c:v>3.6793444624249103</c:v>
                </c:pt>
                <c:pt idx="513">
                  <c:v>3.7013465943850132</c:v>
                </c:pt>
                <c:pt idx="514">
                  <c:v>3.7226314744829576</c:v>
                </c:pt>
                <c:pt idx="515">
                  <c:v>3.7431885632416981</c:v>
                </c:pt>
                <c:pt idx="516">
                  <c:v>3.7630077953253163</c:v>
                </c:pt>
                <c:pt idx="517">
                  <c:v>3.7820795871491057</c:v>
                </c:pt>
                <c:pt idx="518">
                  <c:v>3.8003948439387223</c:v>
                </c:pt>
                <c:pt idx="519">
                  <c:v>3.8179449662318965</c:v>
                </c:pt>
                <c:pt idx="520">
                  <c:v>3.8347218558192835</c:v>
                </c:pt>
                <c:pt idx="521">
                  <c:v>3.8507179211195095</c:v>
                </c:pt>
                <c:pt idx="522">
                  <c:v>3.8659260819859105</c:v>
                </c:pt>
                <c:pt idx="523">
                  <c:v>3.8803397739429442</c:v>
                </c:pt>
                <c:pt idx="524">
                  <c:v>3.8939529518508222</c:v>
                </c:pt>
                <c:pt idx="525">
                  <c:v>3.9067600929981432</c:v>
                </c:pt>
                <c:pt idx="526">
                  <c:v>3.9187561996231697</c:v>
                </c:pt>
                <c:pt idx="527">
                  <c:v>3.9299368008643398</c:v>
                </c:pt>
                <c:pt idx="528">
                  <c:v>3.9402979541437562</c:v>
                </c:pt>
                <c:pt idx="529">
                  <c:v>3.9498362459844318</c:v>
                </c:pt>
                <c:pt idx="530">
                  <c:v>3.9585487922669751</c:v>
                </c:pt>
                <c:pt idx="531">
                  <c:v>3.9664332379296181</c:v>
                </c:pt>
                <c:pt idx="532">
                  <c:v>3.9734877561162669</c:v>
                </c:pt>
                <c:pt idx="533">
                  <c:v>3.979711046779796</c:v>
                </c:pt>
                <c:pt idx="534">
                  <c:v>3.9851023347465495</c:v>
                </c:pt>
                <c:pt idx="535">
                  <c:v>3.989661367249858</c:v>
                </c:pt>
                <c:pt idx="536">
                  <c:v>3.9933884109407667</c:v>
                </c:pt>
                <c:pt idx="537">
                  <c:v>3.9962842483848768</c:v>
                </c:pt>
                <c:pt idx="538">
                  <c:v>3.9983501740546212</c:v>
                </c:pt>
                <c:pt idx="539">
                  <c:v>3.9995879898274556</c:v>
                </c:pt>
                <c:pt idx="540">
                  <c:v>4</c:v>
                </c:pt>
                <c:pt idx="541">
                  <c:v>3.9995890058302912</c:v>
                </c:pt>
                <c:pt idx="542">
                  <c:v>3.998358299619106</c:v>
                </c:pt>
                <c:pt idx="543">
                  <c:v>3.9963116583434215</c:v>
                </c:pt>
                <c:pt idx="544">
                  <c:v>3.9934533368540772</c:v>
                </c:pt>
                <c:pt idx="545">
                  <c:v>3.9897880606514948</c:v>
                </c:pt>
                <c:pt idx="546">
                  <c:v>3.9853210182528898</c:v>
                </c:pt>
                <c:pt idx="547">
                  <c:v>3.9800578531649013</c:v>
                </c:pt>
                <c:pt idx="548">
                  <c:v>3.9740046554765707</c:v>
                </c:pt>
                <c:pt idx="549">
                  <c:v>3.9671679530868009</c:v>
                </c:pt>
                <c:pt idx="550">
                  <c:v>3.9595547025818179</c:v>
                </c:pt>
                <c:pt idx="551">
                  <c:v>3.9511722797782194</c:v>
                </c:pt>
                <c:pt idx="552">
                  <c:v>3.9420284699463966</c:v>
                </c:pt>
                <c:pt idx="553">
                  <c:v>3.9321314577313435</c:v>
                </c:pt>
                <c:pt idx="554">
                  <c:v>3.9214898167858196</c:v>
                </c:pt>
                <c:pt idx="555">
                  <c:v>3.910112499132802</c:v>
                </c:pt>
                <c:pt idx="556">
                  <c:v>3.8980088242731026</c:v>
                </c:pt>
                <c:pt idx="557">
                  <c:v>3.8851884680550599</c:v>
                </c:pt>
                <c:pt idx="558">
                  <c:v>3.8716614513225385</c:v>
                </c:pt>
                <c:pt idx="559">
                  <c:v>3.857438128357745</c:v>
                </c:pt>
                <c:pt idx="560">
                  <c:v>3.8425291751356019</c:v>
                </c:pt>
                <c:pt idx="561">
                  <c:v>3.8269455774066623</c:v>
                </c:pt>
                <c:pt idx="562">
                  <c:v>3.8106986186242477</c:v>
                </c:pt>
                <c:pt idx="563">
                  <c:v>3.793799867733235</c:v>
                </c:pt>
                <c:pt idx="564">
                  <c:v>3.776261166836409</c:v>
                </c:pt>
                <c:pt idx="565">
                  <c:v>3.7580946187550635</c:v>
                </c:pt>
                <c:pt idx="566">
                  <c:v>3.7393125744996936</c:v>
                </c:pt>
                <c:pt idx="567">
                  <c:v>3.7199276206669638</c:v>
                </c:pt>
                <c:pt idx="568">
                  <c:v>3.6999525667794262</c:v>
                </c:pt>
                <c:pt idx="569">
                  <c:v>3.6794004325825798</c:v>
                </c:pt>
                <c:pt idx="570">
                  <c:v>3.6582844353157968</c:v>
                </c:pt>
                <c:pt idx="571">
                  <c:v>3.6366179769717659</c:v>
                </c:pt>
                <c:pt idx="572">
                  <c:v>3.6144146315596211</c:v>
                </c:pt>
                <c:pt idx="573">
                  <c:v>3.5916881323865937</c:v>
                </c:pt>
                <c:pt idx="574">
                  <c:v>3.5684523593724604</c:v>
                </c:pt>
                <c:pt idx="575">
                  <c:v>3.5447213264109534</c:v>
                </c:pt>
                <c:pt idx="576">
                  <c:v>3.5205091687919761</c:v>
                </c:pt>
                <c:pt idx="577">
                  <c:v>3.4958301306981756</c:v>
                </c:pt>
                <c:pt idx="578">
                  <c:v>3.4706985527888476</c:v>
                </c:pt>
                <c:pt idx="579">
                  <c:v>3.4451288598839076</c:v>
                </c:pt>
                <c:pt idx="580">
                  <c:v>3.4191355487605972</c:v>
                </c:pt>
                <c:pt idx="581">
                  <c:v>3.3927331760745876</c:v>
                </c:pt>
                <c:pt idx="582">
                  <c:v>3.3659363464171359</c:v>
                </c:pt>
                <c:pt idx="583">
                  <c:v>3.3387597005199088</c:v>
                </c:pt>
                <c:pt idx="584">
                  <c:v>3.3112179036175093</c:v>
                </c:pt>
                <c:pt idx="585">
                  <c:v>3.2833256339788406</c:v>
                </c:pt>
                <c:pt idx="586">
                  <c:v>3.2550975716165622</c:v>
                </c:pt>
                <c:pt idx="587">
                  <c:v>3.2265483871847103</c:v>
                </c:pt>
                <c:pt idx="588">
                  <c:v>3.1976927310730621</c:v>
                </c:pt>
                <c:pt idx="589">
                  <c:v>3.1685452227073125</c:v>
                </c:pt>
                <c:pt idx="590">
                  <c:v>3.1391204400627499</c:v>
                </c:pt>
                <c:pt idx="591">
                  <c:v>3.1094329093996134</c:v>
                </c:pt>
                <c:pt idx="592">
                  <c:v>3.0794970952269338</c:v>
                </c:pt>
                <c:pt idx="593">
                  <c:v>3.0493273905022287</c:v>
                </c:pt>
                <c:pt idx="594">
                  <c:v>3.0189381070729415</c:v>
                </c:pt>
                <c:pt idx="595">
                  <c:v>2.9883434663656221</c:v>
                </c:pt>
                <c:pt idx="596">
                  <c:v>2.9575575903287827</c:v>
                </c:pt>
                <c:pt idx="597">
                  <c:v>2.926594492633587</c:v>
                </c:pt>
                <c:pt idx="598">
                  <c:v>2.8954680701379369</c:v>
                </c:pt>
                <c:pt idx="599">
                  <c:v>2.864192094617346</c:v>
                </c:pt>
                <c:pt idx="600">
                  <c:v>2.8327802047665527</c:v>
                </c:pt>
                <c:pt idx="601">
                  <c:v>2.801245898475397</c:v>
                </c:pt>
                <c:pt idx="602">
                  <c:v>2.7696025253812779</c:v>
                </c:pt>
                <c:pt idx="603">
                  <c:v>2.7378632797012932</c:v>
                </c:pt>
                <c:pt idx="604">
                  <c:v>2.7060411933453041</c:v>
                </c:pt>
                <c:pt idx="605">
                  <c:v>2.674149129312378</c:v>
                </c:pt>
                <c:pt idx="606">
                  <c:v>2.642199775371016</c:v>
                </c:pt>
                <c:pt idx="607">
                  <c:v>2.6102056380246519</c:v>
                </c:pt>
                <c:pt idx="608">
                  <c:v>2.578179036762386</c:v>
                </c:pt>
                <c:pt idx="609">
                  <c:v>2.5461320985953741</c:v>
                </c:pt>
                <c:pt idx="610">
                  <c:v>2.5140767528783048</c:v>
                </c:pt>
                <c:pt idx="611">
                  <c:v>2.4820247264154931</c:v>
                </c:pt>
                <c:pt idx="612">
                  <c:v>2.4499875388505403</c:v>
                </c:pt>
                <c:pt idx="613">
                  <c:v>2.4179764983382066</c:v>
                </c:pt>
                <c:pt idx="614">
                  <c:v>2.3860026974968931</c:v>
                </c:pt>
                <c:pt idx="615">
                  <c:v>2.3540770096397985</c:v>
                </c:pt>
                <c:pt idx="616">
                  <c:v>2.3222100852823009</c:v>
                </c:pt>
                <c:pt idx="617">
                  <c:v>2.290412348923307</c:v>
                </c:pt>
                <c:pt idx="618">
                  <c:v>2.2586939960974695</c:v>
                </c:pt>
                <c:pt idx="619">
                  <c:v>2.227064990695232</c:v>
                </c:pt>
                <c:pt idx="620">
                  <c:v>2.1955350625475898</c:v>
                </c:pt>
                <c:pt idx="621">
                  <c:v>2.1641137052713213</c:v>
                </c:pt>
                <c:pt idx="622">
                  <c:v>2.1328101743718553</c:v>
                </c:pt>
                <c:pt idx="623">
                  <c:v>2.1016334855985441</c:v>
                </c:pt>
                <c:pt idx="624">
                  <c:v>2.0705924135490354</c:v>
                </c:pt>
                <c:pt idx="625">
                  <c:v>2.039695490517798</c:v>
                </c:pt>
                <c:pt idx="626">
                  <c:v>2.008951005584076</c:v>
                </c:pt>
                <c:pt idx="627">
                  <c:v>1.9783670039347321</c:v>
                </c:pt>
                <c:pt idx="628">
                  <c:v>1.9479512864169173</c:v>
                </c:pt>
                <c:pt idx="629">
                  <c:v>1.9177114093150969</c:v>
                </c:pt>
                <c:pt idx="630">
                  <c:v>1.8876546843475697</c:v>
                </c:pt>
                <c:pt idx="631">
                  <c:v>1.8577881788768005</c:v>
                </c:pt>
                <c:pt idx="632">
                  <c:v>1.8281187163280386</c:v>
                </c:pt>
                <c:pt idx="633">
                  <c:v>1.7986528768107923</c:v>
                </c:pt>
                <c:pt idx="634">
                  <c:v>1.7693969979370343</c:v>
                </c:pt>
                <c:pt idx="635">
                  <c:v>1.7403571758306826</c:v>
                </c:pt>
                <c:pt idx="636">
                  <c:v>1.7115392663222435</c:v>
                </c:pt>
                <c:pt idx="637">
                  <c:v>1.6829488863226709</c:v>
                </c:pt>
                <c:pt idx="638">
                  <c:v>1.6545914153704913</c:v>
                </c:pt>
                <c:pt idx="639">
                  <c:v>1.6264719973460042</c:v>
                </c:pt>
                <c:pt idx="640">
                  <c:v>1.5985955423466363</c:v>
                </c:pt>
                <c:pt idx="641">
                  <c:v>1.5709667287170315</c:v>
                </c:pt>
                <c:pt idx="642">
                  <c:v>1.5435900052280711</c:v>
                </c:pt>
                <c:pt idx="643">
                  <c:v>1.5164695933984402</c:v>
                </c:pt>
                <c:pt idx="644">
                  <c:v>1.4896094899525814</c:v>
                </c:pt>
                <c:pt idx="645">
                  <c:v>1.4630134694090706</c:v>
                </c:pt>
                <c:pt idx="646">
                  <c:v>1.4366850867930381</c:v>
                </c:pt>
                <c:pt idx="647">
                  <c:v>1.4106276804667701</c:v>
                </c:pt>
                <c:pt idx="648">
                  <c:v>1.3848443750722725</c:v>
                </c:pt>
                <c:pt idx="649">
                  <c:v>1.3593380845797742</c:v>
                </c:pt>
                <c:pt idx="650">
                  <c:v>1.3341115154363219</c:v>
                </c:pt>
                <c:pt idx="651">
                  <c:v>1.3091671698082958</c:v>
                </c:pt>
                <c:pt idx="652">
                  <c:v>1.2845073489121976</c:v>
                </c:pt>
                <c:pt idx="653">
                  <c:v>1.2601341564279276</c:v>
                </c:pt>
                <c:pt idx="654">
                  <c:v>1.2360495019883995</c:v>
                </c:pt>
                <c:pt idx="655">
                  <c:v>1.2122551047405783</c:v>
                </c:pt>
                <c:pt idx="656">
                  <c:v>1.188752496971611</c:v>
                </c:pt>
                <c:pt idx="657">
                  <c:v>1.1655430277950776</c:v>
                </c:pt>
                <c:pt idx="658">
                  <c:v>1.1426278668917238</c:v>
                </c:pt>
                <c:pt idx="659">
                  <c:v>1.1200080082995509</c:v>
                </c:pt>
                <c:pt idx="660">
                  <c:v>1.0976842742478379</c:v>
                </c:pt>
                <c:pt idx="661">
                  <c:v>1.0756573190302419</c:v>
                </c:pt>
                <c:pt idx="662">
                  <c:v>1.0539276329118954</c:v>
                </c:pt>
                <c:pt idx="663">
                  <c:v>1.0324955460655427</c:v>
                </c:pt>
                <c:pt idx="664">
                  <c:v>1.0113612325321288</c:v>
                </c:pt>
                <c:pt idx="665">
                  <c:v>0.99052471420109778</c:v>
                </c:pt>
                <c:pt idx="666">
                  <c:v>0.96998586480587723</c:v>
                </c:pt>
                <c:pt idx="667">
                  <c:v>0.9497444139301634</c:v>
                </c:pt>
                <c:pt idx="668">
                  <c:v>0.92979995102079827</c:v>
                </c:pt>
                <c:pt idx="669">
                  <c:v>0.91015192940290024</c:v>
                </c:pt>
                <c:pt idx="670">
                  <c:v>0.89079967029348683</c:v>
                </c:pt>
                <c:pt idx="671">
                  <c:v>0.87174236680946138</c:v>
                </c:pt>
                <c:pt idx="672">
                  <c:v>0.85297908796627309</c:v>
                </c:pt>
                <c:pt idx="673">
                  <c:v>0.83450878266371153</c:v>
                </c:pt>
                <c:pt idx="674">
                  <c:v>0.81633028365508775</c:v>
                </c:pt>
                <c:pt idx="675">
                  <c:v>0.79844231149667322</c:v>
                </c:pt>
                <c:pt idx="676">
                  <c:v>0.78084347847399693</c:v>
                </c:pt>
                <c:pt idx="677">
                  <c:v>0.76353229250188726</c:v>
                </c:pt>
                <c:pt idx="678">
                  <c:v>0.74650716099533032</c:v>
                </c:pt>
                <c:pt idx="679">
                  <c:v>0.72976639470819649</c:v>
                </c:pt>
                <c:pt idx="680">
                  <c:v>0.71330821153718926</c:v>
                </c:pt>
                <c:pt idx="681">
                  <c:v>0.6971307402883451</c:v>
                </c:pt>
                <c:pt idx="682">
                  <c:v>0.68123202440359087</c:v>
                </c:pt>
                <c:pt idx="683">
                  <c:v>0.66561002564511362</c:v>
                </c:pt>
                <c:pt idx="684">
                  <c:v>0.65026262773512411</c:v>
                </c:pt>
                <c:pt idx="685">
                  <c:v>0.63518763994912619</c:v>
                </c:pt>
                <c:pt idx="686">
                  <c:v>0.62038280066049289</c:v>
                </c:pt>
                <c:pt idx="687">
                  <c:v>0.60584578083465002</c:v>
                </c:pt>
                <c:pt idx="688">
                  <c:v>0.59157418747104329</c:v>
                </c:pt>
                <c:pt idx="689">
                  <c:v>0.57756556699122685</c:v>
                </c:pt>
                <c:pt idx="690">
                  <c:v>0.56381740857163909</c:v>
                </c:pt>
                <c:pt idx="691">
                  <c:v>0.550327147419581</c:v>
                </c:pt>
                <c:pt idx="692">
                  <c:v>0.53709216799115755</c:v>
                </c:pt>
                <c:pt idx="693">
                  <c:v>0.52410980714995581</c:v>
                </c:pt>
                <c:pt idx="694">
                  <c:v>0.51137735726541378</c:v>
                </c:pt>
                <c:pt idx="695">
                  <c:v>0.49889206924986318</c:v>
                </c:pt>
                <c:pt idx="696">
                  <c:v>0.48665115553338584</c:v>
                </c:pt>
                <c:pt idx="697">
                  <c:v>0.47465179297572585</c:v>
                </c:pt>
                <c:pt idx="698">
                  <c:v>0.46289112571454966</c:v>
                </c:pt>
                <c:pt idx="699">
                  <c:v>0.45136626794943246</c:v>
                </c:pt>
                <c:pt idx="700">
                  <c:v>0.44007430666119202</c:v>
                </c:pt>
                <c:pt idx="701">
                  <c:v>0.42901230426595638</c:v>
                </c:pt>
                <c:pt idx="702">
                  <c:v>0.41817730120387786</c:v>
                </c:pt>
                <c:pt idx="703">
                  <c:v>0.40756631846205932</c:v>
                </c:pt>
                <c:pt idx="704">
                  <c:v>0.39717636003162798</c:v>
                </c:pt>
                <c:pt idx="705">
                  <c:v>0.38700441529883151</c:v>
                </c:pt>
                <c:pt idx="706">
                  <c:v>0.37704746137020206</c:v>
                </c:pt>
                <c:pt idx="707">
                  <c:v>0.36730246533175598</c:v>
                </c:pt>
                <c:pt idx="708">
                  <c:v>0.3577663864424474</c:v>
                </c:pt>
                <c:pt idx="709">
                  <c:v>0.34843617826204815</c:v>
                </c:pt>
                <c:pt idx="710">
                  <c:v>0.33930879071368741</c:v>
                </c:pt>
                <c:pt idx="711">
                  <c:v>0.33038117208138712</c:v>
                </c:pt>
                <c:pt idx="712">
                  <c:v>0.32165027094303728</c:v>
                </c:pt>
                <c:pt idx="713">
                  <c:v>0.31311303803912521</c:v>
                </c:pt>
                <c:pt idx="714">
                  <c:v>0.30476642807782167</c:v>
                </c:pt>
                <c:pt idx="715">
                  <c:v>0.29660740147692566</c:v>
                </c:pt>
                <c:pt idx="716">
                  <c:v>0.28863292604322899</c:v>
                </c:pt>
                <c:pt idx="717">
                  <c:v>0.28083997858997545</c:v>
                </c:pt>
                <c:pt idx="718">
                  <c:v>0.27322554649310415</c:v>
                </c:pt>
                <c:pt idx="719">
                  <c:v>0.26578662918693469</c:v>
                </c:pt>
                <c:pt idx="720">
                  <c:v>0.25852023960011394</c:v>
                </c:pt>
                <c:pt idx="721">
                  <c:v>0.25142340553260245</c:v>
                </c:pt>
                <c:pt idx="722">
                  <c:v>0.24449317097449044</c:v>
                </c:pt>
                <c:pt idx="723">
                  <c:v>0.23772659736756832</c:v>
                </c:pt>
                <c:pt idx="724">
                  <c:v>0.23112076481048363</c:v>
                </c:pt>
                <c:pt idx="725">
                  <c:v>0.22467277320842649</c:v>
                </c:pt>
                <c:pt idx="726">
                  <c:v>0.2183797433682739</c:v>
                </c:pt>
                <c:pt idx="727">
                  <c:v>0.21223881804015726</c:v>
                </c:pt>
                <c:pt idx="728">
                  <c:v>0.20624716290644943</c:v>
                </c:pt>
                <c:pt idx="729">
                  <c:v>0.20040196751914463</c:v>
                </c:pt>
                <c:pt idx="730">
                  <c:v>0.19470044618666682</c:v>
                </c:pt>
                <c:pt idx="731">
                  <c:v>0.1891398388111673</c:v>
                </c:pt>
                <c:pt idx="732">
                  <c:v>0.1837174116772852</c:v>
                </c:pt>
                <c:pt idx="733">
                  <c:v>0.17843045819350525</c:v>
                </c:pt>
                <c:pt idx="734">
                  <c:v>0.17327629958715426</c:v>
                </c:pt>
                <c:pt idx="735">
                  <c:v>0.16825228555406527</c:v>
                </c:pt>
                <c:pt idx="736">
                  <c:v>0.16335579486408028</c:v>
                </c:pt>
                <c:pt idx="737">
                  <c:v>0.15858423592340823</c:v>
                </c:pt>
                <c:pt idx="738">
                  <c:v>0.15393504729493271</c:v>
                </c:pt>
                <c:pt idx="739">
                  <c:v>0.14940569817761698</c:v>
                </c:pt>
                <c:pt idx="740">
                  <c:v>0.14499368884602917</c:v>
                </c:pt>
                <c:pt idx="741">
                  <c:v>0.14069655105112339</c:v>
                </c:pt>
                <c:pt idx="742">
                  <c:v>0.13651184838334746</c:v>
                </c:pt>
                <c:pt idx="743">
                  <c:v>0.13243717659918516</c:v>
                </c:pt>
                <c:pt idx="744">
                  <c:v>0.12847016391216992</c:v>
                </c:pt>
                <c:pt idx="745">
                  <c:v>0.12460847124951635</c:v>
                </c:pt>
                <c:pt idx="746">
                  <c:v>0.12084979247536103</c:v>
                </c:pt>
                <c:pt idx="747">
                  <c:v>0.11719185458173866</c:v>
                </c:pt>
                <c:pt idx="748">
                  <c:v>0.11363241784832026</c:v>
                </c:pt>
                <c:pt idx="749">
                  <c:v>0.11016927597194717</c:v>
                </c:pt>
                <c:pt idx="750">
                  <c:v>0.10680025616702328</c:v>
                </c:pt>
                <c:pt idx="751">
                  <c:v>0.10352321923777526</c:v>
                </c:pt>
                <c:pt idx="752">
                  <c:v>0.10033605962338034</c:v>
                </c:pt>
                <c:pt idx="753">
                  <c:v>9.7236705416988117E-2</c:v>
                </c:pt>
                <c:pt idx="754">
                  <c:v>9.4223118359597458E-2</c:v>
                </c:pt>
                <c:pt idx="755">
                  <c:v>9.129329380977963E-2</c:v>
                </c:pt>
                <c:pt idx="756">
                  <c:v>8.8445260690193872E-2</c:v>
                </c:pt>
                <c:pt idx="757">
                  <c:v>8.5677081411844741E-2</c:v>
                </c:pt>
                <c:pt idx="758">
                  <c:v>8.2986851777013537E-2</c:v>
                </c:pt>
                <c:pt idx="759">
                  <c:v>8.0372700861762486E-2</c:v>
                </c:pt>
                <c:pt idx="760">
                  <c:v>7.7832790878931704E-2</c:v>
                </c:pt>
                <c:pt idx="761">
                  <c:v>7.5365317022478853E-2</c:v>
                </c:pt>
                <c:pt idx="762">
                  <c:v>7.296850729405796E-2</c:v>
                </c:pt>
                <c:pt idx="763">
                  <c:v>7.0640622312656082E-2</c:v>
                </c:pt>
                <c:pt idx="764">
                  <c:v>6.837995510813541E-2</c:v>
                </c:pt>
                <c:pt idx="765">
                  <c:v>6.6184830899475994E-2</c:v>
                </c:pt>
                <c:pt idx="766">
                  <c:v>6.405360685853638E-2</c:v>
                </c:pt>
                <c:pt idx="767">
                  <c:v>6.198467186008004E-2</c:v>
                </c:pt>
                <c:pt idx="768">
                  <c:v>5.9976446218845007E-2</c:v>
                </c:pt>
                <c:pt idx="769">
                  <c:v>5.8027381414393051E-2</c:v>
                </c:pt>
                <c:pt idx="770">
                  <c:v>5.6135959804452018E-2</c:v>
                </c:pt>
                <c:pt idx="771">
                  <c:v>5.4300694327464358E-2</c:v>
                </c:pt>
                <c:pt idx="772">
                  <c:v>5.2520128195017696E-2</c:v>
                </c:pt>
                <c:pt idx="773">
                  <c:v>5.0792834574835549E-2</c:v>
                </c:pt>
                <c:pt idx="774">
                  <c:v>4.9117416264963611E-2</c:v>
                </c:pt>
                <c:pt idx="775">
                  <c:v>4.749250535978889E-2</c:v>
                </c:pt>
                <c:pt idx="776">
                  <c:v>4.5916762908505007E-2</c:v>
                </c:pt>
                <c:pt idx="777">
                  <c:v>4.4388878566619348E-2</c:v>
                </c:pt>
                <c:pt idx="778">
                  <c:v>4.2907570241060171E-2</c:v>
                </c:pt>
                <c:pt idx="779">
                  <c:v>4.1471583729474841E-2</c:v>
                </c:pt>
                <c:pt idx="780">
                  <c:v>4.007969235422678E-2</c:v>
                </c:pt>
                <c:pt idx="781">
                  <c:v>3.8730696591632849E-2</c:v>
                </c:pt>
                <c:pt idx="782">
                  <c:v>3.7423423696946088E-2</c:v>
                </c:pt>
                <c:pt idx="783">
                  <c:v>3.6156727325563943E-2</c:v>
                </c:pt>
                <c:pt idx="784">
                  <c:v>3.4929487150936564E-2</c:v>
                </c:pt>
                <c:pt idx="785">
                  <c:v>3.3740608479640416E-2</c:v>
                </c:pt>
                <c:pt idx="786">
                  <c:v>3.2589021864037927E-2</c:v>
                </c:pt>
                <c:pt idx="787">
                  <c:v>3.1473682712957807E-2</c:v>
                </c:pt>
                <c:pt idx="788">
                  <c:v>3.0393570900798205E-2</c:v>
                </c:pt>
                <c:pt idx="789">
                  <c:v>2.9347690375445542E-2</c:v>
                </c:pt>
                <c:pt idx="790">
                  <c:v>2.8335068765373828E-2</c:v>
                </c:pt>
                <c:pt idx="791">
                  <c:v>2.73547569862999E-2</c:v>
                </c:pt>
                <c:pt idx="792">
                  <c:v>2.6405828847725153E-2</c:v>
                </c:pt>
                <c:pt idx="793">
                  <c:v>2.5487380659699937E-2</c:v>
                </c:pt>
                <c:pt idx="794">
                  <c:v>2.4598530840124658E-2</c:v>
                </c:pt>
                <c:pt idx="795">
                  <c:v>2.373841952289072E-2</c:v>
                </c:pt>
                <c:pt idx="796">
                  <c:v>2.2906208167142852E-2</c:v>
                </c:pt>
                <c:pt idx="797">
                  <c:v>2.2101079167943388E-2</c:v>
                </c:pt>
                <c:pt idx="798">
                  <c:v>2.1322235468598134E-2</c:v>
                </c:pt>
                <c:pt idx="799">
                  <c:v>2.0568900174884656E-2</c:v>
                </c:pt>
                <c:pt idx="800">
                  <c:v>1.9840316171426762E-2</c:v>
                </c:pt>
                <c:pt idx="801">
                  <c:v>1.9135745740435323E-2</c:v>
                </c:pt>
                <c:pt idx="802">
                  <c:v>1.8454470183021682E-2</c:v>
                </c:pt>
                <c:pt idx="803">
                  <c:v>1.7795789443289203E-2</c:v>
                </c:pt>
                <c:pt idx="804">
                  <c:v>1.7159021735387529E-2</c:v>
                </c:pt>
                <c:pt idx="805">
                  <c:v>1.654350317370544E-2</c:v>
                </c:pt>
                <c:pt idx="806">
                  <c:v>1.5948587406371166E-2</c:v>
                </c:pt>
                <c:pt idx="807">
                  <c:v>1.537364525221205E-2</c:v>
                </c:pt>
                <c:pt idx="808">
                  <c:v>1.4818064341322693E-2</c:v>
                </c:pt>
                <c:pt idx="809">
                  <c:v>1.4281248759372948E-2</c:v>
                </c:pt>
                <c:pt idx="810">
                  <c:v>1.3762618695786162E-2</c:v>
                </c:pt>
                <c:pt idx="811">
                  <c:v>1.3261610095900361E-2</c:v>
                </c:pt>
                <c:pt idx="812">
                  <c:v>1.2777674317223046E-2</c:v>
                </c:pt>
                <c:pt idx="813">
                  <c:v>1.2310277789877488E-2</c:v>
                </c:pt>
                <c:pt idx="814">
                  <c:v>1.1858901681330013E-2</c:v>
                </c:pt>
                <c:pt idx="815">
                  <c:v>1.1423041565485117E-2</c:v>
                </c:pt>
                <c:pt idx="816">
                  <c:v>1.1002207096218207E-2</c:v>
                </c:pt>
                <c:pt idx="817">
                  <c:v>1.0595921685416634E-2</c:v>
                </c:pt>
                <c:pt idx="818">
                  <c:v>1.0203722185588083E-2</c:v>
                </c:pt>
                <c:pt idx="819">
                  <c:v>9.8251585770908218E-3</c:v>
                </c:pt>
                <c:pt idx="820">
                  <c:v>9.459793660028977E-3</c:v>
                </c:pt>
                <c:pt idx="821">
                  <c:v>9.1072027508570103E-3</c:v>
                </c:pt>
                <c:pt idx="822">
                  <c:v>8.7669733837251133E-3</c:v>
                </c:pt>
                <c:pt idx="823">
                  <c:v>8.438705016591953E-3</c:v>
                </c:pt>
                <c:pt idx="824">
                  <c:v>8.12200874213128E-3</c:v>
                </c:pt>
                <c:pt idx="825">
                  <c:v>7.8165070034447535E-3</c:v>
                </c:pt>
                <c:pt idx="826">
                  <c:v>7.5218333145946215E-3</c:v>
                </c:pt>
                <c:pt idx="827">
                  <c:v>7.2376319859636402E-3</c:v>
                </c:pt>
                <c:pt idx="828">
                  <c:v>6.9635578544425232E-3</c:v>
                </c:pt>
                <c:pt idx="829">
                  <c:v>6.6992760184421381E-3</c:v>
                </c:pt>
                <c:pt idx="830">
                  <c:v>6.4444615777253678E-3</c:v>
                </c:pt>
                <c:pt idx="831">
                  <c:v>6.1987993780455398E-3</c:v>
                </c:pt>
                <c:pt idx="832">
                  <c:v>5.9619837605775486E-3</c:v>
                </c:pt>
                <c:pt idx="833">
                  <c:v>5.7337183161223302E-3</c:v>
                </c:pt>
                <c:pt idx="834">
                  <c:v>5.5137156440628202E-3</c:v>
                </c:pt>
                <c:pt idx="835">
                  <c:v>5.3016971160462648E-3</c:v>
                </c:pt>
                <c:pt idx="836">
                  <c:v>5.0973926443628999E-3</c:v>
                </c:pt>
                <c:pt idx="837">
                  <c:v>4.9005404549913884E-3</c:v>
                </c:pt>
                <c:pt idx="838">
                  <c:v>4.710886865274498E-3</c:v>
                </c:pt>
                <c:pt idx="839">
                  <c:v>4.5281860661895539E-3</c:v>
                </c:pt>
                <c:pt idx="840">
                  <c:v>4.3521999091738614E-3</c:v>
                </c:pt>
                <c:pt idx="841">
                  <c:v>4.1826976974626961E-3</c:v>
                </c:pt>
                <c:pt idx="842">
                  <c:v>4.0194559818966481E-3</c:v>
                </c:pt>
                <c:pt idx="843">
                  <c:v>3.8622583611525336E-3</c:v>
                </c:pt>
                <c:pt idx="844">
                  <c:v>3.7108952863498016E-3</c:v>
                </c:pt>
                <c:pt idx="845">
                  <c:v>3.5651638699825726E-3</c:v>
                </c:pt>
                <c:pt idx="846">
                  <c:v>3.4248676991277894E-3</c:v>
                </c:pt>
                <c:pt idx="847">
                  <c:v>3.2898166528750592E-3</c:v>
                </c:pt>
                <c:pt idx="848">
                  <c:v>3.1598267239261405E-3</c:v>
                </c:pt>
                <c:pt idx="849">
                  <c:v>3.0347198443081099E-3</c:v>
                </c:pt>
                <c:pt idx="850">
                  <c:v>2.9143237151441964E-3</c:v>
                </c:pt>
                <c:pt idx="851">
                  <c:v>2.7984716404257878E-3</c:v>
                </c:pt>
                <c:pt idx="852">
                  <c:v>2.6870023647269543E-3</c:v>
                </c:pt>
                <c:pt idx="853">
                  <c:v>2.5797599148034344E-3</c:v>
                </c:pt>
                <c:pt idx="854">
                  <c:v>2.4765934450162665E-3</c:v>
                </c:pt>
                <c:pt idx="855">
                  <c:v>2.377357086520118E-3</c:v>
                </c:pt>
                <c:pt idx="856">
                  <c:v>2.2819098001563118E-3</c:v>
                </c:pt>
                <c:pt idx="857">
                  <c:v>2.1901152329891044E-3</c:v>
                </c:pt>
                <c:pt idx="858">
                  <c:v>2.1018415784245345E-3</c:v>
                </c:pt>
                <c:pt idx="859">
                  <c:v>2.0169614398499614E-3</c:v>
                </c:pt>
                <c:pt idx="860">
                  <c:v>1.9353516977329321E-3</c:v>
                </c:pt>
                <c:pt idx="861">
                  <c:v>1.8568933801179827E-3</c:v>
                </c:pt>
                <c:pt idx="862">
                  <c:v>1.7814715364587936E-3</c:v>
                </c:pt>
                <c:pt idx="863">
                  <c:v>1.7089751147249096E-3</c:v>
                </c:pt>
                <c:pt idx="864">
                  <c:v>1.6392968417209208E-3</c:v>
                </c:pt>
                <c:pt idx="865">
                  <c:v>1.5723331065564338E-3</c:v>
                </c:pt>
                <c:pt idx="866">
                  <c:v>1.5079838472062529E-3</c:v>
                </c:pt>
                <c:pt idx="867">
                  <c:v>1.4461524400991269E-3</c:v>
                </c:pt>
                <c:pt idx="868">
                  <c:v>1.3867455926744557E-3</c:v>
                </c:pt>
                <c:pt idx="869">
                  <c:v>1.3296732388471235E-3</c:v>
                </c:pt>
                <c:pt idx="870">
                  <c:v>1.2748484373195561E-3</c:v>
                </c:pt>
                <c:pt idx="871">
                  <c:v>1.2221872726823385E-3</c:v>
                </c:pt>
                <c:pt idx="872">
                  <c:v>1.17160875924388E-3</c:v>
                </c:pt>
                <c:pt idx="873">
                  <c:v>1.1230347475305951E-3</c:v>
                </c:pt>
                <c:pt idx="874">
                  <c:v>1.0763898333996725E-3</c:v>
                </c:pt>
                <c:pt idx="875">
                  <c:v>1.0316012697068628E-3</c:v>
                </c:pt>
                <c:pt idx="876">
                  <c:v>9.8859888047267701E-4</c:v>
                </c:pt>
                <c:pt idx="877">
                  <c:v>9.4731497749031871E-4</c:v>
                </c:pt>
                <c:pt idx="878">
                  <c:v>9.0768427932022891E-4</c:v>
                </c:pt>
                <c:pt idx="879">
                  <c:v>8.6964383261603647E-4</c:v>
                </c:pt>
                <c:pt idx="880">
                  <c:v>8.3313293572783158E-4</c:v>
                </c:pt>
                <c:pt idx="881">
                  <c:v>7.9809306452907017E-4</c:v>
                </c:pt>
                <c:pt idx="882">
                  <c:v>7.6446780041464744E-4</c:v>
                </c:pt>
                <c:pt idx="883">
                  <c:v>7.3220276041774076E-4</c:v>
                </c:pt>
                <c:pt idx="884">
                  <c:v>7.0124552939433921E-4</c:v>
                </c:pt>
                <c:pt idx="885">
                  <c:v>6.715455942249279E-4</c:v>
                </c:pt>
                <c:pt idx="886">
                  <c:v>6.4305427998353213E-4</c:v>
                </c:pt>
                <c:pt idx="887">
                  <c:v>6.1572468802514413E-4</c:v>
                </c:pt>
                <c:pt idx="888">
                  <c:v>5.8951163594353321E-4</c:v>
                </c:pt>
                <c:pt idx="889">
                  <c:v>5.6437159935186516E-4</c:v>
                </c:pt>
                <c:pt idx="890">
                  <c:v>5.4026265543975478E-4</c:v>
                </c:pt>
                <c:pt idx="891">
                  <c:v>5.1714442826092985E-4</c:v>
                </c:pt>
                <c:pt idx="892">
                  <c:v>4.9497803570665484E-4</c:v>
                </c:pt>
                <c:pt idx="893">
                  <c:v>4.7372603812068353E-4</c:v>
                </c:pt>
                <c:pt idx="894">
                  <c:v>4.5335238851268423E-4</c:v>
                </c:pt>
                <c:pt idx="895">
                  <c:v>4.3382238432741066E-4</c:v>
                </c:pt>
                <c:pt idx="896">
                  <c:v>4.1510262072810844E-4</c:v>
                </c:pt>
                <c:pt idx="897">
                  <c:v>3.9716094535339596E-4</c:v>
                </c:pt>
                <c:pt idx="898">
                  <c:v>3.7996641450739361E-4</c:v>
                </c:pt>
                <c:pt idx="899">
                  <c:v>3.6348925074410602E-4</c:v>
                </c:pt>
                <c:pt idx="900">
                  <c:v>3.4770080180748363E-4</c:v>
                </c:pt>
                <c:pt idx="901">
                  <c:v>3.3257350088969101E-4</c:v>
                </c:pt>
                <c:pt idx="902">
                  <c:v>3.1808082817069136E-4</c:v>
                </c:pt>
                <c:pt idx="903">
                  <c:v>3.0419727360315573E-4</c:v>
                </c:pt>
                <c:pt idx="904">
                  <c:v>2.9089830090750008E-4</c:v>
                </c:pt>
                <c:pt idx="905">
                  <c:v>2.781603127425215E-4</c:v>
                </c:pt>
                <c:pt idx="906">
                  <c:v>2.6596061701802276E-4</c:v>
                </c:pt>
                <c:pt idx="907">
                  <c:v>2.5427739431647554E-4</c:v>
                </c:pt>
                <c:pt idx="908">
                  <c:v>2.4308966639151558E-4</c:v>
                </c:pt>
                <c:pt idx="909">
                  <c:v>2.3237726571193163E-4</c:v>
                </c:pt>
                <c:pt idx="910">
                  <c:v>2.2212080602034389E-4</c:v>
                </c:pt>
                <c:pt idx="911">
                  <c:v>2.1230165387673325E-4</c:v>
                </c:pt>
                <c:pt idx="912">
                  <c:v>2.0290190115750611E-4</c:v>
                </c:pt>
                <c:pt idx="913">
                  <c:v>1.9390433848154082E-4</c:v>
                </c:pt>
                <c:pt idx="914">
                  <c:v>1.8529242953545667E-4</c:v>
                </c:pt>
                <c:pt idx="915">
                  <c:v>1.7705028627090105E-4</c:v>
                </c:pt>
                <c:pt idx="916">
                  <c:v>1.6916264494735327E-4</c:v>
                </c:pt>
                <c:pt idx="917">
                  <c:v>1.6161484299473356E-4</c:v>
                </c:pt>
                <c:pt idx="918">
                  <c:v>1.5439279667057727E-4</c:v>
                </c:pt>
                <c:pt idx="919">
                  <c:v>1.474829794872946E-4</c:v>
                </c:pt>
                <c:pt idx="920">
                  <c:v>1.408724013856708E-4</c:v>
                </c:pt>
                <c:pt idx="921">
                  <c:v>1.3454858863133574E-4</c:v>
                </c:pt>
                <c:pt idx="922">
                  <c:v>1.2849956441155064E-4</c:v>
                </c:pt>
                <c:pt idx="923">
                  <c:v>1.2271383011031568E-4</c:v>
                </c:pt>
                <c:pt idx="924">
                  <c:v>1.171803472403248E-4</c:v>
                </c:pt>
                <c:pt idx="925">
                  <c:v>1.1188852001089167E-4</c:v>
                </c:pt>
                <c:pt idx="926">
                  <c:v>1.0682817851157862E-4</c:v>
                </c:pt>
                <c:pt idx="927">
                  <c:v>1.0198956249176736E-4</c:v>
                </c:pt>
                <c:pt idx="928">
                  <c:v>9.7363305716948796E-5</c:v>
                </c:pt>
                <c:pt idx="929">
                  <c:v>9.2940420883108504E-5</c:v>
                </c:pt>
                <c:pt idx="930">
                  <c:v>8.8712285071041548E-5</c:v>
                </c:pt>
                <c:pt idx="931">
                  <c:v>8.4670625722956251E-5</c:v>
                </c:pt>
                <c:pt idx="932">
                  <c:v>8.0807507124257437E-5</c:v>
                </c:pt>
                <c:pt idx="933">
                  <c:v>7.7115317373862674E-5</c:v>
                </c:pt>
                <c:pt idx="934">
                  <c:v>7.3586755826868984E-5</c:v>
                </c:pt>
                <c:pt idx="935">
                  <c:v>7.0214820993906582E-5</c:v>
                </c:pt>
                <c:pt idx="936">
                  <c:v>6.6992798881931323E-5</c:v>
                </c:pt>
                <c:pt idx="937">
                  <c:v>6.3914251761650073E-5</c:v>
                </c:pt>
                <c:pt idx="938">
                  <c:v>6.0973007347257609E-5</c:v>
                </c:pt>
                <c:pt idx="939">
                  <c:v>5.816314837453946E-5</c:v>
                </c:pt>
                <c:pt idx="940">
                  <c:v>5.5479002563831399E-5</c:v>
                </c:pt>
                <c:pt idx="941">
                  <c:v>5.2915132954739582E-5</c:v>
                </c:pt>
                <c:pt idx="942">
                  <c:v>5.0466328599917771E-5</c:v>
                </c:pt>
                <c:pt idx="943">
                  <c:v>4.8127595605565683E-5</c:v>
                </c:pt>
                <c:pt idx="944">
                  <c:v>4.5894148506722786E-5</c:v>
                </c:pt>
                <c:pt idx="945">
                  <c:v>4.3761401965769484E-5</c:v>
                </c:pt>
                <c:pt idx="946">
                  <c:v>4.1724962782929115E-5</c:v>
                </c:pt>
                <c:pt idx="947">
                  <c:v>3.9780622207888052E-5</c:v>
                </c:pt>
                <c:pt idx="948">
                  <c:v>3.7924348542018379E-5</c:v>
                </c:pt>
                <c:pt idx="949">
                  <c:v>3.6152280020999425E-5</c:v>
                </c:pt>
                <c:pt idx="950">
                  <c:v>3.4460717967961137E-5</c:v>
                </c:pt>
                <c:pt idx="951">
                  <c:v>3.2846120207591436E-5</c:v>
                </c:pt>
                <c:pt idx="952">
                  <c:v>3.1305094731948014E-5</c:v>
                </c:pt>
                <c:pt idx="953">
                  <c:v>2.9834393609016131E-5</c:v>
                </c:pt>
                <c:pt idx="954">
                  <c:v>2.8430907125342762E-5</c:v>
                </c:pt>
                <c:pt idx="955">
                  <c:v>2.7091658154352719E-5</c:v>
                </c:pt>
                <c:pt idx="956">
                  <c:v>2.5813796742237149E-5</c:v>
                </c:pt>
                <c:pt idx="957">
                  <c:v>2.4594594903557015E-5</c:v>
                </c:pt>
                <c:pt idx="958">
                  <c:v>2.3431441618970278E-5</c:v>
                </c:pt>
                <c:pt idx="959">
                  <c:v>2.2321838027739537E-5</c:v>
                </c:pt>
                <c:pt idx="960">
                  <c:v>2.1263392807926373E-5</c:v>
                </c:pt>
                <c:pt idx="961">
                  <c:v>2.0253817737396017E-5</c:v>
                </c:pt>
                <c:pt idx="962">
                  <c:v>1.9290923429016548E-5</c:v>
                </c:pt>
                <c:pt idx="963">
                  <c:v>1.8372615233629676E-5</c:v>
                </c:pt>
                <c:pt idx="964">
                  <c:v>1.7496889304601849E-5</c:v>
                </c:pt>
                <c:pt idx="965">
                  <c:v>1.6661828817976834E-5</c:v>
                </c:pt>
                <c:pt idx="966">
                  <c:v>1.5865600342443565E-5</c:v>
                </c:pt>
                <c:pt idx="967">
                  <c:v>1.5106450353536238E-5</c:v>
                </c:pt>
                <c:pt idx="968">
                  <c:v>1.4382701886681185E-5</c:v>
                </c:pt>
                <c:pt idx="969">
                  <c:v>1.3692751323879097E-5</c:v>
                </c:pt>
                <c:pt idx="970">
                  <c:v>1.3035065308999575E-5</c:v>
                </c:pt>
                <c:pt idx="971">
                  <c:v>1.240817778683657E-5</c:v>
                </c:pt>
                <c:pt idx="972">
                  <c:v>1.1810687161244305E-5</c:v>
                </c:pt>
                <c:pt idx="973">
                  <c:v>1.1241253567833613E-5</c:v>
                </c:pt>
                <c:pt idx="974">
                  <c:v>1.0698596256869919E-5</c:v>
                </c:pt>
                <c:pt idx="975">
                  <c:v>1.0181491082170818E-5</c:v>
                </c:pt>
                <c:pt idx="976">
                  <c:v>9.6887680919407782E-6</c:v>
                </c:pt>
                <c:pt idx="977">
                  <c:v>9.2193092176356998E-6</c:v>
                </c:pt>
                <c:pt idx="978">
                  <c:v>8.7720460570831521E-6</c:v>
                </c:pt>
                <c:pt idx="979">
                  <c:v>8.3459577482186563E-6</c:v>
                </c:pt>
                <c:pt idx="980">
                  <c:v>7.9400689299330236E-6</c:v>
                </c:pt>
                <c:pt idx="981">
                  <c:v>7.5534477866502484E-6</c:v>
                </c:pt>
                <c:pt idx="982">
                  <c:v>7.1852041733756456E-6</c:v>
                </c:pt>
                <c:pt idx="983">
                  <c:v>6.8344878180761373E-6</c:v>
                </c:pt>
                <c:pt idx="984">
                  <c:v>6.5004865983668302E-6</c:v>
                </c:pt>
                <c:pt idx="985">
                  <c:v>6.1824248895878386E-6</c:v>
                </c:pt>
                <c:pt idx="986">
                  <c:v>5.8795619814641855E-6</c:v>
                </c:pt>
                <c:pt idx="987">
                  <c:v>5.5911905606445324E-6</c:v>
                </c:pt>
                <c:pt idx="988">
                  <c:v>5.3166352565122364E-6</c:v>
                </c:pt>
                <c:pt idx="989">
                  <c:v>5.0552512477627036E-6</c:v>
                </c:pt>
                <c:pt idx="990">
                  <c:v>4.8064229273299559E-6</c:v>
                </c:pt>
                <c:pt idx="991">
                  <c:v>4.5695626233383777E-6</c:v>
                </c:pt>
                <c:pt idx="992">
                  <c:v>4.3441093738420427E-6</c:v>
                </c:pt>
                <c:pt idx="993">
                  <c:v>4.1295277531964458E-6</c:v>
                </c:pt>
                <c:pt idx="994">
                  <c:v>3.9253067479907121E-6</c:v>
                </c:pt>
                <c:pt idx="995">
                  <c:v>3.7309586805452978E-6</c:v>
                </c:pt>
                <c:pt idx="996">
                  <c:v>3.5460181780559623E-6</c:v>
                </c:pt>
                <c:pt idx="997">
                  <c:v>3.370041185537991E-6</c:v>
                </c:pt>
                <c:pt idx="998">
                  <c:v>3.2026040207952875E-6</c:v>
                </c:pt>
                <c:pt idx="999">
                  <c:v>3.0433024697056256E-6</c:v>
                </c:pt>
                <c:pt idx="1000">
                  <c:v>2.8917509201801659E-6</c:v>
                </c:pt>
                <c:pt idx="1001">
                  <c:v>2.7475815332181931E-6</c:v>
                </c:pt>
                <c:pt idx="1002">
                  <c:v>2.610443449538397E-6</c:v>
                </c:pt>
                <c:pt idx="1003">
                  <c:v>2.4800020303266374E-6</c:v>
                </c:pt>
                <c:pt idx="1004">
                  <c:v>2.3559381306986576E-6</c:v>
                </c:pt>
                <c:pt idx="1005">
                  <c:v>2.237947404527645E-6</c:v>
                </c:pt>
                <c:pt idx="1006">
                  <c:v>2.1257396393418618E-6</c:v>
                </c:pt>
                <c:pt idx="1007">
                  <c:v>2.0190381200471762E-6</c:v>
                </c:pt>
                <c:pt idx="1008">
                  <c:v>1.9175790202778541E-6</c:v>
                </c:pt>
                <c:pt idx="1009">
                  <c:v>1.8211108202266396E-6</c:v>
                </c:pt>
                <c:pt idx="1010">
                  <c:v>1.7293937498504783E-6</c:v>
                </c:pt>
                <c:pt idx="1011">
                  <c:v>1.6421992563912621E-6</c:v>
                </c:pt>
                <c:pt idx="1012">
                  <c:v>1.559309495193625E-6</c:v>
                </c:pt>
                <c:pt idx="1013">
                  <c:v>1.4805168428425277E-6</c:v>
                </c:pt>
                <c:pt idx="1014">
                  <c:v>1.4056234316811739E-6</c:v>
                </c:pt>
                <c:pt idx="1015">
                  <c:v>1.3344407048089501E-6</c:v>
                </c:pt>
                <c:pt idx="1016">
                  <c:v>1.2667889906935963E-6</c:v>
                </c:pt>
                <c:pt idx="1017">
                  <c:v>1.2024970965681846E-6</c:v>
                </c:pt>
                <c:pt idx="1018">
                  <c:v>1.1414019198152663E-6</c:v>
                </c:pt>
                <c:pt idx="1019">
                  <c:v>1.0833480765740672E-6</c:v>
                </c:pt>
                <c:pt idx="1020">
                  <c:v>1.0281875468371547E-6</c:v>
                </c:pt>
                <c:pt idx="1021">
                  <c:v>9.7577933533224035E-7</c:v>
                </c:pt>
                <c:pt idx="1022">
                  <c:v>9.259891475142981E-7</c:v>
                </c:pt>
                <c:pt idx="1023">
                  <c:v>8.7868908002027684E-7</c:v>
                </c:pt>
                <c:pt idx="1024">
                  <c:v>8.3375732496503952E-7</c:v>
                </c:pt>
                <c:pt idx="1025">
                  <c:v>7.9107788748293231E-7</c:v>
                </c:pt>
                <c:pt idx="1026">
                  <c:v>7.5054031594383778E-7</c:v>
                </c:pt>
                <c:pt idx="1027">
                  <c:v>7.120394442958998E-7</c:v>
                </c:pt>
                <c:pt idx="1028">
                  <c:v>6.7547514600975473E-7</c:v>
                </c:pt>
                <c:pt idx="1029">
                  <c:v>6.4075209912130354E-7</c:v>
                </c:pt>
                <c:pt idx="1030">
                  <c:v>6.0777956189002262E-7</c:v>
                </c:pt>
                <c:pt idx="1031">
                  <c:v>5.7647115861096623E-7</c:v>
                </c:pt>
                <c:pt idx="1032">
                  <c:v>5.4674467513693913E-7</c:v>
                </c:pt>
                <c:pt idx="1033">
                  <c:v>5.1852186368648896E-7</c:v>
                </c:pt>
                <c:pt idx="1034">
                  <c:v>4.9172825653076101E-7</c:v>
                </c:pt>
                <c:pt idx="1035">
                  <c:v>4.6629298816951598E-7</c:v>
                </c:pt>
                <c:pt idx="1036">
                  <c:v>4.4214862562305442E-7</c:v>
                </c:pt>
                <c:pt idx="1037">
                  <c:v>4.1923100648223155E-7</c:v>
                </c:pt>
                <c:pt idx="1038">
                  <c:v>3.9747908437432778E-7</c:v>
                </c:pt>
                <c:pt idx="1039">
                  <c:v>3.7683478151655849E-7</c:v>
                </c:pt>
                <c:pt idx="1040">
                  <c:v>3.5724284804329376E-7</c:v>
                </c:pt>
                <c:pt idx="1041">
                  <c:v>3.3865072780624955E-7</c:v>
                </c:pt>
                <c:pt idx="1042">
                  <c:v>3.2100843035973019E-7</c:v>
                </c:pt>
                <c:pt idx="1043">
                  <c:v>3.0426840885536098E-7</c:v>
                </c:pt>
                <c:pt idx="1044">
                  <c:v>2.8838544358251683E-7</c:v>
                </c:pt>
                <c:pt idx="1045">
                  <c:v>2.7331653090192807E-7</c:v>
                </c:pt>
                <c:pt idx="1046">
                  <c:v>2.5902077733093886E-7</c:v>
                </c:pt>
                <c:pt idx="1047">
                  <c:v>2.4545929854912788E-7</c:v>
                </c:pt>
                <c:pt idx="1048">
                  <c:v>2.3259512310304857E-7</c:v>
                </c:pt>
                <c:pt idx="1049">
                  <c:v>2.2039310059852851E-7</c:v>
                </c:pt>
                <c:pt idx="1050">
                  <c:v>2.0881981417797491E-7</c:v>
                </c:pt>
                <c:pt idx="1051">
                  <c:v>1.978434970889769E-7</c:v>
                </c:pt>
                <c:pt idx="1052">
                  <c:v>1.8743395315904735E-7</c:v>
                </c:pt>
                <c:pt idx="1053">
                  <c:v>1.7756248099925475E-7</c:v>
                </c:pt>
                <c:pt idx="1054">
                  <c:v>1.6820180176731116E-7</c:v>
                </c:pt>
                <c:pt idx="1055">
                  <c:v>1.593259903281687E-7</c:v>
                </c:pt>
                <c:pt idx="1056">
                  <c:v>1.5091040965717683E-7</c:v>
                </c:pt>
                <c:pt idx="1057">
                  <c:v>1.4293164833770806E-7</c:v>
                </c:pt>
                <c:pt idx="1058">
                  <c:v>1.3536746101170727E-7</c:v>
                </c:pt>
                <c:pt idx="1059">
                  <c:v>1.2819671164784969E-7</c:v>
                </c:pt>
                <c:pt idx="1060">
                  <c:v>1.2139931949793494E-7</c:v>
                </c:pt>
                <c:pt idx="1061">
                  <c:v>1.1495620761796333E-7</c:v>
                </c:pt>
                <c:pt idx="1062">
                  <c:v>1.0884925383576316E-7</c:v>
                </c:pt>
                <c:pt idx="1063">
                  <c:v>1.0306124405227059E-7</c:v>
                </c:pt>
                <c:pt idx="1064">
                  <c:v>9.7575827768688032E-8</c:v>
                </c:pt>
                <c:pt idx="1065">
                  <c:v>9.2377475736469058E-8</c:v>
                </c:pt>
                <c:pt idx="1066">
                  <c:v>8.7451439631715065E-8</c:v>
                </c:pt>
                <c:pt idx="1067">
                  <c:v>8.2783713660003811E-8</c:v>
                </c:pt>
                <c:pt idx="1068">
                  <c:v>7.8360998001861913E-8</c:v>
                </c:pt>
                <c:pt idx="1069">
                  <c:v>7.4170664013129429E-8</c:v>
                </c:pt>
                <c:pt idx="1070">
                  <c:v>7.0200721098352226E-8</c:v>
                </c:pt>
                <c:pt idx="1071">
                  <c:v>6.6439785179026269E-8</c:v>
                </c:pt>
                <c:pt idx="1072">
                  <c:v>6.2877048682013674E-8</c:v>
                </c:pt>
                <c:pt idx="1073">
                  <c:v>5.9502251976909961E-8</c:v>
                </c:pt>
                <c:pt idx="1074">
                  <c:v>5.6305656194307913E-8</c:v>
                </c:pt>
                <c:pt idx="1075">
                  <c:v>5.3278017360021174E-8</c:v>
                </c:pt>
                <c:pt idx="1076">
                  <c:v>5.0410561783300312E-8</c:v>
                </c:pt>
                <c:pt idx="1077">
                  <c:v>4.7694962639880947E-8</c:v>
                </c:pt>
                <c:pt idx="1078">
                  <c:v>4.5123317693421006E-8</c:v>
                </c:pt>
                <c:pt idx="1079">
                  <c:v>4.2688128101464269E-8</c:v>
                </c:pt>
                <c:pt idx="1080">
                  <c:v>4.0382278254536537E-8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4-07AB-439E-B53A-3AF750E485ED}"/>
            </c:ext>
          </c:extLst>
        </c:ser>
        <c:ser>
          <c:idx val="5"/>
          <c:order val="5"/>
          <c:tx>
            <c:strRef>
              <c:f>Sheet1!$P$3</c:f>
              <c:strCache>
                <c:ptCount val="1"/>
                <c:pt idx="0">
                  <c:v>Qp = 6.0 L/s</c:v>
                </c:pt>
              </c:strCache>
            </c:strRef>
          </c:tx>
          <c:spPr>
            <a:ln w="19050" cap="rnd">
              <a:solidFill>
                <a:srgbClr val="92D050"/>
              </a:solidFill>
              <a:round/>
            </a:ln>
            <a:effectLst/>
          </c:spPr>
          <c:marker>
            <c:symbol val="none"/>
          </c:marker>
          <c:xVal>
            <c:numRef>
              <c:f>Sheet1!$J$4:$J$1084</c:f>
              <c:numCache>
                <c:formatCode>General</c:formatCode>
                <c:ptCount val="1081"/>
                <c:pt idx="0">
                  <c:v>0</c:v>
                </c:pt>
                <c:pt idx="1">
                  <c:v>2.7777777777777775E-3</c:v>
                </c:pt>
                <c:pt idx="2">
                  <c:v>5.5555555555555549E-3</c:v>
                </c:pt>
                <c:pt idx="3">
                  <c:v>8.3333333333333332E-3</c:v>
                </c:pt>
                <c:pt idx="4">
                  <c:v>1.111111111111111E-2</c:v>
                </c:pt>
                <c:pt idx="5">
                  <c:v>1.388888888888889E-2</c:v>
                </c:pt>
                <c:pt idx="6">
                  <c:v>1.6666666666666666E-2</c:v>
                </c:pt>
                <c:pt idx="7">
                  <c:v>1.9444444444444445E-2</c:v>
                </c:pt>
                <c:pt idx="8">
                  <c:v>2.222222222222222E-2</c:v>
                </c:pt>
                <c:pt idx="9">
                  <c:v>2.5000000000000001E-2</c:v>
                </c:pt>
                <c:pt idx="10">
                  <c:v>2.777777777777778E-2</c:v>
                </c:pt>
                <c:pt idx="11">
                  <c:v>3.0555555555555555E-2</c:v>
                </c:pt>
                <c:pt idx="12">
                  <c:v>3.3333333333333333E-2</c:v>
                </c:pt>
                <c:pt idx="13">
                  <c:v>3.6111111111111108E-2</c:v>
                </c:pt>
                <c:pt idx="14">
                  <c:v>3.888888888888889E-2</c:v>
                </c:pt>
                <c:pt idx="15">
                  <c:v>4.1666666666666664E-2</c:v>
                </c:pt>
                <c:pt idx="16">
                  <c:v>4.4444444444444439E-2</c:v>
                </c:pt>
                <c:pt idx="17">
                  <c:v>4.7222222222222228E-2</c:v>
                </c:pt>
                <c:pt idx="18">
                  <c:v>0.05</c:v>
                </c:pt>
                <c:pt idx="19">
                  <c:v>5.2777777777777778E-2</c:v>
                </c:pt>
                <c:pt idx="20">
                  <c:v>5.5555555555555559E-2</c:v>
                </c:pt>
                <c:pt idx="21">
                  <c:v>5.8333333333333334E-2</c:v>
                </c:pt>
                <c:pt idx="22">
                  <c:v>6.1111111111111109E-2</c:v>
                </c:pt>
                <c:pt idx="23">
                  <c:v>6.3888888888888898E-2</c:v>
                </c:pt>
                <c:pt idx="24">
                  <c:v>6.6666666666666666E-2</c:v>
                </c:pt>
                <c:pt idx="25">
                  <c:v>6.9444444444444448E-2</c:v>
                </c:pt>
                <c:pt idx="26">
                  <c:v>7.2222222222222215E-2</c:v>
                </c:pt>
                <c:pt idx="27">
                  <c:v>7.4999999999999997E-2</c:v>
                </c:pt>
                <c:pt idx="28">
                  <c:v>7.7777777777777779E-2</c:v>
                </c:pt>
                <c:pt idx="29">
                  <c:v>8.0555555555555547E-2</c:v>
                </c:pt>
                <c:pt idx="30">
                  <c:v>8.3333333333333329E-2</c:v>
                </c:pt>
                <c:pt idx="31">
                  <c:v>8.611111111111111E-2</c:v>
                </c:pt>
                <c:pt idx="32">
                  <c:v>8.8888888888888878E-2</c:v>
                </c:pt>
                <c:pt idx="33">
                  <c:v>9.166666666666666E-2</c:v>
                </c:pt>
                <c:pt idx="34">
                  <c:v>9.4444444444444456E-2</c:v>
                </c:pt>
                <c:pt idx="35">
                  <c:v>9.7222222222222224E-2</c:v>
                </c:pt>
                <c:pt idx="36">
                  <c:v>0.1</c:v>
                </c:pt>
                <c:pt idx="37">
                  <c:v>0.10277777777777779</c:v>
                </c:pt>
                <c:pt idx="38">
                  <c:v>0.10555555555555556</c:v>
                </c:pt>
                <c:pt idx="39">
                  <c:v>0.10833333333333334</c:v>
                </c:pt>
                <c:pt idx="40">
                  <c:v>0.11111111111111112</c:v>
                </c:pt>
                <c:pt idx="41">
                  <c:v>0.11388888888888889</c:v>
                </c:pt>
                <c:pt idx="42">
                  <c:v>0.11666666666666667</c:v>
                </c:pt>
                <c:pt idx="43">
                  <c:v>0.11944444444444445</c:v>
                </c:pt>
                <c:pt idx="44">
                  <c:v>0.12222222222222222</c:v>
                </c:pt>
                <c:pt idx="45">
                  <c:v>0.125</c:v>
                </c:pt>
                <c:pt idx="46">
                  <c:v>0.1277777777777778</c:v>
                </c:pt>
                <c:pt idx="47">
                  <c:v>0.13055555555555556</c:v>
                </c:pt>
                <c:pt idx="48">
                  <c:v>0.13333333333333333</c:v>
                </c:pt>
                <c:pt idx="49">
                  <c:v>0.1361111111111111</c:v>
                </c:pt>
                <c:pt idx="50">
                  <c:v>0.1388888888888889</c:v>
                </c:pt>
                <c:pt idx="51">
                  <c:v>0.14166666666666666</c:v>
                </c:pt>
                <c:pt idx="52">
                  <c:v>0.14444444444444443</c:v>
                </c:pt>
                <c:pt idx="53">
                  <c:v>0.14722222222222223</c:v>
                </c:pt>
                <c:pt idx="54">
                  <c:v>0.15</c:v>
                </c:pt>
                <c:pt idx="55">
                  <c:v>0.15277777777777776</c:v>
                </c:pt>
                <c:pt idx="56">
                  <c:v>0.15555555555555556</c:v>
                </c:pt>
                <c:pt idx="57">
                  <c:v>0.15833333333333333</c:v>
                </c:pt>
                <c:pt idx="58">
                  <c:v>0.16111111111111109</c:v>
                </c:pt>
                <c:pt idx="59">
                  <c:v>0.16388888888888889</c:v>
                </c:pt>
                <c:pt idx="60">
                  <c:v>0.16666666666666666</c:v>
                </c:pt>
                <c:pt idx="61">
                  <c:v>0.16944444444444443</c:v>
                </c:pt>
                <c:pt idx="62">
                  <c:v>0.17222222222222222</c:v>
                </c:pt>
                <c:pt idx="63">
                  <c:v>0.17499999999999999</c:v>
                </c:pt>
                <c:pt idx="64">
                  <c:v>0.17777777777777776</c:v>
                </c:pt>
                <c:pt idx="65">
                  <c:v>0.18055555555555555</c:v>
                </c:pt>
                <c:pt idx="66">
                  <c:v>0.18333333333333332</c:v>
                </c:pt>
                <c:pt idx="67">
                  <c:v>0.18611111111111109</c:v>
                </c:pt>
                <c:pt idx="68">
                  <c:v>0.18888888888888891</c:v>
                </c:pt>
                <c:pt idx="69">
                  <c:v>0.19166666666666668</c:v>
                </c:pt>
                <c:pt idx="70">
                  <c:v>0.19444444444444445</c:v>
                </c:pt>
                <c:pt idx="71">
                  <c:v>0.19722222222222224</c:v>
                </c:pt>
                <c:pt idx="72">
                  <c:v>0.2</c:v>
                </c:pt>
                <c:pt idx="73">
                  <c:v>0.20277777777777778</c:v>
                </c:pt>
                <c:pt idx="74">
                  <c:v>0.20555555555555557</c:v>
                </c:pt>
                <c:pt idx="75">
                  <c:v>0.20833333333333334</c:v>
                </c:pt>
                <c:pt idx="76">
                  <c:v>0.21111111111111111</c:v>
                </c:pt>
                <c:pt idx="77">
                  <c:v>0.21388888888888891</c:v>
                </c:pt>
                <c:pt idx="78">
                  <c:v>0.21666666666666667</c:v>
                </c:pt>
                <c:pt idx="79">
                  <c:v>0.21944444444444444</c:v>
                </c:pt>
                <c:pt idx="80">
                  <c:v>0.22222222222222224</c:v>
                </c:pt>
                <c:pt idx="81">
                  <c:v>0.22500000000000001</c:v>
                </c:pt>
                <c:pt idx="82">
                  <c:v>0.22777777777777777</c:v>
                </c:pt>
                <c:pt idx="83">
                  <c:v>0.23055555555555557</c:v>
                </c:pt>
                <c:pt idx="84">
                  <c:v>0.23333333333333334</c:v>
                </c:pt>
                <c:pt idx="85">
                  <c:v>0.2361111111111111</c:v>
                </c:pt>
                <c:pt idx="86">
                  <c:v>0.2388888888888889</c:v>
                </c:pt>
                <c:pt idx="87">
                  <c:v>0.24166666666666667</c:v>
                </c:pt>
                <c:pt idx="88">
                  <c:v>0.24444444444444444</c:v>
                </c:pt>
                <c:pt idx="89">
                  <c:v>0.24722222222222223</c:v>
                </c:pt>
                <c:pt idx="90">
                  <c:v>0.25</c:v>
                </c:pt>
                <c:pt idx="91">
                  <c:v>0.25277777777777777</c:v>
                </c:pt>
                <c:pt idx="92">
                  <c:v>0.25555555555555559</c:v>
                </c:pt>
                <c:pt idx="93">
                  <c:v>0.25833333333333336</c:v>
                </c:pt>
                <c:pt idx="94">
                  <c:v>0.26111111111111113</c:v>
                </c:pt>
                <c:pt idx="95">
                  <c:v>0.2638888888888889</c:v>
                </c:pt>
                <c:pt idx="96">
                  <c:v>0.26666666666666666</c:v>
                </c:pt>
                <c:pt idx="97">
                  <c:v>0.26944444444444449</c:v>
                </c:pt>
                <c:pt idx="98">
                  <c:v>0.2722222222222222</c:v>
                </c:pt>
                <c:pt idx="99">
                  <c:v>0.27500000000000002</c:v>
                </c:pt>
                <c:pt idx="100">
                  <c:v>0.27777777777777779</c:v>
                </c:pt>
                <c:pt idx="101">
                  <c:v>0.28055555555555556</c:v>
                </c:pt>
                <c:pt idx="102">
                  <c:v>0.28333333333333333</c:v>
                </c:pt>
                <c:pt idx="103">
                  <c:v>0.28611111111111115</c:v>
                </c:pt>
                <c:pt idx="104">
                  <c:v>0.28888888888888886</c:v>
                </c:pt>
                <c:pt idx="105">
                  <c:v>0.29166666666666669</c:v>
                </c:pt>
                <c:pt idx="106">
                  <c:v>0.29444444444444445</c:v>
                </c:pt>
                <c:pt idx="107">
                  <c:v>0.29722222222222222</c:v>
                </c:pt>
                <c:pt idx="108">
                  <c:v>0.3</c:v>
                </c:pt>
                <c:pt idx="109">
                  <c:v>0.30277777777777781</c:v>
                </c:pt>
                <c:pt idx="110">
                  <c:v>0.30555555555555552</c:v>
                </c:pt>
                <c:pt idx="111">
                  <c:v>0.30833333333333335</c:v>
                </c:pt>
                <c:pt idx="112">
                  <c:v>0.31111111111111112</c:v>
                </c:pt>
                <c:pt idx="113">
                  <c:v>0.31388888888888888</c:v>
                </c:pt>
                <c:pt idx="114">
                  <c:v>0.31666666666666665</c:v>
                </c:pt>
                <c:pt idx="115">
                  <c:v>0.31944444444444448</c:v>
                </c:pt>
                <c:pt idx="116">
                  <c:v>0.32222222222222219</c:v>
                </c:pt>
                <c:pt idx="117">
                  <c:v>0.32500000000000001</c:v>
                </c:pt>
                <c:pt idx="118">
                  <c:v>0.32777777777777778</c:v>
                </c:pt>
                <c:pt idx="119">
                  <c:v>0.33055555555555555</c:v>
                </c:pt>
                <c:pt idx="120">
                  <c:v>0.33333333333333331</c:v>
                </c:pt>
                <c:pt idx="121">
                  <c:v>0.33611111111111114</c:v>
                </c:pt>
                <c:pt idx="122">
                  <c:v>0.33888888888888885</c:v>
                </c:pt>
                <c:pt idx="123">
                  <c:v>0.34166666666666667</c:v>
                </c:pt>
                <c:pt idx="124">
                  <c:v>0.34444444444444444</c:v>
                </c:pt>
                <c:pt idx="125">
                  <c:v>0.34722222222222221</c:v>
                </c:pt>
                <c:pt idx="126">
                  <c:v>0.35</c:v>
                </c:pt>
                <c:pt idx="127">
                  <c:v>0.3527777777777778</c:v>
                </c:pt>
                <c:pt idx="128">
                  <c:v>0.35555555555555551</c:v>
                </c:pt>
                <c:pt idx="129">
                  <c:v>0.35833333333333334</c:v>
                </c:pt>
                <c:pt idx="130">
                  <c:v>0.3611111111111111</c:v>
                </c:pt>
                <c:pt idx="131">
                  <c:v>0.36388888888888887</c:v>
                </c:pt>
                <c:pt idx="132">
                  <c:v>0.36666666666666664</c:v>
                </c:pt>
                <c:pt idx="133">
                  <c:v>0.36944444444444446</c:v>
                </c:pt>
                <c:pt idx="134">
                  <c:v>0.37222222222222218</c:v>
                </c:pt>
                <c:pt idx="135">
                  <c:v>0.375</c:v>
                </c:pt>
                <c:pt idx="136">
                  <c:v>0.37777777777777782</c:v>
                </c:pt>
                <c:pt idx="137">
                  <c:v>0.38055555555555554</c:v>
                </c:pt>
                <c:pt idx="138">
                  <c:v>0.38333333333333336</c:v>
                </c:pt>
                <c:pt idx="139">
                  <c:v>0.38611111111111113</c:v>
                </c:pt>
                <c:pt idx="140">
                  <c:v>0.3888888888888889</c:v>
                </c:pt>
                <c:pt idx="141">
                  <c:v>0.39166666666666666</c:v>
                </c:pt>
                <c:pt idx="142">
                  <c:v>0.39444444444444449</c:v>
                </c:pt>
                <c:pt idx="143">
                  <c:v>0.3972222222222222</c:v>
                </c:pt>
                <c:pt idx="144">
                  <c:v>0.4</c:v>
                </c:pt>
                <c:pt idx="145">
                  <c:v>0.40277777777777779</c:v>
                </c:pt>
                <c:pt idx="146">
                  <c:v>0.40555555555555556</c:v>
                </c:pt>
                <c:pt idx="147">
                  <c:v>0.40833333333333333</c:v>
                </c:pt>
                <c:pt idx="148">
                  <c:v>0.41111111111111115</c:v>
                </c:pt>
                <c:pt idx="149">
                  <c:v>0.41388888888888886</c:v>
                </c:pt>
                <c:pt idx="150">
                  <c:v>0.41666666666666669</c:v>
                </c:pt>
                <c:pt idx="151">
                  <c:v>0.41944444444444445</c:v>
                </c:pt>
                <c:pt idx="152">
                  <c:v>0.42222222222222222</c:v>
                </c:pt>
                <c:pt idx="153">
                  <c:v>0.42499999999999999</c:v>
                </c:pt>
                <c:pt idx="154">
                  <c:v>0.42777777777777781</c:v>
                </c:pt>
                <c:pt idx="155">
                  <c:v>0.43055555555555552</c:v>
                </c:pt>
                <c:pt idx="156">
                  <c:v>0.43333333333333335</c:v>
                </c:pt>
                <c:pt idx="157">
                  <c:v>0.43611111111111112</c:v>
                </c:pt>
                <c:pt idx="158">
                  <c:v>0.43888888888888888</c:v>
                </c:pt>
                <c:pt idx="159">
                  <c:v>0.44166666666666665</c:v>
                </c:pt>
                <c:pt idx="160">
                  <c:v>0.44444444444444448</c:v>
                </c:pt>
                <c:pt idx="161">
                  <c:v>0.44722222222222219</c:v>
                </c:pt>
                <c:pt idx="162">
                  <c:v>0.45</c:v>
                </c:pt>
                <c:pt idx="163">
                  <c:v>0.45277777777777778</c:v>
                </c:pt>
                <c:pt idx="164">
                  <c:v>0.45555555555555555</c:v>
                </c:pt>
                <c:pt idx="165">
                  <c:v>0.45833333333333331</c:v>
                </c:pt>
                <c:pt idx="166">
                  <c:v>0.46111111111111114</c:v>
                </c:pt>
                <c:pt idx="167">
                  <c:v>0.46388888888888885</c:v>
                </c:pt>
                <c:pt idx="168">
                  <c:v>0.46666666666666667</c:v>
                </c:pt>
                <c:pt idx="169">
                  <c:v>0.46944444444444444</c:v>
                </c:pt>
                <c:pt idx="170">
                  <c:v>0.47222222222222221</c:v>
                </c:pt>
                <c:pt idx="171">
                  <c:v>0.47499999999999998</c:v>
                </c:pt>
                <c:pt idx="172">
                  <c:v>0.4777777777777778</c:v>
                </c:pt>
                <c:pt idx="173">
                  <c:v>0.48055555555555551</c:v>
                </c:pt>
                <c:pt idx="174">
                  <c:v>0.48333333333333334</c:v>
                </c:pt>
                <c:pt idx="175">
                  <c:v>0.4861111111111111</c:v>
                </c:pt>
                <c:pt idx="176">
                  <c:v>0.48888888888888887</c:v>
                </c:pt>
                <c:pt idx="177">
                  <c:v>0.49166666666666664</c:v>
                </c:pt>
                <c:pt idx="178">
                  <c:v>0.49444444444444446</c:v>
                </c:pt>
                <c:pt idx="179">
                  <c:v>0.49722222222222218</c:v>
                </c:pt>
                <c:pt idx="180">
                  <c:v>0.5</c:v>
                </c:pt>
                <c:pt idx="181">
                  <c:v>0.50277777777777777</c:v>
                </c:pt>
                <c:pt idx="182">
                  <c:v>0.50555555555555554</c:v>
                </c:pt>
                <c:pt idx="183">
                  <c:v>0.5083333333333333</c:v>
                </c:pt>
                <c:pt idx="184">
                  <c:v>0.51111111111111118</c:v>
                </c:pt>
                <c:pt idx="185">
                  <c:v>0.51388888888888884</c:v>
                </c:pt>
                <c:pt idx="186">
                  <c:v>0.51666666666666672</c:v>
                </c:pt>
                <c:pt idx="187">
                  <c:v>0.51944444444444449</c:v>
                </c:pt>
                <c:pt idx="188">
                  <c:v>0.52222222222222225</c:v>
                </c:pt>
                <c:pt idx="189">
                  <c:v>0.52500000000000002</c:v>
                </c:pt>
                <c:pt idx="190">
                  <c:v>0.52777777777777779</c:v>
                </c:pt>
                <c:pt idx="191">
                  <c:v>0.53055555555555556</c:v>
                </c:pt>
                <c:pt idx="192">
                  <c:v>0.53333333333333333</c:v>
                </c:pt>
                <c:pt idx="193">
                  <c:v>0.53611111111111109</c:v>
                </c:pt>
                <c:pt idx="194">
                  <c:v>0.53888888888888897</c:v>
                </c:pt>
                <c:pt idx="195">
                  <c:v>0.54166666666666663</c:v>
                </c:pt>
                <c:pt idx="196">
                  <c:v>0.5444444444444444</c:v>
                </c:pt>
                <c:pt idx="197">
                  <c:v>0.54722222222222228</c:v>
                </c:pt>
                <c:pt idx="198">
                  <c:v>0.55000000000000004</c:v>
                </c:pt>
                <c:pt idx="199">
                  <c:v>0.5527777777777777</c:v>
                </c:pt>
                <c:pt idx="200">
                  <c:v>0.55555555555555558</c:v>
                </c:pt>
                <c:pt idx="201">
                  <c:v>0.55833333333333335</c:v>
                </c:pt>
                <c:pt idx="202">
                  <c:v>0.56111111111111112</c:v>
                </c:pt>
                <c:pt idx="203">
                  <c:v>0.56388888888888888</c:v>
                </c:pt>
                <c:pt idx="204">
                  <c:v>0.56666666666666665</c:v>
                </c:pt>
                <c:pt idx="205">
                  <c:v>0.56944444444444442</c:v>
                </c:pt>
                <c:pt idx="206">
                  <c:v>0.5722222222222223</c:v>
                </c:pt>
                <c:pt idx="207">
                  <c:v>0.57499999999999996</c:v>
                </c:pt>
                <c:pt idx="208">
                  <c:v>0.57777777777777772</c:v>
                </c:pt>
                <c:pt idx="209">
                  <c:v>0.5805555555555556</c:v>
                </c:pt>
                <c:pt idx="210">
                  <c:v>0.58333333333333337</c:v>
                </c:pt>
                <c:pt idx="211">
                  <c:v>0.58611111111111103</c:v>
                </c:pt>
                <c:pt idx="212">
                  <c:v>0.58888888888888891</c:v>
                </c:pt>
                <c:pt idx="213">
                  <c:v>0.59166666666666667</c:v>
                </c:pt>
                <c:pt idx="214">
                  <c:v>0.59444444444444444</c:v>
                </c:pt>
                <c:pt idx="215">
                  <c:v>0.59722222222222221</c:v>
                </c:pt>
                <c:pt idx="216">
                  <c:v>0.6</c:v>
                </c:pt>
                <c:pt idx="217">
                  <c:v>0.60277777777777775</c:v>
                </c:pt>
                <c:pt idx="218">
                  <c:v>0.60555555555555562</c:v>
                </c:pt>
                <c:pt idx="219">
                  <c:v>0.60833333333333328</c:v>
                </c:pt>
                <c:pt idx="220">
                  <c:v>0.61111111111111105</c:v>
                </c:pt>
                <c:pt idx="221">
                  <c:v>0.61388888888888893</c:v>
                </c:pt>
                <c:pt idx="222">
                  <c:v>0.6166666666666667</c:v>
                </c:pt>
                <c:pt idx="223">
                  <c:v>0.61944444444444435</c:v>
                </c:pt>
                <c:pt idx="224">
                  <c:v>0.62222222222222223</c:v>
                </c:pt>
                <c:pt idx="225">
                  <c:v>0.625</c:v>
                </c:pt>
                <c:pt idx="226">
                  <c:v>0.62777777777777777</c:v>
                </c:pt>
                <c:pt idx="227">
                  <c:v>0.63055555555555565</c:v>
                </c:pt>
                <c:pt idx="228">
                  <c:v>0.6333333333333333</c:v>
                </c:pt>
                <c:pt idx="229">
                  <c:v>0.63611111111111107</c:v>
                </c:pt>
                <c:pt idx="230">
                  <c:v>0.63888888888888895</c:v>
                </c:pt>
                <c:pt idx="231">
                  <c:v>0.64166666666666672</c:v>
                </c:pt>
                <c:pt idx="232">
                  <c:v>0.64444444444444438</c:v>
                </c:pt>
                <c:pt idx="233">
                  <c:v>0.64722222222222225</c:v>
                </c:pt>
                <c:pt idx="234">
                  <c:v>0.65</c:v>
                </c:pt>
                <c:pt idx="235">
                  <c:v>0.65277777777777779</c:v>
                </c:pt>
                <c:pt idx="236">
                  <c:v>0.65555555555555556</c:v>
                </c:pt>
                <c:pt idx="237">
                  <c:v>0.65833333333333333</c:v>
                </c:pt>
                <c:pt idx="238">
                  <c:v>0.66111111111111109</c:v>
                </c:pt>
                <c:pt idx="239">
                  <c:v>0.66388888888888897</c:v>
                </c:pt>
                <c:pt idx="240">
                  <c:v>0.66666666666666663</c:v>
                </c:pt>
                <c:pt idx="241">
                  <c:v>0.6694444444444444</c:v>
                </c:pt>
                <c:pt idx="242">
                  <c:v>0.67222222222222228</c:v>
                </c:pt>
                <c:pt idx="243">
                  <c:v>0.67500000000000004</c:v>
                </c:pt>
                <c:pt idx="244">
                  <c:v>0.6777777777777777</c:v>
                </c:pt>
                <c:pt idx="245">
                  <c:v>0.68055555555555558</c:v>
                </c:pt>
                <c:pt idx="246">
                  <c:v>0.68333333333333335</c:v>
                </c:pt>
                <c:pt idx="247">
                  <c:v>0.68611111111111112</c:v>
                </c:pt>
                <c:pt idx="248">
                  <c:v>0.68888888888888888</c:v>
                </c:pt>
                <c:pt idx="249">
                  <c:v>0.69166666666666665</c:v>
                </c:pt>
                <c:pt idx="250">
                  <c:v>0.69444444444444442</c:v>
                </c:pt>
                <c:pt idx="251">
                  <c:v>0.6972222222222223</c:v>
                </c:pt>
                <c:pt idx="252">
                  <c:v>0.7</c:v>
                </c:pt>
                <c:pt idx="253">
                  <c:v>0.70277777777777772</c:v>
                </c:pt>
                <c:pt idx="254">
                  <c:v>0.7055555555555556</c:v>
                </c:pt>
                <c:pt idx="255">
                  <c:v>0.70833333333333337</c:v>
                </c:pt>
                <c:pt idx="256">
                  <c:v>0.71111111111111103</c:v>
                </c:pt>
                <c:pt idx="257">
                  <c:v>0.71388888888888891</c:v>
                </c:pt>
                <c:pt idx="258">
                  <c:v>0.71666666666666667</c:v>
                </c:pt>
                <c:pt idx="259">
                  <c:v>0.71944444444444444</c:v>
                </c:pt>
                <c:pt idx="260">
                  <c:v>0.72222222222222221</c:v>
                </c:pt>
                <c:pt idx="261">
                  <c:v>0.72499999999999998</c:v>
                </c:pt>
                <c:pt idx="262">
                  <c:v>0.72777777777777775</c:v>
                </c:pt>
                <c:pt idx="263">
                  <c:v>0.73055555555555562</c:v>
                </c:pt>
                <c:pt idx="264">
                  <c:v>0.73333333333333328</c:v>
                </c:pt>
                <c:pt idx="265">
                  <c:v>0.73611111111111105</c:v>
                </c:pt>
                <c:pt idx="266">
                  <c:v>0.73888888888888893</c:v>
                </c:pt>
                <c:pt idx="267">
                  <c:v>0.7416666666666667</c:v>
                </c:pt>
                <c:pt idx="268">
                  <c:v>0.74444444444444435</c:v>
                </c:pt>
                <c:pt idx="269">
                  <c:v>0.74722222222222223</c:v>
                </c:pt>
                <c:pt idx="270">
                  <c:v>0.75</c:v>
                </c:pt>
                <c:pt idx="271">
                  <c:v>0.75277777777777777</c:v>
                </c:pt>
                <c:pt idx="272">
                  <c:v>0.75555555555555565</c:v>
                </c:pt>
                <c:pt idx="273">
                  <c:v>0.7583333333333333</c:v>
                </c:pt>
                <c:pt idx="274">
                  <c:v>0.76111111111111107</c:v>
                </c:pt>
                <c:pt idx="275">
                  <c:v>0.76388888888888895</c:v>
                </c:pt>
                <c:pt idx="276">
                  <c:v>0.76666666666666672</c:v>
                </c:pt>
                <c:pt idx="277">
                  <c:v>0.76944444444444438</c:v>
                </c:pt>
                <c:pt idx="278">
                  <c:v>0.77222222222222225</c:v>
                </c:pt>
                <c:pt idx="279">
                  <c:v>0.77500000000000002</c:v>
                </c:pt>
                <c:pt idx="280">
                  <c:v>0.77777777777777779</c:v>
                </c:pt>
                <c:pt idx="281">
                  <c:v>0.78055555555555556</c:v>
                </c:pt>
                <c:pt idx="282">
                  <c:v>0.78333333333333333</c:v>
                </c:pt>
                <c:pt idx="283">
                  <c:v>0.78611111111111109</c:v>
                </c:pt>
                <c:pt idx="284">
                  <c:v>0.78888888888888897</c:v>
                </c:pt>
                <c:pt idx="285">
                  <c:v>0.79166666666666663</c:v>
                </c:pt>
                <c:pt idx="286">
                  <c:v>0.7944444444444444</c:v>
                </c:pt>
                <c:pt idx="287">
                  <c:v>0.79722222222222228</c:v>
                </c:pt>
                <c:pt idx="288">
                  <c:v>0.8</c:v>
                </c:pt>
                <c:pt idx="289">
                  <c:v>0.8027777777777777</c:v>
                </c:pt>
                <c:pt idx="290">
                  <c:v>0.80555555555555558</c:v>
                </c:pt>
                <c:pt idx="291">
                  <c:v>0.80833333333333335</c:v>
                </c:pt>
                <c:pt idx="292">
                  <c:v>0.81111111111111112</c:v>
                </c:pt>
                <c:pt idx="293">
                  <c:v>0.81388888888888888</c:v>
                </c:pt>
                <c:pt idx="294">
                  <c:v>0.81666666666666665</c:v>
                </c:pt>
                <c:pt idx="295">
                  <c:v>0.81944444444444442</c:v>
                </c:pt>
                <c:pt idx="296">
                  <c:v>0.8222222222222223</c:v>
                </c:pt>
                <c:pt idx="297">
                  <c:v>0.82499999999999996</c:v>
                </c:pt>
                <c:pt idx="298">
                  <c:v>0.82777777777777772</c:v>
                </c:pt>
                <c:pt idx="299">
                  <c:v>0.8305555555555556</c:v>
                </c:pt>
                <c:pt idx="300">
                  <c:v>0.83333333333333337</c:v>
                </c:pt>
                <c:pt idx="301">
                  <c:v>0.83611111111111103</c:v>
                </c:pt>
                <c:pt idx="302">
                  <c:v>0.83888888888888891</c:v>
                </c:pt>
                <c:pt idx="303">
                  <c:v>0.84166666666666667</c:v>
                </c:pt>
                <c:pt idx="304">
                  <c:v>0.84444444444444444</c:v>
                </c:pt>
                <c:pt idx="305">
                  <c:v>0.84722222222222221</c:v>
                </c:pt>
                <c:pt idx="306">
                  <c:v>0.85</c:v>
                </c:pt>
                <c:pt idx="307">
                  <c:v>0.85277777777777775</c:v>
                </c:pt>
                <c:pt idx="308">
                  <c:v>0.85555555555555562</c:v>
                </c:pt>
                <c:pt idx="309">
                  <c:v>0.85833333333333328</c:v>
                </c:pt>
                <c:pt idx="310">
                  <c:v>0.86111111111111105</c:v>
                </c:pt>
                <c:pt idx="311">
                  <c:v>0.86388888888888893</c:v>
                </c:pt>
                <c:pt idx="312">
                  <c:v>0.8666666666666667</c:v>
                </c:pt>
                <c:pt idx="313">
                  <c:v>0.86944444444444435</c:v>
                </c:pt>
                <c:pt idx="314">
                  <c:v>0.87222222222222223</c:v>
                </c:pt>
                <c:pt idx="315">
                  <c:v>0.875</c:v>
                </c:pt>
                <c:pt idx="316">
                  <c:v>0.87777777777777777</c:v>
                </c:pt>
                <c:pt idx="317">
                  <c:v>0.88055555555555565</c:v>
                </c:pt>
                <c:pt idx="318">
                  <c:v>0.8833333333333333</c:v>
                </c:pt>
                <c:pt idx="319">
                  <c:v>0.88611111111111107</c:v>
                </c:pt>
                <c:pt idx="320">
                  <c:v>0.88888888888888895</c:v>
                </c:pt>
                <c:pt idx="321">
                  <c:v>0.89166666666666672</c:v>
                </c:pt>
                <c:pt idx="322">
                  <c:v>0.89444444444444438</c:v>
                </c:pt>
                <c:pt idx="323">
                  <c:v>0.89722222222222225</c:v>
                </c:pt>
                <c:pt idx="324">
                  <c:v>0.9</c:v>
                </c:pt>
                <c:pt idx="325">
                  <c:v>0.90277777777777779</c:v>
                </c:pt>
                <c:pt idx="326">
                  <c:v>0.90555555555555556</c:v>
                </c:pt>
                <c:pt idx="327">
                  <c:v>0.90833333333333333</c:v>
                </c:pt>
                <c:pt idx="328">
                  <c:v>0.91111111111111109</c:v>
                </c:pt>
                <c:pt idx="329">
                  <c:v>0.91388888888888897</c:v>
                </c:pt>
                <c:pt idx="330">
                  <c:v>0.91666666666666663</c:v>
                </c:pt>
                <c:pt idx="331">
                  <c:v>0.9194444444444444</c:v>
                </c:pt>
                <c:pt idx="332">
                  <c:v>0.92222222222222228</c:v>
                </c:pt>
                <c:pt idx="333">
                  <c:v>0.92500000000000004</c:v>
                </c:pt>
                <c:pt idx="334">
                  <c:v>0.9277777777777777</c:v>
                </c:pt>
                <c:pt idx="335">
                  <c:v>0.93055555555555558</c:v>
                </c:pt>
                <c:pt idx="336">
                  <c:v>0.93333333333333335</c:v>
                </c:pt>
                <c:pt idx="337">
                  <c:v>0.93611111111111112</c:v>
                </c:pt>
                <c:pt idx="338">
                  <c:v>0.93888888888888888</c:v>
                </c:pt>
                <c:pt idx="339">
                  <c:v>0.94166666666666665</c:v>
                </c:pt>
                <c:pt idx="340">
                  <c:v>0.94444444444444442</c:v>
                </c:pt>
                <c:pt idx="341">
                  <c:v>0.9472222222222223</c:v>
                </c:pt>
                <c:pt idx="342">
                  <c:v>0.95</c:v>
                </c:pt>
                <c:pt idx="343">
                  <c:v>0.95277777777777772</c:v>
                </c:pt>
                <c:pt idx="344">
                  <c:v>0.9555555555555556</c:v>
                </c:pt>
                <c:pt idx="345">
                  <c:v>0.95833333333333337</c:v>
                </c:pt>
                <c:pt idx="346">
                  <c:v>0.96111111111111103</c:v>
                </c:pt>
                <c:pt idx="347">
                  <c:v>0.96388888888888891</c:v>
                </c:pt>
                <c:pt idx="348">
                  <c:v>0.96666666666666667</c:v>
                </c:pt>
                <c:pt idx="349">
                  <c:v>0.96944444444444444</c:v>
                </c:pt>
                <c:pt idx="350">
                  <c:v>0.97222222222222221</c:v>
                </c:pt>
                <c:pt idx="351">
                  <c:v>0.97499999999999998</c:v>
                </c:pt>
                <c:pt idx="352">
                  <c:v>0.97777777777777775</c:v>
                </c:pt>
                <c:pt idx="353">
                  <c:v>0.98055555555555562</c:v>
                </c:pt>
                <c:pt idx="354">
                  <c:v>0.98333333333333328</c:v>
                </c:pt>
                <c:pt idx="355">
                  <c:v>0.98611111111111105</c:v>
                </c:pt>
                <c:pt idx="356">
                  <c:v>0.98888888888888893</c:v>
                </c:pt>
                <c:pt idx="357">
                  <c:v>0.9916666666666667</c:v>
                </c:pt>
                <c:pt idx="358">
                  <c:v>0.99444444444444435</c:v>
                </c:pt>
                <c:pt idx="359">
                  <c:v>0.99722222222222223</c:v>
                </c:pt>
                <c:pt idx="360">
                  <c:v>1</c:v>
                </c:pt>
                <c:pt idx="361">
                  <c:v>1.0027777777777778</c:v>
                </c:pt>
                <c:pt idx="362">
                  <c:v>1.0055555555555555</c:v>
                </c:pt>
                <c:pt idx="363">
                  <c:v>1.0083333333333333</c:v>
                </c:pt>
                <c:pt idx="364">
                  <c:v>1.0111111111111111</c:v>
                </c:pt>
                <c:pt idx="365">
                  <c:v>1.0138888888888888</c:v>
                </c:pt>
                <c:pt idx="366">
                  <c:v>1.0166666666666666</c:v>
                </c:pt>
                <c:pt idx="367">
                  <c:v>1.0194444444444444</c:v>
                </c:pt>
                <c:pt idx="368">
                  <c:v>1.0222222222222224</c:v>
                </c:pt>
                <c:pt idx="369">
                  <c:v>1.0249999999999999</c:v>
                </c:pt>
                <c:pt idx="370">
                  <c:v>1.0277777777777777</c:v>
                </c:pt>
                <c:pt idx="371">
                  <c:v>1.0305555555555557</c:v>
                </c:pt>
                <c:pt idx="372">
                  <c:v>1.0333333333333334</c:v>
                </c:pt>
                <c:pt idx="373">
                  <c:v>1.036111111111111</c:v>
                </c:pt>
                <c:pt idx="374">
                  <c:v>1.038888888888889</c:v>
                </c:pt>
                <c:pt idx="375">
                  <c:v>1.0416666666666667</c:v>
                </c:pt>
                <c:pt idx="376">
                  <c:v>1.0444444444444445</c:v>
                </c:pt>
                <c:pt idx="377">
                  <c:v>1.0472222222222223</c:v>
                </c:pt>
                <c:pt idx="378">
                  <c:v>1.05</c:v>
                </c:pt>
                <c:pt idx="379">
                  <c:v>1.0527777777777778</c:v>
                </c:pt>
                <c:pt idx="380">
                  <c:v>1.0555555555555556</c:v>
                </c:pt>
                <c:pt idx="381">
                  <c:v>1.0583333333333333</c:v>
                </c:pt>
                <c:pt idx="382">
                  <c:v>1.0611111111111111</c:v>
                </c:pt>
                <c:pt idx="383">
                  <c:v>1.0638888888888889</c:v>
                </c:pt>
                <c:pt idx="384">
                  <c:v>1.0666666666666667</c:v>
                </c:pt>
                <c:pt idx="385">
                  <c:v>1.0694444444444444</c:v>
                </c:pt>
                <c:pt idx="386">
                  <c:v>1.0722222222222222</c:v>
                </c:pt>
                <c:pt idx="387">
                  <c:v>1.075</c:v>
                </c:pt>
                <c:pt idx="388">
                  <c:v>1.0777777777777779</c:v>
                </c:pt>
                <c:pt idx="389">
                  <c:v>1.0805555555555555</c:v>
                </c:pt>
                <c:pt idx="390">
                  <c:v>1.0833333333333333</c:v>
                </c:pt>
                <c:pt idx="391">
                  <c:v>1.0861111111111112</c:v>
                </c:pt>
                <c:pt idx="392">
                  <c:v>1.0888888888888888</c:v>
                </c:pt>
                <c:pt idx="393">
                  <c:v>1.0916666666666666</c:v>
                </c:pt>
                <c:pt idx="394">
                  <c:v>1.0944444444444446</c:v>
                </c:pt>
                <c:pt idx="395">
                  <c:v>1.0972222222222221</c:v>
                </c:pt>
                <c:pt idx="396">
                  <c:v>1.1000000000000001</c:v>
                </c:pt>
                <c:pt idx="397">
                  <c:v>1.1027777777777779</c:v>
                </c:pt>
                <c:pt idx="398">
                  <c:v>1.1055555555555554</c:v>
                </c:pt>
                <c:pt idx="399">
                  <c:v>1.1083333333333334</c:v>
                </c:pt>
                <c:pt idx="400">
                  <c:v>1.1111111111111112</c:v>
                </c:pt>
                <c:pt idx="401">
                  <c:v>1.1138888888888887</c:v>
                </c:pt>
                <c:pt idx="402">
                  <c:v>1.1166666666666667</c:v>
                </c:pt>
                <c:pt idx="403">
                  <c:v>1.1194444444444445</c:v>
                </c:pt>
                <c:pt idx="404">
                  <c:v>1.1222222222222222</c:v>
                </c:pt>
                <c:pt idx="405">
                  <c:v>1.125</c:v>
                </c:pt>
                <c:pt idx="406">
                  <c:v>1.1277777777777778</c:v>
                </c:pt>
                <c:pt idx="407">
                  <c:v>1.1305555555555555</c:v>
                </c:pt>
                <c:pt idx="408">
                  <c:v>1.1333333333333333</c:v>
                </c:pt>
                <c:pt idx="409">
                  <c:v>1.1361111111111113</c:v>
                </c:pt>
                <c:pt idx="410">
                  <c:v>1.1388888888888888</c:v>
                </c:pt>
                <c:pt idx="411">
                  <c:v>1.1416666666666666</c:v>
                </c:pt>
                <c:pt idx="412">
                  <c:v>1.1444444444444446</c:v>
                </c:pt>
                <c:pt idx="413">
                  <c:v>1.1472222222222221</c:v>
                </c:pt>
                <c:pt idx="414">
                  <c:v>1.1499999999999999</c:v>
                </c:pt>
                <c:pt idx="415">
                  <c:v>1.1527777777777779</c:v>
                </c:pt>
                <c:pt idx="416">
                  <c:v>1.1555555555555554</c:v>
                </c:pt>
                <c:pt idx="417">
                  <c:v>1.1583333333333334</c:v>
                </c:pt>
                <c:pt idx="418">
                  <c:v>1.1611111111111112</c:v>
                </c:pt>
                <c:pt idx="419">
                  <c:v>1.1638888888888888</c:v>
                </c:pt>
                <c:pt idx="420">
                  <c:v>1.1666666666666667</c:v>
                </c:pt>
                <c:pt idx="421">
                  <c:v>1.1694444444444445</c:v>
                </c:pt>
                <c:pt idx="422">
                  <c:v>1.1722222222222221</c:v>
                </c:pt>
                <c:pt idx="423">
                  <c:v>1.175</c:v>
                </c:pt>
                <c:pt idx="424">
                  <c:v>1.1777777777777778</c:v>
                </c:pt>
                <c:pt idx="425">
                  <c:v>1.1805555555555556</c:v>
                </c:pt>
                <c:pt idx="426">
                  <c:v>1.1833333333333333</c:v>
                </c:pt>
                <c:pt idx="427">
                  <c:v>1.1861111111111111</c:v>
                </c:pt>
                <c:pt idx="428">
                  <c:v>1.1888888888888889</c:v>
                </c:pt>
                <c:pt idx="429">
                  <c:v>1.1916666666666667</c:v>
                </c:pt>
                <c:pt idx="430">
                  <c:v>1.1944444444444444</c:v>
                </c:pt>
                <c:pt idx="431">
                  <c:v>1.1972222222222222</c:v>
                </c:pt>
                <c:pt idx="432">
                  <c:v>1.2</c:v>
                </c:pt>
                <c:pt idx="433">
                  <c:v>1.2027777777777779</c:v>
                </c:pt>
                <c:pt idx="434">
                  <c:v>1.2055555555555555</c:v>
                </c:pt>
                <c:pt idx="435">
                  <c:v>1.2083333333333333</c:v>
                </c:pt>
                <c:pt idx="436">
                  <c:v>1.2111111111111112</c:v>
                </c:pt>
                <c:pt idx="437">
                  <c:v>1.2138888888888888</c:v>
                </c:pt>
                <c:pt idx="438">
                  <c:v>1.2166666666666666</c:v>
                </c:pt>
                <c:pt idx="439">
                  <c:v>1.2194444444444446</c:v>
                </c:pt>
                <c:pt idx="440">
                  <c:v>1.2222222222222221</c:v>
                </c:pt>
                <c:pt idx="441">
                  <c:v>1.2250000000000001</c:v>
                </c:pt>
                <c:pt idx="442">
                  <c:v>1.2277777777777779</c:v>
                </c:pt>
                <c:pt idx="443">
                  <c:v>1.2305555555555554</c:v>
                </c:pt>
                <c:pt idx="444">
                  <c:v>1.2333333333333334</c:v>
                </c:pt>
                <c:pt idx="445">
                  <c:v>1.2361111111111112</c:v>
                </c:pt>
                <c:pt idx="446">
                  <c:v>1.2388888888888887</c:v>
                </c:pt>
                <c:pt idx="447">
                  <c:v>1.2416666666666667</c:v>
                </c:pt>
                <c:pt idx="448">
                  <c:v>1.2444444444444445</c:v>
                </c:pt>
                <c:pt idx="449">
                  <c:v>1.2472222222222222</c:v>
                </c:pt>
                <c:pt idx="450">
                  <c:v>1.25</c:v>
                </c:pt>
                <c:pt idx="451">
                  <c:v>1.2527777777777778</c:v>
                </c:pt>
                <c:pt idx="452">
                  <c:v>1.2555555555555555</c:v>
                </c:pt>
                <c:pt idx="453">
                  <c:v>1.2583333333333333</c:v>
                </c:pt>
                <c:pt idx="454">
                  <c:v>1.2611111111111113</c:v>
                </c:pt>
                <c:pt idx="455">
                  <c:v>1.2638888888888888</c:v>
                </c:pt>
                <c:pt idx="456">
                  <c:v>1.2666666666666666</c:v>
                </c:pt>
                <c:pt idx="457">
                  <c:v>1.2694444444444446</c:v>
                </c:pt>
                <c:pt idx="458">
                  <c:v>1.2722222222222221</c:v>
                </c:pt>
                <c:pt idx="459">
                  <c:v>1.2749999999999999</c:v>
                </c:pt>
                <c:pt idx="460">
                  <c:v>1.2777777777777779</c:v>
                </c:pt>
                <c:pt idx="461">
                  <c:v>1.2805555555555554</c:v>
                </c:pt>
                <c:pt idx="462">
                  <c:v>1.2833333333333334</c:v>
                </c:pt>
                <c:pt idx="463">
                  <c:v>1.2861111111111112</c:v>
                </c:pt>
                <c:pt idx="464">
                  <c:v>1.2888888888888888</c:v>
                </c:pt>
                <c:pt idx="465">
                  <c:v>1.2916666666666667</c:v>
                </c:pt>
                <c:pt idx="466">
                  <c:v>1.2944444444444445</c:v>
                </c:pt>
                <c:pt idx="467">
                  <c:v>1.2972222222222221</c:v>
                </c:pt>
                <c:pt idx="468">
                  <c:v>1.3</c:v>
                </c:pt>
                <c:pt idx="469">
                  <c:v>1.3027777777777778</c:v>
                </c:pt>
                <c:pt idx="470">
                  <c:v>1.3055555555555556</c:v>
                </c:pt>
                <c:pt idx="471">
                  <c:v>1.3083333333333333</c:v>
                </c:pt>
                <c:pt idx="472">
                  <c:v>1.3111111111111111</c:v>
                </c:pt>
                <c:pt idx="473">
                  <c:v>1.3138888888888889</c:v>
                </c:pt>
                <c:pt idx="474">
                  <c:v>1.3166666666666667</c:v>
                </c:pt>
                <c:pt idx="475">
                  <c:v>1.3194444444444444</c:v>
                </c:pt>
                <c:pt idx="476">
                  <c:v>1.3222222222222222</c:v>
                </c:pt>
                <c:pt idx="477">
                  <c:v>1.325</c:v>
                </c:pt>
                <c:pt idx="478">
                  <c:v>1.3277777777777779</c:v>
                </c:pt>
                <c:pt idx="479">
                  <c:v>1.3305555555555555</c:v>
                </c:pt>
                <c:pt idx="480">
                  <c:v>1.3333333333333333</c:v>
                </c:pt>
                <c:pt idx="481">
                  <c:v>1.3361111111111112</c:v>
                </c:pt>
                <c:pt idx="482">
                  <c:v>1.3388888888888888</c:v>
                </c:pt>
                <c:pt idx="483">
                  <c:v>1.3416666666666666</c:v>
                </c:pt>
                <c:pt idx="484">
                  <c:v>1.3444444444444446</c:v>
                </c:pt>
                <c:pt idx="485">
                  <c:v>1.3472222222222221</c:v>
                </c:pt>
                <c:pt idx="486">
                  <c:v>1.35</c:v>
                </c:pt>
                <c:pt idx="487">
                  <c:v>1.3527777777777779</c:v>
                </c:pt>
                <c:pt idx="488">
                  <c:v>1.3555555555555554</c:v>
                </c:pt>
                <c:pt idx="489">
                  <c:v>1.3583333333333334</c:v>
                </c:pt>
                <c:pt idx="490">
                  <c:v>1.3611111111111112</c:v>
                </c:pt>
                <c:pt idx="491">
                  <c:v>1.3638888888888887</c:v>
                </c:pt>
                <c:pt idx="492">
                  <c:v>1.3666666666666667</c:v>
                </c:pt>
                <c:pt idx="493">
                  <c:v>1.3694444444444445</c:v>
                </c:pt>
                <c:pt idx="494">
                  <c:v>1.3722222222222222</c:v>
                </c:pt>
                <c:pt idx="495">
                  <c:v>1.375</c:v>
                </c:pt>
                <c:pt idx="496">
                  <c:v>1.3777777777777778</c:v>
                </c:pt>
                <c:pt idx="497">
                  <c:v>1.3805555555555555</c:v>
                </c:pt>
                <c:pt idx="498">
                  <c:v>1.3833333333333333</c:v>
                </c:pt>
                <c:pt idx="499">
                  <c:v>1.3861111111111113</c:v>
                </c:pt>
                <c:pt idx="500">
                  <c:v>1.3888888888888888</c:v>
                </c:pt>
                <c:pt idx="501">
                  <c:v>1.3916666666666666</c:v>
                </c:pt>
                <c:pt idx="502">
                  <c:v>1.3944444444444446</c:v>
                </c:pt>
                <c:pt idx="503">
                  <c:v>1.3972222222222221</c:v>
                </c:pt>
                <c:pt idx="504">
                  <c:v>1.4</c:v>
                </c:pt>
                <c:pt idx="505">
                  <c:v>1.4027777777777779</c:v>
                </c:pt>
                <c:pt idx="506">
                  <c:v>1.4055555555555554</c:v>
                </c:pt>
                <c:pt idx="507">
                  <c:v>1.4083333333333334</c:v>
                </c:pt>
                <c:pt idx="508">
                  <c:v>1.4111111111111112</c:v>
                </c:pt>
                <c:pt idx="509">
                  <c:v>1.4138888888888888</c:v>
                </c:pt>
                <c:pt idx="510">
                  <c:v>1.4166666666666667</c:v>
                </c:pt>
                <c:pt idx="511">
                  <c:v>1.4194444444444445</c:v>
                </c:pt>
                <c:pt idx="512">
                  <c:v>1.4222222222222221</c:v>
                </c:pt>
                <c:pt idx="513">
                  <c:v>1.425</c:v>
                </c:pt>
                <c:pt idx="514">
                  <c:v>1.4277777777777778</c:v>
                </c:pt>
                <c:pt idx="515">
                  <c:v>1.4305555555555556</c:v>
                </c:pt>
                <c:pt idx="516">
                  <c:v>1.4333333333333333</c:v>
                </c:pt>
                <c:pt idx="517">
                  <c:v>1.4361111111111111</c:v>
                </c:pt>
                <c:pt idx="518">
                  <c:v>1.4388888888888889</c:v>
                </c:pt>
                <c:pt idx="519">
                  <c:v>1.4416666666666667</c:v>
                </c:pt>
                <c:pt idx="520">
                  <c:v>1.4444444444444444</c:v>
                </c:pt>
                <c:pt idx="521">
                  <c:v>1.4472222222222222</c:v>
                </c:pt>
                <c:pt idx="522">
                  <c:v>1.45</c:v>
                </c:pt>
                <c:pt idx="523">
                  <c:v>1.4527777777777779</c:v>
                </c:pt>
                <c:pt idx="524">
                  <c:v>1.4555555555555555</c:v>
                </c:pt>
                <c:pt idx="525">
                  <c:v>1.4583333333333333</c:v>
                </c:pt>
                <c:pt idx="526">
                  <c:v>1.4611111111111112</c:v>
                </c:pt>
                <c:pt idx="527">
                  <c:v>1.4638888888888888</c:v>
                </c:pt>
                <c:pt idx="528">
                  <c:v>1.4666666666666666</c:v>
                </c:pt>
                <c:pt idx="529">
                  <c:v>1.4694444444444446</c:v>
                </c:pt>
                <c:pt idx="530">
                  <c:v>1.4722222222222221</c:v>
                </c:pt>
                <c:pt idx="531">
                  <c:v>1.4750000000000001</c:v>
                </c:pt>
                <c:pt idx="532">
                  <c:v>1.4777777777777779</c:v>
                </c:pt>
                <c:pt idx="533">
                  <c:v>1.4805555555555554</c:v>
                </c:pt>
                <c:pt idx="534">
                  <c:v>1.4833333333333334</c:v>
                </c:pt>
                <c:pt idx="535">
                  <c:v>1.4861111111111112</c:v>
                </c:pt>
                <c:pt idx="536">
                  <c:v>1.4888888888888887</c:v>
                </c:pt>
                <c:pt idx="537">
                  <c:v>1.4916666666666667</c:v>
                </c:pt>
                <c:pt idx="538">
                  <c:v>1.4944444444444445</c:v>
                </c:pt>
                <c:pt idx="539">
                  <c:v>1.4972222222222222</c:v>
                </c:pt>
                <c:pt idx="540">
                  <c:v>1.5</c:v>
                </c:pt>
                <c:pt idx="541">
                  <c:v>1.5027777777777778</c:v>
                </c:pt>
                <c:pt idx="542">
                  <c:v>1.5055555555555555</c:v>
                </c:pt>
                <c:pt idx="543">
                  <c:v>1.5083333333333333</c:v>
                </c:pt>
                <c:pt idx="544">
                  <c:v>1.5111111111111113</c:v>
                </c:pt>
                <c:pt idx="545">
                  <c:v>1.5138888888888888</c:v>
                </c:pt>
                <c:pt idx="546">
                  <c:v>1.5166666666666666</c:v>
                </c:pt>
                <c:pt idx="547">
                  <c:v>1.5194444444444446</c:v>
                </c:pt>
                <c:pt idx="548">
                  <c:v>1.5222222222222221</c:v>
                </c:pt>
                <c:pt idx="549">
                  <c:v>1.5249999999999999</c:v>
                </c:pt>
                <c:pt idx="550">
                  <c:v>1.5277777777777779</c:v>
                </c:pt>
                <c:pt idx="551">
                  <c:v>1.5305555555555554</c:v>
                </c:pt>
                <c:pt idx="552">
                  <c:v>1.5333333333333334</c:v>
                </c:pt>
                <c:pt idx="553">
                  <c:v>1.5361111111111112</c:v>
                </c:pt>
                <c:pt idx="554">
                  <c:v>1.5388888888888888</c:v>
                </c:pt>
                <c:pt idx="555">
                  <c:v>1.5416666666666667</c:v>
                </c:pt>
                <c:pt idx="556">
                  <c:v>1.5444444444444445</c:v>
                </c:pt>
                <c:pt idx="557">
                  <c:v>1.5472222222222221</c:v>
                </c:pt>
                <c:pt idx="558">
                  <c:v>1.55</c:v>
                </c:pt>
                <c:pt idx="559">
                  <c:v>1.5527777777777778</c:v>
                </c:pt>
                <c:pt idx="560">
                  <c:v>1.5555555555555556</c:v>
                </c:pt>
                <c:pt idx="561">
                  <c:v>1.5583333333333333</c:v>
                </c:pt>
                <c:pt idx="562">
                  <c:v>1.5611111111111111</c:v>
                </c:pt>
                <c:pt idx="563">
                  <c:v>1.5638888888888889</c:v>
                </c:pt>
                <c:pt idx="564">
                  <c:v>1.5666666666666667</c:v>
                </c:pt>
                <c:pt idx="565">
                  <c:v>1.5694444444444444</c:v>
                </c:pt>
                <c:pt idx="566">
                  <c:v>1.5722222222222222</c:v>
                </c:pt>
                <c:pt idx="567">
                  <c:v>1.575</c:v>
                </c:pt>
                <c:pt idx="568">
                  <c:v>1.5777777777777779</c:v>
                </c:pt>
                <c:pt idx="569">
                  <c:v>1.5805555555555555</c:v>
                </c:pt>
                <c:pt idx="570">
                  <c:v>1.5833333333333333</c:v>
                </c:pt>
                <c:pt idx="571">
                  <c:v>1.5861111111111112</c:v>
                </c:pt>
                <c:pt idx="572">
                  <c:v>1.5888888888888888</c:v>
                </c:pt>
                <c:pt idx="573">
                  <c:v>1.5916666666666666</c:v>
                </c:pt>
                <c:pt idx="574">
                  <c:v>1.5944444444444446</c:v>
                </c:pt>
                <c:pt idx="575">
                  <c:v>1.5972222222222221</c:v>
                </c:pt>
                <c:pt idx="576">
                  <c:v>1.6</c:v>
                </c:pt>
                <c:pt idx="577">
                  <c:v>1.6027777777777779</c:v>
                </c:pt>
                <c:pt idx="578">
                  <c:v>1.6055555555555554</c:v>
                </c:pt>
                <c:pt idx="579">
                  <c:v>1.6083333333333334</c:v>
                </c:pt>
                <c:pt idx="580">
                  <c:v>1.6111111111111112</c:v>
                </c:pt>
                <c:pt idx="581">
                  <c:v>1.6138888888888887</c:v>
                </c:pt>
                <c:pt idx="582">
                  <c:v>1.6166666666666667</c:v>
                </c:pt>
                <c:pt idx="583">
                  <c:v>1.6194444444444445</c:v>
                </c:pt>
                <c:pt idx="584">
                  <c:v>1.6222222222222222</c:v>
                </c:pt>
                <c:pt idx="585">
                  <c:v>1.625</c:v>
                </c:pt>
                <c:pt idx="586">
                  <c:v>1.6277777777777778</c:v>
                </c:pt>
                <c:pt idx="587">
                  <c:v>1.6305555555555555</c:v>
                </c:pt>
                <c:pt idx="588">
                  <c:v>1.6333333333333333</c:v>
                </c:pt>
                <c:pt idx="589">
                  <c:v>1.6361111111111113</c:v>
                </c:pt>
                <c:pt idx="590">
                  <c:v>1.6388888888888888</c:v>
                </c:pt>
                <c:pt idx="591">
                  <c:v>1.6416666666666666</c:v>
                </c:pt>
                <c:pt idx="592">
                  <c:v>1.6444444444444446</c:v>
                </c:pt>
                <c:pt idx="593">
                  <c:v>1.6472222222222221</c:v>
                </c:pt>
                <c:pt idx="594">
                  <c:v>1.65</c:v>
                </c:pt>
                <c:pt idx="595">
                  <c:v>1.6527777777777779</c:v>
                </c:pt>
                <c:pt idx="596">
                  <c:v>1.6555555555555554</c:v>
                </c:pt>
                <c:pt idx="597">
                  <c:v>1.6583333333333334</c:v>
                </c:pt>
                <c:pt idx="598">
                  <c:v>1.6611111111111112</c:v>
                </c:pt>
                <c:pt idx="599">
                  <c:v>1.6638888888888888</c:v>
                </c:pt>
                <c:pt idx="600">
                  <c:v>1.6666666666666667</c:v>
                </c:pt>
                <c:pt idx="601">
                  <c:v>1.6694444444444445</c:v>
                </c:pt>
                <c:pt idx="602">
                  <c:v>1.6722222222222221</c:v>
                </c:pt>
                <c:pt idx="603">
                  <c:v>1.675</c:v>
                </c:pt>
                <c:pt idx="604">
                  <c:v>1.6777777777777778</c:v>
                </c:pt>
                <c:pt idx="605">
                  <c:v>1.6805555555555556</c:v>
                </c:pt>
                <c:pt idx="606">
                  <c:v>1.6833333333333333</c:v>
                </c:pt>
                <c:pt idx="607">
                  <c:v>1.6861111111111111</c:v>
                </c:pt>
                <c:pt idx="608">
                  <c:v>1.6888888888888889</c:v>
                </c:pt>
                <c:pt idx="609">
                  <c:v>1.6916666666666667</c:v>
                </c:pt>
                <c:pt idx="610">
                  <c:v>1.6944444444444444</c:v>
                </c:pt>
                <c:pt idx="611">
                  <c:v>1.6972222222222222</c:v>
                </c:pt>
                <c:pt idx="612">
                  <c:v>1.7</c:v>
                </c:pt>
                <c:pt idx="613">
                  <c:v>1.7027777777777779</c:v>
                </c:pt>
                <c:pt idx="614">
                  <c:v>1.7055555555555555</c:v>
                </c:pt>
                <c:pt idx="615">
                  <c:v>1.7083333333333333</c:v>
                </c:pt>
                <c:pt idx="616">
                  <c:v>1.7111111111111112</c:v>
                </c:pt>
                <c:pt idx="617">
                  <c:v>1.7138888888888888</c:v>
                </c:pt>
                <c:pt idx="618">
                  <c:v>1.7166666666666666</c:v>
                </c:pt>
                <c:pt idx="619">
                  <c:v>1.7194444444444446</c:v>
                </c:pt>
                <c:pt idx="620">
                  <c:v>1.7222222222222221</c:v>
                </c:pt>
                <c:pt idx="621">
                  <c:v>1.7250000000000001</c:v>
                </c:pt>
                <c:pt idx="622">
                  <c:v>1.7277777777777779</c:v>
                </c:pt>
                <c:pt idx="623">
                  <c:v>1.7305555555555554</c:v>
                </c:pt>
                <c:pt idx="624">
                  <c:v>1.7333333333333334</c:v>
                </c:pt>
                <c:pt idx="625">
                  <c:v>1.7361111111111112</c:v>
                </c:pt>
                <c:pt idx="626">
                  <c:v>1.7388888888888887</c:v>
                </c:pt>
                <c:pt idx="627">
                  <c:v>1.7416666666666667</c:v>
                </c:pt>
                <c:pt idx="628">
                  <c:v>1.7444444444444445</c:v>
                </c:pt>
                <c:pt idx="629">
                  <c:v>1.7472222222222222</c:v>
                </c:pt>
                <c:pt idx="630">
                  <c:v>1.75</c:v>
                </c:pt>
                <c:pt idx="631">
                  <c:v>1.7527777777777778</c:v>
                </c:pt>
                <c:pt idx="632">
                  <c:v>1.7555555555555555</c:v>
                </c:pt>
                <c:pt idx="633">
                  <c:v>1.7583333333333333</c:v>
                </c:pt>
                <c:pt idx="634">
                  <c:v>1.7611111111111113</c:v>
                </c:pt>
                <c:pt idx="635">
                  <c:v>1.7638888888888888</c:v>
                </c:pt>
                <c:pt idx="636">
                  <c:v>1.7666666666666666</c:v>
                </c:pt>
                <c:pt idx="637">
                  <c:v>1.7694444444444446</c:v>
                </c:pt>
                <c:pt idx="638">
                  <c:v>1.7722222222222221</c:v>
                </c:pt>
                <c:pt idx="639">
                  <c:v>1.7749999999999999</c:v>
                </c:pt>
                <c:pt idx="640">
                  <c:v>1.7777777777777779</c:v>
                </c:pt>
                <c:pt idx="641">
                  <c:v>1.7805555555555554</c:v>
                </c:pt>
                <c:pt idx="642">
                  <c:v>1.7833333333333334</c:v>
                </c:pt>
                <c:pt idx="643">
                  <c:v>1.7861111111111112</c:v>
                </c:pt>
                <c:pt idx="644">
                  <c:v>1.7888888888888888</c:v>
                </c:pt>
                <c:pt idx="645">
                  <c:v>1.7916666666666667</c:v>
                </c:pt>
                <c:pt idx="646">
                  <c:v>1.7944444444444445</c:v>
                </c:pt>
                <c:pt idx="647">
                  <c:v>1.7972222222222221</c:v>
                </c:pt>
                <c:pt idx="648">
                  <c:v>1.8</c:v>
                </c:pt>
                <c:pt idx="649">
                  <c:v>1.8027777777777778</c:v>
                </c:pt>
                <c:pt idx="650">
                  <c:v>1.8055555555555556</c:v>
                </c:pt>
                <c:pt idx="651">
                  <c:v>1.8083333333333333</c:v>
                </c:pt>
                <c:pt idx="652">
                  <c:v>1.8111111111111111</c:v>
                </c:pt>
                <c:pt idx="653">
                  <c:v>1.8138888888888889</c:v>
                </c:pt>
                <c:pt idx="654">
                  <c:v>1.8166666666666667</c:v>
                </c:pt>
                <c:pt idx="655">
                  <c:v>1.8194444444444444</c:v>
                </c:pt>
                <c:pt idx="656">
                  <c:v>1.8222222222222222</c:v>
                </c:pt>
                <c:pt idx="657">
                  <c:v>1.825</c:v>
                </c:pt>
                <c:pt idx="658">
                  <c:v>1.8277777777777779</c:v>
                </c:pt>
                <c:pt idx="659">
                  <c:v>1.8305555555555555</c:v>
                </c:pt>
                <c:pt idx="660">
                  <c:v>1.8333333333333333</c:v>
                </c:pt>
                <c:pt idx="661">
                  <c:v>1.8361111111111112</c:v>
                </c:pt>
                <c:pt idx="662">
                  <c:v>1.8388888888888888</c:v>
                </c:pt>
                <c:pt idx="663">
                  <c:v>1.8416666666666666</c:v>
                </c:pt>
                <c:pt idx="664">
                  <c:v>1.8444444444444446</c:v>
                </c:pt>
                <c:pt idx="665">
                  <c:v>1.8472222222222221</c:v>
                </c:pt>
                <c:pt idx="666">
                  <c:v>1.85</c:v>
                </c:pt>
                <c:pt idx="667">
                  <c:v>1.8527777777777779</c:v>
                </c:pt>
                <c:pt idx="668">
                  <c:v>1.8555555555555554</c:v>
                </c:pt>
                <c:pt idx="669">
                  <c:v>1.8583333333333334</c:v>
                </c:pt>
                <c:pt idx="670">
                  <c:v>1.8611111111111112</c:v>
                </c:pt>
                <c:pt idx="671">
                  <c:v>1.8638888888888887</c:v>
                </c:pt>
                <c:pt idx="672">
                  <c:v>1.8666666666666667</c:v>
                </c:pt>
                <c:pt idx="673">
                  <c:v>1.8694444444444445</c:v>
                </c:pt>
                <c:pt idx="674">
                  <c:v>1.8722222222222222</c:v>
                </c:pt>
                <c:pt idx="675">
                  <c:v>1.875</c:v>
                </c:pt>
                <c:pt idx="676">
                  <c:v>1.8777777777777778</c:v>
                </c:pt>
                <c:pt idx="677">
                  <c:v>1.8805555555555555</c:v>
                </c:pt>
                <c:pt idx="678">
                  <c:v>1.8833333333333333</c:v>
                </c:pt>
                <c:pt idx="679">
                  <c:v>1.8861111111111113</c:v>
                </c:pt>
                <c:pt idx="680">
                  <c:v>1.8888888888888888</c:v>
                </c:pt>
                <c:pt idx="681">
                  <c:v>1.8916666666666666</c:v>
                </c:pt>
                <c:pt idx="682">
                  <c:v>1.8944444444444446</c:v>
                </c:pt>
                <c:pt idx="683">
                  <c:v>1.8972222222222221</c:v>
                </c:pt>
                <c:pt idx="684">
                  <c:v>1.9</c:v>
                </c:pt>
                <c:pt idx="685">
                  <c:v>1.9027777777777779</c:v>
                </c:pt>
                <c:pt idx="686">
                  <c:v>1.9055555555555554</c:v>
                </c:pt>
                <c:pt idx="687">
                  <c:v>1.9083333333333334</c:v>
                </c:pt>
                <c:pt idx="688">
                  <c:v>1.9111111111111112</c:v>
                </c:pt>
                <c:pt idx="689">
                  <c:v>1.9138888888888888</c:v>
                </c:pt>
                <c:pt idx="690">
                  <c:v>1.9166666666666667</c:v>
                </c:pt>
                <c:pt idx="691">
                  <c:v>1.9194444444444445</c:v>
                </c:pt>
                <c:pt idx="692">
                  <c:v>1.9222222222222221</c:v>
                </c:pt>
                <c:pt idx="693">
                  <c:v>1.925</c:v>
                </c:pt>
                <c:pt idx="694">
                  <c:v>1.9277777777777778</c:v>
                </c:pt>
                <c:pt idx="695">
                  <c:v>1.9305555555555556</c:v>
                </c:pt>
                <c:pt idx="696">
                  <c:v>1.9333333333333333</c:v>
                </c:pt>
                <c:pt idx="697">
                  <c:v>1.9361111111111111</c:v>
                </c:pt>
                <c:pt idx="698">
                  <c:v>1.9388888888888889</c:v>
                </c:pt>
                <c:pt idx="699">
                  <c:v>1.9416666666666667</c:v>
                </c:pt>
                <c:pt idx="700">
                  <c:v>1.9444444444444444</c:v>
                </c:pt>
                <c:pt idx="701">
                  <c:v>1.9472222222222222</c:v>
                </c:pt>
                <c:pt idx="702">
                  <c:v>1.95</c:v>
                </c:pt>
                <c:pt idx="703">
                  <c:v>1.9527777777777779</c:v>
                </c:pt>
                <c:pt idx="704">
                  <c:v>1.9555555555555555</c:v>
                </c:pt>
                <c:pt idx="705">
                  <c:v>1.9583333333333333</c:v>
                </c:pt>
                <c:pt idx="706">
                  <c:v>1.9611111111111112</c:v>
                </c:pt>
                <c:pt idx="707">
                  <c:v>1.9638888888888888</c:v>
                </c:pt>
                <c:pt idx="708">
                  <c:v>1.9666666666666666</c:v>
                </c:pt>
                <c:pt idx="709">
                  <c:v>1.9694444444444446</c:v>
                </c:pt>
                <c:pt idx="710">
                  <c:v>1.9722222222222221</c:v>
                </c:pt>
                <c:pt idx="711">
                  <c:v>1.9750000000000001</c:v>
                </c:pt>
                <c:pt idx="712">
                  <c:v>1.9777777777777779</c:v>
                </c:pt>
                <c:pt idx="713">
                  <c:v>1.9805555555555554</c:v>
                </c:pt>
                <c:pt idx="714">
                  <c:v>1.9833333333333334</c:v>
                </c:pt>
                <c:pt idx="715">
                  <c:v>1.9861111111111112</c:v>
                </c:pt>
                <c:pt idx="716">
                  <c:v>1.9888888888888887</c:v>
                </c:pt>
                <c:pt idx="717">
                  <c:v>1.9916666666666667</c:v>
                </c:pt>
                <c:pt idx="718">
                  <c:v>1.9944444444444445</c:v>
                </c:pt>
                <c:pt idx="719">
                  <c:v>1.9972222222222222</c:v>
                </c:pt>
                <c:pt idx="720">
                  <c:v>2</c:v>
                </c:pt>
                <c:pt idx="721">
                  <c:v>2.0027777777777778</c:v>
                </c:pt>
                <c:pt idx="722">
                  <c:v>2.0055555555555555</c:v>
                </c:pt>
                <c:pt idx="723">
                  <c:v>2.0083333333333333</c:v>
                </c:pt>
                <c:pt idx="724">
                  <c:v>2.0111111111111111</c:v>
                </c:pt>
                <c:pt idx="725">
                  <c:v>2.0138888888888888</c:v>
                </c:pt>
                <c:pt idx="726">
                  <c:v>2.0166666666666666</c:v>
                </c:pt>
                <c:pt idx="727">
                  <c:v>2.0194444444444444</c:v>
                </c:pt>
                <c:pt idx="728">
                  <c:v>2.0222222222222221</c:v>
                </c:pt>
                <c:pt idx="729">
                  <c:v>2.0249999999999999</c:v>
                </c:pt>
                <c:pt idx="730">
                  <c:v>2.0277777777777777</c:v>
                </c:pt>
                <c:pt idx="731">
                  <c:v>2.0305555555555554</c:v>
                </c:pt>
                <c:pt idx="732">
                  <c:v>2.0333333333333332</c:v>
                </c:pt>
                <c:pt idx="733">
                  <c:v>2.036111111111111</c:v>
                </c:pt>
                <c:pt idx="734">
                  <c:v>2.0388888888888888</c:v>
                </c:pt>
                <c:pt idx="735">
                  <c:v>2.0416666666666665</c:v>
                </c:pt>
                <c:pt idx="736">
                  <c:v>2.0444444444444447</c:v>
                </c:pt>
                <c:pt idx="737">
                  <c:v>2.0472222222222221</c:v>
                </c:pt>
                <c:pt idx="738">
                  <c:v>2.0499999999999998</c:v>
                </c:pt>
                <c:pt idx="739">
                  <c:v>2.052777777777778</c:v>
                </c:pt>
                <c:pt idx="740">
                  <c:v>2.0555555555555554</c:v>
                </c:pt>
                <c:pt idx="741">
                  <c:v>2.0583333333333331</c:v>
                </c:pt>
                <c:pt idx="742">
                  <c:v>2.0611111111111113</c:v>
                </c:pt>
                <c:pt idx="743">
                  <c:v>2.0638888888888887</c:v>
                </c:pt>
                <c:pt idx="744">
                  <c:v>2.0666666666666669</c:v>
                </c:pt>
                <c:pt idx="745">
                  <c:v>2.0694444444444446</c:v>
                </c:pt>
                <c:pt idx="746">
                  <c:v>2.072222222222222</c:v>
                </c:pt>
                <c:pt idx="747">
                  <c:v>2.0750000000000002</c:v>
                </c:pt>
                <c:pt idx="748">
                  <c:v>2.0777777777777779</c:v>
                </c:pt>
                <c:pt idx="749">
                  <c:v>2.0805555555555553</c:v>
                </c:pt>
                <c:pt idx="750">
                  <c:v>2.0833333333333335</c:v>
                </c:pt>
                <c:pt idx="751">
                  <c:v>2.0861111111111112</c:v>
                </c:pt>
                <c:pt idx="752">
                  <c:v>2.088888888888889</c:v>
                </c:pt>
                <c:pt idx="753">
                  <c:v>2.0916666666666668</c:v>
                </c:pt>
                <c:pt idx="754">
                  <c:v>2.0944444444444446</c:v>
                </c:pt>
                <c:pt idx="755">
                  <c:v>2.0972222222222223</c:v>
                </c:pt>
                <c:pt idx="756">
                  <c:v>2.1</c:v>
                </c:pt>
                <c:pt idx="757">
                  <c:v>2.1027777777777779</c:v>
                </c:pt>
                <c:pt idx="758">
                  <c:v>2.1055555555555556</c:v>
                </c:pt>
                <c:pt idx="759">
                  <c:v>2.1083333333333334</c:v>
                </c:pt>
                <c:pt idx="760">
                  <c:v>2.1111111111111112</c:v>
                </c:pt>
                <c:pt idx="761">
                  <c:v>2.1138888888888889</c:v>
                </c:pt>
                <c:pt idx="762">
                  <c:v>2.1166666666666667</c:v>
                </c:pt>
                <c:pt idx="763">
                  <c:v>2.1194444444444445</c:v>
                </c:pt>
                <c:pt idx="764">
                  <c:v>2.1222222222222222</c:v>
                </c:pt>
                <c:pt idx="765">
                  <c:v>2.125</c:v>
                </c:pt>
                <c:pt idx="766">
                  <c:v>2.1277777777777778</c:v>
                </c:pt>
                <c:pt idx="767">
                  <c:v>2.1305555555555555</c:v>
                </c:pt>
                <c:pt idx="768">
                  <c:v>2.1333333333333333</c:v>
                </c:pt>
                <c:pt idx="769">
                  <c:v>2.1361111111111111</c:v>
                </c:pt>
                <c:pt idx="770">
                  <c:v>2.1388888888888888</c:v>
                </c:pt>
                <c:pt idx="771">
                  <c:v>2.1416666666666666</c:v>
                </c:pt>
                <c:pt idx="772">
                  <c:v>2.1444444444444444</c:v>
                </c:pt>
                <c:pt idx="773">
                  <c:v>2.1472222222222226</c:v>
                </c:pt>
                <c:pt idx="774">
                  <c:v>2.15</c:v>
                </c:pt>
                <c:pt idx="775">
                  <c:v>2.1527777777777777</c:v>
                </c:pt>
                <c:pt idx="776">
                  <c:v>2.1555555555555559</c:v>
                </c:pt>
                <c:pt idx="777">
                  <c:v>2.1583333333333332</c:v>
                </c:pt>
                <c:pt idx="778">
                  <c:v>2.161111111111111</c:v>
                </c:pt>
                <c:pt idx="779">
                  <c:v>2.1638888888888892</c:v>
                </c:pt>
                <c:pt idx="780">
                  <c:v>2.1666666666666665</c:v>
                </c:pt>
                <c:pt idx="781">
                  <c:v>2.1694444444444443</c:v>
                </c:pt>
                <c:pt idx="782">
                  <c:v>2.1722222222222225</c:v>
                </c:pt>
                <c:pt idx="783">
                  <c:v>2.1749999999999998</c:v>
                </c:pt>
                <c:pt idx="784">
                  <c:v>2.1777777777777776</c:v>
                </c:pt>
                <c:pt idx="785">
                  <c:v>2.1805555555555558</c:v>
                </c:pt>
                <c:pt idx="786">
                  <c:v>2.1833333333333331</c:v>
                </c:pt>
                <c:pt idx="787">
                  <c:v>2.1861111111111109</c:v>
                </c:pt>
                <c:pt idx="788">
                  <c:v>2.1888888888888891</c:v>
                </c:pt>
                <c:pt idx="789">
                  <c:v>2.1916666666666669</c:v>
                </c:pt>
                <c:pt idx="790">
                  <c:v>2.1944444444444442</c:v>
                </c:pt>
                <c:pt idx="791">
                  <c:v>2.1972222222222224</c:v>
                </c:pt>
                <c:pt idx="792">
                  <c:v>2.2000000000000002</c:v>
                </c:pt>
                <c:pt idx="793">
                  <c:v>2.2027777777777775</c:v>
                </c:pt>
                <c:pt idx="794">
                  <c:v>2.2055555555555557</c:v>
                </c:pt>
                <c:pt idx="795">
                  <c:v>2.2083333333333335</c:v>
                </c:pt>
                <c:pt idx="796">
                  <c:v>2.2111111111111108</c:v>
                </c:pt>
                <c:pt idx="797">
                  <c:v>2.213888888888889</c:v>
                </c:pt>
                <c:pt idx="798">
                  <c:v>2.2166666666666668</c:v>
                </c:pt>
                <c:pt idx="799">
                  <c:v>2.2194444444444441</c:v>
                </c:pt>
                <c:pt idx="800">
                  <c:v>2.2222222222222223</c:v>
                </c:pt>
                <c:pt idx="801">
                  <c:v>2.2250000000000001</c:v>
                </c:pt>
                <c:pt idx="802">
                  <c:v>2.2277777777777774</c:v>
                </c:pt>
                <c:pt idx="803">
                  <c:v>2.2305555555555556</c:v>
                </c:pt>
                <c:pt idx="804">
                  <c:v>2.2333333333333334</c:v>
                </c:pt>
                <c:pt idx="805">
                  <c:v>2.2361111111111112</c:v>
                </c:pt>
                <c:pt idx="806">
                  <c:v>2.2388888888888889</c:v>
                </c:pt>
                <c:pt idx="807">
                  <c:v>2.2416666666666667</c:v>
                </c:pt>
                <c:pt idx="808">
                  <c:v>2.2444444444444445</c:v>
                </c:pt>
                <c:pt idx="809">
                  <c:v>2.2472222222222222</c:v>
                </c:pt>
                <c:pt idx="810">
                  <c:v>2.25</c:v>
                </c:pt>
                <c:pt idx="811">
                  <c:v>2.2527777777777778</c:v>
                </c:pt>
                <c:pt idx="812">
                  <c:v>2.2555555555555555</c:v>
                </c:pt>
                <c:pt idx="813">
                  <c:v>2.2583333333333333</c:v>
                </c:pt>
                <c:pt idx="814">
                  <c:v>2.2611111111111111</c:v>
                </c:pt>
                <c:pt idx="815">
                  <c:v>2.2638888888888888</c:v>
                </c:pt>
                <c:pt idx="816">
                  <c:v>2.2666666666666666</c:v>
                </c:pt>
                <c:pt idx="817">
                  <c:v>2.2694444444444444</c:v>
                </c:pt>
                <c:pt idx="818">
                  <c:v>2.2722222222222226</c:v>
                </c:pt>
                <c:pt idx="819">
                  <c:v>2.2749999999999999</c:v>
                </c:pt>
                <c:pt idx="820">
                  <c:v>2.2777777777777777</c:v>
                </c:pt>
                <c:pt idx="821">
                  <c:v>2.2805555555555559</c:v>
                </c:pt>
                <c:pt idx="822">
                  <c:v>2.2833333333333332</c:v>
                </c:pt>
                <c:pt idx="823">
                  <c:v>2.286111111111111</c:v>
                </c:pt>
                <c:pt idx="824">
                  <c:v>2.2888888888888892</c:v>
                </c:pt>
                <c:pt idx="825">
                  <c:v>2.2916666666666665</c:v>
                </c:pt>
                <c:pt idx="826">
                  <c:v>2.2944444444444443</c:v>
                </c:pt>
                <c:pt idx="827">
                  <c:v>2.2972222222222225</c:v>
                </c:pt>
                <c:pt idx="828">
                  <c:v>2.2999999999999998</c:v>
                </c:pt>
                <c:pt idx="829">
                  <c:v>2.3027777777777776</c:v>
                </c:pt>
                <c:pt idx="830">
                  <c:v>2.3055555555555558</c:v>
                </c:pt>
                <c:pt idx="831">
                  <c:v>2.3083333333333331</c:v>
                </c:pt>
                <c:pt idx="832">
                  <c:v>2.3111111111111109</c:v>
                </c:pt>
                <c:pt idx="833">
                  <c:v>2.3138888888888891</c:v>
                </c:pt>
                <c:pt idx="834">
                  <c:v>2.3166666666666669</c:v>
                </c:pt>
                <c:pt idx="835">
                  <c:v>2.3194444444444442</c:v>
                </c:pt>
                <c:pt idx="836">
                  <c:v>2.3222222222222224</c:v>
                </c:pt>
                <c:pt idx="837">
                  <c:v>2.3250000000000002</c:v>
                </c:pt>
                <c:pt idx="838">
                  <c:v>2.3277777777777775</c:v>
                </c:pt>
                <c:pt idx="839">
                  <c:v>2.3305555555555557</c:v>
                </c:pt>
                <c:pt idx="840">
                  <c:v>2.3333333333333335</c:v>
                </c:pt>
                <c:pt idx="841">
                  <c:v>2.3361111111111108</c:v>
                </c:pt>
                <c:pt idx="842">
                  <c:v>2.338888888888889</c:v>
                </c:pt>
                <c:pt idx="843">
                  <c:v>2.3416666666666668</c:v>
                </c:pt>
                <c:pt idx="844">
                  <c:v>2.3444444444444441</c:v>
                </c:pt>
                <c:pt idx="845">
                  <c:v>2.3472222222222223</c:v>
                </c:pt>
                <c:pt idx="846">
                  <c:v>2.35</c:v>
                </c:pt>
                <c:pt idx="847">
                  <c:v>2.3527777777777774</c:v>
                </c:pt>
                <c:pt idx="848">
                  <c:v>2.3555555555555556</c:v>
                </c:pt>
                <c:pt idx="849">
                  <c:v>2.3583333333333334</c:v>
                </c:pt>
                <c:pt idx="850">
                  <c:v>2.3611111111111112</c:v>
                </c:pt>
                <c:pt idx="851">
                  <c:v>2.3638888888888889</c:v>
                </c:pt>
                <c:pt idx="852">
                  <c:v>2.3666666666666667</c:v>
                </c:pt>
                <c:pt idx="853">
                  <c:v>2.3694444444444445</c:v>
                </c:pt>
                <c:pt idx="854">
                  <c:v>2.3722222222222222</c:v>
                </c:pt>
                <c:pt idx="855">
                  <c:v>2.375</c:v>
                </c:pt>
                <c:pt idx="856">
                  <c:v>2.3777777777777778</c:v>
                </c:pt>
                <c:pt idx="857">
                  <c:v>2.3805555555555555</c:v>
                </c:pt>
                <c:pt idx="858">
                  <c:v>2.3833333333333333</c:v>
                </c:pt>
                <c:pt idx="859">
                  <c:v>2.3861111111111111</c:v>
                </c:pt>
                <c:pt idx="860">
                  <c:v>2.3888888888888888</c:v>
                </c:pt>
                <c:pt idx="861">
                  <c:v>2.3916666666666666</c:v>
                </c:pt>
                <c:pt idx="862">
                  <c:v>2.3944444444444444</c:v>
                </c:pt>
                <c:pt idx="863">
                  <c:v>2.3972222222222226</c:v>
                </c:pt>
                <c:pt idx="864">
                  <c:v>2.4</c:v>
                </c:pt>
                <c:pt idx="865">
                  <c:v>2.4027777777777777</c:v>
                </c:pt>
                <c:pt idx="866">
                  <c:v>2.4055555555555559</c:v>
                </c:pt>
                <c:pt idx="867">
                  <c:v>2.4083333333333332</c:v>
                </c:pt>
                <c:pt idx="868">
                  <c:v>2.411111111111111</c:v>
                </c:pt>
                <c:pt idx="869">
                  <c:v>2.4138888888888892</c:v>
                </c:pt>
                <c:pt idx="870">
                  <c:v>2.4166666666666665</c:v>
                </c:pt>
                <c:pt idx="871">
                  <c:v>2.4194444444444443</c:v>
                </c:pt>
                <c:pt idx="872">
                  <c:v>2.4222222222222225</c:v>
                </c:pt>
                <c:pt idx="873">
                  <c:v>2.4249999999999998</c:v>
                </c:pt>
                <c:pt idx="874">
                  <c:v>2.4277777777777776</c:v>
                </c:pt>
                <c:pt idx="875">
                  <c:v>2.4305555555555558</c:v>
                </c:pt>
                <c:pt idx="876">
                  <c:v>2.4333333333333331</c:v>
                </c:pt>
                <c:pt idx="877">
                  <c:v>2.4361111111111109</c:v>
                </c:pt>
                <c:pt idx="878">
                  <c:v>2.4388888888888891</c:v>
                </c:pt>
                <c:pt idx="879">
                  <c:v>2.4416666666666669</c:v>
                </c:pt>
                <c:pt idx="880">
                  <c:v>2.4444444444444442</c:v>
                </c:pt>
                <c:pt idx="881">
                  <c:v>2.4472222222222224</c:v>
                </c:pt>
                <c:pt idx="882">
                  <c:v>2.4500000000000002</c:v>
                </c:pt>
                <c:pt idx="883">
                  <c:v>2.4527777777777775</c:v>
                </c:pt>
                <c:pt idx="884">
                  <c:v>2.4555555555555557</c:v>
                </c:pt>
                <c:pt idx="885">
                  <c:v>2.4583333333333335</c:v>
                </c:pt>
                <c:pt idx="886">
                  <c:v>2.4611111111111108</c:v>
                </c:pt>
                <c:pt idx="887">
                  <c:v>2.463888888888889</c:v>
                </c:pt>
                <c:pt idx="888">
                  <c:v>2.4666666666666668</c:v>
                </c:pt>
                <c:pt idx="889">
                  <c:v>2.4694444444444441</c:v>
                </c:pt>
                <c:pt idx="890">
                  <c:v>2.4722222222222223</c:v>
                </c:pt>
                <c:pt idx="891">
                  <c:v>2.4750000000000001</c:v>
                </c:pt>
                <c:pt idx="892">
                  <c:v>2.4777777777777774</c:v>
                </c:pt>
                <c:pt idx="893">
                  <c:v>2.4805555555555556</c:v>
                </c:pt>
                <c:pt idx="894">
                  <c:v>2.4833333333333334</c:v>
                </c:pt>
                <c:pt idx="895">
                  <c:v>2.4861111111111112</c:v>
                </c:pt>
                <c:pt idx="896">
                  <c:v>2.4888888888888889</c:v>
                </c:pt>
                <c:pt idx="897">
                  <c:v>2.4916666666666667</c:v>
                </c:pt>
                <c:pt idx="898">
                  <c:v>2.4944444444444445</c:v>
                </c:pt>
                <c:pt idx="899">
                  <c:v>2.4972222222222222</c:v>
                </c:pt>
                <c:pt idx="900">
                  <c:v>2.5</c:v>
                </c:pt>
                <c:pt idx="901">
                  <c:v>2.5027777777777778</c:v>
                </c:pt>
                <c:pt idx="902">
                  <c:v>2.5055555555555555</c:v>
                </c:pt>
                <c:pt idx="903">
                  <c:v>2.5083333333333333</c:v>
                </c:pt>
                <c:pt idx="904">
                  <c:v>2.5111111111111111</c:v>
                </c:pt>
                <c:pt idx="905">
                  <c:v>2.5138888888888888</c:v>
                </c:pt>
                <c:pt idx="906">
                  <c:v>2.5166666666666666</c:v>
                </c:pt>
                <c:pt idx="907">
                  <c:v>2.5194444444444444</c:v>
                </c:pt>
                <c:pt idx="908">
                  <c:v>2.5222222222222226</c:v>
                </c:pt>
                <c:pt idx="909">
                  <c:v>2.5249999999999999</c:v>
                </c:pt>
                <c:pt idx="910">
                  <c:v>2.5277777777777777</c:v>
                </c:pt>
                <c:pt idx="911">
                  <c:v>2.5305555555555559</c:v>
                </c:pt>
                <c:pt idx="912">
                  <c:v>2.5333333333333332</c:v>
                </c:pt>
                <c:pt idx="913">
                  <c:v>2.536111111111111</c:v>
                </c:pt>
                <c:pt idx="914">
                  <c:v>2.5388888888888892</c:v>
                </c:pt>
                <c:pt idx="915">
                  <c:v>2.5416666666666665</c:v>
                </c:pt>
                <c:pt idx="916">
                  <c:v>2.5444444444444443</c:v>
                </c:pt>
                <c:pt idx="917">
                  <c:v>2.5472222222222225</c:v>
                </c:pt>
                <c:pt idx="918">
                  <c:v>2.5499999999999998</c:v>
                </c:pt>
                <c:pt idx="919">
                  <c:v>2.5527777777777776</c:v>
                </c:pt>
                <c:pt idx="920">
                  <c:v>2.5555555555555558</c:v>
                </c:pt>
                <c:pt idx="921">
                  <c:v>2.5583333333333331</c:v>
                </c:pt>
                <c:pt idx="922">
                  <c:v>2.5611111111111109</c:v>
                </c:pt>
                <c:pt idx="923">
                  <c:v>2.5638888888888891</c:v>
                </c:pt>
                <c:pt idx="924">
                  <c:v>2.5666666666666669</c:v>
                </c:pt>
                <c:pt idx="925">
                  <c:v>2.5694444444444442</c:v>
                </c:pt>
                <c:pt idx="926">
                  <c:v>2.5722222222222224</c:v>
                </c:pt>
                <c:pt idx="927">
                  <c:v>2.5750000000000002</c:v>
                </c:pt>
                <c:pt idx="928">
                  <c:v>2.5777777777777775</c:v>
                </c:pt>
                <c:pt idx="929">
                  <c:v>2.5805555555555557</c:v>
                </c:pt>
                <c:pt idx="930">
                  <c:v>2.5833333333333335</c:v>
                </c:pt>
                <c:pt idx="931">
                  <c:v>2.5861111111111108</c:v>
                </c:pt>
                <c:pt idx="932">
                  <c:v>2.588888888888889</c:v>
                </c:pt>
                <c:pt idx="933">
                  <c:v>2.5916666666666668</c:v>
                </c:pt>
                <c:pt idx="934">
                  <c:v>2.5944444444444441</c:v>
                </c:pt>
                <c:pt idx="935">
                  <c:v>2.5972222222222223</c:v>
                </c:pt>
                <c:pt idx="936">
                  <c:v>2.6</c:v>
                </c:pt>
                <c:pt idx="937">
                  <c:v>2.6027777777777774</c:v>
                </c:pt>
                <c:pt idx="938">
                  <c:v>2.6055555555555556</c:v>
                </c:pt>
                <c:pt idx="939">
                  <c:v>2.6083333333333334</c:v>
                </c:pt>
                <c:pt idx="940">
                  <c:v>2.6111111111111112</c:v>
                </c:pt>
                <c:pt idx="941">
                  <c:v>2.6138888888888889</c:v>
                </c:pt>
                <c:pt idx="942">
                  <c:v>2.6166666666666667</c:v>
                </c:pt>
                <c:pt idx="943">
                  <c:v>2.6194444444444445</c:v>
                </c:pt>
                <c:pt idx="944">
                  <c:v>2.6222222222222222</c:v>
                </c:pt>
                <c:pt idx="945">
                  <c:v>2.625</c:v>
                </c:pt>
                <c:pt idx="946">
                  <c:v>2.6277777777777778</c:v>
                </c:pt>
                <c:pt idx="947">
                  <c:v>2.6305555555555555</c:v>
                </c:pt>
                <c:pt idx="948">
                  <c:v>2.6333333333333333</c:v>
                </c:pt>
                <c:pt idx="949">
                  <c:v>2.6361111111111111</c:v>
                </c:pt>
                <c:pt idx="950">
                  <c:v>2.6388888888888888</c:v>
                </c:pt>
                <c:pt idx="951">
                  <c:v>2.6416666666666666</c:v>
                </c:pt>
                <c:pt idx="952">
                  <c:v>2.6444444444444444</c:v>
                </c:pt>
                <c:pt idx="953">
                  <c:v>2.6472222222222226</c:v>
                </c:pt>
                <c:pt idx="954">
                  <c:v>2.65</c:v>
                </c:pt>
                <c:pt idx="955">
                  <c:v>2.6527777777777777</c:v>
                </c:pt>
                <c:pt idx="956">
                  <c:v>2.6555555555555559</c:v>
                </c:pt>
                <c:pt idx="957">
                  <c:v>2.6583333333333332</c:v>
                </c:pt>
                <c:pt idx="958">
                  <c:v>2.661111111111111</c:v>
                </c:pt>
                <c:pt idx="959">
                  <c:v>2.6638888888888892</c:v>
                </c:pt>
                <c:pt idx="960">
                  <c:v>2.6666666666666665</c:v>
                </c:pt>
                <c:pt idx="961">
                  <c:v>2.6694444444444443</c:v>
                </c:pt>
                <c:pt idx="962">
                  <c:v>2.6722222222222225</c:v>
                </c:pt>
                <c:pt idx="963">
                  <c:v>2.6749999999999998</c:v>
                </c:pt>
                <c:pt idx="964">
                  <c:v>2.6777777777777776</c:v>
                </c:pt>
                <c:pt idx="965">
                  <c:v>2.6805555555555558</c:v>
                </c:pt>
                <c:pt idx="966">
                  <c:v>2.6833333333333331</c:v>
                </c:pt>
                <c:pt idx="967">
                  <c:v>2.6861111111111109</c:v>
                </c:pt>
                <c:pt idx="968">
                  <c:v>2.6888888888888891</c:v>
                </c:pt>
                <c:pt idx="969">
                  <c:v>2.6916666666666669</c:v>
                </c:pt>
                <c:pt idx="970">
                  <c:v>2.6944444444444442</c:v>
                </c:pt>
                <c:pt idx="971">
                  <c:v>2.6972222222222224</c:v>
                </c:pt>
                <c:pt idx="972">
                  <c:v>2.7</c:v>
                </c:pt>
                <c:pt idx="973">
                  <c:v>2.7027777777777775</c:v>
                </c:pt>
                <c:pt idx="974">
                  <c:v>2.7055555555555557</c:v>
                </c:pt>
                <c:pt idx="975">
                  <c:v>2.7083333333333335</c:v>
                </c:pt>
                <c:pt idx="976">
                  <c:v>2.7111111111111108</c:v>
                </c:pt>
                <c:pt idx="977">
                  <c:v>2.713888888888889</c:v>
                </c:pt>
                <c:pt idx="978">
                  <c:v>2.7166666666666668</c:v>
                </c:pt>
                <c:pt idx="979">
                  <c:v>2.7194444444444441</c:v>
                </c:pt>
                <c:pt idx="980">
                  <c:v>2.7222222222222223</c:v>
                </c:pt>
                <c:pt idx="981">
                  <c:v>2.7250000000000001</c:v>
                </c:pt>
                <c:pt idx="982">
                  <c:v>2.7277777777777774</c:v>
                </c:pt>
                <c:pt idx="983">
                  <c:v>2.7305555555555556</c:v>
                </c:pt>
                <c:pt idx="984">
                  <c:v>2.7333333333333334</c:v>
                </c:pt>
                <c:pt idx="985">
                  <c:v>2.7361111111111112</c:v>
                </c:pt>
                <c:pt idx="986">
                  <c:v>2.7388888888888889</c:v>
                </c:pt>
                <c:pt idx="987">
                  <c:v>2.7416666666666667</c:v>
                </c:pt>
                <c:pt idx="988">
                  <c:v>2.7444444444444445</c:v>
                </c:pt>
                <c:pt idx="989">
                  <c:v>2.7472222222222222</c:v>
                </c:pt>
                <c:pt idx="990">
                  <c:v>2.75</c:v>
                </c:pt>
                <c:pt idx="991">
                  <c:v>2.7527777777777778</c:v>
                </c:pt>
                <c:pt idx="992">
                  <c:v>2.7555555555555555</c:v>
                </c:pt>
                <c:pt idx="993">
                  <c:v>2.7583333333333333</c:v>
                </c:pt>
                <c:pt idx="994">
                  <c:v>2.7611111111111111</c:v>
                </c:pt>
                <c:pt idx="995">
                  <c:v>2.7638888888888888</c:v>
                </c:pt>
                <c:pt idx="996">
                  <c:v>2.7666666666666666</c:v>
                </c:pt>
                <c:pt idx="997">
                  <c:v>2.7694444444444444</c:v>
                </c:pt>
                <c:pt idx="998">
                  <c:v>2.7722222222222226</c:v>
                </c:pt>
                <c:pt idx="999">
                  <c:v>2.7749999999999999</c:v>
                </c:pt>
                <c:pt idx="1000">
                  <c:v>2.7777777777777777</c:v>
                </c:pt>
                <c:pt idx="1001">
                  <c:v>2.7805555555555559</c:v>
                </c:pt>
                <c:pt idx="1002">
                  <c:v>2.7833333333333332</c:v>
                </c:pt>
                <c:pt idx="1003">
                  <c:v>2.786111111111111</c:v>
                </c:pt>
                <c:pt idx="1004">
                  <c:v>2.7888888888888892</c:v>
                </c:pt>
                <c:pt idx="1005">
                  <c:v>2.7916666666666665</c:v>
                </c:pt>
                <c:pt idx="1006">
                  <c:v>2.7944444444444443</c:v>
                </c:pt>
                <c:pt idx="1007">
                  <c:v>2.7972222222222225</c:v>
                </c:pt>
                <c:pt idx="1008">
                  <c:v>2.8</c:v>
                </c:pt>
                <c:pt idx="1009">
                  <c:v>2.8027777777777776</c:v>
                </c:pt>
                <c:pt idx="1010">
                  <c:v>2.8055555555555558</c:v>
                </c:pt>
                <c:pt idx="1011">
                  <c:v>2.8083333333333331</c:v>
                </c:pt>
                <c:pt idx="1012">
                  <c:v>2.8111111111111109</c:v>
                </c:pt>
                <c:pt idx="1013">
                  <c:v>2.8138888888888891</c:v>
                </c:pt>
                <c:pt idx="1014">
                  <c:v>2.8166666666666669</c:v>
                </c:pt>
                <c:pt idx="1015">
                  <c:v>2.8194444444444442</c:v>
                </c:pt>
                <c:pt idx="1016">
                  <c:v>2.8222222222222224</c:v>
                </c:pt>
                <c:pt idx="1017">
                  <c:v>2.8250000000000002</c:v>
                </c:pt>
                <c:pt idx="1018">
                  <c:v>2.8277777777777775</c:v>
                </c:pt>
                <c:pt idx="1019">
                  <c:v>2.8305555555555557</c:v>
                </c:pt>
                <c:pt idx="1020">
                  <c:v>2.8333333333333335</c:v>
                </c:pt>
                <c:pt idx="1021">
                  <c:v>2.8361111111111108</c:v>
                </c:pt>
                <c:pt idx="1022">
                  <c:v>2.838888888888889</c:v>
                </c:pt>
                <c:pt idx="1023">
                  <c:v>2.8416666666666668</c:v>
                </c:pt>
                <c:pt idx="1024">
                  <c:v>2.8444444444444441</c:v>
                </c:pt>
                <c:pt idx="1025">
                  <c:v>2.8472222222222223</c:v>
                </c:pt>
                <c:pt idx="1026">
                  <c:v>2.85</c:v>
                </c:pt>
                <c:pt idx="1027">
                  <c:v>2.8527777777777774</c:v>
                </c:pt>
                <c:pt idx="1028">
                  <c:v>2.8555555555555556</c:v>
                </c:pt>
                <c:pt idx="1029">
                  <c:v>2.8583333333333334</c:v>
                </c:pt>
                <c:pt idx="1030">
                  <c:v>2.8611111111111112</c:v>
                </c:pt>
                <c:pt idx="1031">
                  <c:v>2.8638888888888889</c:v>
                </c:pt>
                <c:pt idx="1032">
                  <c:v>2.8666666666666667</c:v>
                </c:pt>
                <c:pt idx="1033">
                  <c:v>2.8694444444444445</c:v>
                </c:pt>
                <c:pt idx="1034">
                  <c:v>2.8722222222222222</c:v>
                </c:pt>
                <c:pt idx="1035">
                  <c:v>2.875</c:v>
                </c:pt>
                <c:pt idx="1036">
                  <c:v>2.8777777777777778</c:v>
                </c:pt>
                <c:pt idx="1037">
                  <c:v>2.8805555555555555</c:v>
                </c:pt>
                <c:pt idx="1038">
                  <c:v>2.8833333333333333</c:v>
                </c:pt>
                <c:pt idx="1039">
                  <c:v>2.8861111111111111</c:v>
                </c:pt>
                <c:pt idx="1040">
                  <c:v>2.8888888888888888</c:v>
                </c:pt>
                <c:pt idx="1041">
                  <c:v>2.8916666666666666</c:v>
                </c:pt>
                <c:pt idx="1042">
                  <c:v>2.8944444444444444</c:v>
                </c:pt>
                <c:pt idx="1043">
                  <c:v>2.8972222222222226</c:v>
                </c:pt>
                <c:pt idx="1044">
                  <c:v>2.9</c:v>
                </c:pt>
                <c:pt idx="1045">
                  <c:v>2.9027777777777777</c:v>
                </c:pt>
                <c:pt idx="1046">
                  <c:v>2.9055555555555559</c:v>
                </c:pt>
                <c:pt idx="1047">
                  <c:v>2.9083333333333332</c:v>
                </c:pt>
                <c:pt idx="1048">
                  <c:v>2.911111111111111</c:v>
                </c:pt>
                <c:pt idx="1049">
                  <c:v>2.9138888888888892</c:v>
                </c:pt>
                <c:pt idx="1050">
                  <c:v>2.9166666666666665</c:v>
                </c:pt>
                <c:pt idx="1051">
                  <c:v>2.9194444444444443</c:v>
                </c:pt>
                <c:pt idx="1052">
                  <c:v>2.9222222222222225</c:v>
                </c:pt>
                <c:pt idx="1053">
                  <c:v>2.9249999999999998</c:v>
                </c:pt>
                <c:pt idx="1054">
                  <c:v>2.9277777777777776</c:v>
                </c:pt>
                <c:pt idx="1055">
                  <c:v>2.9305555555555558</c:v>
                </c:pt>
                <c:pt idx="1056">
                  <c:v>2.9333333333333331</c:v>
                </c:pt>
                <c:pt idx="1057">
                  <c:v>2.9361111111111109</c:v>
                </c:pt>
                <c:pt idx="1058">
                  <c:v>2.9388888888888891</c:v>
                </c:pt>
                <c:pt idx="1059">
                  <c:v>2.9416666666666669</c:v>
                </c:pt>
                <c:pt idx="1060">
                  <c:v>2.9444444444444442</c:v>
                </c:pt>
                <c:pt idx="1061">
                  <c:v>2.9472222222222224</c:v>
                </c:pt>
                <c:pt idx="1062">
                  <c:v>2.95</c:v>
                </c:pt>
                <c:pt idx="1063">
                  <c:v>2.9527777777777775</c:v>
                </c:pt>
                <c:pt idx="1064">
                  <c:v>2.9555555555555557</c:v>
                </c:pt>
                <c:pt idx="1065">
                  <c:v>2.9583333333333335</c:v>
                </c:pt>
                <c:pt idx="1066">
                  <c:v>2.9611111111111108</c:v>
                </c:pt>
                <c:pt idx="1067">
                  <c:v>2.963888888888889</c:v>
                </c:pt>
                <c:pt idx="1068">
                  <c:v>2.9666666666666668</c:v>
                </c:pt>
                <c:pt idx="1069">
                  <c:v>2.9694444444444441</c:v>
                </c:pt>
                <c:pt idx="1070">
                  <c:v>2.9722222222222223</c:v>
                </c:pt>
                <c:pt idx="1071">
                  <c:v>2.9750000000000001</c:v>
                </c:pt>
                <c:pt idx="1072">
                  <c:v>2.9777777777777774</c:v>
                </c:pt>
                <c:pt idx="1073">
                  <c:v>2.9805555555555556</c:v>
                </c:pt>
                <c:pt idx="1074">
                  <c:v>2.9833333333333334</c:v>
                </c:pt>
                <c:pt idx="1075">
                  <c:v>2.9861111111111112</c:v>
                </c:pt>
                <c:pt idx="1076">
                  <c:v>2.9888888888888889</c:v>
                </c:pt>
                <c:pt idx="1077">
                  <c:v>2.9916666666666667</c:v>
                </c:pt>
                <c:pt idx="1078">
                  <c:v>2.9944444444444445</c:v>
                </c:pt>
                <c:pt idx="1079">
                  <c:v>2.9972222222222222</c:v>
                </c:pt>
                <c:pt idx="1080">
                  <c:v>3</c:v>
                </c:pt>
              </c:numCache>
            </c:numRef>
          </c:xVal>
          <c:yVal>
            <c:numRef>
              <c:f>Sheet1!$P$4:$P$1084</c:f>
              <c:numCache>
                <c:formatCode>0.00</c:formatCode>
                <c:ptCount val="1081"/>
                <c:pt idx="0">
                  <c:v>0</c:v>
                </c:pt>
                <c:pt idx="1">
                  <c:v>6.981353560355988E-138</c:v>
                </c:pt>
                <c:pt idx="2">
                  <c:v>7.2025192912902679E-120</c:v>
                </c:pt>
                <c:pt idx="3">
                  <c:v>2.3697636367231174E-109</c:v>
                </c:pt>
                <c:pt idx="4">
                  <c:v>6.6492748517378659E-102</c:v>
                </c:pt>
                <c:pt idx="5">
                  <c:v>3.8825774085308368E-96</c:v>
                </c:pt>
                <c:pt idx="6">
                  <c:v>1.9576720646098285E-91</c:v>
                </c:pt>
                <c:pt idx="7">
                  <c:v>1.8209263438722941E-87</c:v>
                </c:pt>
                <c:pt idx="8">
                  <c:v>4.9153478248908167E-84</c:v>
                </c:pt>
                <c:pt idx="9">
                  <c:v>5.1576356567031266E-81</c:v>
                </c:pt>
                <c:pt idx="10">
                  <c:v>2.5682964464040597E-78</c:v>
                </c:pt>
                <c:pt idx="11">
                  <c:v>6.9976355187378442E-76</c:v>
                </c:pt>
                <c:pt idx="12">
                  <c:v>1.158804115285971E-73</c:v>
                </c:pt>
                <c:pt idx="13">
                  <c:v>1.2632271813178662E-71</c:v>
                </c:pt>
                <c:pt idx="14">
                  <c:v>9.6451174798470349E-70</c:v>
                </c:pt>
                <c:pt idx="15">
                  <c:v>5.4180870957380796E-68</c:v>
                </c:pt>
                <c:pt idx="16">
                  <c:v>2.3297775477356916E-66</c:v>
                </c:pt>
                <c:pt idx="17">
                  <c:v>7.9212886016944844E-65</c:v>
                </c:pt>
                <c:pt idx="18">
                  <c:v>2.1875395697697075E-63</c:v>
                </c:pt>
                <c:pt idx="19">
                  <c:v>5.0184167737018867E-62</c:v>
                </c:pt>
                <c:pt idx="20">
                  <c:v>9.7475498830394486E-61</c:v>
                </c:pt>
                <c:pt idx="21">
                  <c:v>1.6292902856907588E-59</c:v>
                </c:pt>
                <c:pt idx="22">
                  <c:v>2.3765485508844029E-58</c:v>
                </c:pt>
                <c:pt idx="23">
                  <c:v>3.0619709091398976E-57</c:v>
                </c:pt>
                <c:pt idx="24">
                  <c:v>3.5216846103280209E-56</c:v>
                </c:pt>
                <c:pt idx="25">
                  <c:v>3.649400562720519E-55</c:v>
                </c:pt>
                <c:pt idx="26">
                  <c:v>3.4353180412195128E-54</c:v>
                </c:pt>
                <c:pt idx="27">
                  <c:v>2.9589455882036274E-53</c:v>
                </c:pt>
                <c:pt idx="28">
                  <c:v>2.3471349891259267E-52</c:v>
                </c:pt>
                <c:pt idx="29">
                  <c:v>1.724571157781249E-51</c:v>
                </c:pt>
                <c:pt idx="30">
                  <c:v>1.1798358419721058E-50</c:v>
                </c:pt>
                <c:pt idx="31">
                  <c:v>7.5508003940236238E-50</c:v>
                </c:pt>
                <c:pt idx="32">
                  <c:v>4.5397832329409073E-49</c:v>
                </c:pt>
                <c:pt idx="33">
                  <c:v>2.5740552684692343E-48</c:v>
                </c:pt>
                <c:pt idx="34">
                  <c:v>1.3812158550338811E-47</c:v>
                </c:pt>
                <c:pt idx="35">
                  <c:v>7.036460451254901E-47</c:v>
                </c:pt>
                <c:pt idx="36">
                  <c:v>3.4132389555560328E-46</c:v>
                </c:pt>
                <c:pt idx="37">
                  <c:v>1.5807571292723565E-45</c:v>
                </c:pt>
                <c:pt idx="38">
                  <c:v>7.0068457946779366E-45</c:v>
                </c:pt>
                <c:pt idx="39">
                  <c:v>2.9793960789601517E-44</c:v>
                </c:pt>
                <c:pt idx="40">
                  <c:v>1.2178571705637435E-43</c:v>
                </c:pt>
                <c:pt idx="41">
                  <c:v>4.7948313764343937E-43</c:v>
                </c:pt>
                <c:pt idx="42">
                  <c:v>1.8215639254760898E-42</c:v>
                </c:pt>
                <c:pt idx="43">
                  <c:v>6.6886640813598613E-42</c:v>
                </c:pt>
                <c:pt idx="44">
                  <c:v>2.3775940064350687E-41</c:v>
                </c:pt>
                <c:pt idx="45">
                  <c:v>8.1935666765143331E-41</c:v>
                </c:pt>
                <c:pt idx="46">
                  <c:v>2.7411772837580355E-40</c:v>
                </c:pt>
                <c:pt idx="47">
                  <c:v>8.9142283916184147E-40</c:v>
                </c:pt>
                <c:pt idx="48">
                  <c:v>2.8211850964434251E-39</c:v>
                </c:pt>
                <c:pt idx="49">
                  <c:v>8.6989572720468445E-39</c:v>
                </c:pt>
                <c:pt idx="50">
                  <c:v>2.6160600798527523E-38</c:v>
                </c:pt>
                <c:pt idx="51">
                  <c:v>7.6807402274342712E-38</c:v>
                </c:pt>
                <c:pt idx="52">
                  <c:v>2.2036275165249386E-37</c:v>
                </c:pt>
                <c:pt idx="53">
                  <c:v>6.1835062239864539E-37</c:v>
                </c:pt>
                <c:pt idx="54">
                  <c:v>1.6984519819648142E-36</c:v>
                </c:pt>
                <c:pt idx="55">
                  <c:v>4.5701884772925572E-36</c:v>
                </c:pt>
                <c:pt idx="56">
                  <c:v>1.2055893956819121E-35</c:v>
                </c:pt>
                <c:pt idx="57">
                  <c:v>3.1199971465701304E-35</c:v>
                </c:pt>
                <c:pt idx="58">
                  <c:v>7.9266106750045686E-35</c:v>
                </c:pt>
                <c:pt idx="59">
                  <c:v>1.9782158177314601E-34</c:v>
                </c:pt>
                <c:pt idx="60">
                  <c:v>4.8525838913504461E-34</c:v>
                </c:pt>
                <c:pt idx="61">
                  <c:v>1.1706664911234429E-33</c:v>
                </c:pt>
                <c:pt idx="62">
                  <c:v>2.7790061904756144E-33</c:v>
                </c:pt>
                <c:pt idx="63">
                  <c:v>6.4948057887754975E-33</c:v>
                </c:pt>
                <c:pt idx="64">
                  <c:v>1.4951222289678315E-32</c:v>
                </c:pt>
                <c:pt idx="65">
                  <c:v>3.3917568875354828E-32</c:v>
                </c:pt>
                <c:pt idx="66">
                  <c:v>7.5858544755454263E-32</c:v>
                </c:pt>
                <c:pt idx="67">
                  <c:v>1.673407049510918E-31</c:v>
                </c:pt>
                <c:pt idx="68">
                  <c:v>3.6424470911335714E-31</c:v>
                </c:pt>
                <c:pt idx="69">
                  <c:v>7.8261648480128969E-31</c:v>
                </c:pt>
                <c:pt idx="70">
                  <c:v>1.6604698935802517E-30</c:v>
                </c:pt>
                <c:pt idx="71">
                  <c:v>3.4801229344028435E-30</c:v>
                </c:pt>
                <c:pt idx="72">
                  <c:v>7.2075639739322437E-30</c:v>
                </c:pt>
                <c:pt idx="73">
                  <c:v>1.4755549411881434E-29</c:v>
                </c:pt>
                <c:pt idx="74">
                  <c:v>2.9869779660282085E-29</c:v>
                </c:pt>
                <c:pt idx="75">
                  <c:v>5.9806680238743997E-29</c:v>
                </c:pt>
                <c:pt idx="76">
                  <c:v>1.1847711958789093E-28</c:v>
                </c:pt>
                <c:pt idx="77">
                  <c:v>2.322777006047308E-28</c:v>
                </c:pt>
                <c:pt idx="78">
                  <c:v>4.508013695746044E-28</c:v>
                </c:pt>
                <c:pt idx="79">
                  <c:v>8.6632251274193448E-28</c:v>
                </c:pt>
                <c:pt idx="80">
                  <c:v>1.6489154983928002E-27</c:v>
                </c:pt>
                <c:pt idx="81">
                  <c:v>3.1091764589071497E-27</c:v>
                </c:pt>
                <c:pt idx="82">
                  <c:v>5.8092549759766608E-27</c:v>
                </c:pt>
                <c:pt idx="83">
                  <c:v>1.0757711563497939E-26</c:v>
                </c:pt>
                <c:pt idx="84">
                  <c:v>1.9748611870391823E-26</c:v>
                </c:pt>
                <c:pt idx="85">
                  <c:v>3.5946781446236981E-26</c:v>
                </c:pt>
                <c:pt idx="86">
                  <c:v>6.488982464084634E-26</c:v>
                </c:pt>
                <c:pt idx="87">
                  <c:v>1.1619026456280159E-25</c:v>
                </c:pt>
                <c:pt idx="88">
                  <c:v>2.064048842816488E-25</c:v>
                </c:pt>
                <c:pt idx="89">
                  <c:v>3.638355215375245E-25</c:v>
                </c:pt>
                <c:pt idx="90">
                  <c:v>6.3650280594421185E-25</c:v>
                </c:pt>
                <c:pt idx="91">
                  <c:v>1.1052953756014537E-24</c:v>
                </c:pt>
                <c:pt idx="92">
                  <c:v>1.9055024523312494E-24</c:v>
                </c:pt>
                <c:pt idx="93">
                  <c:v>3.2618339007397072E-24</c:v>
                </c:pt>
                <c:pt idx="94">
                  <c:v>5.5449955559028346E-24</c:v>
                </c:pt>
                <c:pt idx="95">
                  <c:v>9.3624898811981487E-24</c:v>
                </c:pt>
                <c:pt idx="96">
                  <c:v>1.5703414126337166E-23</c:v>
                </c:pt>
                <c:pt idx="97">
                  <c:v>2.6167920705193957E-23</c:v>
                </c:pt>
                <c:pt idx="98">
                  <c:v>4.3328610133661285E-23</c:v>
                </c:pt>
                <c:pt idx="99">
                  <c:v>7.1296293083955639E-23</c:v>
                </c:pt>
                <c:pt idx="100">
                  <c:v>1.1660047827598356E-22</c:v>
                </c:pt>
                <c:pt idx="101">
                  <c:v>1.8955175787152621E-22</c:v>
                </c:pt>
                <c:pt idx="102">
                  <c:v>3.0633791538559362E-22</c:v>
                </c:pt>
                <c:pt idx="103">
                  <c:v>4.9223102875543977E-22</c:v>
                </c:pt>
                <c:pt idx="104">
                  <c:v>7.8646775259944757E-22</c:v>
                </c:pt>
                <c:pt idx="105">
                  <c:v>1.2496361030716008E-21</c:v>
                </c:pt>
                <c:pt idx="106">
                  <c:v>1.9747976107847025E-21</c:v>
                </c:pt>
                <c:pt idx="107">
                  <c:v>3.1041478318564409E-21</c:v>
                </c:pt>
                <c:pt idx="108">
                  <c:v>4.8538474351227023E-21</c:v>
                </c:pt>
                <c:pt idx="109">
                  <c:v>7.5508479728681306E-21</c:v>
                </c:pt>
                <c:pt idx="110">
                  <c:v>1.1687241467315655E-20</c:v>
                </c:pt>
                <c:pt idx="111">
                  <c:v>1.8000090650286747E-20</c:v>
                </c:pt>
                <c:pt idx="112">
                  <c:v>2.7588137562276841E-20</c:v>
                </c:pt>
                <c:pt idx="113">
                  <c:v>4.2081643144956563E-20</c:v>
                </c:pt>
                <c:pt idx="114">
                  <c:v>6.3888430305401238E-20</c:v>
                </c:pt>
                <c:pt idx="115">
                  <c:v>9.6548741357929622E-20</c:v>
                </c:pt>
                <c:pt idx="116">
                  <c:v>1.4524480455340374E-19</c:v>
                </c:pt>
                <c:pt idx="117">
                  <c:v>2.175294266825084E-19</c:v>
                </c:pt>
                <c:pt idx="118">
                  <c:v>3.2436337185527158E-19</c:v>
                </c:pt>
                <c:pt idx="119">
                  <c:v>4.8158628378364549E-19</c:v>
                </c:pt>
                <c:pt idx="120">
                  <c:v>7.1199385602276903E-19</c:v>
                </c:pt>
                <c:pt idx="121">
                  <c:v>1.0482593859812843E-18</c:v>
                </c:pt>
                <c:pt idx="122">
                  <c:v>1.5370267955308107E-18</c:v>
                </c:pt>
                <c:pt idx="123">
                  <c:v>2.2446226564334454E-18</c:v>
                </c:pt>
                <c:pt idx="124">
                  <c:v>3.2649972750899824E-18</c:v>
                </c:pt>
                <c:pt idx="125">
                  <c:v>4.7307233497205638E-18</c:v>
                </c:pt>
                <c:pt idx="126">
                  <c:v>6.82817330898062E-18</c:v>
                </c:pt>
                <c:pt idx="127">
                  <c:v>9.8183869388355144E-18</c:v>
                </c:pt>
                <c:pt idx="128">
                  <c:v>1.4065660235522181E-17</c:v>
                </c:pt>
                <c:pt idx="129">
                  <c:v>2.0076574707736324E-17</c:v>
                </c:pt>
                <c:pt idx="130">
                  <c:v>2.85530954563058E-17</c:v>
                </c:pt>
                <c:pt idx="131">
                  <c:v>4.0464563109342424E-17</c:v>
                </c:pt>
                <c:pt idx="132">
                  <c:v>5.7144974901218462E-17</c:v>
                </c:pt>
                <c:pt idx="133">
                  <c:v>8.0424003703204946E-17</c:v>
                </c:pt>
                <c:pt idx="134">
                  <c:v>1.1280288080479703E-16</c:v>
                </c:pt>
                <c:pt idx="135">
                  <c:v>1.5768974698816663E-16</c:v>
                </c:pt>
                <c:pt idx="136">
                  <c:v>2.1971358299516927E-16</c:v>
                </c:pt>
                <c:pt idx="137">
                  <c:v>3.0514165062935334E-16</c:v>
                </c:pt>
                <c:pt idx="138">
                  <c:v>4.2243286962882331E-16</c:v>
                </c:pt>
                <c:pt idx="139">
                  <c:v>5.8296917566248621E-16</c:v>
                </c:pt>
                <c:pt idx="140">
                  <c:v>8.0201921836206553E-16</c:v>
                </c:pt>
                <c:pt idx="141">
                  <c:v>1.1000044735536071E-15</c:v>
                </c:pt>
                <c:pt idx="142">
                  <c:v>1.5041578431704333E-15</c:v>
                </c:pt>
                <c:pt idx="143">
                  <c:v>2.0506901957610222E-15</c:v>
                </c:pt>
                <c:pt idx="144">
                  <c:v>2.7876124177189664E-15</c:v>
                </c:pt>
                <c:pt idx="145">
                  <c:v>3.7784010774605177E-15</c:v>
                </c:pt>
                <c:pt idx="146">
                  <c:v>5.1067468178239668E-15</c:v>
                </c:pt>
                <c:pt idx="147">
                  <c:v>6.8826886243505411E-15</c:v>
                </c:pt>
                <c:pt idx="148">
                  <c:v>9.2505172792515272E-15</c:v>
                </c:pt>
                <c:pt idx="149">
                  <c:v>1.2398931404133528E-14</c:v>
                </c:pt>
                <c:pt idx="150">
                  <c:v>1.6574054152672742E-14</c:v>
                </c:pt>
                <c:pt idx="151">
                  <c:v>2.2096073471317023E-14</c:v>
                </c:pt>
                <c:pt idx="152">
                  <c:v>2.9380460734353333E-14</c:v>
                </c:pt>
                <c:pt idx="153">
                  <c:v>3.8964959744894906E-14</c:v>
                </c:pt>
                <c:pt idx="154">
                  <c:v>5.1543830549885268E-14</c:v>
                </c:pt>
                <c:pt idx="155">
                  <c:v>6.8011192251905683E-14</c:v>
                </c:pt>
                <c:pt idx="156">
                  <c:v>8.9515750432024334E-14</c:v>
                </c:pt>
                <c:pt idx="157">
                  <c:v>1.1752973519919125E-13</c:v>
                </c:pt>
                <c:pt idx="158">
                  <c:v>1.5393553589644879E-13</c:v>
                </c:pt>
                <c:pt idx="159">
                  <c:v>2.0113432273676043E-13</c:v>
                </c:pt>
                <c:pt idx="160">
                  <c:v>2.6218192339144547E-13</c:v>
                </c:pt>
                <c:pt idx="161">
                  <c:v>3.4095840856204103E-13</c:v>
                </c:pt>
                <c:pt idx="162">
                  <c:v>4.4237927598067559E-13</c:v>
                </c:pt>
                <c:pt idx="163">
                  <c:v>5.7265785571837639E-13</c:v>
                </c:pt>
                <c:pt idx="164">
                  <c:v>7.3963064844328357E-13</c:v>
                </c:pt>
                <c:pt idx="165">
                  <c:v>9.5315981976507748E-13</c:v>
                </c:pt>
                <c:pt idx="166">
                  <c:v>1.2256300871351331E-12</c:v>
                </c:pt>
                <c:pt idx="167">
                  <c:v>1.5725608435839059E-12</c:v>
                </c:pt>
                <c:pt idx="168">
                  <c:v>2.013358673120219E-12</c:v>
                </c:pt>
                <c:pt idx="169">
                  <c:v>2.5722405521180108E-12</c:v>
                </c:pt>
                <c:pt idx="170">
                  <c:v>3.2793641463537356E-12</c:v>
                </c:pt>
                <c:pt idx="171">
                  <c:v>4.1722088750671355E-12</c:v>
                </c:pt>
                <c:pt idx="172">
                  <c:v>5.2972600191141006E-12</c:v>
                </c:pt>
                <c:pt idx="173">
                  <c:v>6.7120583284530027E-12</c:v>
                </c:pt>
                <c:pt idx="174">
                  <c:v>8.4876895985322669E-12</c:v>
                </c:pt>
                <c:pt idx="175">
                  <c:v>1.0711802839258998E-11</c:v>
                </c:pt>
                <c:pt idx="176">
                  <c:v>1.349226230310597E-11</c:v>
                </c:pt>
                <c:pt idx="177">
                  <c:v>1.6961558170774901E-11</c:v>
                </c:pt>
                <c:pt idx="178">
                  <c:v>2.128212357184836E-11</c:v>
                </c:pt>
                <c:pt idx="179">
                  <c:v>2.6652732367404095E-11</c:v>
                </c:pt>
                <c:pt idx="180">
                  <c:v>3.3316183338349965E-11</c:v>
                </c:pt>
                <c:pt idx="181">
                  <c:v>4.1568512786328649E-11</c:v>
                </c:pt>
                <c:pt idx="182">
                  <c:v>5.1770019834596801E-11</c:v>
                </c:pt>
                <c:pt idx="183">
                  <c:v>6.4358437788415408E-11</c:v>
                </c:pt>
                <c:pt idx="184">
                  <c:v>7.9864641767158636E-11</c:v>
                </c:pt>
                <c:pt idx="185">
                  <c:v>9.8931348570142345E-11</c:v>
                </c:pt>
                <c:pt idx="186">
                  <c:v>1.2233534064362105E-10</c:v>
                </c:pt>
                <c:pt idx="187">
                  <c:v>1.5101383349294636E-10</c:v>
                </c:pt>
                <c:pt idx="188">
                  <c:v>1.8609570652103086E-10</c:v>
                </c:pt>
                <c:pt idx="189">
                  <c:v>2.2893843285282571E-10</c:v>
                </c:pt>
                <c:pt idx="190">
                  <c:v>2.8117167621774054E-10</c:v>
                </c:pt>
                <c:pt idx="191">
                  <c:v>3.4474867463170772E-10</c:v>
                </c:pt>
                <c:pt idx="192">
                  <c:v>4.2200670392623719E-10</c:v>
                </c:pt>
                <c:pt idx="193">
                  <c:v>5.1573811186986605E-10</c:v>
                </c:pt>
                <c:pt idx="194">
                  <c:v>6.2927363877783974E-10</c:v>
                </c:pt>
                <c:pt idx="195">
                  <c:v>7.6657999650022908E-10</c:v>
                </c:pt>
                <c:pt idx="196">
                  <c:v>9.3237396826733337E-10</c:v>
                </c:pt>
                <c:pt idx="197">
                  <c:v>1.1322556211953218E-9</c:v>
                </c:pt>
                <c:pt idx="198">
                  <c:v>1.3728635958781543E-9</c:v>
                </c:pt>
                <c:pt idx="199">
                  <c:v>1.6620558584325735E-9</c:v>
                </c:pt>
                <c:pt idx="200">
                  <c:v>2.0091197751327328E-9</c:v>
                </c:pt>
                <c:pt idx="201">
                  <c:v>2.4250159044074494E-9</c:v>
                </c:pt>
                <c:pt idx="202">
                  <c:v>2.9226605020839741E-9</c:v>
                </c:pt>
                <c:pt idx="203">
                  <c:v>3.5172524105543246E-9</c:v>
                </c:pt>
                <c:pt idx="204">
                  <c:v>4.2266507588783685E-9</c:v>
                </c:pt>
                <c:pt idx="205">
                  <c:v>5.0718107472629478E-9</c:v>
                </c:pt>
                <c:pt idx="206">
                  <c:v>6.0772857351520994E-9</c:v>
                </c:pt>
                <c:pt idx="207">
                  <c:v>7.2718049073809917E-9</c:v>
                </c:pt>
                <c:pt idx="208">
                  <c:v>8.6889369683645543E-9</c:v>
                </c:pt>
                <c:pt idx="209">
                  <c:v>1.0367851621832936E-8</c:v>
                </c:pt>
                <c:pt idx="210">
                  <c:v>1.235419204585996E-8</c:v>
                </c:pt>
                <c:pt idx="211">
                  <c:v>1.4701073183421056E-8</c:v>
                </c:pt>
                <c:pt idx="212">
                  <c:v>1.7470222452070968E-8</c:v>
                </c:pt>
                <c:pt idx="213">
                  <c:v>2.0733281448171023E-8</c:v>
                </c:pt>
                <c:pt idx="214">
                  <c:v>2.4573289398097009E-8</c:v>
                </c:pt>
                <c:pt idx="215">
                  <c:v>2.9086371508852068E-8</c:v>
                </c:pt>
                <c:pt idx="216">
                  <c:v>3.4383658012419854E-8</c:v>
                </c:pt>
                <c:pt idx="217">
                  <c:v>4.0593462602172941E-8</c:v>
                </c:pt>
                <c:pt idx="218">
                  <c:v>4.7863752147000316E-8</c:v>
                </c:pt>
                <c:pt idx="219">
                  <c:v>5.6364943062105548E-8</c:v>
                </c:pt>
                <c:pt idx="220">
                  <c:v>6.6293063538459321E-8</c:v>
                </c:pt>
                <c:pt idx="221">
                  <c:v>7.7873325010654814E-8</c:v>
                </c:pt>
                <c:pt idx="222">
                  <c:v>9.1364150801794491E-8</c:v>
                </c:pt>
                <c:pt idx="223">
                  <c:v>1.0706171485149846E-7</c:v>
                </c:pt>
                <c:pt idx="224">
                  <c:v>1.2530504883801555E-7</c:v>
                </c:pt>
                <c:pt idx="225">
                  <c:v>1.4648178187766859E-7</c:v>
                </c:pt>
                <c:pt idx="226">
                  <c:v>1.7103458335579711E-7</c:v>
                </c:pt>
                <c:pt idx="227">
                  <c:v>1.9946838634503812E-7</c:v>
                </c:pt>
                <c:pt idx="228">
                  <c:v>2.3235847653294506E-7</c:v>
                </c:pt>
                <c:pt idx="229">
                  <c:v>2.7035953964572462E-7</c:v>
                </c:pt>
                <c:pt idx="230">
                  <c:v>3.1421576905366326E-7</c:v>
                </c:pt>
                <c:pt idx="231">
                  <c:v>3.6477214461307456E-7</c:v>
                </c:pt>
                <c:pt idx="232">
                  <c:v>4.2298700387565343E-7</c:v>
                </c:pt>
                <c:pt idx="233">
                  <c:v>4.8994603761721659E-7</c:v>
                </c:pt>
                <c:pt idx="234">
                  <c:v>5.6687785324094503E-7</c:v>
                </c:pt>
                <c:pt idx="235">
                  <c:v>6.5517126203481256E-7</c:v>
                </c:pt>
                <c:pt idx="236">
                  <c:v>7.5639445954560705E-7</c:v>
                </c:pt>
                <c:pt idx="237">
                  <c:v>8.72316282513031E-7</c:v>
                </c:pt>
                <c:pt idx="238">
                  <c:v>1.0049297409222575E-6</c:v>
                </c:pt>
                <c:pt idx="239">
                  <c:v>1.1564780398218883E-6</c:v>
                </c:pt>
                <c:pt idx="240">
                  <c:v>1.3294833226505302E-6</c:v>
                </c:pt>
                <c:pt idx="241">
                  <c:v>1.5267783859564334E-6</c:v>
                </c:pt>
                <c:pt idx="242">
                  <c:v>1.751541634613191E-6</c:v>
                </c:pt>
                <c:pt idx="243">
                  <c:v>2.0073355669638366E-6</c:v>
                </c:pt>
                <c:pt idx="244">
                  <c:v>2.2981491007947239E-6</c:v>
                </c:pt>
                <c:pt idx="245">
                  <c:v>2.6284440736775732E-6</c:v>
                </c:pt>
                <c:pt idx="246">
                  <c:v>3.0032062750471729E-6</c:v>
                </c:pt>
                <c:pt idx="247">
                  <c:v>3.4280013924257167E-6</c:v>
                </c:pt>
                <c:pt idx="248">
                  <c:v>3.9090362804795558E-6</c:v>
                </c:pt>
                <c:pt idx="249">
                  <c:v>4.4532259891136093E-6</c:v>
                </c:pt>
                <c:pt idx="250">
                  <c:v>5.0682670155830201E-6</c:v>
                </c:pt>
                <c:pt idx="251">
                  <c:v>5.7627172756348952E-6</c:v>
                </c:pt>
                <c:pt idx="252">
                  <c:v>6.546083319979027E-6</c:v>
                </c:pt>
                <c:pt idx="253">
                  <c:v>7.4289153549283893E-6</c:v>
                </c:pt>
                <c:pt idx="254">
                  <c:v>8.4229106598174945E-6</c:v>
                </c:pt>
                <c:pt idx="255">
                  <c:v>9.5410260287960981E-6</c:v>
                </c:pt>
                <c:pt idx="256">
                  <c:v>1.0797599900764506E-5</c:v>
                </c:pt>
                <c:pt idx="257">
                  <c:v>1.2208484878533025E-5</c:v>
                </c:pt>
                <c:pt idx="258">
                  <c:v>1.3791191376708365E-5</c:v>
                </c:pt>
                <c:pt idx="259">
                  <c:v>1.5565043177277106E-5</c:v>
                </c:pt>
                <c:pt idx="260">
                  <c:v>1.7551345712302896E-5</c:v>
                </c:pt>
                <c:pt idx="261">
                  <c:v>1.9773567934511118E-5</c:v>
                </c:pt>
                <c:pt idx="262">
                  <c:v>2.2257538678719388E-5</c:v>
                </c:pt>
                <c:pt idx="263">
                  <c:v>2.5031658459969592E-5</c:v>
                </c:pt>
                <c:pt idx="264">
                  <c:v>2.8127127697751343E-5</c:v>
                </c:pt>
                <c:pt idx="265">
                  <c:v>3.1578192399729261E-5</c:v>
                </c:pt>
                <c:pt idx="266">
                  <c:v>3.5422408382771855E-5</c:v>
                </c:pt>
                <c:pt idx="267">
                  <c:v>3.9700925153706569E-5</c:v>
                </c:pt>
                <c:pt idx="268">
                  <c:v>4.445879061689327E-5</c:v>
                </c:pt>
                <c:pt idx="269">
                  <c:v>4.9745277820295908E-5</c:v>
                </c:pt>
                <c:pt idx="270">
                  <c:v>5.5614234995999913E-5</c:v>
                </c:pt>
                <c:pt idx="271">
                  <c:v>6.2124460194944669E-5</c:v>
                </c:pt>
                <c:pt idx="272">
                  <c:v>6.9340101858722598E-5</c:v>
                </c:pt>
                <c:pt idx="273">
                  <c:v>7.7331086713477499E-5</c:v>
                </c:pt>
                <c:pt idx="274">
                  <c:v>8.6173576411958125E-5</c:v>
                </c:pt>
                <c:pt idx="275">
                  <c:v>9.5950454389393788E-5</c:v>
                </c:pt>
                <c:pt idx="276">
                  <c:v>1.0675184443674738E-4</c:v>
                </c:pt>
                <c:pt idx="277">
                  <c:v>1.186756625309411E-4</c:v>
                </c:pt>
                <c:pt idx="278">
                  <c:v>1.3182820349530119E-4</c:v>
                </c:pt>
                <c:pt idx="279">
                  <c:v>1.4632476409470068E-4</c:v>
                </c:pt>
                <c:pt idx="280">
                  <c:v>1.6229030419815502E-4</c:v>
                </c:pt>
                <c:pt idx="281">
                  <c:v>1.7986014766679064E-4</c:v>
                </c:pt>
                <c:pt idx="282">
                  <c:v>1.9918072464666494E-4</c:v>
                </c:pt>
                <c:pt idx="283">
                  <c:v>2.2041035696368147E-4</c:v>
                </c:pt>
                <c:pt idx="284">
                  <c:v>2.4372008833136767E-4</c:v>
                </c:pt>
                <c:pt idx="285">
                  <c:v>2.6929456109113753E-4</c:v>
                </c:pt>
                <c:pt idx="286">
                  <c:v>2.9733294120878851E-4</c:v>
                </c:pt>
                <c:pt idx="287">
                  <c:v>3.2804989324946969E-4</c:v>
                </c:pt>
                <c:pt idx="288">
                  <c:v>3.616766070464756E-4</c:v>
                </c:pt>
                <c:pt idx="289">
                  <c:v>3.9846187776600779E-4</c:v>
                </c:pt>
                <c:pt idx="290">
                  <c:v>4.3867324105052534E-4</c:v>
                </c:pt>
                <c:pt idx="291">
                  <c:v>4.8259816489691718E-4</c:v>
                </c:pt>
                <c:pt idx="292">
                  <c:v>5.3054529989215527E-4</c:v>
                </c:pt>
                <c:pt idx="293">
                  <c:v>5.8284578938777468E-4</c:v>
                </c:pt>
                <c:pt idx="294">
                  <c:v>6.3985464114560907E-4</c:v>
                </c:pt>
                <c:pt idx="295">
                  <c:v>7.0195216192971111E-4</c:v>
                </c:pt>
                <c:pt idx="296">
                  <c:v>7.6954545645315474E-4</c:v>
                </c:pt>
                <c:pt idx="297">
                  <c:v>8.4306999201374361E-4</c:v>
                </c:pt>
                <c:pt idx="298">
                  <c:v>9.2299123006802796E-4</c:v>
                </c:pt>
                <c:pt idx="299">
                  <c:v>1.0098063258990623E-3</c:v>
                </c:pt>
                <c:pt idx="300">
                  <c:v>1.1040458974299161E-3</c:v>
                </c:pt>
                <c:pt idx="301">
                  <c:v>1.206275864120452E-3</c:v>
                </c:pt>
                <c:pt idx="302">
                  <c:v>1.3170993567611078E-3</c:v>
                </c:pt>
                <c:pt idx="303">
                  <c:v>1.4371586988417772E-3</c:v>
                </c:pt>
                <c:pt idx="304">
                  <c:v>1.5671374600292011E-3</c:v>
                </c:pt>
                <c:pt idx="305">
                  <c:v>1.7077625821283987E-3</c:v>
                </c:pt>
                <c:pt idx="306">
                  <c:v>1.8598065777371713E-3</c:v>
                </c:pt>
                <c:pt idx="307">
                  <c:v>2.0240898016228547E-3</c:v>
                </c:pt>
                <c:pt idx="308">
                  <c:v>2.2014827946612993E-3</c:v>
                </c:pt>
                <c:pt idx="309">
                  <c:v>2.3929086999762853E-3</c:v>
                </c:pt>
                <c:pt idx="310">
                  <c:v>2.5993457507052188E-3</c:v>
                </c:pt>
                <c:pt idx="311">
                  <c:v>2.821829828594359E-3</c:v>
                </c:pt>
                <c:pt idx="312">
                  <c:v>3.0614570923905024E-3</c:v>
                </c:pt>
                <c:pt idx="313">
                  <c:v>3.3193866747532686E-3</c:v>
                </c:pt>
                <c:pt idx="314">
                  <c:v>3.5968434461538922E-3</c:v>
                </c:pt>
                <c:pt idx="315">
                  <c:v>3.8951208439623663E-3</c:v>
                </c:pt>
                <c:pt idx="316">
                  <c:v>4.215583764646774E-3</c:v>
                </c:pt>
                <c:pt idx="317">
                  <c:v>4.559671516724673E-3</c:v>
                </c:pt>
                <c:pt idx="318">
                  <c:v>4.92890083180972E-3</c:v>
                </c:pt>
                <c:pt idx="319">
                  <c:v>5.3248689307943105E-3</c:v>
                </c:pt>
                <c:pt idx="320">
                  <c:v>5.7492566418966221E-3</c:v>
                </c:pt>
                <c:pt idx="321">
                  <c:v>6.203831566980662E-3</c:v>
                </c:pt>
                <c:pt idx="322">
                  <c:v>6.6904512922320285E-3</c:v>
                </c:pt>
                <c:pt idx="323">
                  <c:v>7.2110666389391155E-3</c:v>
                </c:pt>
                <c:pt idx="324">
                  <c:v>7.767724949790689E-3</c:v>
                </c:pt>
                <c:pt idx="325">
                  <c:v>8.362573405759988E-3</c:v>
                </c:pt>
                <c:pt idx="326">
                  <c:v>8.9978623682947113E-3</c:v>
                </c:pt>
                <c:pt idx="327">
                  <c:v>9.6759487411878509E-3</c:v>
                </c:pt>
                <c:pt idx="328">
                  <c:v>1.0399299346148349E-2</c:v>
                </c:pt>
                <c:pt idx="329">
                  <c:v>1.1170494305739305E-2</c:v>
                </c:pt>
                <c:pt idx="330">
                  <c:v>1.1992230427001689E-2</c:v>
                </c:pt>
                <c:pt idx="331">
                  <c:v>1.286732457872527E-2</c:v>
                </c:pt>
                <c:pt idx="332">
                  <c:v>1.3798717054985291E-2</c:v>
                </c:pt>
                <c:pt idx="333">
                  <c:v>1.4789474917213621E-2</c:v>
                </c:pt>
                <c:pt idx="334">
                  <c:v>1.5842795306736237E-2</c:v>
                </c:pt>
                <c:pt idx="335">
                  <c:v>1.6962008719373409E-2</c:v>
                </c:pt>
                <c:pt idx="336">
                  <c:v>1.815058223337021E-2</c:v>
                </c:pt>
                <c:pt idx="337">
                  <c:v>1.9412122681612558E-2</c:v>
                </c:pt>
                <c:pt idx="338">
                  <c:v>2.075037975876684E-2</c:v>
                </c:pt>
                <c:pt idx="339">
                  <c:v>2.2169249053698343E-2</c:v>
                </c:pt>
                <c:pt idx="340">
                  <c:v>2.3672774997220692E-2</c:v>
                </c:pt>
                <c:pt idx="341">
                  <c:v>2.526515371498211E-2</c:v>
                </c:pt>
                <c:pt idx="342">
                  <c:v>2.6950735775020017E-2</c:v>
                </c:pt>
                <c:pt idx="343">
                  <c:v>2.873402881928968E-2</c:v>
                </c:pt>
                <c:pt idx="344">
                  <c:v>3.0619700068254083E-2</c:v>
                </c:pt>
                <c:pt idx="345">
                  <c:v>3.2612578687417383E-2</c:v>
                </c:pt>
                <c:pt idx="346">
                  <c:v>3.4717658004514047E-2</c:v>
                </c:pt>
                <c:pt idx="347">
                  <c:v>3.6940097565904995E-2</c:v>
                </c:pt>
                <c:pt idx="348">
                  <c:v>3.9285225020606482E-2</c:v>
                </c:pt>
                <c:pt idx="349">
                  <c:v>4.1758537820264785E-2</c:v>
                </c:pt>
                <c:pt idx="350">
                  <c:v>4.4365704723318876E-2</c:v>
                </c:pt>
                <c:pt idx="351">
                  <c:v>4.7112567091530597E-2</c:v>
                </c:pt>
                <c:pt idx="352">
                  <c:v>5.0005139967052442E-2</c:v>
                </c:pt>
                <c:pt idx="353">
                  <c:v>5.304961291819206E-2</c:v>
                </c:pt>
                <c:pt idx="354">
                  <c:v>5.6252350642091081E-2</c:v>
                </c:pt>
                <c:pt idx="355">
                  <c:v>5.9619893312583848E-2</c:v>
                </c:pt>
                <c:pt idx="356">
                  <c:v>6.315895666161854E-2</c:v>
                </c:pt>
                <c:pt idx="357">
                  <c:v>6.687643178276087E-2</c:v>
                </c:pt>
                <c:pt idx="358">
                  <c:v>7.0779384645453802E-2</c:v>
                </c:pt>
                <c:pt idx="359">
                  <c:v>7.4875055308926575E-2</c:v>
                </c:pt>
                <c:pt idx="360">
                  <c:v>7.917085682488971E-2</c:v>
                </c:pt>
                <c:pt idx="361">
                  <c:v>8.367437381841647E-2</c:v>
                </c:pt>
                <c:pt idx="362">
                  <c:v>8.8393360736735038E-2</c:v>
                </c:pt>
                <c:pt idx="363">
                  <c:v>9.3335739755994324E-2</c:v>
                </c:pt>
                <c:pt idx="364">
                  <c:v>9.8509598336478654E-2</c:v>
                </c:pt>
                <c:pt idx="365">
                  <c:v>0.10392318641713878</c:v>
                </c:pt>
                <c:pt idx="366">
                  <c:v>0.10958491324078057</c:v>
                </c:pt>
                <c:pt idx="367">
                  <c:v>0.11550334380176563</c:v>
                </c:pt>
                <c:pt idx="368">
                  <c:v>0.12168719490859023</c:v>
                </c:pt>
                <c:pt idx="369">
                  <c:v>0.12814533085427662</c:v>
                </c:pt>
                <c:pt idx="370">
                  <c:v>0.13488675868815572</c:v>
                </c:pt>
                <c:pt idx="371">
                  <c:v>0.14192062308318976</c:v>
                </c:pt>
                <c:pt idx="372">
                  <c:v>0.14925620079374641</c:v>
                </c:pt>
                <c:pt idx="373">
                  <c:v>0.15690289469935476</c:v>
                </c:pt>
                <c:pt idx="374">
                  <c:v>0.16487022743078181</c:v>
                </c:pt>
                <c:pt idx="375">
                  <c:v>0.17316783457549006</c:v>
                </c:pt>
                <c:pt idx="376">
                  <c:v>0.18180545746039281</c:v>
                </c:pt>
                <c:pt idx="377">
                  <c:v>0.19079293551056431</c:v>
                </c:pt>
                <c:pt idx="378">
                  <c:v>0.20014019818351672</c:v>
                </c:pt>
                <c:pt idx="379">
                  <c:v>0.20985725647947517</c:v>
                </c:pt>
                <c:pt idx="380">
                  <c:v>0.21995419402897226</c:v>
                </c:pt>
                <c:pt idx="381">
                  <c:v>0.23044115776009261</c:v>
                </c:pt>
                <c:pt idx="382">
                  <c:v>0.24132834814850962</c:v>
                </c:pt>
                <c:pt idx="383">
                  <c:v>0.25262600905457555</c:v>
                </c:pt>
                <c:pt idx="384">
                  <c:v>0.26434441715256407</c:v>
                </c:pt>
                <c:pt idx="385">
                  <c:v>0.27649387095820216</c:v>
                </c:pt>
                <c:pt idx="386">
                  <c:v>0.28908467946173838</c:v>
                </c:pt>
                <c:pt idx="387">
                  <c:v>0.302127150374561</c:v>
                </c:pt>
                <c:pt idx="388">
                  <c:v>0.31563157799864927</c:v>
                </c:pt>
                <c:pt idx="389">
                  <c:v>0.32960823072901813</c:v>
                </c:pt>
                <c:pt idx="390">
                  <c:v>0.3440673382003554</c:v>
                </c:pt>
                <c:pt idx="391">
                  <c:v>0.35901907809008726</c:v>
                </c:pt>
                <c:pt idx="392">
                  <c:v>0.37447356259110665</c:v>
                </c:pt>
                <c:pt idx="393">
                  <c:v>0.39044082456846357</c:v>
                </c:pt>
                <c:pt idx="394">
                  <c:v>0.4069308034151623</c:v>
                </c:pt>
                <c:pt idx="395">
                  <c:v>0.42395333062337726</c:v>
                </c:pt>
                <c:pt idx="396">
                  <c:v>0.44151811508828553</c:v>
                </c:pt>
                <c:pt idx="397">
                  <c:v>0.45963472816253254</c:v>
                </c:pt>
                <c:pt idx="398">
                  <c:v>0.47831258848059172</c:v>
                </c:pt>
                <c:pt idx="399">
                  <c:v>0.49756094657282751</c:v>
                </c:pt>
                <c:pt idx="400">
                  <c:v>0.51738886929018824</c:v>
                </c:pt>
                <c:pt idx="401">
                  <c:v>0.53780522406119968</c:v>
                </c:pt>
                <c:pt idx="402">
                  <c:v>0.55881866300384153</c:v>
                </c:pt>
                <c:pt idx="403">
                  <c:v>0.58043760691541757</c:v>
                </c:pt>
                <c:pt idx="404">
                  <c:v>0.60267022916466728</c:v>
                </c:pt>
                <c:pt idx="405">
                  <c:v>0.62552443951076431</c:v>
                </c:pt>
                <c:pt idx="406">
                  <c:v>0.64900786787452769</c:v>
                </c:pt>
                <c:pt idx="407">
                  <c:v>0.67312784808797099</c:v>
                </c:pt>
                <c:pt idx="408">
                  <c:v>0.69789140164877395</c:v>
                </c:pt>
                <c:pt idx="409">
                  <c:v>0.72330522150665955</c:v>
                </c:pt>
                <c:pt idx="410">
                  <c:v>0.74937565590938693</c:v>
                </c:pt>
                <c:pt idx="411">
                  <c:v>0.77610869233631719</c:v>
                </c:pt>
                <c:pt idx="412">
                  <c:v>0.80350994154782607</c:v>
                </c:pt>
                <c:pt idx="413">
                  <c:v>0.83158462177936177</c:v>
                </c:pt>
                <c:pt idx="414">
                  <c:v>0.86033754310892918</c:v>
                </c:pt>
                <c:pt idx="415">
                  <c:v>0.88977309202720301</c:v>
                </c:pt>
                <c:pt idx="416">
                  <c:v>0.9198952162394034</c:v>
                </c:pt>
                <c:pt idx="417">
                  <c:v>0.95070740972835166</c:v>
                </c:pt>
                <c:pt idx="418">
                  <c:v>0.98221269810784984</c:v>
                </c:pt>
                <c:pt idx="419">
                  <c:v>1.0144136242957615</c:v>
                </c:pt>
                <c:pt idx="420">
                  <c:v>1.0473122345358672</c:v>
                </c:pt>
                <c:pt idx="421">
                  <c:v>1.0809100647974226</c:v>
                </c:pt>
                <c:pt idx="422">
                  <c:v>1.1152081275810635</c:v>
                </c:pt>
                <c:pt idx="423">
                  <c:v>1.1502068991595469</c:v>
                </c:pt>
                <c:pt idx="424">
                  <c:v>1.1859063072811777</c:v>
                </c:pt>
                <c:pt idx="425">
                  <c:v>1.2223057193635567</c:v>
                </c:pt>
                <c:pt idx="426">
                  <c:v>1.2594039312046392</c:v>
                </c:pt>
                <c:pt idx="427">
                  <c:v>1.2971991562376408</c:v>
                </c:pt>
                <c:pt idx="428">
                  <c:v>1.3356890153554599</c:v>
                </c:pt>
                <c:pt idx="429">
                  <c:v>1.3748705273300095</c:v>
                </c:pt>
                <c:pt idx="430">
                  <c:v>1.4147400998504878</c:v>
                </c:pt>
                <c:pt idx="431">
                  <c:v>1.4552935212046385</c:v>
                </c:pt>
                <c:pt idx="432">
                  <c:v>1.4965259526250798</c:v>
                </c:pt>
                <c:pt idx="433">
                  <c:v>1.5384319213230513</c:v>
                </c:pt>
                <c:pt idx="434">
                  <c:v>1.5810053142299059</c:v>
                </c:pt>
                <c:pt idx="435">
                  <c:v>1.6242393724664035</c:v>
                </c:pt>
                <c:pt idx="436">
                  <c:v>1.6681266865583293</c:v>
                </c:pt>
                <c:pt idx="437">
                  <c:v>1.7126591924157535</c:v>
                </c:pt>
                <c:pt idx="438">
                  <c:v>1.7578281680927463</c:v>
                </c:pt>
                <c:pt idx="439">
                  <c:v>1.803624231342204</c:v>
                </c:pt>
                <c:pt idx="440">
                  <c:v>1.8500373379798392</c:v>
                </c:pt>
                <c:pt idx="441">
                  <c:v>1.8970567810697974</c:v>
                </c:pt>
                <c:pt idx="442">
                  <c:v>1.9446711909432282</c:v>
                </c:pt>
                <c:pt idx="443">
                  <c:v>1.992868536059385</c:v>
                </c:pt>
                <c:pt idx="444">
                  <c:v>2.0416361247180248</c:v>
                </c:pt>
                <c:pt idx="445">
                  <c:v>2.0909606076296186</c:v>
                </c:pt>
                <c:pt idx="446">
                  <c:v>2.1408279813495099</c:v>
                </c:pt>
                <c:pt idx="447">
                  <c:v>2.1912235925792962</c:v>
                </c:pt>
                <c:pt idx="448">
                  <c:v>2.2421321433389894</c:v>
                </c:pt>
                <c:pt idx="449">
                  <c:v>2.2935376970100272</c:v>
                </c:pt>
                <c:pt idx="450">
                  <c:v>2.3454236852492474</c:v>
                </c:pt>
                <c:pt idx="451">
                  <c:v>2.3977729157719652</c:v>
                </c:pt>
                <c:pt idx="452">
                  <c:v>2.450567580999846</c:v>
                </c:pt>
                <c:pt idx="453">
                  <c:v>2.5037892675697617</c:v>
                </c:pt>
                <c:pt idx="454">
                  <c:v>2.5574189666958853</c:v>
                </c:pt>
                <c:pt idx="455">
                  <c:v>2.6114370853775881</c:v>
                </c:pt>
                <c:pt idx="456">
                  <c:v>2.6658234584436427</c:v>
                </c:pt>
                <c:pt idx="457">
                  <c:v>2.7205573614209242</c:v>
                </c:pt>
                <c:pt idx="458">
                  <c:v>2.7756175242161518</c:v>
                </c:pt>
                <c:pt idx="459">
                  <c:v>2.8309821455955078</c:v>
                </c:pt>
                <c:pt idx="460">
                  <c:v>2.8866289084474737</c:v>
                </c:pt>
                <c:pt idx="461">
                  <c:v>2.9425349958115112</c:v>
                </c:pt>
                <c:pt idx="462">
                  <c:v>2.9986771076550376</c:v>
                </c:pt>
                <c:pt idx="463">
                  <c:v>3.0550314783777566</c:v>
                </c:pt>
                <c:pt idx="464">
                  <c:v>3.1115738950243106</c:v>
                </c:pt>
                <c:pt idx="465">
                  <c:v>3.1682797161811189</c:v>
                </c:pt>
                <c:pt idx="466">
                  <c:v>3.2251238915354055</c:v>
                </c:pt>
                <c:pt idx="467">
                  <c:v>3.2820809820710801</c:v>
                </c:pt>
                <c:pt idx="468">
                  <c:v>3.339125180875997</c:v>
                </c:pt>
                <c:pt idx="469">
                  <c:v>3.3962303345334988</c:v>
                </c:pt>
                <c:pt idx="470">
                  <c:v>3.4533699650705776</c:v>
                </c:pt>
                <c:pt idx="471">
                  <c:v>3.5105172924335664</c:v>
                </c:pt>
                <c:pt idx="472">
                  <c:v>3.5676452574614985</c:v>
                </c:pt>
                <c:pt idx="473">
                  <c:v>3.6247265453266913</c:v>
                </c:pt>
                <c:pt idx="474">
                  <c:v>3.6817336094106219</c:v>
                </c:pt>
                <c:pt idx="475">
                  <c:v>3.7386386955829982</c:v>
                </c:pt>
                <c:pt idx="476">
                  <c:v>3.7954138668510331</c:v>
                </c:pt>
                <c:pt idx="477">
                  <c:v>3.8520310283449328</c:v>
                </c:pt>
                <c:pt idx="478">
                  <c:v>3.9084619526060189</c:v>
                </c:pt>
                <c:pt idx="479">
                  <c:v>3.9646783051421415</c:v>
                </c:pt>
                <c:pt idx="480">
                  <c:v>4.0206516702151909</c:v>
                </c:pt>
                <c:pt idx="481">
                  <c:v>4.0763535768256896</c:v>
                </c:pt>
                <c:pt idx="482">
                  <c:v>4.1317555248579749</c:v>
                </c:pt>
                <c:pt idx="483">
                  <c:v>4.1868290113502447</c:v>
                </c:pt>
                <c:pt idx="484">
                  <c:v>4.2415455568529703</c:v>
                </c:pt>
                <c:pt idx="485">
                  <c:v>4.2958767318392947</c:v>
                </c:pt>
                <c:pt idx="486">
                  <c:v>4.3497941831309541</c:v>
                </c:pt>
                <c:pt idx="487">
                  <c:v>4.4032696603035211</c:v>
                </c:pt>
                <c:pt idx="488">
                  <c:v>4.4562750420340134</c:v>
                </c:pt>
                <c:pt idx="489">
                  <c:v>4.5087823623556407</c:v>
                </c:pt>
                <c:pt idx="490">
                  <c:v>4.5607638367825558</c:v>
                </c:pt>
                <c:pt idx="491">
                  <c:v>4.6121918882705319</c:v>
                </c:pt>
                <c:pt idx="492">
                  <c:v>4.6630391729759975</c:v>
                </c:pt>
                <c:pt idx="493">
                  <c:v>4.7132786057810527</c:v>
                </c:pt>
                <c:pt idx="494">
                  <c:v>4.7628833855482471</c:v>
                </c:pt>
                <c:pt idx="495">
                  <c:v>4.8118270200716591</c:v>
                </c:pt>
                <c:pt idx="496">
                  <c:v>4.8600833506915464</c:v>
                </c:pt>
                <c:pt idx="497">
                  <c:v>4.9076265765391103</c:v>
                </c:pt>
                <c:pt idx="498">
                  <c:v>4.9544312783802287</c:v>
                </c:pt>
                <c:pt idx="499">
                  <c:v>5.0004724420258597</c:v>
                </c:pt>
                <c:pt idx="500">
                  <c:v>5.0457254812804511</c:v>
                </c:pt>
                <c:pt idx="501">
                  <c:v>5.0901662603967548</c:v>
                </c:pt>
                <c:pt idx="502">
                  <c:v>5.1337711160103803</c:v>
                </c:pt>
                <c:pt idx="503">
                  <c:v>5.1765168785249047</c:v>
                </c:pt>
                <c:pt idx="504">
                  <c:v>5.2183808929219015</c:v>
                </c:pt>
                <c:pt idx="505">
                  <c:v>5.2593410389699216</c:v>
                </c:pt>
                <c:pt idx="506">
                  <c:v>5.2993757508071813</c:v>
                </c:pt>
                <c:pt idx="507">
                  <c:v>5.3384640358759912</c:v>
                </c:pt>
                <c:pt idx="508">
                  <c:v>5.3765854931851713</c:v>
                </c:pt>
                <c:pt idx="509">
                  <c:v>5.4137203308795616</c:v>
                </c:pt>
                <c:pt idx="510">
                  <c:v>5.4498493830980399</c:v>
                </c:pt>
                <c:pt idx="511">
                  <c:v>5.4849541260989447</c:v>
                </c:pt>
                <c:pt idx="512">
                  <c:v>5.519016693637365</c:v>
                </c:pt>
                <c:pt idx="513">
                  <c:v>5.5520198915775199</c:v>
                </c:pt>
                <c:pt idx="514">
                  <c:v>5.5839472117244364</c:v>
                </c:pt>
                <c:pt idx="515">
                  <c:v>5.614782844862547</c:v>
                </c:pt>
                <c:pt idx="516">
                  <c:v>5.6445116929879742</c:v>
                </c:pt>
                <c:pt idx="517">
                  <c:v>5.6731193807236586</c:v>
                </c:pt>
                <c:pt idx="518">
                  <c:v>5.7005922659080834</c:v>
                </c:pt>
                <c:pt idx="519">
                  <c:v>5.7269174493478445</c:v>
                </c:pt>
                <c:pt idx="520">
                  <c:v>5.752082783728925</c:v>
                </c:pt>
                <c:pt idx="521">
                  <c:v>5.7760768816792645</c:v>
                </c:pt>
                <c:pt idx="522">
                  <c:v>5.7988891229788653</c:v>
                </c:pt>
                <c:pt idx="523">
                  <c:v>5.820509660914416</c:v>
                </c:pt>
                <c:pt idx="524">
                  <c:v>5.8409294277762331</c:v>
                </c:pt>
                <c:pt idx="525">
                  <c:v>5.860140139497215</c:v>
                </c:pt>
                <c:pt idx="526">
                  <c:v>5.8781342994347545</c:v>
                </c:pt>
                <c:pt idx="527">
                  <c:v>5.8949052012965097</c:v>
                </c:pt>
                <c:pt idx="528">
                  <c:v>5.9104469312156347</c:v>
                </c:pt>
                <c:pt idx="529">
                  <c:v>5.9247543689766475</c:v>
                </c:pt>
                <c:pt idx="530">
                  <c:v>5.9378231884004631</c:v>
                </c:pt>
                <c:pt idx="531">
                  <c:v>5.9496498568944274</c:v>
                </c:pt>
                <c:pt idx="532">
                  <c:v>5.9602316341744004</c:v>
                </c:pt>
                <c:pt idx="533">
                  <c:v>5.9695665701696941</c:v>
                </c:pt>
                <c:pt idx="534">
                  <c:v>5.977653502119824</c:v>
                </c:pt>
                <c:pt idx="535">
                  <c:v>5.9844920508747865</c:v>
                </c:pt>
                <c:pt idx="536">
                  <c:v>5.9900826164111498</c:v>
                </c:pt>
                <c:pt idx="537">
                  <c:v>5.9944263725773155</c:v>
                </c:pt>
                <c:pt idx="538">
                  <c:v>5.9975252610819316</c:v>
                </c:pt>
                <c:pt idx="539">
                  <c:v>5.9993819847411833</c:v>
                </c:pt>
                <c:pt idx="540">
                  <c:v>6</c:v>
                </c:pt>
                <c:pt idx="541">
                  <c:v>5.9993835087454368</c:v>
                </c:pt>
                <c:pt idx="542">
                  <c:v>5.9975374494286591</c:v>
                </c:pt>
                <c:pt idx="543">
                  <c:v>5.9944674875151325</c:v>
                </c:pt>
                <c:pt idx="544">
                  <c:v>5.9901800052811156</c:v>
                </c:pt>
                <c:pt idx="545">
                  <c:v>5.984682090977242</c:v>
                </c:pt>
                <c:pt idx="546">
                  <c:v>5.9779815273793346</c:v>
                </c:pt>
                <c:pt idx="547">
                  <c:v>5.9700867797473522</c:v>
                </c:pt>
                <c:pt idx="548">
                  <c:v>5.9610069832148564</c:v>
                </c:pt>
                <c:pt idx="549">
                  <c:v>5.9507519296302016</c:v>
                </c:pt>
                <c:pt idx="550">
                  <c:v>5.939332053872727</c:v>
                </c:pt>
                <c:pt idx="551">
                  <c:v>5.9267584196673289</c:v>
                </c:pt>
                <c:pt idx="552">
                  <c:v>5.9130427049195946</c:v>
                </c:pt>
                <c:pt idx="553">
                  <c:v>5.8981971865970149</c:v>
                </c:pt>
                <c:pt idx="554">
                  <c:v>5.8822347251787299</c:v>
                </c:pt>
                <c:pt idx="555">
                  <c:v>5.8651687486992028</c:v>
                </c:pt>
                <c:pt idx="556">
                  <c:v>5.8470132364096541</c:v>
                </c:pt>
                <c:pt idx="557">
                  <c:v>5.8277827020825903</c:v>
                </c:pt>
                <c:pt idx="558">
                  <c:v>5.8074921769838079</c:v>
                </c:pt>
                <c:pt idx="559">
                  <c:v>5.7861571925366171</c:v>
                </c:pt>
                <c:pt idx="560">
                  <c:v>5.7637937627034024</c:v>
                </c:pt>
                <c:pt idx="561">
                  <c:v>5.7404183661099939</c:v>
                </c:pt>
                <c:pt idx="562">
                  <c:v>5.7160479279363718</c:v>
                </c:pt>
                <c:pt idx="563">
                  <c:v>5.6906998015998527</c:v>
                </c:pt>
                <c:pt idx="564">
                  <c:v>5.6643917502546133</c:v>
                </c:pt>
                <c:pt idx="565">
                  <c:v>5.6371419281325954</c:v>
                </c:pt>
                <c:pt idx="566">
                  <c:v>5.6089688617495401</c:v>
                </c:pt>
                <c:pt idx="567">
                  <c:v>5.5798914310004459</c:v>
                </c:pt>
                <c:pt idx="568">
                  <c:v>5.5499288501691391</c:v>
                </c:pt>
                <c:pt idx="569">
                  <c:v>5.5191006488738701</c:v>
                </c:pt>
                <c:pt idx="570">
                  <c:v>5.4874266529736957</c:v>
                </c:pt>
                <c:pt idx="571">
                  <c:v>5.4549269654576484</c:v>
                </c:pt>
                <c:pt idx="572">
                  <c:v>5.4216219473394318</c:v>
                </c:pt>
                <c:pt idx="573">
                  <c:v>5.3875321985798905</c:v>
                </c:pt>
                <c:pt idx="574">
                  <c:v>5.3526785390586902</c:v>
                </c:pt>
                <c:pt idx="575">
                  <c:v>5.3170819896164296</c:v>
                </c:pt>
                <c:pt idx="576">
                  <c:v>5.2807637531879639</c:v>
                </c:pt>
                <c:pt idx="577">
                  <c:v>5.2437451960472634</c:v>
                </c:pt>
                <c:pt idx="578">
                  <c:v>5.2060478291832712</c:v>
                </c:pt>
                <c:pt idx="579">
                  <c:v>5.167693289825861</c:v>
                </c:pt>
                <c:pt idx="580">
                  <c:v>5.1287033231408961</c:v>
                </c:pt>
                <c:pt idx="581">
                  <c:v>5.0890997641118814</c:v>
                </c:pt>
                <c:pt idx="582">
                  <c:v>5.0489045196257036</c:v>
                </c:pt>
                <c:pt idx="583">
                  <c:v>5.0081395507798634</c:v>
                </c:pt>
                <c:pt idx="584">
                  <c:v>4.9668268554262642</c:v>
                </c:pt>
                <c:pt idx="585">
                  <c:v>4.9249884509682609</c:v>
                </c:pt>
                <c:pt idx="586">
                  <c:v>4.8826463574248429</c:v>
                </c:pt>
                <c:pt idx="587">
                  <c:v>4.8398225807770654</c:v>
                </c:pt>
                <c:pt idx="588">
                  <c:v>4.7965390966095933</c:v>
                </c:pt>
                <c:pt idx="589">
                  <c:v>4.752817834060969</c:v>
                </c:pt>
                <c:pt idx="590">
                  <c:v>4.7086806600941244</c:v>
                </c:pt>
                <c:pt idx="591">
                  <c:v>4.66414936409942</c:v>
                </c:pt>
                <c:pt idx="592">
                  <c:v>4.6192456428404007</c:v>
                </c:pt>
                <c:pt idx="593">
                  <c:v>4.5739910857533435</c:v>
                </c:pt>
                <c:pt idx="594">
                  <c:v>4.5284071606094125</c:v>
                </c:pt>
                <c:pt idx="595">
                  <c:v>4.4825151995484331</c:v>
                </c:pt>
                <c:pt idx="596">
                  <c:v>4.4363363854931741</c:v>
                </c:pt>
                <c:pt idx="597">
                  <c:v>4.3898917389503804</c:v>
                </c:pt>
                <c:pt idx="598">
                  <c:v>4.3432021052069052</c:v>
                </c:pt>
                <c:pt idx="599">
                  <c:v>4.296288141926019</c:v>
                </c:pt>
                <c:pt idx="600">
                  <c:v>4.2491703071498286</c:v>
                </c:pt>
                <c:pt idx="601">
                  <c:v>4.2018688477130954</c:v>
                </c:pt>
                <c:pt idx="602">
                  <c:v>4.1544037880719173</c:v>
                </c:pt>
                <c:pt idx="603">
                  <c:v>4.1067949195519393</c:v>
                </c:pt>
                <c:pt idx="604">
                  <c:v>4.0590617900179566</c:v>
                </c:pt>
                <c:pt idx="605">
                  <c:v>4.0112236939685673</c:v>
                </c:pt>
                <c:pt idx="606">
                  <c:v>3.963299663056524</c:v>
                </c:pt>
                <c:pt idx="607">
                  <c:v>3.9153084570369776</c:v>
                </c:pt>
                <c:pt idx="608">
                  <c:v>3.8672685551435793</c:v>
                </c:pt>
                <c:pt idx="609">
                  <c:v>3.8191981478930614</c:v>
                </c:pt>
                <c:pt idx="610">
                  <c:v>3.7711151293174572</c:v>
                </c:pt>
                <c:pt idx="611">
                  <c:v>3.7230370896232396</c:v>
                </c:pt>
                <c:pt idx="612">
                  <c:v>3.6749813082758105</c:v>
                </c:pt>
                <c:pt idx="613">
                  <c:v>3.6269647475073099</c:v>
                </c:pt>
                <c:pt idx="614">
                  <c:v>3.5790040462453394</c:v>
                </c:pt>
                <c:pt idx="615">
                  <c:v>3.5311155144596977</c:v>
                </c:pt>
                <c:pt idx="616">
                  <c:v>3.4833151279234515</c:v>
                </c:pt>
                <c:pt idx="617">
                  <c:v>3.4356185233849605</c:v>
                </c:pt>
                <c:pt idx="618">
                  <c:v>3.3880409941462042</c:v>
                </c:pt>
                <c:pt idx="619">
                  <c:v>3.340597486042848</c:v>
                </c:pt>
                <c:pt idx="620">
                  <c:v>3.2933025938213847</c:v>
                </c:pt>
                <c:pt idx="621">
                  <c:v>3.2461705579069822</c:v>
                </c:pt>
                <c:pt idx="622">
                  <c:v>3.1992152615577831</c:v>
                </c:pt>
                <c:pt idx="623">
                  <c:v>3.1524502283978162</c:v>
                </c:pt>
                <c:pt idx="624">
                  <c:v>3.1058886203235532</c:v>
                </c:pt>
                <c:pt idx="625">
                  <c:v>3.059543235776697</c:v>
                </c:pt>
                <c:pt idx="626">
                  <c:v>3.013426508376114</c:v>
                </c:pt>
                <c:pt idx="627">
                  <c:v>2.9675505059020981</c:v>
                </c:pt>
                <c:pt idx="628">
                  <c:v>2.9219269296253758</c:v>
                </c:pt>
                <c:pt idx="629">
                  <c:v>2.8765671139726452</c:v>
                </c:pt>
                <c:pt idx="630">
                  <c:v>2.8314820265213543</c:v>
                </c:pt>
                <c:pt idx="631">
                  <c:v>2.7866822683152006</c:v>
                </c:pt>
                <c:pt idx="632">
                  <c:v>2.7421780744920579</c:v>
                </c:pt>
                <c:pt idx="633">
                  <c:v>2.6979793152161884</c:v>
                </c:pt>
                <c:pt idx="634">
                  <c:v>2.6540954969055512</c:v>
                </c:pt>
                <c:pt idx="635">
                  <c:v>2.6105357637460238</c:v>
                </c:pt>
                <c:pt idx="636">
                  <c:v>2.5673088994833653</c:v>
                </c:pt>
                <c:pt idx="637">
                  <c:v>2.5244233294840064</c:v>
                </c:pt>
                <c:pt idx="638">
                  <c:v>2.4818871230557367</c:v>
                </c:pt>
                <c:pt idx="639">
                  <c:v>2.4397079960190062</c:v>
                </c:pt>
                <c:pt idx="640">
                  <c:v>2.3978933135199543</c:v>
                </c:pt>
                <c:pt idx="641">
                  <c:v>2.356450093075547</c:v>
                </c:pt>
                <c:pt idx="642">
                  <c:v>2.3153850078421065</c:v>
                </c:pt>
                <c:pt idx="643">
                  <c:v>2.2747043900976602</c:v>
                </c:pt>
                <c:pt idx="644">
                  <c:v>2.234414234928872</c:v>
                </c:pt>
                <c:pt idx="645">
                  <c:v>2.1945202041136058</c:v>
                </c:pt>
                <c:pt idx="646">
                  <c:v>2.155027630189557</c:v>
                </c:pt>
                <c:pt idx="647">
                  <c:v>2.1159415207001553</c:v>
                </c:pt>
                <c:pt idx="648">
                  <c:v>2.0772665626084086</c:v>
                </c:pt>
                <c:pt idx="649">
                  <c:v>2.0390071268696612</c:v>
                </c:pt>
                <c:pt idx="650">
                  <c:v>2.0011672731544827</c:v>
                </c:pt>
                <c:pt idx="651">
                  <c:v>1.9637507547124438</c:v>
                </c:pt>
                <c:pt idx="652">
                  <c:v>1.9267610233682966</c:v>
                </c:pt>
                <c:pt idx="653">
                  <c:v>1.8902012346418915</c:v>
                </c:pt>
                <c:pt idx="654">
                  <c:v>1.8540742529825991</c:v>
                </c:pt>
                <c:pt idx="655">
                  <c:v>1.8183826571108674</c:v>
                </c:pt>
                <c:pt idx="656">
                  <c:v>1.7831287454574165</c:v>
                </c:pt>
                <c:pt idx="657">
                  <c:v>1.7483145416926162</c:v>
                </c:pt>
                <c:pt idx="658">
                  <c:v>1.7139418003375857</c:v>
                </c:pt>
                <c:pt idx="659">
                  <c:v>1.6800120124493265</c:v>
                </c:pt>
                <c:pt idx="660">
                  <c:v>1.6465264113717568</c:v>
                </c:pt>
                <c:pt idx="661">
                  <c:v>1.6134859785453628</c:v>
                </c:pt>
                <c:pt idx="662">
                  <c:v>1.5808914493678432</c:v>
                </c:pt>
                <c:pt idx="663">
                  <c:v>1.548743319098314</c:v>
                </c:pt>
                <c:pt idx="664">
                  <c:v>1.5170418487981934</c:v>
                </c:pt>
                <c:pt idx="665">
                  <c:v>1.4857870713016466</c:v>
                </c:pt>
                <c:pt idx="666">
                  <c:v>1.454978797208816</c:v>
                </c:pt>
                <c:pt idx="667">
                  <c:v>1.4246166208952451</c:v>
                </c:pt>
                <c:pt idx="668">
                  <c:v>1.3946999265311975</c:v>
                </c:pt>
                <c:pt idx="669">
                  <c:v>1.3652278941043503</c:v>
                </c:pt>
                <c:pt idx="670">
                  <c:v>1.3361995054402303</c:v>
                </c:pt>
                <c:pt idx="671">
                  <c:v>1.3076135502141921</c:v>
                </c:pt>
                <c:pt idx="672">
                  <c:v>1.2794686319494097</c:v>
                </c:pt>
                <c:pt idx="673">
                  <c:v>1.2517631739955672</c:v>
                </c:pt>
                <c:pt idx="674">
                  <c:v>1.2244954254826317</c:v>
                </c:pt>
                <c:pt idx="675">
                  <c:v>1.1976634672450097</c:v>
                </c:pt>
                <c:pt idx="676">
                  <c:v>1.1712652177109955</c:v>
                </c:pt>
                <c:pt idx="677">
                  <c:v>1.1452984387528309</c:v>
                </c:pt>
                <c:pt idx="678">
                  <c:v>1.1197607414929955</c:v>
                </c:pt>
                <c:pt idx="679">
                  <c:v>1.0946495920622947</c:v>
                </c:pt>
                <c:pt idx="680">
                  <c:v>1.0699623173057839</c:v>
                </c:pt>
                <c:pt idx="681">
                  <c:v>1.0456961104325178</c:v>
                </c:pt>
                <c:pt idx="682">
                  <c:v>1.0218480366053864</c:v>
                </c:pt>
                <c:pt idx="683">
                  <c:v>0.99841503846767043</c:v>
                </c:pt>
                <c:pt idx="684">
                  <c:v>0.97539394160268622</c:v>
                </c:pt>
                <c:pt idx="685">
                  <c:v>0.95278145992368923</c:v>
                </c:pt>
                <c:pt idx="686">
                  <c:v>0.9305742009907394</c:v>
                </c:pt>
                <c:pt idx="687">
                  <c:v>0.90876867125197502</c:v>
                </c:pt>
                <c:pt idx="688">
                  <c:v>0.88736128120656499</c:v>
                </c:pt>
                <c:pt idx="689">
                  <c:v>0.86634835048684034</c:v>
                </c:pt>
                <c:pt idx="690">
                  <c:v>0.84572611285745869</c:v>
                </c:pt>
                <c:pt idx="691">
                  <c:v>0.8254907211293715</c:v>
                </c:pt>
                <c:pt idx="692">
                  <c:v>0.80563825198673633</c:v>
                </c:pt>
                <c:pt idx="693">
                  <c:v>0.78616471072493366</c:v>
                </c:pt>
                <c:pt idx="694">
                  <c:v>0.76706603589812072</c:v>
                </c:pt>
                <c:pt idx="695">
                  <c:v>0.74833810387479471</c:v>
                </c:pt>
                <c:pt idx="696">
                  <c:v>0.72997673330007873</c:v>
                </c:pt>
                <c:pt idx="697">
                  <c:v>0.71197768946358875</c:v>
                </c:pt>
                <c:pt idx="698">
                  <c:v>0.69433668857182451</c:v>
                </c:pt>
                <c:pt idx="699">
                  <c:v>0.67704940192414864</c:v>
                </c:pt>
                <c:pt idx="700">
                  <c:v>0.660111459991788</c:v>
                </c:pt>
                <c:pt idx="701">
                  <c:v>0.64351845639893457</c:v>
                </c:pt>
                <c:pt idx="702">
                  <c:v>0.62726595180581679</c:v>
                </c:pt>
                <c:pt idx="703">
                  <c:v>0.61134947769308901</c:v>
                </c:pt>
                <c:pt idx="704">
                  <c:v>0.59576454004744195</c:v>
                </c:pt>
                <c:pt idx="705">
                  <c:v>0.58050662294824729</c:v>
                </c:pt>
                <c:pt idx="706">
                  <c:v>0.56557119205530304</c:v>
                </c:pt>
                <c:pt idx="707">
                  <c:v>0.55095369799763394</c:v>
                </c:pt>
                <c:pt idx="708">
                  <c:v>0.53664957966367111</c:v>
                </c:pt>
                <c:pt idx="709">
                  <c:v>0.52265426739307219</c:v>
                </c:pt>
                <c:pt idx="710">
                  <c:v>0.50896318607053115</c:v>
                </c:pt>
                <c:pt idx="711">
                  <c:v>0.49557175812208065</c:v>
                </c:pt>
                <c:pt idx="712">
                  <c:v>0.48247540641455589</c:v>
                </c:pt>
                <c:pt idx="713">
                  <c:v>0.46966955705868785</c:v>
                </c:pt>
                <c:pt idx="714">
                  <c:v>0.45714964211673248</c:v>
                </c:pt>
                <c:pt idx="715">
                  <c:v>0.44491110221538849</c:v>
                </c:pt>
                <c:pt idx="716">
                  <c:v>0.43294938906484348</c:v>
                </c:pt>
                <c:pt idx="717">
                  <c:v>0.42125996788496317</c:v>
                </c:pt>
                <c:pt idx="718">
                  <c:v>0.40983831973965623</c:v>
                </c:pt>
                <c:pt idx="719">
                  <c:v>0.39867994378040206</c:v>
                </c:pt>
                <c:pt idx="720">
                  <c:v>0.38778035940017092</c:v>
                </c:pt>
                <c:pt idx="721">
                  <c:v>0.37713510829890368</c:v>
                </c:pt>
                <c:pt idx="722">
                  <c:v>0.36673975646173568</c:v>
                </c:pt>
                <c:pt idx="723">
                  <c:v>0.3565898960513525</c:v>
                </c:pt>
                <c:pt idx="724">
                  <c:v>0.34668114721572546</c:v>
                </c:pt>
                <c:pt idx="725">
                  <c:v>0.33700915981263974</c:v>
                </c:pt>
                <c:pt idx="726">
                  <c:v>0.32756961505241083</c:v>
                </c:pt>
                <c:pt idx="727">
                  <c:v>0.31835822706023587</c:v>
                </c:pt>
                <c:pt idx="728">
                  <c:v>0.30937074435967415</c:v>
                </c:pt>
                <c:pt idx="729">
                  <c:v>0.30060295127871695</c:v>
                </c:pt>
                <c:pt idx="730">
                  <c:v>0.29205066928000023</c:v>
                </c:pt>
                <c:pt idx="731">
                  <c:v>0.28370975821675093</c:v>
                </c:pt>
                <c:pt idx="732">
                  <c:v>0.27557611751592781</c:v>
                </c:pt>
                <c:pt idx="733">
                  <c:v>0.26764568729025789</c:v>
                </c:pt>
                <c:pt idx="734">
                  <c:v>0.25991444938073138</c:v>
                </c:pt>
                <c:pt idx="735">
                  <c:v>0.25237842833109791</c:v>
                </c:pt>
                <c:pt idx="736">
                  <c:v>0.24503369229612043</c:v>
                </c:pt>
                <c:pt idx="737">
                  <c:v>0.23787635388511236</c:v>
                </c:pt>
                <c:pt idx="738">
                  <c:v>0.23090257094239908</c:v>
                </c:pt>
                <c:pt idx="739">
                  <c:v>0.22410854726642548</c:v>
                </c:pt>
                <c:pt idx="740">
                  <c:v>0.21749053326904377</c:v>
                </c:pt>
                <c:pt idx="741">
                  <c:v>0.21104482657668508</c:v>
                </c:pt>
                <c:pt idx="742">
                  <c:v>0.20476777257502118</c:v>
                </c:pt>
                <c:pt idx="743">
                  <c:v>0.19865576489877773</c:v>
                </c:pt>
                <c:pt idx="744">
                  <c:v>0.19270524586825488</c:v>
                </c:pt>
                <c:pt idx="745">
                  <c:v>0.18691270687427453</c:v>
                </c:pt>
                <c:pt idx="746">
                  <c:v>0.18127468871304153</c:v>
                </c:pt>
                <c:pt idx="747">
                  <c:v>0.17578778187260799</c:v>
                </c:pt>
                <c:pt idx="748">
                  <c:v>0.1704486267724804</c:v>
                </c:pt>
                <c:pt idx="749">
                  <c:v>0.16525391395792077</c:v>
                </c:pt>
                <c:pt idx="750">
                  <c:v>0.16020038425053493</c:v>
                </c:pt>
                <c:pt idx="751">
                  <c:v>0.15528482885666289</c:v>
                </c:pt>
                <c:pt idx="752">
                  <c:v>0.15050408943507051</c:v>
                </c:pt>
                <c:pt idx="753">
                  <c:v>0.14585505812548216</c:v>
                </c:pt>
                <c:pt idx="754">
                  <c:v>0.14133467753939619</c:v>
                </c:pt>
                <c:pt idx="755">
                  <c:v>0.13693994071466944</c:v>
                </c:pt>
                <c:pt idx="756">
                  <c:v>0.13266789103529081</c:v>
                </c:pt>
                <c:pt idx="757">
                  <c:v>0.12851562211776713</c:v>
                </c:pt>
                <c:pt idx="758">
                  <c:v>0.12448027766552031</c:v>
                </c:pt>
                <c:pt idx="759">
                  <c:v>0.12055905129264373</c:v>
                </c:pt>
                <c:pt idx="760">
                  <c:v>0.11674918631839756</c:v>
                </c:pt>
                <c:pt idx="761">
                  <c:v>0.11304797553371829</c:v>
                </c:pt>
                <c:pt idx="762">
                  <c:v>0.10945276094108694</c:v>
                </c:pt>
                <c:pt idx="763">
                  <c:v>0.10596093346898412</c:v>
                </c:pt>
                <c:pt idx="764">
                  <c:v>0.10256993266220311</c:v>
                </c:pt>
                <c:pt idx="765">
                  <c:v>9.9277246349213991E-2</c:v>
                </c:pt>
                <c:pt idx="766">
                  <c:v>9.6080410287804563E-2</c:v>
                </c:pt>
                <c:pt idx="767">
                  <c:v>9.2977007790120053E-2</c:v>
                </c:pt>
                <c:pt idx="768">
                  <c:v>8.9964669328267508E-2</c:v>
                </c:pt>
                <c:pt idx="769">
                  <c:v>8.7041072121589569E-2</c:v>
                </c:pt>
                <c:pt idx="770">
                  <c:v>8.4203939706678027E-2</c:v>
                </c:pt>
                <c:pt idx="771">
                  <c:v>8.145104149119653E-2</c:v>
                </c:pt>
                <c:pt idx="772">
                  <c:v>7.8780192292526544E-2</c:v>
                </c:pt>
                <c:pt idx="773">
                  <c:v>7.6189251862253324E-2</c:v>
                </c:pt>
                <c:pt idx="774">
                  <c:v>7.3676124397445419E-2</c:v>
                </c:pt>
                <c:pt idx="775">
                  <c:v>7.1238758039683339E-2</c:v>
                </c:pt>
                <c:pt idx="776">
                  <c:v>6.8875144362757518E-2</c:v>
                </c:pt>
                <c:pt idx="777">
                  <c:v>6.6583317849929019E-2</c:v>
                </c:pt>
                <c:pt idx="778">
                  <c:v>6.4361355361590253E-2</c:v>
                </c:pt>
                <c:pt idx="779">
                  <c:v>6.2207375594212258E-2</c:v>
                </c:pt>
                <c:pt idx="780">
                  <c:v>6.0119538531340166E-2</c:v>
                </c:pt>
                <c:pt idx="781">
                  <c:v>5.8096044887449273E-2</c:v>
                </c:pt>
                <c:pt idx="782">
                  <c:v>5.6135135545419129E-2</c:v>
                </c:pt>
                <c:pt idx="783">
                  <c:v>5.4235090988345919E-2</c:v>
                </c:pt>
                <c:pt idx="784">
                  <c:v>5.2394230726404846E-2</c:v>
                </c:pt>
                <c:pt idx="785">
                  <c:v>5.0610912719460624E-2</c:v>
                </c:pt>
                <c:pt idx="786">
                  <c:v>4.8883532796056894E-2</c:v>
                </c:pt>
                <c:pt idx="787">
                  <c:v>4.721052406943671E-2</c:v>
                </c:pt>
                <c:pt idx="788">
                  <c:v>4.5590356351197306E-2</c:v>
                </c:pt>
                <c:pt idx="789">
                  <c:v>4.4021535563168311E-2</c:v>
                </c:pt>
                <c:pt idx="790">
                  <c:v>4.2502603148060744E-2</c:v>
                </c:pt>
                <c:pt idx="791">
                  <c:v>4.1032135479449852E-2</c:v>
                </c:pt>
                <c:pt idx="792">
                  <c:v>3.9608743271587726E-2</c:v>
                </c:pt>
                <c:pt idx="793">
                  <c:v>3.8231070989549906E-2</c:v>
                </c:pt>
                <c:pt idx="794">
                  <c:v>3.6897796260186987E-2</c:v>
                </c:pt>
                <c:pt idx="795">
                  <c:v>3.5607629284336084E-2</c:v>
                </c:pt>
                <c:pt idx="796">
                  <c:v>3.4359312250714279E-2</c:v>
                </c:pt>
                <c:pt idx="797">
                  <c:v>3.315161875191508E-2</c:v>
                </c:pt>
                <c:pt idx="798">
                  <c:v>3.1983353202897205E-2</c:v>
                </c:pt>
                <c:pt idx="799">
                  <c:v>3.0853350262326985E-2</c:v>
                </c:pt>
                <c:pt idx="800">
                  <c:v>2.9760474257140145E-2</c:v>
                </c:pt>
                <c:pt idx="801">
                  <c:v>2.8703618610652987E-2</c:v>
                </c:pt>
                <c:pt idx="802">
                  <c:v>2.7681705274532523E-2</c:v>
                </c:pt>
                <c:pt idx="803">
                  <c:v>2.6693684164933805E-2</c:v>
                </c:pt>
                <c:pt idx="804">
                  <c:v>2.5738532603081295E-2</c:v>
                </c:pt>
                <c:pt idx="805">
                  <c:v>2.481525476055816E-2</c:v>
                </c:pt>
                <c:pt idx="806">
                  <c:v>2.3922881109556749E-2</c:v>
                </c:pt>
                <c:pt idx="807">
                  <c:v>2.3060467878318076E-2</c:v>
                </c:pt>
                <c:pt idx="808">
                  <c:v>2.222709651198404E-2</c:v>
                </c:pt>
                <c:pt idx="809">
                  <c:v>2.1421873139059421E-2</c:v>
                </c:pt>
                <c:pt idx="810">
                  <c:v>2.0643928043679243E-2</c:v>
                </c:pt>
                <c:pt idx="811">
                  <c:v>1.9892415143850539E-2</c:v>
                </c:pt>
                <c:pt idx="812">
                  <c:v>1.916651147583457E-2</c:v>
                </c:pt>
                <c:pt idx="813">
                  <c:v>1.846541668481623E-2</c:v>
                </c:pt>
                <c:pt idx="814">
                  <c:v>1.778835252199502E-2</c:v>
                </c:pt>
                <c:pt idx="815">
                  <c:v>1.7134562348227675E-2</c:v>
                </c:pt>
                <c:pt idx="816">
                  <c:v>1.650331064432731E-2</c:v>
                </c:pt>
                <c:pt idx="817">
                  <c:v>1.5893882528124952E-2</c:v>
                </c:pt>
                <c:pt idx="818">
                  <c:v>1.5305583278382124E-2</c:v>
                </c:pt>
                <c:pt idx="819">
                  <c:v>1.4737737865636234E-2</c:v>
                </c:pt>
                <c:pt idx="820">
                  <c:v>1.4189690490043465E-2</c:v>
                </c:pt>
                <c:pt idx="821">
                  <c:v>1.3660804126285515E-2</c:v>
                </c:pt>
                <c:pt idx="822">
                  <c:v>1.3150460075587671E-2</c:v>
                </c:pt>
                <c:pt idx="823">
                  <c:v>1.2658057524887929E-2</c:v>
                </c:pt>
                <c:pt idx="824">
                  <c:v>1.218301311319692E-2</c:v>
                </c:pt>
                <c:pt idx="825">
                  <c:v>1.1724760505167131E-2</c:v>
                </c:pt>
                <c:pt idx="826">
                  <c:v>1.1282749971891933E-2</c:v>
                </c:pt>
                <c:pt idx="827">
                  <c:v>1.0856447978945461E-2</c:v>
                </c:pt>
                <c:pt idx="828">
                  <c:v>1.0445336781663785E-2</c:v>
                </c:pt>
                <c:pt idx="829">
                  <c:v>1.0048914027663208E-2</c:v>
                </c:pt>
                <c:pt idx="830">
                  <c:v>9.6666923665880526E-3</c:v>
                </c:pt>
                <c:pt idx="831">
                  <c:v>9.2981990670683093E-3</c:v>
                </c:pt>
                <c:pt idx="832">
                  <c:v>8.9429756408663224E-3</c:v>
                </c:pt>
                <c:pt idx="833">
                  <c:v>8.6005774741834962E-3</c:v>
                </c:pt>
                <c:pt idx="834">
                  <c:v>8.2705734660942307E-3</c:v>
                </c:pt>
                <c:pt idx="835">
                  <c:v>7.9525456740693976E-3</c:v>
                </c:pt>
                <c:pt idx="836">
                  <c:v>7.6460889665443503E-3</c:v>
                </c:pt>
                <c:pt idx="837">
                  <c:v>7.3508106824870826E-3</c:v>
                </c:pt>
                <c:pt idx="838">
                  <c:v>7.0663302979117465E-3</c:v>
                </c:pt>
                <c:pt idx="839">
                  <c:v>6.7922790992843308E-3</c:v>
                </c:pt>
                <c:pt idx="840">
                  <c:v>6.5282998637607916E-3</c:v>
                </c:pt>
                <c:pt idx="841">
                  <c:v>6.2740465461940441E-3</c:v>
                </c:pt>
                <c:pt idx="842">
                  <c:v>6.0291839728449717E-3</c:v>
                </c:pt>
                <c:pt idx="843">
                  <c:v>5.7933875417288004E-3</c:v>
                </c:pt>
                <c:pt idx="844">
                  <c:v>5.5663429295247022E-3</c:v>
                </c:pt>
                <c:pt idx="845">
                  <c:v>5.3477458049738594E-3</c:v>
                </c:pt>
                <c:pt idx="846">
                  <c:v>5.1373015486916845E-3</c:v>
                </c:pt>
                <c:pt idx="847">
                  <c:v>4.9347249793125891E-3</c:v>
                </c:pt>
                <c:pt idx="848">
                  <c:v>4.7397400858892108E-3</c:v>
                </c:pt>
                <c:pt idx="849">
                  <c:v>4.5520797664621651E-3</c:v>
                </c:pt>
                <c:pt idx="850">
                  <c:v>4.3714855727162941E-3</c:v>
                </c:pt>
                <c:pt idx="851">
                  <c:v>4.1977074606386819E-3</c:v>
                </c:pt>
                <c:pt idx="852">
                  <c:v>4.0305035470904315E-3</c:v>
                </c:pt>
                <c:pt idx="853">
                  <c:v>3.8696398722051517E-3</c:v>
                </c:pt>
                <c:pt idx="854">
                  <c:v>3.7148901675243999E-3</c:v>
                </c:pt>
                <c:pt idx="855">
                  <c:v>3.5660356297801772E-3</c:v>
                </c:pt>
                <c:pt idx="856">
                  <c:v>3.4228647002344679E-3</c:v>
                </c:pt>
                <c:pt idx="857">
                  <c:v>3.2851728494836564E-3</c:v>
                </c:pt>
                <c:pt idx="858">
                  <c:v>3.152762367636802E-3</c:v>
                </c:pt>
                <c:pt idx="859">
                  <c:v>3.0254421597749421E-3</c:v>
                </c:pt>
                <c:pt idx="860">
                  <c:v>2.903027546599398E-3</c:v>
                </c:pt>
                <c:pt idx="861">
                  <c:v>2.7853400701769743E-3</c:v>
                </c:pt>
                <c:pt idx="862">
                  <c:v>2.6722073046881903E-3</c:v>
                </c:pt>
                <c:pt idx="863">
                  <c:v>2.5634626720873644E-3</c:v>
                </c:pt>
                <c:pt idx="864">
                  <c:v>2.4589452625813813E-3</c:v>
                </c:pt>
                <c:pt idx="865">
                  <c:v>2.3584996598346505E-3</c:v>
                </c:pt>
                <c:pt idx="866">
                  <c:v>2.2619757708093793E-3</c:v>
                </c:pt>
                <c:pt idx="867">
                  <c:v>2.1692286601486905E-3</c:v>
                </c:pt>
                <c:pt idx="868">
                  <c:v>2.0801183890116837E-3</c:v>
                </c:pt>
                <c:pt idx="869">
                  <c:v>1.9945098582706852E-3</c:v>
                </c:pt>
                <c:pt idx="870">
                  <c:v>1.9122726559793342E-3</c:v>
                </c:pt>
                <c:pt idx="871">
                  <c:v>1.8332809090235078E-3</c:v>
                </c:pt>
                <c:pt idx="872">
                  <c:v>1.7574131388658201E-3</c:v>
                </c:pt>
                <c:pt idx="873">
                  <c:v>1.6845521212958928E-3</c:v>
                </c:pt>
                <c:pt idx="874">
                  <c:v>1.6145847500995086E-3</c:v>
                </c:pt>
                <c:pt idx="875">
                  <c:v>1.5474019045602942E-3</c:v>
                </c:pt>
                <c:pt idx="876">
                  <c:v>1.4828983207090156E-3</c:v>
                </c:pt>
                <c:pt idx="877">
                  <c:v>1.4209724662354781E-3</c:v>
                </c:pt>
                <c:pt idx="878">
                  <c:v>1.3615264189803433E-3</c:v>
                </c:pt>
                <c:pt idx="879">
                  <c:v>1.3044657489240546E-3</c:v>
                </c:pt>
                <c:pt idx="880">
                  <c:v>1.2496994035917474E-3</c:v>
                </c:pt>
                <c:pt idx="881">
                  <c:v>1.1971395967936053E-3</c:v>
                </c:pt>
                <c:pt idx="882">
                  <c:v>1.1467017006219712E-3</c:v>
                </c:pt>
                <c:pt idx="883">
                  <c:v>1.0983041406266111E-3</c:v>
                </c:pt>
                <c:pt idx="884">
                  <c:v>1.0518682940915088E-3</c:v>
                </c:pt>
                <c:pt idx="885">
                  <c:v>1.0073183913373918E-3</c:v>
                </c:pt>
                <c:pt idx="886">
                  <c:v>9.6458141997529819E-4</c:v>
                </c:pt>
                <c:pt idx="887">
                  <c:v>9.2358703203771625E-4</c:v>
                </c:pt>
                <c:pt idx="888">
                  <c:v>8.8426745391529987E-4</c:v>
                </c:pt>
                <c:pt idx="889">
                  <c:v>8.4655739902779773E-4</c:v>
                </c:pt>
                <c:pt idx="890">
                  <c:v>8.1039398315963223E-4</c:v>
                </c:pt>
                <c:pt idx="891">
                  <c:v>7.7571664239139471E-4</c:v>
                </c:pt>
                <c:pt idx="892">
                  <c:v>7.4246705355998231E-4</c:v>
                </c:pt>
                <c:pt idx="893">
                  <c:v>7.1058905718102529E-4</c:v>
                </c:pt>
                <c:pt idx="894">
                  <c:v>6.8002858276902634E-4</c:v>
                </c:pt>
                <c:pt idx="895">
                  <c:v>6.5073357649111604E-4</c:v>
                </c:pt>
                <c:pt idx="896">
                  <c:v>6.2265393109216271E-4</c:v>
                </c:pt>
                <c:pt idx="897">
                  <c:v>5.9574141803009394E-4</c:v>
                </c:pt>
                <c:pt idx="898">
                  <c:v>5.6994962176109046E-4</c:v>
                </c:pt>
                <c:pt idx="899">
                  <c:v>5.4523387611615901E-4</c:v>
                </c:pt>
                <c:pt idx="900">
                  <c:v>5.215512027112255E-4</c:v>
                </c:pt>
                <c:pt idx="901">
                  <c:v>4.9886025133453657E-4</c:v>
                </c:pt>
                <c:pt idx="902">
                  <c:v>4.7712124225603701E-4</c:v>
                </c:pt>
                <c:pt idx="903">
                  <c:v>4.562959104047336E-4</c:v>
                </c:pt>
                <c:pt idx="904">
                  <c:v>4.3634745136125015E-4</c:v>
                </c:pt>
                <c:pt idx="905">
                  <c:v>4.1724046911378225E-4</c:v>
                </c:pt>
                <c:pt idx="906">
                  <c:v>3.9894092552703411E-4</c:v>
                </c:pt>
                <c:pt idx="907">
                  <c:v>3.8141609147471331E-4</c:v>
                </c:pt>
                <c:pt idx="908">
                  <c:v>3.6463449958727337E-4</c:v>
                </c:pt>
                <c:pt idx="909">
                  <c:v>3.4856589856789745E-4</c:v>
                </c:pt>
                <c:pt idx="910">
                  <c:v>3.3318120903051582E-4</c:v>
                </c:pt>
                <c:pt idx="911">
                  <c:v>3.1845248081509986E-4</c:v>
                </c:pt>
                <c:pt idx="912">
                  <c:v>3.0435285173625913E-4</c:v>
                </c:pt>
                <c:pt idx="913">
                  <c:v>2.9085650772231122E-4</c:v>
                </c:pt>
                <c:pt idx="914">
                  <c:v>2.77938644303185E-4</c:v>
                </c:pt>
                <c:pt idx="915">
                  <c:v>2.6557542940635156E-4</c:v>
                </c:pt>
                <c:pt idx="916">
                  <c:v>2.5374396742102991E-4</c:v>
                </c:pt>
                <c:pt idx="917">
                  <c:v>2.4242226449210034E-4</c:v>
                </c:pt>
                <c:pt idx="918">
                  <c:v>2.315891950058659E-4</c:v>
                </c:pt>
                <c:pt idx="919">
                  <c:v>2.212244692309419E-4</c:v>
                </c:pt>
                <c:pt idx="920">
                  <c:v>2.113086020785062E-4</c:v>
                </c:pt>
                <c:pt idx="921">
                  <c:v>2.0182288294700362E-4</c:v>
                </c:pt>
                <c:pt idx="922">
                  <c:v>1.9274934661732597E-4</c:v>
                </c:pt>
                <c:pt idx="923">
                  <c:v>1.8407074516547353E-4</c:v>
                </c:pt>
                <c:pt idx="924">
                  <c:v>1.7577052086048721E-4</c:v>
                </c:pt>
                <c:pt idx="925">
                  <c:v>1.6783278001633752E-4</c:v>
                </c:pt>
                <c:pt idx="926">
                  <c:v>1.6024226776736793E-4</c:v>
                </c:pt>
                <c:pt idx="927">
                  <c:v>1.5298434373765102E-4</c:v>
                </c:pt>
                <c:pt idx="928">
                  <c:v>1.4604495857542321E-4</c:v>
                </c:pt>
                <c:pt idx="929">
                  <c:v>1.3941063132466276E-4</c:v>
                </c:pt>
                <c:pt idx="930">
                  <c:v>1.3306842760656232E-4</c:v>
                </c:pt>
                <c:pt idx="931">
                  <c:v>1.2700593858443437E-4</c:v>
                </c:pt>
                <c:pt idx="932">
                  <c:v>1.2121126068638616E-4</c:v>
                </c:pt>
                <c:pt idx="933">
                  <c:v>1.1567297606079401E-4</c:v>
                </c:pt>
                <c:pt idx="934">
                  <c:v>1.1038013374030348E-4</c:v>
                </c:pt>
                <c:pt idx="935">
                  <c:v>1.0532223149085988E-4</c:v>
                </c:pt>
                <c:pt idx="936">
                  <c:v>1.0048919832289698E-4</c:v>
                </c:pt>
                <c:pt idx="937">
                  <c:v>9.5871377642475102E-5</c:v>
                </c:pt>
                <c:pt idx="938">
                  <c:v>9.145951102088642E-5</c:v>
                </c:pt>
                <c:pt idx="939">
                  <c:v>8.7244722561809193E-5</c:v>
                </c:pt>
                <c:pt idx="940">
                  <c:v>8.3218503845747095E-5</c:v>
                </c:pt>
                <c:pt idx="941">
                  <c:v>7.9372699432109369E-5</c:v>
                </c:pt>
                <c:pt idx="942">
                  <c:v>7.5699492899876657E-5</c:v>
                </c:pt>
                <c:pt idx="943">
                  <c:v>7.2191393408348528E-5</c:v>
                </c:pt>
                <c:pt idx="944">
                  <c:v>6.8841222760084183E-5</c:v>
                </c:pt>
                <c:pt idx="945">
                  <c:v>6.5642102948654219E-5</c:v>
                </c:pt>
                <c:pt idx="946">
                  <c:v>6.2587444174393679E-5</c:v>
                </c:pt>
                <c:pt idx="947">
                  <c:v>5.9670933311832078E-5</c:v>
                </c:pt>
                <c:pt idx="948">
                  <c:v>5.6886522813027568E-5</c:v>
                </c:pt>
                <c:pt idx="949">
                  <c:v>5.4228420031499135E-5</c:v>
                </c:pt>
                <c:pt idx="950">
                  <c:v>5.1691076951941703E-5</c:v>
                </c:pt>
                <c:pt idx="951">
                  <c:v>4.9269180311387151E-5</c:v>
                </c:pt>
                <c:pt idx="952">
                  <c:v>4.6957642097922024E-5</c:v>
                </c:pt>
                <c:pt idx="953">
                  <c:v>4.4751590413524195E-5</c:v>
                </c:pt>
                <c:pt idx="954">
                  <c:v>4.2646360688014142E-5</c:v>
                </c:pt>
                <c:pt idx="955">
                  <c:v>4.063748723152908E-5</c:v>
                </c:pt>
                <c:pt idx="956">
                  <c:v>3.8720695113355726E-5</c:v>
                </c:pt>
                <c:pt idx="957">
                  <c:v>3.6891892355335522E-5</c:v>
                </c:pt>
                <c:pt idx="958">
                  <c:v>3.5147162428455418E-5</c:v>
                </c:pt>
                <c:pt idx="959">
                  <c:v>3.3482757041609307E-5</c:v>
                </c:pt>
                <c:pt idx="960">
                  <c:v>3.1895089211889563E-5</c:v>
                </c:pt>
                <c:pt idx="961">
                  <c:v>3.0380726606094025E-5</c:v>
                </c:pt>
                <c:pt idx="962">
                  <c:v>2.8936385143524822E-5</c:v>
                </c:pt>
                <c:pt idx="963">
                  <c:v>2.7558922850444516E-5</c:v>
                </c:pt>
                <c:pt idx="964">
                  <c:v>2.6245333956902771E-5</c:v>
                </c:pt>
                <c:pt idx="965">
                  <c:v>2.4992743226965249E-5</c:v>
                </c:pt>
                <c:pt idx="966">
                  <c:v>2.3798400513665349E-5</c:v>
                </c:pt>
                <c:pt idx="967">
                  <c:v>2.2659675530304358E-5</c:v>
                </c:pt>
                <c:pt idx="968">
                  <c:v>2.1574052830021777E-5</c:v>
                </c:pt>
                <c:pt idx="969">
                  <c:v>2.0539126985818644E-5</c:v>
                </c:pt>
                <c:pt idx="970">
                  <c:v>1.9552597963499362E-5</c:v>
                </c:pt>
                <c:pt idx="971">
                  <c:v>1.8612266680254855E-5</c:v>
                </c:pt>
                <c:pt idx="972">
                  <c:v>1.7716030741866458E-5</c:v>
                </c:pt>
                <c:pt idx="973">
                  <c:v>1.6861880351750422E-5</c:v>
                </c:pt>
                <c:pt idx="974">
                  <c:v>1.6047894385304879E-5</c:v>
                </c:pt>
                <c:pt idx="975">
                  <c:v>1.5272236623256225E-5</c:v>
                </c:pt>
                <c:pt idx="976">
                  <c:v>1.4533152137911167E-5</c:v>
                </c:pt>
                <c:pt idx="977">
                  <c:v>1.382896382645355E-5</c:v>
                </c:pt>
                <c:pt idx="978">
                  <c:v>1.3158069085624728E-5</c:v>
                </c:pt>
                <c:pt idx="979">
                  <c:v>1.2518936622327984E-5</c:v>
                </c:pt>
                <c:pt idx="980">
                  <c:v>1.1910103394899535E-5</c:v>
                </c:pt>
                <c:pt idx="981">
                  <c:v>1.1330171679975373E-5</c:v>
                </c:pt>
                <c:pt idx="982">
                  <c:v>1.0777806260063469E-5</c:v>
                </c:pt>
                <c:pt idx="983">
                  <c:v>1.0251731727114205E-5</c:v>
                </c:pt>
                <c:pt idx="984">
                  <c:v>9.7507298975502453E-6</c:v>
                </c:pt>
                <c:pt idx="985">
                  <c:v>9.2736373343817583E-6</c:v>
                </c:pt>
                <c:pt idx="986">
                  <c:v>8.8193429721962787E-6</c:v>
                </c:pt>
                <c:pt idx="987">
                  <c:v>8.3867858409667985E-6</c:v>
                </c:pt>
                <c:pt idx="988">
                  <c:v>7.9749528847683542E-6</c:v>
                </c:pt>
                <c:pt idx="989">
                  <c:v>7.5828768716440554E-6</c:v>
                </c:pt>
                <c:pt idx="990">
                  <c:v>7.2096343909949342E-6</c:v>
                </c:pt>
                <c:pt idx="991">
                  <c:v>6.854343935007567E-6</c:v>
                </c:pt>
                <c:pt idx="992">
                  <c:v>6.5161640607630641E-6</c:v>
                </c:pt>
                <c:pt idx="993">
                  <c:v>6.1942916297946687E-6</c:v>
                </c:pt>
                <c:pt idx="994">
                  <c:v>5.8879601219860682E-6</c:v>
                </c:pt>
                <c:pt idx="995">
                  <c:v>5.5964380208179464E-6</c:v>
                </c:pt>
                <c:pt idx="996">
                  <c:v>5.3190272670839437E-6</c:v>
                </c:pt>
                <c:pt idx="997">
                  <c:v>5.0550617783069861E-6</c:v>
                </c:pt>
                <c:pt idx="998">
                  <c:v>4.8039060311929315E-6</c:v>
                </c:pt>
                <c:pt idx="999">
                  <c:v>4.5649537045584388E-6</c:v>
                </c:pt>
                <c:pt idx="1000">
                  <c:v>4.3376263802702486E-6</c:v>
                </c:pt>
                <c:pt idx="1001">
                  <c:v>4.1213722998272899E-6</c:v>
                </c:pt>
                <c:pt idx="1002">
                  <c:v>3.9156651743075955E-6</c:v>
                </c:pt>
                <c:pt idx="1003">
                  <c:v>3.7200030454899559E-6</c:v>
                </c:pt>
                <c:pt idx="1004">
                  <c:v>3.5339071960479865E-6</c:v>
                </c:pt>
                <c:pt idx="1005">
                  <c:v>3.3569211067914677E-6</c:v>
                </c:pt>
                <c:pt idx="1006">
                  <c:v>3.1886094590127927E-6</c:v>
                </c:pt>
                <c:pt idx="1007">
                  <c:v>3.0285571800707643E-6</c:v>
                </c:pt>
                <c:pt idx="1008">
                  <c:v>2.876368530416781E-6</c:v>
                </c:pt>
                <c:pt idx="1009">
                  <c:v>2.7316662303399594E-6</c:v>
                </c:pt>
                <c:pt idx="1010">
                  <c:v>2.5940906247757172E-6</c:v>
                </c:pt>
                <c:pt idx="1011">
                  <c:v>2.463298884586893E-6</c:v>
                </c:pt>
                <c:pt idx="1012">
                  <c:v>2.3389642427904377E-6</c:v>
                </c:pt>
                <c:pt idx="1013">
                  <c:v>2.2207752642637915E-6</c:v>
                </c:pt>
                <c:pt idx="1014">
                  <c:v>2.108435147521761E-6</c:v>
                </c:pt>
                <c:pt idx="1015">
                  <c:v>2.0016610572134251E-6</c:v>
                </c:pt>
                <c:pt idx="1016">
                  <c:v>1.9001834860403944E-6</c:v>
                </c:pt>
                <c:pt idx="1017">
                  <c:v>1.8037456448522769E-6</c:v>
                </c:pt>
                <c:pt idx="1018">
                  <c:v>1.7121028797228995E-6</c:v>
                </c:pt>
                <c:pt idx="1019">
                  <c:v>1.625022114861101E-6</c:v>
                </c:pt>
                <c:pt idx="1020">
                  <c:v>1.542281320255732E-6</c:v>
                </c:pt>
                <c:pt idx="1021">
                  <c:v>1.4636690029983605E-6</c:v>
                </c:pt>
                <c:pt idx="1022">
                  <c:v>1.3889837212714473E-6</c:v>
                </c:pt>
                <c:pt idx="1023">
                  <c:v>1.3180336200304152E-6</c:v>
                </c:pt>
                <c:pt idx="1024">
                  <c:v>1.2506359874475592E-6</c:v>
                </c:pt>
                <c:pt idx="1025">
                  <c:v>1.1866168312243985E-6</c:v>
                </c:pt>
                <c:pt idx="1026">
                  <c:v>1.1258104739157566E-6</c:v>
                </c:pt>
                <c:pt idx="1027">
                  <c:v>1.0680591664438498E-6</c:v>
                </c:pt>
                <c:pt idx="1028">
                  <c:v>1.013212719014632E-6</c:v>
                </c:pt>
                <c:pt idx="1029">
                  <c:v>9.6112814868195537E-7</c:v>
                </c:pt>
                <c:pt idx="1030">
                  <c:v>9.1166934283503394E-7</c:v>
                </c:pt>
                <c:pt idx="1031">
                  <c:v>8.6470673791644935E-7</c:v>
                </c:pt>
                <c:pt idx="1032">
                  <c:v>8.201170127054087E-7</c:v>
                </c:pt>
                <c:pt idx="1033">
                  <c:v>7.777827955297335E-7</c:v>
                </c:pt>
                <c:pt idx="1034">
                  <c:v>7.3759238479614156E-7</c:v>
                </c:pt>
                <c:pt idx="1035">
                  <c:v>6.9943948225427399E-7</c:v>
                </c:pt>
                <c:pt idx="1036">
                  <c:v>6.6322293843458163E-7</c:v>
                </c:pt>
                <c:pt idx="1037">
                  <c:v>6.2884650972334736E-7</c:v>
                </c:pt>
                <c:pt idx="1038">
                  <c:v>5.962186265614917E-7</c:v>
                </c:pt>
                <c:pt idx="1039">
                  <c:v>5.6525217227483768E-7</c:v>
                </c:pt>
                <c:pt idx="1040">
                  <c:v>5.3586427206494066E-7</c:v>
                </c:pt>
                <c:pt idx="1041">
                  <c:v>5.0797609170937435E-7</c:v>
                </c:pt>
                <c:pt idx="1042">
                  <c:v>4.8151264553959534E-7</c:v>
                </c:pt>
                <c:pt idx="1043">
                  <c:v>4.564026132830415E-7</c:v>
                </c:pt>
                <c:pt idx="1044">
                  <c:v>4.3257816537377525E-7</c:v>
                </c:pt>
                <c:pt idx="1045">
                  <c:v>4.0997479635289208E-7</c:v>
                </c:pt>
                <c:pt idx="1046">
                  <c:v>3.8853116599640831E-7</c:v>
                </c:pt>
                <c:pt idx="1047">
                  <c:v>3.6818894782369185E-7</c:v>
                </c:pt>
                <c:pt idx="1048">
                  <c:v>3.4889268465457287E-7</c:v>
                </c:pt>
                <c:pt idx="1049">
                  <c:v>3.3058965089779277E-7</c:v>
                </c:pt>
                <c:pt idx="1050">
                  <c:v>3.1322972126696239E-7</c:v>
                </c:pt>
                <c:pt idx="1051">
                  <c:v>2.9676524563346533E-7</c:v>
                </c:pt>
                <c:pt idx="1052">
                  <c:v>2.8115092973857105E-7</c:v>
                </c:pt>
                <c:pt idx="1053">
                  <c:v>2.6634372149888212E-7</c:v>
                </c:pt>
                <c:pt idx="1054">
                  <c:v>2.5230270265096675E-7</c:v>
                </c:pt>
                <c:pt idx="1055">
                  <c:v>2.3898898549225306E-7</c:v>
                </c:pt>
                <c:pt idx="1056">
                  <c:v>2.2636561448576525E-7</c:v>
                </c:pt>
                <c:pt idx="1057">
                  <c:v>2.1439747250656207E-7</c:v>
                </c:pt>
                <c:pt idx="1058">
                  <c:v>2.0305119151756089E-7</c:v>
                </c:pt>
                <c:pt idx="1059">
                  <c:v>1.9229506747177453E-7</c:v>
                </c:pt>
                <c:pt idx="1060">
                  <c:v>1.820989792469024E-7</c:v>
                </c:pt>
                <c:pt idx="1061">
                  <c:v>1.7243431142694498E-7</c:v>
                </c:pt>
                <c:pt idx="1062">
                  <c:v>1.6327388075364476E-7</c:v>
                </c:pt>
                <c:pt idx="1063">
                  <c:v>1.5459186607840587E-7</c:v>
                </c:pt>
                <c:pt idx="1064">
                  <c:v>1.4636374165303205E-7</c:v>
                </c:pt>
                <c:pt idx="1065">
                  <c:v>1.3856621360470357E-7</c:v>
                </c:pt>
                <c:pt idx="1066">
                  <c:v>1.3117715944757258E-7</c:v>
                </c:pt>
                <c:pt idx="1067">
                  <c:v>1.2417557049000572E-7</c:v>
                </c:pt>
                <c:pt idx="1068">
                  <c:v>1.1754149700279286E-7</c:v>
                </c:pt>
                <c:pt idx="1069">
                  <c:v>1.1125599601969414E-7</c:v>
                </c:pt>
                <c:pt idx="1070">
                  <c:v>1.0530108164752834E-7</c:v>
                </c:pt>
                <c:pt idx="1071">
                  <c:v>9.965967776853941E-8</c:v>
                </c:pt>
                <c:pt idx="1072">
                  <c:v>9.4315573023020511E-8</c:v>
                </c:pt>
                <c:pt idx="1073">
                  <c:v>8.9253377965364935E-8</c:v>
                </c:pt>
                <c:pt idx="1074">
                  <c:v>8.4458484291461876E-8</c:v>
                </c:pt>
                <c:pt idx="1075">
                  <c:v>7.9917026040031758E-8</c:v>
                </c:pt>
                <c:pt idx="1076">
                  <c:v>7.5615842674950464E-8</c:v>
                </c:pt>
                <c:pt idx="1077">
                  <c:v>7.1542443959821418E-8</c:v>
                </c:pt>
                <c:pt idx="1078">
                  <c:v>6.7684976540131502E-8</c:v>
                </c:pt>
                <c:pt idx="1079">
                  <c:v>6.4032192152196398E-8</c:v>
                </c:pt>
                <c:pt idx="1080">
                  <c:v>6.0573417381804812E-8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5-07AB-439E-B53A-3AF750E485ED}"/>
            </c:ext>
          </c:extLst>
        </c:ser>
        <c:ser>
          <c:idx val="6"/>
          <c:order val="6"/>
          <c:tx>
            <c:strRef>
              <c:f>Sheet1!$Q$3</c:f>
              <c:strCache>
                <c:ptCount val="1"/>
                <c:pt idx="0">
                  <c:v>Qp = 8.0 L/s</c:v>
                </c:pt>
              </c:strCache>
            </c:strRef>
          </c:tx>
          <c:spPr>
            <a:ln w="19050" cap="rnd">
              <a:solidFill>
                <a:srgbClr val="92D050"/>
              </a:solidFill>
              <a:round/>
            </a:ln>
            <a:effectLst/>
          </c:spPr>
          <c:marker>
            <c:symbol val="none"/>
          </c:marker>
          <c:xVal>
            <c:numRef>
              <c:f>Sheet1!$J$4:$J$1084</c:f>
              <c:numCache>
                <c:formatCode>General</c:formatCode>
                <c:ptCount val="1081"/>
                <c:pt idx="0">
                  <c:v>0</c:v>
                </c:pt>
                <c:pt idx="1">
                  <c:v>2.7777777777777775E-3</c:v>
                </c:pt>
                <c:pt idx="2">
                  <c:v>5.5555555555555549E-3</c:v>
                </c:pt>
                <c:pt idx="3">
                  <c:v>8.3333333333333332E-3</c:v>
                </c:pt>
                <c:pt idx="4">
                  <c:v>1.111111111111111E-2</c:v>
                </c:pt>
                <c:pt idx="5">
                  <c:v>1.388888888888889E-2</c:v>
                </c:pt>
                <c:pt idx="6">
                  <c:v>1.6666666666666666E-2</c:v>
                </c:pt>
                <c:pt idx="7">
                  <c:v>1.9444444444444445E-2</c:v>
                </c:pt>
                <c:pt idx="8">
                  <c:v>2.222222222222222E-2</c:v>
                </c:pt>
                <c:pt idx="9">
                  <c:v>2.5000000000000001E-2</c:v>
                </c:pt>
                <c:pt idx="10">
                  <c:v>2.777777777777778E-2</c:v>
                </c:pt>
                <c:pt idx="11">
                  <c:v>3.0555555555555555E-2</c:v>
                </c:pt>
                <c:pt idx="12">
                  <c:v>3.3333333333333333E-2</c:v>
                </c:pt>
                <c:pt idx="13">
                  <c:v>3.6111111111111108E-2</c:v>
                </c:pt>
                <c:pt idx="14">
                  <c:v>3.888888888888889E-2</c:v>
                </c:pt>
                <c:pt idx="15">
                  <c:v>4.1666666666666664E-2</c:v>
                </c:pt>
                <c:pt idx="16">
                  <c:v>4.4444444444444439E-2</c:v>
                </c:pt>
                <c:pt idx="17">
                  <c:v>4.7222222222222228E-2</c:v>
                </c:pt>
                <c:pt idx="18">
                  <c:v>0.05</c:v>
                </c:pt>
                <c:pt idx="19">
                  <c:v>5.2777777777777778E-2</c:v>
                </c:pt>
                <c:pt idx="20">
                  <c:v>5.5555555555555559E-2</c:v>
                </c:pt>
                <c:pt idx="21">
                  <c:v>5.8333333333333334E-2</c:v>
                </c:pt>
                <c:pt idx="22">
                  <c:v>6.1111111111111109E-2</c:v>
                </c:pt>
                <c:pt idx="23">
                  <c:v>6.3888888888888898E-2</c:v>
                </c:pt>
                <c:pt idx="24">
                  <c:v>6.6666666666666666E-2</c:v>
                </c:pt>
                <c:pt idx="25">
                  <c:v>6.9444444444444448E-2</c:v>
                </c:pt>
                <c:pt idx="26">
                  <c:v>7.2222222222222215E-2</c:v>
                </c:pt>
                <c:pt idx="27">
                  <c:v>7.4999999999999997E-2</c:v>
                </c:pt>
                <c:pt idx="28">
                  <c:v>7.7777777777777779E-2</c:v>
                </c:pt>
                <c:pt idx="29">
                  <c:v>8.0555555555555547E-2</c:v>
                </c:pt>
                <c:pt idx="30">
                  <c:v>8.3333333333333329E-2</c:v>
                </c:pt>
                <c:pt idx="31">
                  <c:v>8.611111111111111E-2</c:v>
                </c:pt>
                <c:pt idx="32">
                  <c:v>8.8888888888888878E-2</c:v>
                </c:pt>
                <c:pt idx="33">
                  <c:v>9.166666666666666E-2</c:v>
                </c:pt>
                <c:pt idx="34">
                  <c:v>9.4444444444444456E-2</c:v>
                </c:pt>
                <c:pt idx="35">
                  <c:v>9.7222222222222224E-2</c:v>
                </c:pt>
                <c:pt idx="36">
                  <c:v>0.1</c:v>
                </c:pt>
                <c:pt idx="37">
                  <c:v>0.10277777777777779</c:v>
                </c:pt>
                <c:pt idx="38">
                  <c:v>0.10555555555555556</c:v>
                </c:pt>
                <c:pt idx="39">
                  <c:v>0.10833333333333334</c:v>
                </c:pt>
                <c:pt idx="40">
                  <c:v>0.11111111111111112</c:v>
                </c:pt>
                <c:pt idx="41">
                  <c:v>0.11388888888888889</c:v>
                </c:pt>
                <c:pt idx="42">
                  <c:v>0.11666666666666667</c:v>
                </c:pt>
                <c:pt idx="43">
                  <c:v>0.11944444444444445</c:v>
                </c:pt>
                <c:pt idx="44">
                  <c:v>0.12222222222222222</c:v>
                </c:pt>
                <c:pt idx="45">
                  <c:v>0.125</c:v>
                </c:pt>
                <c:pt idx="46">
                  <c:v>0.1277777777777778</c:v>
                </c:pt>
                <c:pt idx="47">
                  <c:v>0.13055555555555556</c:v>
                </c:pt>
                <c:pt idx="48">
                  <c:v>0.13333333333333333</c:v>
                </c:pt>
                <c:pt idx="49">
                  <c:v>0.1361111111111111</c:v>
                </c:pt>
                <c:pt idx="50">
                  <c:v>0.1388888888888889</c:v>
                </c:pt>
                <c:pt idx="51">
                  <c:v>0.14166666666666666</c:v>
                </c:pt>
                <c:pt idx="52">
                  <c:v>0.14444444444444443</c:v>
                </c:pt>
                <c:pt idx="53">
                  <c:v>0.14722222222222223</c:v>
                </c:pt>
                <c:pt idx="54">
                  <c:v>0.15</c:v>
                </c:pt>
                <c:pt idx="55">
                  <c:v>0.15277777777777776</c:v>
                </c:pt>
                <c:pt idx="56">
                  <c:v>0.15555555555555556</c:v>
                </c:pt>
                <c:pt idx="57">
                  <c:v>0.15833333333333333</c:v>
                </c:pt>
                <c:pt idx="58">
                  <c:v>0.16111111111111109</c:v>
                </c:pt>
                <c:pt idx="59">
                  <c:v>0.16388888888888889</c:v>
                </c:pt>
                <c:pt idx="60">
                  <c:v>0.16666666666666666</c:v>
                </c:pt>
                <c:pt idx="61">
                  <c:v>0.16944444444444443</c:v>
                </c:pt>
                <c:pt idx="62">
                  <c:v>0.17222222222222222</c:v>
                </c:pt>
                <c:pt idx="63">
                  <c:v>0.17499999999999999</c:v>
                </c:pt>
                <c:pt idx="64">
                  <c:v>0.17777777777777776</c:v>
                </c:pt>
                <c:pt idx="65">
                  <c:v>0.18055555555555555</c:v>
                </c:pt>
                <c:pt idx="66">
                  <c:v>0.18333333333333332</c:v>
                </c:pt>
                <c:pt idx="67">
                  <c:v>0.18611111111111109</c:v>
                </c:pt>
                <c:pt idx="68">
                  <c:v>0.18888888888888891</c:v>
                </c:pt>
                <c:pt idx="69">
                  <c:v>0.19166666666666668</c:v>
                </c:pt>
                <c:pt idx="70">
                  <c:v>0.19444444444444445</c:v>
                </c:pt>
                <c:pt idx="71">
                  <c:v>0.19722222222222224</c:v>
                </c:pt>
                <c:pt idx="72">
                  <c:v>0.2</c:v>
                </c:pt>
                <c:pt idx="73">
                  <c:v>0.20277777777777778</c:v>
                </c:pt>
                <c:pt idx="74">
                  <c:v>0.20555555555555557</c:v>
                </c:pt>
                <c:pt idx="75">
                  <c:v>0.20833333333333334</c:v>
                </c:pt>
                <c:pt idx="76">
                  <c:v>0.21111111111111111</c:v>
                </c:pt>
                <c:pt idx="77">
                  <c:v>0.21388888888888891</c:v>
                </c:pt>
                <c:pt idx="78">
                  <c:v>0.21666666666666667</c:v>
                </c:pt>
                <c:pt idx="79">
                  <c:v>0.21944444444444444</c:v>
                </c:pt>
                <c:pt idx="80">
                  <c:v>0.22222222222222224</c:v>
                </c:pt>
                <c:pt idx="81">
                  <c:v>0.22500000000000001</c:v>
                </c:pt>
                <c:pt idx="82">
                  <c:v>0.22777777777777777</c:v>
                </c:pt>
                <c:pt idx="83">
                  <c:v>0.23055555555555557</c:v>
                </c:pt>
                <c:pt idx="84">
                  <c:v>0.23333333333333334</c:v>
                </c:pt>
                <c:pt idx="85">
                  <c:v>0.2361111111111111</c:v>
                </c:pt>
                <c:pt idx="86">
                  <c:v>0.2388888888888889</c:v>
                </c:pt>
                <c:pt idx="87">
                  <c:v>0.24166666666666667</c:v>
                </c:pt>
                <c:pt idx="88">
                  <c:v>0.24444444444444444</c:v>
                </c:pt>
                <c:pt idx="89">
                  <c:v>0.24722222222222223</c:v>
                </c:pt>
                <c:pt idx="90">
                  <c:v>0.25</c:v>
                </c:pt>
                <c:pt idx="91">
                  <c:v>0.25277777777777777</c:v>
                </c:pt>
                <c:pt idx="92">
                  <c:v>0.25555555555555559</c:v>
                </c:pt>
                <c:pt idx="93">
                  <c:v>0.25833333333333336</c:v>
                </c:pt>
                <c:pt idx="94">
                  <c:v>0.26111111111111113</c:v>
                </c:pt>
                <c:pt idx="95">
                  <c:v>0.2638888888888889</c:v>
                </c:pt>
                <c:pt idx="96">
                  <c:v>0.26666666666666666</c:v>
                </c:pt>
                <c:pt idx="97">
                  <c:v>0.26944444444444449</c:v>
                </c:pt>
                <c:pt idx="98">
                  <c:v>0.2722222222222222</c:v>
                </c:pt>
                <c:pt idx="99">
                  <c:v>0.27500000000000002</c:v>
                </c:pt>
                <c:pt idx="100">
                  <c:v>0.27777777777777779</c:v>
                </c:pt>
                <c:pt idx="101">
                  <c:v>0.28055555555555556</c:v>
                </c:pt>
                <c:pt idx="102">
                  <c:v>0.28333333333333333</c:v>
                </c:pt>
                <c:pt idx="103">
                  <c:v>0.28611111111111115</c:v>
                </c:pt>
                <c:pt idx="104">
                  <c:v>0.28888888888888886</c:v>
                </c:pt>
                <c:pt idx="105">
                  <c:v>0.29166666666666669</c:v>
                </c:pt>
                <c:pt idx="106">
                  <c:v>0.29444444444444445</c:v>
                </c:pt>
                <c:pt idx="107">
                  <c:v>0.29722222222222222</c:v>
                </c:pt>
                <c:pt idx="108">
                  <c:v>0.3</c:v>
                </c:pt>
                <c:pt idx="109">
                  <c:v>0.30277777777777781</c:v>
                </c:pt>
                <c:pt idx="110">
                  <c:v>0.30555555555555552</c:v>
                </c:pt>
                <c:pt idx="111">
                  <c:v>0.30833333333333335</c:v>
                </c:pt>
                <c:pt idx="112">
                  <c:v>0.31111111111111112</c:v>
                </c:pt>
                <c:pt idx="113">
                  <c:v>0.31388888888888888</c:v>
                </c:pt>
                <c:pt idx="114">
                  <c:v>0.31666666666666665</c:v>
                </c:pt>
                <c:pt idx="115">
                  <c:v>0.31944444444444448</c:v>
                </c:pt>
                <c:pt idx="116">
                  <c:v>0.32222222222222219</c:v>
                </c:pt>
                <c:pt idx="117">
                  <c:v>0.32500000000000001</c:v>
                </c:pt>
                <c:pt idx="118">
                  <c:v>0.32777777777777778</c:v>
                </c:pt>
                <c:pt idx="119">
                  <c:v>0.33055555555555555</c:v>
                </c:pt>
                <c:pt idx="120">
                  <c:v>0.33333333333333331</c:v>
                </c:pt>
                <c:pt idx="121">
                  <c:v>0.33611111111111114</c:v>
                </c:pt>
                <c:pt idx="122">
                  <c:v>0.33888888888888885</c:v>
                </c:pt>
                <c:pt idx="123">
                  <c:v>0.34166666666666667</c:v>
                </c:pt>
                <c:pt idx="124">
                  <c:v>0.34444444444444444</c:v>
                </c:pt>
                <c:pt idx="125">
                  <c:v>0.34722222222222221</c:v>
                </c:pt>
                <c:pt idx="126">
                  <c:v>0.35</c:v>
                </c:pt>
                <c:pt idx="127">
                  <c:v>0.3527777777777778</c:v>
                </c:pt>
                <c:pt idx="128">
                  <c:v>0.35555555555555551</c:v>
                </c:pt>
                <c:pt idx="129">
                  <c:v>0.35833333333333334</c:v>
                </c:pt>
                <c:pt idx="130">
                  <c:v>0.3611111111111111</c:v>
                </c:pt>
                <c:pt idx="131">
                  <c:v>0.36388888888888887</c:v>
                </c:pt>
                <c:pt idx="132">
                  <c:v>0.36666666666666664</c:v>
                </c:pt>
                <c:pt idx="133">
                  <c:v>0.36944444444444446</c:v>
                </c:pt>
                <c:pt idx="134">
                  <c:v>0.37222222222222218</c:v>
                </c:pt>
                <c:pt idx="135">
                  <c:v>0.375</c:v>
                </c:pt>
                <c:pt idx="136">
                  <c:v>0.37777777777777782</c:v>
                </c:pt>
                <c:pt idx="137">
                  <c:v>0.38055555555555554</c:v>
                </c:pt>
                <c:pt idx="138">
                  <c:v>0.38333333333333336</c:v>
                </c:pt>
                <c:pt idx="139">
                  <c:v>0.38611111111111113</c:v>
                </c:pt>
                <c:pt idx="140">
                  <c:v>0.3888888888888889</c:v>
                </c:pt>
                <c:pt idx="141">
                  <c:v>0.39166666666666666</c:v>
                </c:pt>
                <c:pt idx="142">
                  <c:v>0.39444444444444449</c:v>
                </c:pt>
                <c:pt idx="143">
                  <c:v>0.3972222222222222</c:v>
                </c:pt>
                <c:pt idx="144">
                  <c:v>0.4</c:v>
                </c:pt>
                <c:pt idx="145">
                  <c:v>0.40277777777777779</c:v>
                </c:pt>
                <c:pt idx="146">
                  <c:v>0.40555555555555556</c:v>
                </c:pt>
                <c:pt idx="147">
                  <c:v>0.40833333333333333</c:v>
                </c:pt>
                <c:pt idx="148">
                  <c:v>0.41111111111111115</c:v>
                </c:pt>
                <c:pt idx="149">
                  <c:v>0.41388888888888886</c:v>
                </c:pt>
                <c:pt idx="150">
                  <c:v>0.41666666666666669</c:v>
                </c:pt>
                <c:pt idx="151">
                  <c:v>0.41944444444444445</c:v>
                </c:pt>
                <c:pt idx="152">
                  <c:v>0.42222222222222222</c:v>
                </c:pt>
                <c:pt idx="153">
                  <c:v>0.42499999999999999</c:v>
                </c:pt>
                <c:pt idx="154">
                  <c:v>0.42777777777777781</c:v>
                </c:pt>
                <c:pt idx="155">
                  <c:v>0.43055555555555552</c:v>
                </c:pt>
                <c:pt idx="156">
                  <c:v>0.43333333333333335</c:v>
                </c:pt>
                <c:pt idx="157">
                  <c:v>0.43611111111111112</c:v>
                </c:pt>
                <c:pt idx="158">
                  <c:v>0.43888888888888888</c:v>
                </c:pt>
                <c:pt idx="159">
                  <c:v>0.44166666666666665</c:v>
                </c:pt>
                <c:pt idx="160">
                  <c:v>0.44444444444444448</c:v>
                </c:pt>
                <c:pt idx="161">
                  <c:v>0.44722222222222219</c:v>
                </c:pt>
                <c:pt idx="162">
                  <c:v>0.45</c:v>
                </c:pt>
                <c:pt idx="163">
                  <c:v>0.45277777777777778</c:v>
                </c:pt>
                <c:pt idx="164">
                  <c:v>0.45555555555555555</c:v>
                </c:pt>
                <c:pt idx="165">
                  <c:v>0.45833333333333331</c:v>
                </c:pt>
                <c:pt idx="166">
                  <c:v>0.46111111111111114</c:v>
                </c:pt>
                <c:pt idx="167">
                  <c:v>0.46388888888888885</c:v>
                </c:pt>
                <c:pt idx="168">
                  <c:v>0.46666666666666667</c:v>
                </c:pt>
                <c:pt idx="169">
                  <c:v>0.46944444444444444</c:v>
                </c:pt>
                <c:pt idx="170">
                  <c:v>0.47222222222222221</c:v>
                </c:pt>
                <c:pt idx="171">
                  <c:v>0.47499999999999998</c:v>
                </c:pt>
                <c:pt idx="172">
                  <c:v>0.4777777777777778</c:v>
                </c:pt>
                <c:pt idx="173">
                  <c:v>0.48055555555555551</c:v>
                </c:pt>
                <c:pt idx="174">
                  <c:v>0.48333333333333334</c:v>
                </c:pt>
                <c:pt idx="175">
                  <c:v>0.4861111111111111</c:v>
                </c:pt>
                <c:pt idx="176">
                  <c:v>0.48888888888888887</c:v>
                </c:pt>
                <c:pt idx="177">
                  <c:v>0.49166666666666664</c:v>
                </c:pt>
                <c:pt idx="178">
                  <c:v>0.49444444444444446</c:v>
                </c:pt>
                <c:pt idx="179">
                  <c:v>0.49722222222222218</c:v>
                </c:pt>
                <c:pt idx="180">
                  <c:v>0.5</c:v>
                </c:pt>
                <c:pt idx="181">
                  <c:v>0.50277777777777777</c:v>
                </c:pt>
                <c:pt idx="182">
                  <c:v>0.50555555555555554</c:v>
                </c:pt>
                <c:pt idx="183">
                  <c:v>0.5083333333333333</c:v>
                </c:pt>
                <c:pt idx="184">
                  <c:v>0.51111111111111118</c:v>
                </c:pt>
                <c:pt idx="185">
                  <c:v>0.51388888888888884</c:v>
                </c:pt>
                <c:pt idx="186">
                  <c:v>0.51666666666666672</c:v>
                </c:pt>
                <c:pt idx="187">
                  <c:v>0.51944444444444449</c:v>
                </c:pt>
                <c:pt idx="188">
                  <c:v>0.52222222222222225</c:v>
                </c:pt>
                <c:pt idx="189">
                  <c:v>0.52500000000000002</c:v>
                </c:pt>
                <c:pt idx="190">
                  <c:v>0.52777777777777779</c:v>
                </c:pt>
                <c:pt idx="191">
                  <c:v>0.53055555555555556</c:v>
                </c:pt>
                <c:pt idx="192">
                  <c:v>0.53333333333333333</c:v>
                </c:pt>
                <c:pt idx="193">
                  <c:v>0.53611111111111109</c:v>
                </c:pt>
                <c:pt idx="194">
                  <c:v>0.53888888888888897</c:v>
                </c:pt>
                <c:pt idx="195">
                  <c:v>0.54166666666666663</c:v>
                </c:pt>
                <c:pt idx="196">
                  <c:v>0.5444444444444444</c:v>
                </c:pt>
                <c:pt idx="197">
                  <c:v>0.54722222222222228</c:v>
                </c:pt>
                <c:pt idx="198">
                  <c:v>0.55000000000000004</c:v>
                </c:pt>
                <c:pt idx="199">
                  <c:v>0.5527777777777777</c:v>
                </c:pt>
                <c:pt idx="200">
                  <c:v>0.55555555555555558</c:v>
                </c:pt>
                <c:pt idx="201">
                  <c:v>0.55833333333333335</c:v>
                </c:pt>
                <c:pt idx="202">
                  <c:v>0.56111111111111112</c:v>
                </c:pt>
                <c:pt idx="203">
                  <c:v>0.56388888888888888</c:v>
                </c:pt>
                <c:pt idx="204">
                  <c:v>0.56666666666666665</c:v>
                </c:pt>
                <c:pt idx="205">
                  <c:v>0.56944444444444442</c:v>
                </c:pt>
                <c:pt idx="206">
                  <c:v>0.5722222222222223</c:v>
                </c:pt>
                <c:pt idx="207">
                  <c:v>0.57499999999999996</c:v>
                </c:pt>
                <c:pt idx="208">
                  <c:v>0.57777777777777772</c:v>
                </c:pt>
                <c:pt idx="209">
                  <c:v>0.5805555555555556</c:v>
                </c:pt>
                <c:pt idx="210">
                  <c:v>0.58333333333333337</c:v>
                </c:pt>
                <c:pt idx="211">
                  <c:v>0.58611111111111103</c:v>
                </c:pt>
                <c:pt idx="212">
                  <c:v>0.58888888888888891</c:v>
                </c:pt>
                <c:pt idx="213">
                  <c:v>0.59166666666666667</c:v>
                </c:pt>
                <c:pt idx="214">
                  <c:v>0.59444444444444444</c:v>
                </c:pt>
                <c:pt idx="215">
                  <c:v>0.59722222222222221</c:v>
                </c:pt>
                <c:pt idx="216">
                  <c:v>0.6</c:v>
                </c:pt>
                <c:pt idx="217">
                  <c:v>0.60277777777777775</c:v>
                </c:pt>
                <c:pt idx="218">
                  <c:v>0.60555555555555562</c:v>
                </c:pt>
                <c:pt idx="219">
                  <c:v>0.60833333333333328</c:v>
                </c:pt>
                <c:pt idx="220">
                  <c:v>0.61111111111111105</c:v>
                </c:pt>
                <c:pt idx="221">
                  <c:v>0.61388888888888893</c:v>
                </c:pt>
                <c:pt idx="222">
                  <c:v>0.6166666666666667</c:v>
                </c:pt>
                <c:pt idx="223">
                  <c:v>0.61944444444444435</c:v>
                </c:pt>
                <c:pt idx="224">
                  <c:v>0.62222222222222223</c:v>
                </c:pt>
                <c:pt idx="225">
                  <c:v>0.625</c:v>
                </c:pt>
                <c:pt idx="226">
                  <c:v>0.62777777777777777</c:v>
                </c:pt>
                <c:pt idx="227">
                  <c:v>0.63055555555555565</c:v>
                </c:pt>
                <c:pt idx="228">
                  <c:v>0.6333333333333333</c:v>
                </c:pt>
                <c:pt idx="229">
                  <c:v>0.63611111111111107</c:v>
                </c:pt>
                <c:pt idx="230">
                  <c:v>0.63888888888888895</c:v>
                </c:pt>
                <c:pt idx="231">
                  <c:v>0.64166666666666672</c:v>
                </c:pt>
                <c:pt idx="232">
                  <c:v>0.64444444444444438</c:v>
                </c:pt>
                <c:pt idx="233">
                  <c:v>0.64722222222222225</c:v>
                </c:pt>
                <c:pt idx="234">
                  <c:v>0.65</c:v>
                </c:pt>
                <c:pt idx="235">
                  <c:v>0.65277777777777779</c:v>
                </c:pt>
                <c:pt idx="236">
                  <c:v>0.65555555555555556</c:v>
                </c:pt>
                <c:pt idx="237">
                  <c:v>0.65833333333333333</c:v>
                </c:pt>
                <c:pt idx="238">
                  <c:v>0.66111111111111109</c:v>
                </c:pt>
                <c:pt idx="239">
                  <c:v>0.66388888888888897</c:v>
                </c:pt>
                <c:pt idx="240">
                  <c:v>0.66666666666666663</c:v>
                </c:pt>
                <c:pt idx="241">
                  <c:v>0.6694444444444444</c:v>
                </c:pt>
                <c:pt idx="242">
                  <c:v>0.67222222222222228</c:v>
                </c:pt>
                <c:pt idx="243">
                  <c:v>0.67500000000000004</c:v>
                </c:pt>
                <c:pt idx="244">
                  <c:v>0.6777777777777777</c:v>
                </c:pt>
                <c:pt idx="245">
                  <c:v>0.68055555555555558</c:v>
                </c:pt>
                <c:pt idx="246">
                  <c:v>0.68333333333333335</c:v>
                </c:pt>
                <c:pt idx="247">
                  <c:v>0.68611111111111112</c:v>
                </c:pt>
                <c:pt idx="248">
                  <c:v>0.68888888888888888</c:v>
                </c:pt>
                <c:pt idx="249">
                  <c:v>0.69166666666666665</c:v>
                </c:pt>
                <c:pt idx="250">
                  <c:v>0.69444444444444442</c:v>
                </c:pt>
                <c:pt idx="251">
                  <c:v>0.6972222222222223</c:v>
                </c:pt>
                <c:pt idx="252">
                  <c:v>0.7</c:v>
                </c:pt>
                <c:pt idx="253">
                  <c:v>0.70277777777777772</c:v>
                </c:pt>
                <c:pt idx="254">
                  <c:v>0.7055555555555556</c:v>
                </c:pt>
                <c:pt idx="255">
                  <c:v>0.70833333333333337</c:v>
                </c:pt>
                <c:pt idx="256">
                  <c:v>0.71111111111111103</c:v>
                </c:pt>
                <c:pt idx="257">
                  <c:v>0.71388888888888891</c:v>
                </c:pt>
                <c:pt idx="258">
                  <c:v>0.71666666666666667</c:v>
                </c:pt>
                <c:pt idx="259">
                  <c:v>0.71944444444444444</c:v>
                </c:pt>
                <c:pt idx="260">
                  <c:v>0.72222222222222221</c:v>
                </c:pt>
                <c:pt idx="261">
                  <c:v>0.72499999999999998</c:v>
                </c:pt>
                <c:pt idx="262">
                  <c:v>0.72777777777777775</c:v>
                </c:pt>
                <c:pt idx="263">
                  <c:v>0.73055555555555562</c:v>
                </c:pt>
                <c:pt idx="264">
                  <c:v>0.73333333333333328</c:v>
                </c:pt>
                <c:pt idx="265">
                  <c:v>0.73611111111111105</c:v>
                </c:pt>
                <c:pt idx="266">
                  <c:v>0.73888888888888893</c:v>
                </c:pt>
                <c:pt idx="267">
                  <c:v>0.7416666666666667</c:v>
                </c:pt>
                <c:pt idx="268">
                  <c:v>0.74444444444444435</c:v>
                </c:pt>
                <c:pt idx="269">
                  <c:v>0.74722222222222223</c:v>
                </c:pt>
                <c:pt idx="270">
                  <c:v>0.75</c:v>
                </c:pt>
                <c:pt idx="271">
                  <c:v>0.75277777777777777</c:v>
                </c:pt>
                <c:pt idx="272">
                  <c:v>0.75555555555555565</c:v>
                </c:pt>
                <c:pt idx="273">
                  <c:v>0.7583333333333333</c:v>
                </c:pt>
                <c:pt idx="274">
                  <c:v>0.76111111111111107</c:v>
                </c:pt>
                <c:pt idx="275">
                  <c:v>0.76388888888888895</c:v>
                </c:pt>
                <c:pt idx="276">
                  <c:v>0.76666666666666672</c:v>
                </c:pt>
                <c:pt idx="277">
                  <c:v>0.76944444444444438</c:v>
                </c:pt>
                <c:pt idx="278">
                  <c:v>0.77222222222222225</c:v>
                </c:pt>
                <c:pt idx="279">
                  <c:v>0.77500000000000002</c:v>
                </c:pt>
                <c:pt idx="280">
                  <c:v>0.77777777777777779</c:v>
                </c:pt>
                <c:pt idx="281">
                  <c:v>0.78055555555555556</c:v>
                </c:pt>
                <c:pt idx="282">
                  <c:v>0.78333333333333333</c:v>
                </c:pt>
                <c:pt idx="283">
                  <c:v>0.78611111111111109</c:v>
                </c:pt>
                <c:pt idx="284">
                  <c:v>0.78888888888888897</c:v>
                </c:pt>
                <c:pt idx="285">
                  <c:v>0.79166666666666663</c:v>
                </c:pt>
                <c:pt idx="286">
                  <c:v>0.7944444444444444</c:v>
                </c:pt>
                <c:pt idx="287">
                  <c:v>0.79722222222222228</c:v>
                </c:pt>
                <c:pt idx="288">
                  <c:v>0.8</c:v>
                </c:pt>
                <c:pt idx="289">
                  <c:v>0.8027777777777777</c:v>
                </c:pt>
                <c:pt idx="290">
                  <c:v>0.80555555555555558</c:v>
                </c:pt>
                <c:pt idx="291">
                  <c:v>0.80833333333333335</c:v>
                </c:pt>
                <c:pt idx="292">
                  <c:v>0.81111111111111112</c:v>
                </c:pt>
                <c:pt idx="293">
                  <c:v>0.81388888888888888</c:v>
                </c:pt>
                <c:pt idx="294">
                  <c:v>0.81666666666666665</c:v>
                </c:pt>
                <c:pt idx="295">
                  <c:v>0.81944444444444442</c:v>
                </c:pt>
                <c:pt idx="296">
                  <c:v>0.8222222222222223</c:v>
                </c:pt>
                <c:pt idx="297">
                  <c:v>0.82499999999999996</c:v>
                </c:pt>
                <c:pt idx="298">
                  <c:v>0.82777777777777772</c:v>
                </c:pt>
                <c:pt idx="299">
                  <c:v>0.8305555555555556</c:v>
                </c:pt>
                <c:pt idx="300">
                  <c:v>0.83333333333333337</c:v>
                </c:pt>
                <c:pt idx="301">
                  <c:v>0.83611111111111103</c:v>
                </c:pt>
                <c:pt idx="302">
                  <c:v>0.83888888888888891</c:v>
                </c:pt>
                <c:pt idx="303">
                  <c:v>0.84166666666666667</c:v>
                </c:pt>
                <c:pt idx="304">
                  <c:v>0.84444444444444444</c:v>
                </c:pt>
                <c:pt idx="305">
                  <c:v>0.84722222222222221</c:v>
                </c:pt>
                <c:pt idx="306">
                  <c:v>0.85</c:v>
                </c:pt>
                <c:pt idx="307">
                  <c:v>0.85277777777777775</c:v>
                </c:pt>
                <c:pt idx="308">
                  <c:v>0.85555555555555562</c:v>
                </c:pt>
                <c:pt idx="309">
                  <c:v>0.85833333333333328</c:v>
                </c:pt>
                <c:pt idx="310">
                  <c:v>0.86111111111111105</c:v>
                </c:pt>
                <c:pt idx="311">
                  <c:v>0.86388888888888893</c:v>
                </c:pt>
                <c:pt idx="312">
                  <c:v>0.8666666666666667</c:v>
                </c:pt>
                <c:pt idx="313">
                  <c:v>0.86944444444444435</c:v>
                </c:pt>
                <c:pt idx="314">
                  <c:v>0.87222222222222223</c:v>
                </c:pt>
                <c:pt idx="315">
                  <c:v>0.875</c:v>
                </c:pt>
                <c:pt idx="316">
                  <c:v>0.87777777777777777</c:v>
                </c:pt>
                <c:pt idx="317">
                  <c:v>0.88055555555555565</c:v>
                </c:pt>
                <c:pt idx="318">
                  <c:v>0.8833333333333333</c:v>
                </c:pt>
                <c:pt idx="319">
                  <c:v>0.88611111111111107</c:v>
                </c:pt>
                <c:pt idx="320">
                  <c:v>0.88888888888888895</c:v>
                </c:pt>
                <c:pt idx="321">
                  <c:v>0.89166666666666672</c:v>
                </c:pt>
                <c:pt idx="322">
                  <c:v>0.89444444444444438</c:v>
                </c:pt>
                <c:pt idx="323">
                  <c:v>0.89722222222222225</c:v>
                </c:pt>
                <c:pt idx="324">
                  <c:v>0.9</c:v>
                </c:pt>
                <c:pt idx="325">
                  <c:v>0.90277777777777779</c:v>
                </c:pt>
                <c:pt idx="326">
                  <c:v>0.90555555555555556</c:v>
                </c:pt>
                <c:pt idx="327">
                  <c:v>0.90833333333333333</c:v>
                </c:pt>
                <c:pt idx="328">
                  <c:v>0.91111111111111109</c:v>
                </c:pt>
                <c:pt idx="329">
                  <c:v>0.91388888888888897</c:v>
                </c:pt>
                <c:pt idx="330">
                  <c:v>0.91666666666666663</c:v>
                </c:pt>
                <c:pt idx="331">
                  <c:v>0.9194444444444444</c:v>
                </c:pt>
                <c:pt idx="332">
                  <c:v>0.92222222222222228</c:v>
                </c:pt>
                <c:pt idx="333">
                  <c:v>0.92500000000000004</c:v>
                </c:pt>
                <c:pt idx="334">
                  <c:v>0.9277777777777777</c:v>
                </c:pt>
                <c:pt idx="335">
                  <c:v>0.93055555555555558</c:v>
                </c:pt>
                <c:pt idx="336">
                  <c:v>0.93333333333333335</c:v>
                </c:pt>
                <c:pt idx="337">
                  <c:v>0.93611111111111112</c:v>
                </c:pt>
                <c:pt idx="338">
                  <c:v>0.93888888888888888</c:v>
                </c:pt>
                <c:pt idx="339">
                  <c:v>0.94166666666666665</c:v>
                </c:pt>
                <c:pt idx="340">
                  <c:v>0.94444444444444442</c:v>
                </c:pt>
                <c:pt idx="341">
                  <c:v>0.9472222222222223</c:v>
                </c:pt>
                <c:pt idx="342">
                  <c:v>0.95</c:v>
                </c:pt>
                <c:pt idx="343">
                  <c:v>0.95277777777777772</c:v>
                </c:pt>
                <c:pt idx="344">
                  <c:v>0.9555555555555556</c:v>
                </c:pt>
                <c:pt idx="345">
                  <c:v>0.95833333333333337</c:v>
                </c:pt>
                <c:pt idx="346">
                  <c:v>0.96111111111111103</c:v>
                </c:pt>
                <c:pt idx="347">
                  <c:v>0.96388888888888891</c:v>
                </c:pt>
                <c:pt idx="348">
                  <c:v>0.96666666666666667</c:v>
                </c:pt>
                <c:pt idx="349">
                  <c:v>0.96944444444444444</c:v>
                </c:pt>
                <c:pt idx="350">
                  <c:v>0.97222222222222221</c:v>
                </c:pt>
                <c:pt idx="351">
                  <c:v>0.97499999999999998</c:v>
                </c:pt>
                <c:pt idx="352">
                  <c:v>0.97777777777777775</c:v>
                </c:pt>
                <c:pt idx="353">
                  <c:v>0.98055555555555562</c:v>
                </c:pt>
                <c:pt idx="354">
                  <c:v>0.98333333333333328</c:v>
                </c:pt>
                <c:pt idx="355">
                  <c:v>0.98611111111111105</c:v>
                </c:pt>
                <c:pt idx="356">
                  <c:v>0.98888888888888893</c:v>
                </c:pt>
                <c:pt idx="357">
                  <c:v>0.9916666666666667</c:v>
                </c:pt>
                <c:pt idx="358">
                  <c:v>0.99444444444444435</c:v>
                </c:pt>
                <c:pt idx="359">
                  <c:v>0.99722222222222223</c:v>
                </c:pt>
                <c:pt idx="360">
                  <c:v>1</c:v>
                </c:pt>
                <c:pt idx="361">
                  <c:v>1.0027777777777778</c:v>
                </c:pt>
                <c:pt idx="362">
                  <c:v>1.0055555555555555</c:v>
                </c:pt>
                <c:pt idx="363">
                  <c:v>1.0083333333333333</c:v>
                </c:pt>
                <c:pt idx="364">
                  <c:v>1.0111111111111111</c:v>
                </c:pt>
                <c:pt idx="365">
                  <c:v>1.0138888888888888</c:v>
                </c:pt>
                <c:pt idx="366">
                  <c:v>1.0166666666666666</c:v>
                </c:pt>
                <c:pt idx="367">
                  <c:v>1.0194444444444444</c:v>
                </c:pt>
                <c:pt idx="368">
                  <c:v>1.0222222222222224</c:v>
                </c:pt>
                <c:pt idx="369">
                  <c:v>1.0249999999999999</c:v>
                </c:pt>
                <c:pt idx="370">
                  <c:v>1.0277777777777777</c:v>
                </c:pt>
                <c:pt idx="371">
                  <c:v>1.0305555555555557</c:v>
                </c:pt>
                <c:pt idx="372">
                  <c:v>1.0333333333333334</c:v>
                </c:pt>
                <c:pt idx="373">
                  <c:v>1.036111111111111</c:v>
                </c:pt>
                <c:pt idx="374">
                  <c:v>1.038888888888889</c:v>
                </c:pt>
                <c:pt idx="375">
                  <c:v>1.0416666666666667</c:v>
                </c:pt>
                <c:pt idx="376">
                  <c:v>1.0444444444444445</c:v>
                </c:pt>
                <c:pt idx="377">
                  <c:v>1.0472222222222223</c:v>
                </c:pt>
                <c:pt idx="378">
                  <c:v>1.05</c:v>
                </c:pt>
                <c:pt idx="379">
                  <c:v>1.0527777777777778</c:v>
                </c:pt>
                <c:pt idx="380">
                  <c:v>1.0555555555555556</c:v>
                </c:pt>
                <c:pt idx="381">
                  <c:v>1.0583333333333333</c:v>
                </c:pt>
                <c:pt idx="382">
                  <c:v>1.0611111111111111</c:v>
                </c:pt>
                <c:pt idx="383">
                  <c:v>1.0638888888888889</c:v>
                </c:pt>
                <c:pt idx="384">
                  <c:v>1.0666666666666667</c:v>
                </c:pt>
                <c:pt idx="385">
                  <c:v>1.0694444444444444</c:v>
                </c:pt>
                <c:pt idx="386">
                  <c:v>1.0722222222222222</c:v>
                </c:pt>
                <c:pt idx="387">
                  <c:v>1.075</c:v>
                </c:pt>
                <c:pt idx="388">
                  <c:v>1.0777777777777779</c:v>
                </c:pt>
                <c:pt idx="389">
                  <c:v>1.0805555555555555</c:v>
                </c:pt>
                <c:pt idx="390">
                  <c:v>1.0833333333333333</c:v>
                </c:pt>
                <c:pt idx="391">
                  <c:v>1.0861111111111112</c:v>
                </c:pt>
                <c:pt idx="392">
                  <c:v>1.0888888888888888</c:v>
                </c:pt>
                <c:pt idx="393">
                  <c:v>1.0916666666666666</c:v>
                </c:pt>
                <c:pt idx="394">
                  <c:v>1.0944444444444446</c:v>
                </c:pt>
                <c:pt idx="395">
                  <c:v>1.0972222222222221</c:v>
                </c:pt>
                <c:pt idx="396">
                  <c:v>1.1000000000000001</c:v>
                </c:pt>
                <c:pt idx="397">
                  <c:v>1.1027777777777779</c:v>
                </c:pt>
                <c:pt idx="398">
                  <c:v>1.1055555555555554</c:v>
                </c:pt>
                <c:pt idx="399">
                  <c:v>1.1083333333333334</c:v>
                </c:pt>
                <c:pt idx="400">
                  <c:v>1.1111111111111112</c:v>
                </c:pt>
                <c:pt idx="401">
                  <c:v>1.1138888888888887</c:v>
                </c:pt>
                <c:pt idx="402">
                  <c:v>1.1166666666666667</c:v>
                </c:pt>
                <c:pt idx="403">
                  <c:v>1.1194444444444445</c:v>
                </c:pt>
                <c:pt idx="404">
                  <c:v>1.1222222222222222</c:v>
                </c:pt>
                <c:pt idx="405">
                  <c:v>1.125</c:v>
                </c:pt>
                <c:pt idx="406">
                  <c:v>1.1277777777777778</c:v>
                </c:pt>
                <c:pt idx="407">
                  <c:v>1.1305555555555555</c:v>
                </c:pt>
                <c:pt idx="408">
                  <c:v>1.1333333333333333</c:v>
                </c:pt>
                <c:pt idx="409">
                  <c:v>1.1361111111111113</c:v>
                </c:pt>
                <c:pt idx="410">
                  <c:v>1.1388888888888888</c:v>
                </c:pt>
                <c:pt idx="411">
                  <c:v>1.1416666666666666</c:v>
                </c:pt>
                <c:pt idx="412">
                  <c:v>1.1444444444444446</c:v>
                </c:pt>
                <c:pt idx="413">
                  <c:v>1.1472222222222221</c:v>
                </c:pt>
                <c:pt idx="414">
                  <c:v>1.1499999999999999</c:v>
                </c:pt>
                <c:pt idx="415">
                  <c:v>1.1527777777777779</c:v>
                </c:pt>
                <c:pt idx="416">
                  <c:v>1.1555555555555554</c:v>
                </c:pt>
                <c:pt idx="417">
                  <c:v>1.1583333333333334</c:v>
                </c:pt>
                <c:pt idx="418">
                  <c:v>1.1611111111111112</c:v>
                </c:pt>
                <c:pt idx="419">
                  <c:v>1.1638888888888888</c:v>
                </c:pt>
                <c:pt idx="420">
                  <c:v>1.1666666666666667</c:v>
                </c:pt>
                <c:pt idx="421">
                  <c:v>1.1694444444444445</c:v>
                </c:pt>
                <c:pt idx="422">
                  <c:v>1.1722222222222221</c:v>
                </c:pt>
                <c:pt idx="423">
                  <c:v>1.175</c:v>
                </c:pt>
                <c:pt idx="424">
                  <c:v>1.1777777777777778</c:v>
                </c:pt>
                <c:pt idx="425">
                  <c:v>1.1805555555555556</c:v>
                </c:pt>
                <c:pt idx="426">
                  <c:v>1.1833333333333333</c:v>
                </c:pt>
                <c:pt idx="427">
                  <c:v>1.1861111111111111</c:v>
                </c:pt>
                <c:pt idx="428">
                  <c:v>1.1888888888888889</c:v>
                </c:pt>
                <c:pt idx="429">
                  <c:v>1.1916666666666667</c:v>
                </c:pt>
                <c:pt idx="430">
                  <c:v>1.1944444444444444</c:v>
                </c:pt>
                <c:pt idx="431">
                  <c:v>1.1972222222222222</c:v>
                </c:pt>
                <c:pt idx="432">
                  <c:v>1.2</c:v>
                </c:pt>
                <c:pt idx="433">
                  <c:v>1.2027777777777779</c:v>
                </c:pt>
                <c:pt idx="434">
                  <c:v>1.2055555555555555</c:v>
                </c:pt>
                <c:pt idx="435">
                  <c:v>1.2083333333333333</c:v>
                </c:pt>
                <c:pt idx="436">
                  <c:v>1.2111111111111112</c:v>
                </c:pt>
                <c:pt idx="437">
                  <c:v>1.2138888888888888</c:v>
                </c:pt>
                <c:pt idx="438">
                  <c:v>1.2166666666666666</c:v>
                </c:pt>
                <c:pt idx="439">
                  <c:v>1.2194444444444446</c:v>
                </c:pt>
                <c:pt idx="440">
                  <c:v>1.2222222222222221</c:v>
                </c:pt>
                <c:pt idx="441">
                  <c:v>1.2250000000000001</c:v>
                </c:pt>
                <c:pt idx="442">
                  <c:v>1.2277777777777779</c:v>
                </c:pt>
                <c:pt idx="443">
                  <c:v>1.2305555555555554</c:v>
                </c:pt>
                <c:pt idx="444">
                  <c:v>1.2333333333333334</c:v>
                </c:pt>
                <c:pt idx="445">
                  <c:v>1.2361111111111112</c:v>
                </c:pt>
                <c:pt idx="446">
                  <c:v>1.2388888888888887</c:v>
                </c:pt>
                <c:pt idx="447">
                  <c:v>1.2416666666666667</c:v>
                </c:pt>
                <c:pt idx="448">
                  <c:v>1.2444444444444445</c:v>
                </c:pt>
                <c:pt idx="449">
                  <c:v>1.2472222222222222</c:v>
                </c:pt>
                <c:pt idx="450">
                  <c:v>1.25</c:v>
                </c:pt>
                <c:pt idx="451">
                  <c:v>1.2527777777777778</c:v>
                </c:pt>
                <c:pt idx="452">
                  <c:v>1.2555555555555555</c:v>
                </c:pt>
                <c:pt idx="453">
                  <c:v>1.2583333333333333</c:v>
                </c:pt>
                <c:pt idx="454">
                  <c:v>1.2611111111111113</c:v>
                </c:pt>
                <c:pt idx="455">
                  <c:v>1.2638888888888888</c:v>
                </c:pt>
                <c:pt idx="456">
                  <c:v>1.2666666666666666</c:v>
                </c:pt>
                <c:pt idx="457">
                  <c:v>1.2694444444444446</c:v>
                </c:pt>
                <c:pt idx="458">
                  <c:v>1.2722222222222221</c:v>
                </c:pt>
                <c:pt idx="459">
                  <c:v>1.2749999999999999</c:v>
                </c:pt>
                <c:pt idx="460">
                  <c:v>1.2777777777777779</c:v>
                </c:pt>
                <c:pt idx="461">
                  <c:v>1.2805555555555554</c:v>
                </c:pt>
                <c:pt idx="462">
                  <c:v>1.2833333333333334</c:v>
                </c:pt>
                <c:pt idx="463">
                  <c:v>1.2861111111111112</c:v>
                </c:pt>
                <c:pt idx="464">
                  <c:v>1.2888888888888888</c:v>
                </c:pt>
                <c:pt idx="465">
                  <c:v>1.2916666666666667</c:v>
                </c:pt>
                <c:pt idx="466">
                  <c:v>1.2944444444444445</c:v>
                </c:pt>
                <c:pt idx="467">
                  <c:v>1.2972222222222221</c:v>
                </c:pt>
                <c:pt idx="468">
                  <c:v>1.3</c:v>
                </c:pt>
                <c:pt idx="469">
                  <c:v>1.3027777777777778</c:v>
                </c:pt>
                <c:pt idx="470">
                  <c:v>1.3055555555555556</c:v>
                </c:pt>
                <c:pt idx="471">
                  <c:v>1.3083333333333333</c:v>
                </c:pt>
                <c:pt idx="472">
                  <c:v>1.3111111111111111</c:v>
                </c:pt>
                <c:pt idx="473">
                  <c:v>1.3138888888888889</c:v>
                </c:pt>
                <c:pt idx="474">
                  <c:v>1.3166666666666667</c:v>
                </c:pt>
                <c:pt idx="475">
                  <c:v>1.3194444444444444</c:v>
                </c:pt>
                <c:pt idx="476">
                  <c:v>1.3222222222222222</c:v>
                </c:pt>
                <c:pt idx="477">
                  <c:v>1.325</c:v>
                </c:pt>
                <c:pt idx="478">
                  <c:v>1.3277777777777779</c:v>
                </c:pt>
                <c:pt idx="479">
                  <c:v>1.3305555555555555</c:v>
                </c:pt>
                <c:pt idx="480">
                  <c:v>1.3333333333333333</c:v>
                </c:pt>
                <c:pt idx="481">
                  <c:v>1.3361111111111112</c:v>
                </c:pt>
                <c:pt idx="482">
                  <c:v>1.3388888888888888</c:v>
                </c:pt>
                <c:pt idx="483">
                  <c:v>1.3416666666666666</c:v>
                </c:pt>
                <c:pt idx="484">
                  <c:v>1.3444444444444446</c:v>
                </c:pt>
                <c:pt idx="485">
                  <c:v>1.3472222222222221</c:v>
                </c:pt>
                <c:pt idx="486">
                  <c:v>1.35</c:v>
                </c:pt>
                <c:pt idx="487">
                  <c:v>1.3527777777777779</c:v>
                </c:pt>
                <c:pt idx="488">
                  <c:v>1.3555555555555554</c:v>
                </c:pt>
                <c:pt idx="489">
                  <c:v>1.3583333333333334</c:v>
                </c:pt>
                <c:pt idx="490">
                  <c:v>1.3611111111111112</c:v>
                </c:pt>
                <c:pt idx="491">
                  <c:v>1.3638888888888887</c:v>
                </c:pt>
                <c:pt idx="492">
                  <c:v>1.3666666666666667</c:v>
                </c:pt>
                <c:pt idx="493">
                  <c:v>1.3694444444444445</c:v>
                </c:pt>
                <c:pt idx="494">
                  <c:v>1.3722222222222222</c:v>
                </c:pt>
                <c:pt idx="495">
                  <c:v>1.375</c:v>
                </c:pt>
                <c:pt idx="496">
                  <c:v>1.3777777777777778</c:v>
                </c:pt>
                <c:pt idx="497">
                  <c:v>1.3805555555555555</c:v>
                </c:pt>
                <c:pt idx="498">
                  <c:v>1.3833333333333333</c:v>
                </c:pt>
                <c:pt idx="499">
                  <c:v>1.3861111111111113</c:v>
                </c:pt>
                <c:pt idx="500">
                  <c:v>1.3888888888888888</c:v>
                </c:pt>
                <c:pt idx="501">
                  <c:v>1.3916666666666666</c:v>
                </c:pt>
                <c:pt idx="502">
                  <c:v>1.3944444444444446</c:v>
                </c:pt>
                <c:pt idx="503">
                  <c:v>1.3972222222222221</c:v>
                </c:pt>
                <c:pt idx="504">
                  <c:v>1.4</c:v>
                </c:pt>
                <c:pt idx="505">
                  <c:v>1.4027777777777779</c:v>
                </c:pt>
                <c:pt idx="506">
                  <c:v>1.4055555555555554</c:v>
                </c:pt>
                <c:pt idx="507">
                  <c:v>1.4083333333333334</c:v>
                </c:pt>
                <c:pt idx="508">
                  <c:v>1.4111111111111112</c:v>
                </c:pt>
                <c:pt idx="509">
                  <c:v>1.4138888888888888</c:v>
                </c:pt>
                <c:pt idx="510">
                  <c:v>1.4166666666666667</c:v>
                </c:pt>
                <c:pt idx="511">
                  <c:v>1.4194444444444445</c:v>
                </c:pt>
                <c:pt idx="512">
                  <c:v>1.4222222222222221</c:v>
                </c:pt>
                <c:pt idx="513">
                  <c:v>1.425</c:v>
                </c:pt>
                <c:pt idx="514">
                  <c:v>1.4277777777777778</c:v>
                </c:pt>
                <c:pt idx="515">
                  <c:v>1.4305555555555556</c:v>
                </c:pt>
                <c:pt idx="516">
                  <c:v>1.4333333333333333</c:v>
                </c:pt>
                <c:pt idx="517">
                  <c:v>1.4361111111111111</c:v>
                </c:pt>
                <c:pt idx="518">
                  <c:v>1.4388888888888889</c:v>
                </c:pt>
                <c:pt idx="519">
                  <c:v>1.4416666666666667</c:v>
                </c:pt>
                <c:pt idx="520">
                  <c:v>1.4444444444444444</c:v>
                </c:pt>
                <c:pt idx="521">
                  <c:v>1.4472222222222222</c:v>
                </c:pt>
                <c:pt idx="522">
                  <c:v>1.45</c:v>
                </c:pt>
                <c:pt idx="523">
                  <c:v>1.4527777777777779</c:v>
                </c:pt>
                <c:pt idx="524">
                  <c:v>1.4555555555555555</c:v>
                </c:pt>
                <c:pt idx="525">
                  <c:v>1.4583333333333333</c:v>
                </c:pt>
                <c:pt idx="526">
                  <c:v>1.4611111111111112</c:v>
                </c:pt>
                <c:pt idx="527">
                  <c:v>1.4638888888888888</c:v>
                </c:pt>
                <c:pt idx="528">
                  <c:v>1.4666666666666666</c:v>
                </c:pt>
                <c:pt idx="529">
                  <c:v>1.4694444444444446</c:v>
                </c:pt>
                <c:pt idx="530">
                  <c:v>1.4722222222222221</c:v>
                </c:pt>
                <c:pt idx="531">
                  <c:v>1.4750000000000001</c:v>
                </c:pt>
                <c:pt idx="532">
                  <c:v>1.4777777777777779</c:v>
                </c:pt>
                <c:pt idx="533">
                  <c:v>1.4805555555555554</c:v>
                </c:pt>
                <c:pt idx="534">
                  <c:v>1.4833333333333334</c:v>
                </c:pt>
                <c:pt idx="535">
                  <c:v>1.4861111111111112</c:v>
                </c:pt>
                <c:pt idx="536">
                  <c:v>1.4888888888888887</c:v>
                </c:pt>
                <c:pt idx="537">
                  <c:v>1.4916666666666667</c:v>
                </c:pt>
                <c:pt idx="538">
                  <c:v>1.4944444444444445</c:v>
                </c:pt>
                <c:pt idx="539">
                  <c:v>1.4972222222222222</c:v>
                </c:pt>
                <c:pt idx="540">
                  <c:v>1.5</c:v>
                </c:pt>
                <c:pt idx="541">
                  <c:v>1.5027777777777778</c:v>
                </c:pt>
                <c:pt idx="542">
                  <c:v>1.5055555555555555</c:v>
                </c:pt>
                <c:pt idx="543">
                  <c:v>1.5083333333333333</c:v>
                </c:pt>
                <c:pt idx="544">
                  <c:v>1.5111111111111113</c:v>
                </c:pt>
                <c:pt idx="545">
                  <c:v>1.5138888888888888</c:v>
                </c:pt>
                <c:pt idx="546">
                  <c:v>1.5166666666666666</c:v>
                </c:pt>
                <c:pt idx="547">
                  <c:v>1.5194444444444446</c:v>
                </c:pt>
                <c:pt idx="548">
                  <c:v>1.5222222222222221</c:v>
                </c:pt>
                <c:pt idx="549">
                  <c:v>1.5249999999999999</c:v>
                </c:pt>
                <c:pt idx="550">
                  <c:v>1.5277777777777779</c:v>
                </c:pt>
                <c:pt idx="551">
                  <c:v>1.5305555555555554</c:v>
                </c:pt>
                <c:pt idx="552">
                  <c:v>1.5333333333333334</c:v>
                </c:pt>
                <c:pt idx="553">
                  <c:v>1.5361111111111112</c:v>
                </c:pt>
                <c:pt idx="554">
                  <c:v>1.5388888888888888</c:v>
                </c:pt>
                <c:pt idx="555">
                  <c:v>1.5416666666666667</c:v>
                </c:pt>
                <c:pt idx="556">
                  <c:v>1.5444444444444445</c:v>
                </c:pt>
                <c:pt idx="557">
                  <c:v>1.5472222222222221</c:v>
                </c:pt>
                <c:pt idx="558">
                  <c:v>1.55</c:v>
                </c:pt>
                <c:pt idx="559">
                  <c:v>1.5527777777777778</c:v>
                </c:pt>
                <c:pt idx="560">
                  <c:v>1.5555555555555556</c:v>
                </c:pt>
                <c:pt idx="561">
                  <c:v>1.5583333333333333</c:v>
                </c:pt>
                <c:pt idx="562">
                  <c:v>1.5611111111111111</c:v>
                </c:pt>
                <c:pt idx="563">
                  <c:v>1.5638888888888889</c:v>
                </c:pt>
                <c:pt idx="564">
                  <c:v>1.5666666666666667</c:v>
                </c:pt>
                <c:pt idx="565">
                  <c:v>1.5694444444444444</c:v>
                </c:pt>
                <c:pt idx="566">
                  <c:v>1.5722222222222222</c:v>
                </c:pt>
                <c:pt idx="567">
                  <c:v>1.575</c:v>
                </c:pt>
                <c:pt idx="568">
                  <c:v>1.5777777777777779</c:v>
                </c:pt>
                <c:pt idx="569">
                  <c:v>1.5805555555555555</c:v>
                </c:pt>
                <c:pt idx="570">
                  <c:v>1.5833333333333333</c:v>
                </c:pt>
                <c:pt idx="571">
                  <c:v>1.5861111111111112</c:v>
                </c:pt>
                <c:pt idx="572">
                  <c:v>1.5888888888888888</c:v>
                </c:pt>
                <c:pt idx="573">
                  <c:v>1.5916666666666666</c:v>
                </c:pt>
                <c:pt idx="574">
                  <c:v>1.5944444444444446</c:v>
                </c:pt>
                <c:pt idx="575">
                  <c:v>1.5972222222222221</c:v>
                </c:pt>
                <c:pt idx="576">
                  <c:v>1.6</c:v>
                </c:pt>
                <c:pt idx="577">
                  <c:v>1.6027777777777779</c:v>
                </c:pt>
                <c:pt idx="578">
                  <c:v>1.6055555555555554</c:v>
                </c:pt>
                <c:pt idx="579">
                  <c:v>1.6083333333333334</c:v>
                </c:pt>
                <c:pt idx="580">
                  <c:v>1.6111111111111112</c:v>
                </c:pt>
                <c:pt idx="581">
                  <c:v>1.6138888888888887</c:v>
                </c:pt>
                <c:pt idx="582">
                  <c:v>1.6166666666666667</c:v>
                </c:pt>
                <c:pt idx="583">
                  <c:v>1.6194444444444445</c:v>
                </c:pt>
                <c:pt idx="584">
                  <c:v>1.6222222222222222</c:v>
                </c:pt>
                <c:pt idx="585">
                  <c:v>1.625</c:v>
                </c:pt>
                <c:pt idx="586">
                  <c:v>1.6277777777777778</c:v>
                </c:pt>
                <c:pt idx="587">
                  <c:v>1.6305555555555555</c:v>
                </c:pt>
                <c:pt idx="588">
                  <c:v>1.6333333333333333</c:v>
                </c:pt>
                <c:pt idx="589">
                  <c:v>1.6361111111111113</c:v>
                </c:pt>
                <c:pt idx="590">
                  <c:v>1.6388888888888888</c:v>
                </c:pt>
                <c:pt idx="591">
                  <c:v>1.6416666666666666</c:v>
                </c:pt>
                <c:pt idx="592">
                  <c:v>1.6444444444444446</c:v>
                </c:pt>
                <c:pt idx="593">
                  <c:v>1.6472222222222221</c:v>
                </c:pt>
                <c:pt idx="594">
                  <c:v>1.65</c:v>
                </c:pt>
                <c:pt idx="595">
                  <c:v>1.6527777777777779</c:v>
                </c:pt>
                <c:pt idx="596">
                  <c:v>1.6555555555555554</c:v>
                </c:pt>
                <c:pt idx="597">
                  <c:v>1.6583333333333334</c:v>
                </c:pt>
                <c:pt idx="598">
                  <c:v>1.6611111111111112</c:v>
                </c:pt>
                <c:pt idx="599">
                  <c:v>1.6638888888888888</c:v>
                </c:pt>
                <c:pt idx="600">
                  <c:v>1.6666666666666667</c:v>
                </c:pt>
                <c:pt idx="601">
                  <c:v>1.6694444444444445</c:v>
                </c:pt>
                <c:pt idx="602">
                  <c:v>1.6722222222222221</c:v>
                </c:pt>
                <c:pt idx="603">
                  <c:v>1.675</c:v>
                </c:pt>
                <c:pt idx="604">
                  <c:v>1.6777777777777778</c:v>
                </c:pt>
                <c:pt idx="605">
                  <c:v>1.6805555555555556</c:v>
                </c:pt>
                <c:pt idx="606">
                  <c:v>1.6833333333333333</c:v>
                </c:pt>
                <c:pt idx="607">
                  <c:v>1.6861111111111111</c:v>
                </c:pt>
                <c:pt idx="608">
                  <c:v>1.6888888888888889</c:v>
                </c:pt>
                <c:pt idx="609">
                  <c:v>1.6916666666666667</c:v>
                </c:pt>
                <c:pt idx="610">
                  <c:v>1.6944444444444444</c:v>
                </c:pt>
                <c:pt idx="611">
                  <c:v>1.6972222222222222</c:v>
                </c:pt>
                <c:pt idx="612">
                  <c:v>1.7</c:v>
                </c:pt>
                <c:pt idx="613">
                  <c:v>1.7027777777777779</c:v>
                </c:pt>
                <c:pt idx="614">
                  <c:v>1.7055555555555555</c:v>
                </c:pt>
                <c:pt idx="615">
                  <c:v>1.7083333333333333</c:v>
                </c:pt>
                <c:pt idx="616">
                  <c:v>1.7111111111111112</c:v>
                </c:pt>
                <c:pt idx="617">
                  <c:v>1.7138888888888888</c:v>
                </c:pt>
                <c:pt idx="618">
                  <c:v>1.7166666666666666</c:v>
                </c:pt>
                <c:pt idx="619">
                  <c:v>1.7194444444444446</c:v>
                </c:pt>
                <c:pt idx="620">
                  <c:v>1.7222222222222221</c:v>
                </c:pt>
                <c:pt idx="621">
                  <c:v>1.7250000000000001</c:v>
                </c:pt>
                <c:pt idx="622">
                  <c:v>1.7277777777777779</c:v>
                </c:pt>
                <c:pt idx="623">
                  <c:v>1.7305555555555554</c:v>
                </c:pt>
                <c:pt idx="624">
                  <c:v>1.7333333333333334</c:v>
                </c:pt>
                <c:pt idx="625">
                  <c:v>1.7361111111111112</c:v>
                </c:pt>
                <c:pt idx="626">
                  <c:v>1.7388888888888887</c:v>
                </c:pt>
                <c:pt idx="627">
                  <c:v>1.7416666666666667</c:v>
                </c:pt>
                <c:pt idx="628">
                  <c:v>1.7444444444444445</c:v>
                </c:pt>
                <c:pt idx="629">
                  <c:v>1.7472222222222222</c:v>
                </c:pt>
                <c:pt idx="630">
                  <c:v>1.75</c:v>
                </c:pt>
                <c:pt idx="631">
                  <c:v>1.7527777777777778</c:v>
                </c:pt>
                <c:pt idx="632">
                  <c:v>1.7555555555555555</c:v>
                </c:pt>
                <c:pt idx="633">
                  <c:v>1.7583333333333333</c:v>
                </c:pt>
                <c:pt idx="634">
                  <c:v>1.7611111111111113</c:v>
                </c:pt>
                <c:pt idx="635">
                  <c:v>1.7638888888888888</c:v>
                </c:pt>
                <c:pt idx="636">
                  <c:v>1.7666666666666666</c:v>
                </c:pt>
                <c:pt idx="637">
                  <c:v>1.7694444444444446</c:v>
                </c:pt>
                <c:pt idx="638">
                  <c:v>1.7722222222222221</c:v>
                </c:pt>
                <c:pt idx="639">
                  <c:v>1.7749999999999999</c:v>
                </c:pt>
                <c:pt idx="640">
                  <c:v>1.7777777777777779</c:v>
                </c:pt>
                <c:pt idx="641">
                  <c:v>1.7805555555555554</c:v>
                </c:pt>
                <c:pt idx="642">
                  <c:v>1.7833333333333334</c:v>
                </c:pt>
                <c:pt idx="643">
                  <c:v>1.7861111111111112</c:v>
                </c:pt>
                <c:pt idx="644">
                  <c:v>1.7888888888888888</c:v>
                </c:pt>
                <c:pt idx="645">
                  <c:v>1.7916666666666667</c:v>
                </c:pt>
                <c:pt idx="646">
                  <c:v>1.7944444444444445</c:v>
                </c:pt>
                <c:pt idx="647">
                  <c:v>1.7972222222222221</c:v>
                </c:pt>
                <c:pt idx="648">
                  <c:v>1.8</c:v>
                </c:pt>
                <c:pt idx="649">
                  <c:v>1.8027777777777778</c:v>
                </c:pt>
                <c:pt idx="650">
                  <c:v>1.8055555555555556</c:v>
                </c:pt>
                <c:pt idx="651">
                  <c:v>1.8083333333333333</c:v>
                </c:pt>
                <c:pt idx="652">
                  <c:v>1.8111111111111111</c:v>
                </c:pt>
                <c:pt idx="653">
                  <c:v>1.8138888888888889</c:v>
                </c:pt>
                <c:pt idx="654">
                  <c:v>1.8166666666666667</c:v>
                </c:pt>
                <c:pt idx="655">
                  <c:v>1.8194444444444444</c:v>
                </c:pt>
                <c:pt idx="656">
                  <c:v>1.8222222222222222</c:v>
                </c:pt>
                <c:pt idx="657">
                  <c:v>1.825</c:v>
                </c:pt>
                <c:pt idx="658">
                  <c:v>1.8277777777777779</c:v>
                </c:pt>
                <c:pt idx="659">
                  <c:v>1.8305555555555555</c:v>
                </c:pt>
                <c:pt idx="660">
                  <c:v>1.8333333333333333</c:v>
                </c:pt>
                <c:pt idx="661">
                  <c:v>1.8361111111111112</c:v>
                </c:pt>
                <c:pt idx="662">
                  <c:v>1.8388888888888888</c:v>
                </c:pt>
                <c:pt idx="663">
                  <c:v>1.8416666666666666</c:v>
                </c:pt>
                <c:pt idx="664">
                  <c:v>1.8444444444444446</c:v>
                </c:pt>
                <c:pt idx="665">
                  <c:v>1.8472222222222221</c:v>
                </c:pt>
                <c:pt idx="666">
                  <c:v>1.85</c:v>
                </c:pt>
                <c:pt idx="667">
                  <c:v>1.8527777777777779</c:v>
                </c:pt>
                <c:pt idx="668">
                  <c:v>1.8555555555555554</c:v>
                </c:pt>
                <c:pt idx="669">
                  <c:v>1.8583333333333334</c:v>
                </c:pt>
                <c:pt idx="670">
                  <c:v>1.8611111111111112</c:v>
                </c:pt>
                <c:pt idx="671">
                  <c:v>1.8638888888888887</c:v>
                </c:pt>
                <c:pt idx="672">
                  <c:v>1.8666666666666667</c:v>
                </c:pt>
                <c:pt idx="673">
                  <c:v>1.8694444444444445</c:v>
                </c:pt>
                <c:pt idx="674">
                  <c:v>1.8722222222222222</c:v>
                </c:pt>
                <c:pt idx="675">
                  <c:v>1.875</c:v>
                </c:pt>
                <c:pt idx="676">
                  <c:v>1.8777777777777778</c:v>
                </c:pt>
                <c:pt idx="677">
                  <c:v>1.8805555555555555</c:v>
                </c:pt>
                <c:pt idx="678">
                  <c:v>1.8833333333333333</c:v>
                </c:pt>
                <c:pt idx="679">
                  <c:v>1.8861111111111113</c:v>
                </c:pt>
                <c:pt idx="680">
                  <c:v>1.8888888888888888</c:v>
                </c:pt>
                <c:pt idx="681">
                  <c:v>1.8916666666666666</c:v>
                </c:pt>
                <c:pt idx="682">
                  <c:v>1.8944444444444446</c:v>
                </c:pt>
                <c:pt idx="683">
                  <c:v>1.8972222222222221</c:v>
                </c:pt>
                <c:pt idx="684">
                  <c:v>1.9</c:v>
                </c:pt>
                <c:pt idx="685">
                  <c:v>1.9027777777777779</c:v>
                </c:pt>
                <c:pt idx="686">
                  <c:v>1.9055555555555554</c:v>
                </c:pt>
                <c:pt idx="687">
                  <c:v>1.9083333333333334</c:v>
                </c:pt>
                <c:pt idx="688">
                  <c:v>1.9111111111111112</c:v>
                </c:pt>
                <c:pt idx="689">
                  <c:v>1.9138888888888888</c:v>
                </c:pt>
                <c:pt idx="690">
                  <c:v>1.9166666666666667</c:v>
                </c:pt>
                <c:pt idx="691">
                  <c:v>1.9194444444444445</c:v>
                </c:pt>
                <c:pt idx="692">
                  <c:v>1.9222222222222221</c:v>
                </c:pt>
                <c:pt idx="693">
                  <c:v>1.925</c:v>
                </c:pt>
                <c:pt idx="694">
                  <c:v>1.9277777777777778</c:v>
                </c:pt>
                <c:pt idx="695">
                  <c:v>1.9305555555555556</c:v>
                </c:pt>
                <c:pt idx="696">
                  <c:v>1.9333333333333333</c:v>
                </c:pt>
                <c:pt idx="697">
                  <c:v>1.9361111111111111</c:v>
                </c:pt>
                <c:pt idx="698">
                  <c:v>1.9388888888888889</c:v>
                </c:pt>
                <c:pt idx="699">
                  <c:v>1.9416666666666667</c:v>
                </c:pt>
                <c:pt idx="700">
                  <c:v>1.9444444444444444</c:v>
                </c:pt>
                <c:pt idx="701">
                  <c:v>1.9472222222222222</c:v>
                </c:pt>
                <c:pt idx="702">
                  <c:v>1.95</c:v>
                </c:pt>
                <c:pt idx="703">
                  <c:v>1.9527777777777779</c:v>
                </c:pt>
                <c:pt idx="704">
                  <c:v>1.9555555555555555</c:v>
                </c:pt>
                <c:pt idx="705">
                  <c:v>1.9583333333333333</c:v>
                </c:pt>
                <c:pt idx="706">
                  <c:v>1.9611111111111112</c:v>
                </c:pt>
                <c:pt idx="707">
                  <c:v>1.9638888888888888</c:v>
                </c:pt>
                <c:pt idx="708">
                  <c:v>1.9666666666666666</c:v>
                </c:pt>
                <c:pt idx="709">
                  <c:v>1.9694444444444446</c:v>
                </c:pt>
                <c:pt idx="710">
                  <c:v>1.9722222222222221</c:v>
                </c:pt>
                <c:pt idx="711">
                  <c:v>1.9750000000000001</c:v>
                </c:pt>
                <c:pt idx="712">
                  <c:v>1.9777777777777779</c:v>
                </c:pt>
                <c:pt idx="713">
                  <c:v>1.9805555555555554</c:v>
                </c:pt>
                <c:pt idx="714">
                  <c:v>1.9833333333333334</c:v>
                </c:pt>
                <c:pt idx="715">
                  <c:v>1.9861111111111112</c:v>
                </c:pt>
                <c:pt idx="716">
                  <c:v>1.9888888888888887</c:v>
                </c:pt>
                <c:pt idx="717">
                  <c:v>1.9916666666666667</c:v>
                </c:pt>
                <c:pt idx="718">
                  <c:v>1.9944444444444445</c:v>
                </c:pt>
                <c:pt idx="719">
                  <c:v>1.9972222222222222</c:v>
                </c:pt>
                <c:pt idx="720">
                  <c:v>2</c:v>
                </c:pt>
                <c:pt idx="721">
                  <c:v>2.0027777777777778</c:v>
                </c:pt>
                <c:pt idx="722">
                  <c:v>2.0055555555555555</c:v>
                </c:pt>
                <c:pt idx="723">
                  <c:v>2.0083333333333333</c:v>
                </c:pt>
                <c:pt idx="724">
                  <c:v>2.0111111111111111</c:v>
                </c:pt>
                <c:pt idx="725">
                  <c:v>2.0138888888888888</c:v>
                </c:pt>
                <c:pt idx="726">
                  <c:v>2.0166666666666666</c:v>
                </c:pt>
                <c:pt idx="727">
                  <c:v>2.0194444444444444</c:v>
                </c:pt>
                <c:pt idx="728">
                  <c:v>2.0222222222222221</c:v>
                </c:pt>
                <c:pt idx="729">
                  <c:v>2.0249999999999999</c:v>
                </c:pt>
                <c:pt idx="730">
                  <c:v>2.0277777777777777</c:v>
                </c:pt>
                <c:pt idx="731">
                  <c:v>2.0305555555555554</c:v>
                </c:pt>
                <c:pt idx="732">
                  <c:v>2.0333333333333332</c:v>
                </c:pt>
                <c:pt idx="733">
                  <c:v>2.036111111111111</c:v>
                </c:pt>
                <c:pt idx="734">
                  <c:v>2.0388888888888888</c:v>
                </c:pt>
                <c:pt idx="735">
                  <c:v>2.0416666666666665</c:v>
                </c:pt>
                <c:pt idx="736">
                  <c:v>2.0444444444444447</c:v>
                </c:pt>
                <c:pt idx="737">
                  <c:v>2.0472222222222221</c:v>
                </c:pt>
                <c:pt idx="738">
                  <c:v>2.0499999999999998</c:v>
                </c:pt>
                <c:pt idx="739">
                  <c:v>2.052777777777778</c:v>
                </c:pt>
                <c:pt idx="740">
                  <c:v>2.0555555555555554</c:v>
                </c:pt>
                <c:pt idx="741">
                  <c:v>2.0583333333333331</c:v>
                </c:pt>
                <c:pt idx="742">
                  <c:v>2.0611111111111113</c:v>
                </c:pt>
                <c:pt idx="743">
                  <c:v>2.0638888888888887</c:v>
                </c:pt>
                <c:pt idx="744">
                  <c:v>2.0666666666666669</c:v>
                </c:pt>
                <c:pt idx="745">
                  <c:v>2.0694444444444446</c:v>
                </c:pt>
                <c:pt idx="746">
                  <c:v>2.072222222222222</c:v>
                </c:pt>
                <c:pt idx="747">
                  <c:v>2.0750000000000002</c:v>
                </c:pt>
                <c:pt idx="748">
                  <c:v>2.0777777777777779</c:v>
                </c:pt>
                <c:pt idx="749">
                  <c:v>2.0805555555555553</c:v>
                </c:pt>
                <c:pt idx="750">
                  <c:v>2.0833333333333335</c:v>
                </c:pt>
                <c:pt idx="751">
                  <c:v>2.0861111111111112</c:v>
                </c:pt>
                <c:pt idx="752">
                  <c:v>2.088888888888889</c:v>
                </c:pt>
                <c:pt idx="753">
                  <c:v>2.0916666666666668</c:v>
                </c:pt>
                <c:pt idx="754">
                  <c:v>2.0944444444444446</c:v>
                </c:pt>
                <c:pt idx="755">
                  <c:v>2.0972222222222223</c:v>
                </c:pt>
                <c:pt idx="756">
                  <c:v>2.1</c:v>
                </c:pt>
                <c:pt idx="757">
                  <c:v>2.1027777777777779</c:v>
                </c:pt>
                <c:pt idx="758">
                  <c:v>2.1055555555555556</c:v>
                </c:pt>
                <c:pt idx="759">
                  <c:v>2.1083333333333334</c:v>
                </c:pt>
                <c:pt idx="760">
                  <c:v>2.1111111111111112</c:v>
                </c:pt>
                <c:pt idx="761">
                  <c:v>2.1138888888888889</c:v>
                </c:pt>
                <c:pt idx="762">
                  <c:v>2.1166666666666667</c:v>
                </c:pt>
                <c:pt idx="763">
                  <c:v>2.1194444444444445</c:v>
                </c:pt>
                <c:pt idx="764">
                  <c:v>2.1222222222222222</c:v>
                </c:pt>
                <c:pt idx="765">
                  <c:v>2.125</c:v>
                </c:pt>
                <c:pt idx="766">
                  <c:v>2.1277777777777778</c:v>
                </c:pt>
                <c:pt idx="767">
                  <c:v>2.1305555555555555</c:v>
                </c:pt>
                <c:pt idx="768">
                  <c:v>2.1333333333333333</c:v>
                </c:pt>
                <c:pt idx="769">
                  <c:v>2.1361111111111111</c:v>
                </c:pt>
                <c:pt idx="770">
                  <c:v>2.1388888888888888</c:v>
                </c:pt>
                <c:pt idx="771">
                  <c:v>2.1416666666666666</c:v>
                </c:pt>
                <c:pt idx="772">
                  <c:v>2.1444444444444444</c:v>
                </c:pt>
                <c:pt idx="773">
                  <c:v>2.1472222222222226</c:v>
                </c:pt>
                <c:pt idx="774">
                  <c:v>2.15</c:v>
                </c:pt>
                <c:pt idx="775">
                  <c:v>2.1527777777777777</c:v>
                </c:pt>
                <c:pt idx="776">
                  <c:v>2.1555555555555559</c:v>
                </c:pt>
                <c:pt idx="777">
                  <c:v>2.1583333333333332</c:v>
                </c:pt>
                <c:pt idx="778">
                  <c:v>2.161111111111111</c:v>
                </c:pt>
                <c:pt idx="779">
                  <c:v>2.1638888888888892</c:v>
                </c:pt>
                <c:pt idx="780">
                  <c:v>2.1666666666666665</c:v>
                </c:pt>
                <c:pt idx="781">
                  <c:v>2.1694444444444443</c:v>
                </c:pt>
                <c:pt idx="782">
                  <c:v>2.1722222222222225</c:v>
                </c:pt>
                <c:pt idx="783">
                  <c:v>2.1749999999999998</c:v>
                </c:pt>
                <c:pt idx="784">
                  <c:v>2.1777777777777776</c:v>
                </c:pt>
                <c:pt idx="785">
                  <c:v>2.1805555555555558</c:v>
                </c:pt>
                <c:pt idx="786">
                  <c:v>2.1833333333333331</c:v>
                </c:pt>
                <c:pt idx="787">
                  <c:v>2.1861111111111109</c:v>
                </c:pt>
                <c:pt idx="788">
                  <c:v>2.1888888888888891</c:v>
                </c:pt>
                <c:pt idx="789">
                  <c:v>2.1916666666666669</c:v>
                </c:pt>
                <c:pt idx="790">
                  <c:v>2.1944444444444442</c:v>
                </c:pt>
                <c:pt idx="791">
                  <c:v>2.1972222222222224</c:v>
                </c:pt>
                <c:pt idx="792">
                  <c:v>2.2000000000000002</c:v>
                </c:pt>
                <c:pt idx="793">
                  <c:v>2.2027777777777775</c:v>
                </c:pt>
                <c:pt idx="794">
                  <c:v>2.2055555555555557</c:v>
                </c:pt>
                <c:pt idx="795">
                  <c:v>2.2083333333333335</c:v>
                </c:pt>
                <c:pt idx="796">
                  <c:v>2.2111111111111108</c:v>
                </c:pt>
                <c:pt idx="797">
                  <c:v>2.213888888888889</c:v>
                </c:pt>
                <c:pt idx="798">
                  <c:v>2.2166666666666668</c:v>
                </c:pt>
                <c:pt idx="799">
                  <c:v>2.2194444444444441</c:v>
                </c:pt>
                <c:pt idx="800">
                  <c:v>2.2222222222222223</c:v>
                </c:pt>
                <c:pt idx="801">
                  <c:v>2.2250000000000001</c:v>
                </c:pt>
                <c:pt idx="802">
                  <c:v>2.2277777777777774</c:v>
                </c:pt>
                <c:pt idx="803">
                  <c:v>2.2305555555555556</c:v>
                </c:pt>
                <c:pt idx="804">
                  <c:v>2.2333333333333334</c:v>
                </c:pt>
                <c:pt idx="805">
                  <c:v>2.2361111111111112</c:v>
                </c:pt>
                <c:pt idx="806">
                  <c:v>2.2388888888888889</c:v>
                </c:pt>
                <c:pt idx="807">
                  <c:v>2.2416666666666667</c:v>
                </c:pt>
                <c:pt idx="808">
                  <c:v>2.2444444444444445</c:v>
                </c:pt>
                <c:pt idx="809">
                  <c:v>2.2472222222222222</c:v>
                </c:pt>
                <c:pt idx="810">
                  <c:v>2.25</c:v>
                </c:pt>
                <c:pt idx="811">
                  <c:v>2.2527777777777778</c:v>
                </c:pt>
                <c:pt idx="812">
                  <c:v>2.2555555555555555</c:v>
                </c:pt>
                <c:pt idx="813">
                  <c:v>2.2583333333333333</c:v>
                </c:pt>
                <c:pt idx="814">
                  <c:v>2.2611111111111111</c:v>
                </c:pt>
                <c:pt idx="815">
                  <c:v>2.2638888888888888</c:v>
                </c:pt>
                <c:pt idx="816">
                  <c:v>2.2666666666666666</c:v>
                </c:pt>
                <c:pt idx="817">
                  <c:v>2.2694444444444444</c:v>
                </c:pt>
                <c:pt idx="818">
                  <c:v>2.2722222222222226</c:v>
                </c:pt>
                <c:pt idx="819">
                  <c:v>2.2749999999999999</c:v>
                </c:pt>
                <c:pt idx="820">
                  <c:v>2.2777777777777777</c:v>
                </c:pt>
                <c:pt idx="821">
                  <c:v>2.2805555555555559</c:v>
                </c:pt>
                <c:pt idx="822">
                  <c:v>2.2833333333333332</c:v>
                </c:pt>
                <c:pt idx="823">
                  <c:v>2.286111111111111</c:v>
                </c:pt>
                <c:pt idx="824">
                  <c:v>2.2888888888888892</c:v>
                </c:pt>
                <c:pt idx="825">
                  <c:v>2.2916666666666665</c:v>
                </c:pt>
                <c:pt idx="826">
                  <c:v>2.2944444444444443</c:v>
                </c:pt>
                <c:pt idx="827">
                  <c:v>2.2972222222222225</c:v>
                </c:pt>
                <c:pt idx="828">
                  <c:v>2.2999999999999998</c:v>
                </c:pt>
                <c:pt idx="829">
                  <c:v>2.3027777777777776</c:v>
                </c:pt>
                <c:pt idx="830">
                  <c:v>2.3055555555555558</c:v>
                </c:pt>
                <c:pt idx="831">
                  <c:v>2.3083333333333331</c:v>
                </c:pt>
                <c:pt idx="832">
                  <c:v>2.3111111111111109</c:v>
                </c:pt>
                <c:pt idx="833">
                  <c:v>2.3138888888888891</c:v>
                </c:pt>
                <c:pt idx="834">
                  <c:v>2.3166666666666669</c:v>
                </c:pt>
                <c:pt idx="835">
                  <c:v>2.3194444444444442</c:v>
                </c:pt>
                <c:pt idx="836">
                  <c:v>2.3222222222222224</c:v>
                </c:pt>
                <c:pt idx="837">
                  <c:v>2.3250000000000002</c:v>
                </c:pt>
                <c:pt idx="838">
                  <c:v>2.3277777777777775</c:v>
                </c:pt>
                <c:pt idx="839">
                  <c:v>2.3305555555555557</c:v>
                </c:pt>
                <c:pt idx="840">
                  <c:v>2.3333333333333335</c:v>
                </c:pt>
                <c:pt idx="841">
                  <c:v>2.3361111111111108</c:v>
                </c:pt>
                <c:pt idx="842">
                  <c:v>2.338888888888889</c:v>
                </c:pt>
                <c:pt idx="843">
                  <c:v>2.3416666666666668</c:v>
                </c:pt>
                <c:pt idx="844">
                  <c:v>2.3444444444444441</c:v>
                </c:pt>
                <c:pt idx="845">
                  <c:v>2.3472222222222223</c:v>
                </c:pt>
                <c:pt idx="846">
                  <c:v>2.35</c:v>
                </c:pt>
                <c:pt idx="847">
                  <c:v>2.3527777777777774</c:v>
                </c:pt>
                <c:pt idx="848">
                  <c:v>2.3555555555555556</c:v>
                </c:pt>
                <c:pt idx="849">
                  <c:v>2.3583333333333334</c:v>
                </c:pt>
                <c:pt idx="850">
                  <c:v>2.3611111111111112</c:v>
                </c:pt>
                <c:pt idx="851">
                  <c:v>2.3638888888888889</c:v>
                </c:pt>
                <c:pt idx="852">
                  <c:v>2.3666666666666667</c:v>
                </c:pt>
                <c:pt idx="853">
                  <c:v>2.3694444444444445</c:v>
                </c:pt>
                <c:pt idx="854">
                  <c:v>2.3722222222222222</c:v>
                </c:pt>
                <c:pt idx="855">
                  <c:v>2.375</c:v>
                </c:pt>
                <c:pt idx="856">
                  <c:v>2.3777777777777778</c:v>
                </c:pt>
                <c:pt idx="857">
                  <c:v>2.3805555555555555</c:v>
                </c:pt>
                <c:pt idx="858">
                  <c:v>2.3833333333333333</c:v>
                </c:pt>
                <c:pt idx="859">
                  <c:v>2.3861111111111111</c:v>
                </c:pt>
                <c:pt idx="860">
                  <c:v>2.3888888888888888</c:v>
                </c:pt>
                <c:pt idx="861">
                  <c:v>2.3916666666666666</c:v>
                </c:pt>
                <c:pt idx="862">
                  <c:v>2.3944444444444444</c:v>
                </c:pt>
                <c:pt idx="863">
                  <c:v>2.3972222222222226</c:v>
                </c:pt>
                <c:pt idx="864">
                  <c:v>2.4</c:v>
                </c:pt>
                <c:pt idx="865">
                  <c:v>2.4027777777777777</c:v>
                </c:pt>
                <c:pt idx="866">
                  <c:v>2.4055555555555559</c:v>
                </c:pt>
                <c:pt idx="867">
                  <c:v>2.4083333333333332</c:v>
                </c:pt>
                <c:pt idx="868">
                  <c:v>2.411111111111111</c:v>
                </c:pt>
                <c:pt idx="869">
                  <c:v>2.4138888888888892</c:v>
                </c:pt>
                <c:pt idx="870">
                  <c:v>2.4166666666666665</c:v>
                </c:pt>
                <c:pt idx="871">
                  <c:v>2.4194444444444443</c:v>
                </c:pt>
                <c:pt idx="872">
                  <c:v>2.4222222222222225</c:v>
                </c:pt>
                <c:pt idx="873">
                  <c:v>2.4249999999999998</c:v>
                </c:pt>
                <c:pt idx="874">
                  <c:v>2.4277777777777776</c:v>
                </c:pt>
                <c:pt idx="875">
                  <c:v>2.4305555555555558</c:v>
                </c:pt>
                <c:pt idx="876">
                  <c:v>2.4333333333333331</c:v>
                </c:pt>
                <c:pt idx="877">
                  <c:v>2.4361111111111109</c:v>
                </c:pt>
                <c:pt idx="878">
                  <c:v>2.4388888888888891</c:v>
                </c:pt>
                <c:pt idx="879">
                  <c:v>2.4416666666666669</c:v>
                </c:pt>
                <c:pt idx="880">
                  <c:v>2.4444444444444442</c:v>
                </c:pt>
                <c:pt idx="881">
                  <c:v>2.4472222222222224</c:v>
                </c:pt>
                <c:pt idx="882">
                  <c:v>2.4500000000000002</c:v>
                </c:pt>
                <c:pt idx="883">
                  <c:v>2.4527777777777775</c:v>
                </c:pt>
                <c:pt idx="884">
                  <c:v>2.4555555555555557</c:v>
                </c:pt>
                <c:pt idx="885">
                  <c:v>2.4583333333333335</c:v>
                </c:pt>
                <c:pt idx="886">
                  <c:v>2.4611111111111108</c:v>
                </c:pt>
                <c:pt idx="887">
                  <c:v>2.463888888888889</c:v>
                </c:pt>
                <c:pt idx="888">
                  <c:v>2.4666666666666668</c:v>
                </c:pt>
                <c:pt idx="889">
                  <c:v>2.4694444444444441</c:v>
                </c:pt>
                <c:pt idx="890">
                  <c:v>2.4722222222222223</c:v>
                </c:pt>
                <c:pt idx="891">
                  <c:v>2.4750000000000001</c:v>
                </c:pt>
                <c:pt idx="892">
                  <c:v>2.4777777777777774</c:v>
                </c:pt>
                <c:pt idx="893">
                  <c:v>2.4805555555555556</c:v>
                </c:pt>
                <c:pt idx="894">
                  <c:v>2.4833333333333334</c:v>
                </c:pt>
                <c:pt idx="895">
                  <c:v>2.4861111111111112</c:v>
                </c:pt>
                <c:pt idx="896">
                  <c:v>2.4888888888888889</c:v>
                </c:pt>
                <c:pt idx="897">
                  <c:v>2.4916666666666667</c:v>
                </c:pt>
                <c:pt idx="898">
                  <c:v>2.4944444444444445</c:v>
                </c:pt>
                <c:pt idx="899">
                  <c:v>2.4972222222222222</c:v>
                </c:pt>
                <c:pt idx="900">
                  <c:v>2.5</c:v>
                </c:pt>
                <c:pt idx="901">
                  <c:v>2.5027777777777778</c:v>
                </c:pt>
                <c:pt idx="902">
                  <c:v>2.5055555555555555</c:v>
                </c:pt>
                <c:pt idx="903">
                  <c:v>2.5083333333333333</c:v>
                </c:pt>
                <c:pt idx="904">
                  <c:v>2.5111111111111111</c:v>
                </c:pt>
                <c:pt idx="905">
                  <c:v>2.5138888888888888</c:v>
                </c:pt>
                <c:pt idx="906">
                  <c:v>2.5166666666666666</c:v>
                </c:pt>
                <c:pt idx="907">
                  <c:v>2.5194444444444444</c:v>
                </c:pt>
                <c:pt idx="908">
                  <c:v>2.5222222222222226</c:v>
                </c:pt>
                <c:pt idx="909">
                  <c:v>2.5249999999999999</c:v>
                </c:pt>
                <c:pt idx="910">
                  <c:v>2.5277777777777777</c:v>
                </c:pt>
                <c:pt idx="911">
                  <c:v>2.5305555555555559</c:v>
                </c:pt>
                <c:pt idx="912">
                  <c:v>2.5333333333333332</c:v>
                </c:pt>
                <c:pt idx="913">
                  <c:v>2.536111111111111</c:v>
                </c:pt>
                <c:pt idx="914">
                  <c:v>2.5388888888888892</c:v>
                </c:pt>
                <c:pt idx="915">
                  <c:v>2.5416666666666665</c:v>
                </c:pt>
                <c:pt idx="916">
                  <c:v>2.5444444444444443</c:v>
                </c:pt>
                <c:pt idx="917">
                  <c:v>2.5472222222222225</c:v>
                </c:pt>
                <c:pt idx="918">
                  <c:v>2.5499999999999998</c:v>
                </c:pt>
                <c:pt idx="919">
                  <c:v>2.5527777777777776</c:v>
                </c:pt>
                <c:pt idx="920">
                  <c:v>2.5555555555555558</c:v>
                </c:pt>
                <c:pt idx="921">
                  <c:v>2.5583333333333331</c:v>
                </c:pt>
                <c:pt idx="922">
                  <c:v>2.5611111111111109</c:v>
                </c:pt>
                <c:pt idx="923">
                  <c:v>2.5638888888888891</c:v>
                </c:pt>
                <c:pt idx="924">
                  <c:v>2.5666666666666669</c:v>
                </c:pt>
                <c:pt idx="925">
                  <c:v>2.5694444444444442</c:v>
                </c:pt>
                <c:pt idx="926">
                  <c:v>2.5722222222222224</c:v>
                </c:pt>
                <c:pt idx="927">
                  <c:v>2.5750000000000002</c:v>
                </c:pt>
                <c:pt idx="928">
                  <c:v>2.5777777777777775</c:v>
                </c:pt>
                <c:pt idx="929">
                  <c:v>2.5805555555555557</c:v>
                </c:pt>
                <c:pt idx="930">
                  <c:v>2.5833333333333335</c:v>
                </c:pt>
                <c:pt idx="931">
                  <c:v>2.5861111111111108</c:v>
                </c:pt>
                <c:pt idx="932">
                  <c:v>2.588888888888889</c:v>
                </c:pt>
                <c:pt idx="933">
                  <c:v>2.5916666666666668</c:v>
                </c:pt>
                <c:pt idx="934">
                  <c:v>2.5944444444444441</c:v>
                </c:pt>
                <c:pt idx="935">
                  <c:v>2.5972222222222223</c:v>
                </c:pt>
                <c:pt idx="936">
                  <c:v>2.6</c:v>
                </c:pt>
                <c:pt idx="937">
                  <c:v>2.6027777777777774</c:v>
                </c:pt>
                <c:pt idx="938">
                  <c:v>2.6055555555555556</c:v>
                </c:pt>
                <c:pt idx="939">
                  <c:v>2.6083333333333334</c:v>
                </c:pt>
                <c:pt idx="940">
                  <c:v>2.6111111111111112</c:v>
                </c:pt>
                <c:pt idx="941">
                  <c:v>2.6138888888888889</c:v>
                </c:pt>
                <c:pt idx="942">
                  <c:v>2.6166666666666667</c:v>
                </c:pt>
                <c:pt idx="943">
                  <c:v>2.6194444444444445</c:v>
                </c:pt>
                <c:pt idx="944">
                  <c:v>2.6222222222222222</c:v>
                </c:pt>
                <c:pt idx="945">
                  <c:v>2.625</c:v>
                </c:pt>
                <c:pt idx="946">
                  <c:v>2.6277777777777778</c:v>
                </c:pt>
                <c:pt idx="947">
                  <c:v>2.6305555555555555</c:v>
                </c:pt>
                <c:pt idx="948">
                  <c:v>2.6333333333333333</c:v>
                </c:pt>
                <c:pt idx="949">
                  <c:v>2.6361111111111111</c:v>
                </c:pt>
                <c:pt idx="950">
                  <c:v>2.6388888888888888</c:v>
                </c:pt>
                <c:pt idx="951">
                  <c:v>2.6416666666666666</c:v>
                </c:pt>
                <c:pt idx="952">
                  <c:v>2.6444444444444444</c:v>
                </c:pt>
                <c:pt idx="953">
                  <c:v>2.6472222222222226</c:v>
                </c:pt>
                <c:pt idx="954">
                  <c:v>2.65</c:v>
                </c:pt>
                <c:pt idx="955">
                  <c:v>2.6527777777777777</c:v>
                </c:pt>
                <c:pt idx="956">
                  <c:v>2.6555555555555559</c:v>
                </c:pt>
                <c:pt idx="957">
                  <c:v>2.6583333333333332</c:v>
                </c:pt>
                <c:pt idx="958">
                  <c:v>2.661111111111111</c:v>
                </c:pt>
                <c:pt idx="959">
                  <c:v>2.6638888888888892</c:v>
                </c:pt>
                <c:pt idx="960">
                  <c:v>2.6666666666666665</c:v>
                </c:pt>
                <c:pt idx="961">
                  <c:v>2.6694444444444443</c:v>
                </c:pt>
                <c:pt idx="962">
                  <c:v>2.6722222222222225</c:v>
                </c:pt>
                <c:pt idx="963">
                  <c:v>2.6749999999999998</c:v>
                </c:pt>
                <c:pt idx="964">
                  <c:v>2.6777777777777776</c:v>
                </c:pt>
                <c:pt idx="965">
                  <c:v>2.6805555555555558</c:v>
                </c:pt>
                <c:pt idx="966">
                  <c:v>2.6833333333333331</c:v>
                </c:pt>
                <c:pt idx="967">
                  <c:v>2.6861111111111109</c:v>
                </c:pt>
                <c:pt idx="968">
                  <c:v>2.6888888888888891</c:v>
                </c:pt>
                <c:pt idx="969">
                  <c:v>2.6916666666666669</c:v>
                </c:pt>
                <c:pt idx="970">
                  <c:v>2.6944444444444442</c:v>
                </c:pt>
                <c:pt idx="971">
                  <c:v>2.6972222222222224</c:v>
                </c:pt>
                <c:pt idx="972">
                  <c:v>2.7</c:v>
                </c:pt>
                <c:pt idx="973">
                  <c:v>2.7027777777777775</c:v>
                </c:pt>
                <c:pt idx="974">
                  <c:v>2.7055555555555557</c:v>
                </c:pt>
                <c:pt idx="975">
                  <c:v>2.7083333333333335</c:v>
                </c:pt>
                <c:pt idx="976">
                  <c:v>2.7111111111111108</c:v>
                </c:pt>
                <c:pt idx="977">
                  <c:v>2.713888888888889</c:v>
                </c:pt>
                <c:pt idx="978">
                  <c:v>2.7166666666666668</c:v>
                </c:pt>
                <c:pt idx="979">
                  <c:v>2.7194444444444441</c:v>
                </c:pt>
                <c:pt idx="980">
                  <c:v>2.7222222222222223</c:v>
                </c:pt>
                <c:pt idx="981">
                  <c:v>2.7250000000000001</c:v>
                </c:pt>
                <c:pt idx="982">
                  <c:v>2.7277777777777774</c:v>
                </c:pt>
                <c:pt idx="983">
                  <c:v>2.7305555555555556</c:v>
                </c:pt>
                <c:pt idx="984">
                  <c:v>2.7333333333333334</c:v>
                </c:pt>
                <c:pt idx="985">
                  <c:v>2.7361111111111112</c:v>
                </c:pt>
                <c:pt idx="986">
                  <c:v>2.7388888888888889</c:v>
                </c:pt>
                <c:pt idx="987">
                  <c:v>2.7416666666666667</c:v>
                </c:pt>
                <c:pt idx="988">
                  <c:v>2.7444444444444445</c:v>
                </c:pt>
                <c:pt idx="989">
                  <c:v>2.7472222222222222</c:v>
                </c:pt>
                <c:pt idx="990">
                  <c:v>2.75</c:v>
                </c:pt>
                <c:pt idx="991">
                  <c:v>2.7527777777777778</c:v>
                </c:pt>
                <c:pt idx="992">
                  <c:v>2.7555555555555555</c:v>
                </c:pt>
                <c:pt idx="993">
                  <c:v>2.7583333333333333</c:v>
                </c:pt>
                <c:pt idx="994">
                  <c:v>2.7611111111111111</c:v>
                </c:pt>
                <c:pt idx="995">
                  <c:v>2.7638888888888888</c:v>
                </c:pt>
                <c:pt idx="996">
                  <c:v>2.7666666666666666</c:v>
                </c:pt>
                <c:pt idx="997">
                  <c:v>2.7694444444444444</c:v>
                </c:pt>
                <c:pt idx="998">
                  <c:v>2.7722222222222226</c:v>
                </c:pt>
                <c:pt idx="999">
                  <c:v>2.7749999999999999</c:v>
                </c:pt>
                <c:pt idx="1000">
                  <c:v>2.7777777777777777</c:v>
                </c:pt>
                <c:pt idx="1001">
                  <c:v>2.7805555555555559</c:v>
                </c:pt>
                <c:pt idx="1002">
                  <c:v>2.7833333333333332</c:v>
                </c:pt>
                <c:pt idx="1003">
                  <c:v>2.786111111111111</c:v>
                </c:pt>
                <c:pt idx="1004">
                  <c:v>2.7888888888888892</c:v>
                </c:pt>
                <c:pt idx="1005">
                  <c:v>2.7916666666666665</c:v>
                </c:pt>
                <c:pt idx="1006">
                  <c:v>2.7944444444444443</c:v>
                </c:pt>
                <c:pt idx="1007">
                  <c:v>2.7972222222222225</c:v>
                </c:pt>
                <c:pt idx="1008">
                  <c:v>2.8</c:v>
                </c:pt>
                <c:pt idx="1009">
                  <c:v>2.8027777777777776</c:v>
                </c:pt>
                <c:pt idx="1010">
                  <c:v>2.8055555555555558</c:v>
                </c:pt>
                <c:pt idx="1011">
                  <c:v>2.8083333333333331</c:v>
                </c:pt>
                <c:pt idx="1012">
                  <c:v>2.8111111111111109</c:v>
                </c:pt>
                <c:pt idx="1013">
                  <c:v>2.8138888888888891</c:v>
                </c:pt>
                <c:pt idx="1014">
                  <c:v>2.8166666666666669</c:v>
                </c:pt>
                <c:pt idx="1015">
                  <c:v>2.8194444444444442</c:v>
                </c:pt>
                <c:pt idx="1016">
                  <c:v>2.8222222222222224</c:v>
                </c:pt>
                <c:pt idx="1017">
                  <c:v>2.8250000000000002</c:v>
                </c:pt>
                <c:pt idx="1018">
                  <c:v>2.8277777777777775</c:v>
                </c:pt>
                <c:pt idx="1019">
                  <c:v>2.8305555555555557</c:v>
                </c:pt>
                <c:pt idx="1020">
                  <c:v>2.8333333333333335</c:v>
                </c:pt>
                <c:pt idx="1021">
                  <c:v>2.8361111111111108</c:v>
                </c:pt>
                <c:pt idx="1022">
                  <c:v>2.838888888888889</c:v>
                </c:pt>
                <c:pt idx="1023">
                  <c:v>2.8416666666666668</c:v>
                </c:pt>
                <c:pt idx="1024">
                  <c:v>2.8444444444444441</c:v>
                </c:pt>
                <c:pt idx="1025">
                  <c:v>2.8472222222222223</c:v>
                </c:pt>
                <c:pt idx="1026">
                  <c:v>2.85</c:v>
                </c:pt>
                <c:pt idx="1027">
                  <c:v>2.8527777777777774</c:v>
                </c:pt>
                <c:pt idx="1028">
                  <c:v>2.8555555555555556</c:v>
                </c:pt>
                <c:pt idx="1029">
                  <c:v>2.8583333333333334</c:v>
                </c:pt>
                <c:pt idx="1030">
                  <c:v>2.8611111111111112</c:v>
                </c:pt>
                <c:pt idx="1031">
                  <c:v>2.8638888888888889</c:v>
                </c:pt>
                <c:pt idx="1032">
                  <c:v>2.8666666666666667</c:v>
                </c:pt>
                <c:pt idx="1033">
                  <c:v>2.8694444444444445</c:v>
                </c:pt>
                <c:pt idx="1034">
                  <c:v>2.8722222222222222</c:v>
                </c:pt>
                <c:pt idx="1035">
                  <c:v>2.875</c:v>
                </c:pt>
                <c:pt idx="1036">
                  <c:v>2.8777777777777778</c:v>
                </c:pt>
                <c:pt idx="1037">
                  <c:v>2.8805555555555555</c:v>
                </c:pt>
                <c:pt idx="1038">
                  <c:v>2.8833333333333333</c:v>
                </c:pt>
                <c:pt idx="1039">
                  <c:v>2.8861111111111111</c:v>
                </c:pt>
                <c:pt idx="1040">
                  <c:v>2.8888888888888888</c:v>
                </c:pt>
                <c:pt idx="1041">
                  <c:v>2.8916666666666666</c:v>
                </c:pt>
                <c:pt idx="1042">
                  <c:v>2.8944444444444444</c:v>
                </c:pt>
                <c:pt idx="1043">
                  <c:v>2.8972222222222226</c:v>
                </c:pt>
                <c:pt idx="1044">
                  <c:v>2.9</c:v>
                </c:pt>
                <c:pt idx="1045">
                  <c:v>2.9027777777777777</c:v>
                </c:pt>
                <c:pt idx="1046">
                  <c:v>2.9055555555555559</c:v>
                </c:pt>
                <c:pt idx="1047">
                  <c:v>2.9083333333333332</c:v>
                </c:pt>
                <c:pt idx="1048">
                  <c:v>2.911111111111111</c:v>
                </c:pt>
                <c:pt idx="1049">
                  <c:v>2.9138888888888892</c:v>
                </c:pt>
                <c:pt idx="1050">
                  <c:v>2.9166666666666665</c:v>
                </c:pt>
                <c:pt idx="1051">
                  <c:v>2.9194444444444443</c:v>
                </c:pt>
                <c:pt idx="1052">
                  <c:v>2.9222222222222225</c:v>
                </c:pt>
                <c:pt idx="1053">
                  <c:v>2.9249999999999998</c:v>
                </c:pt>
                <c:pt idx="1054">
                  <c:v>2.9277777777777776</c:v>
                </c:pt>
                <c:pt idx="1055">
                  <c:v>2.9305555555555558</c:v>
                </c:pt>
                <c:pt idx="1056">
                  <c:v>2.9333333333333331</c:v>
                </c:pt>
                <c:pt idx="1057">
                  <c:v>2.9361111111111109</c:v>
                </c:pt>
                <c:pt idx="1058">
                  <c:v>2.9388888888888891</c:v>
                </c:pt>
                <c:pt idx="1059">
                  <c:v>2.9416666666666669</c:v>
                </c:pt>
                <c:pt idx="1060">
                  <c:v>2.9444444444444442</c:v>
                </c:pt>
                <c:pt idx="1061">
                  <c:v>2.9472222222222224</c:v>
                </c:pt>
                <c:pt idx="1062">
                  <c:v>2.95</c:v>
                </c:pt>
                <c:pt idx="1063">
                  <c:v>2.9527777777777775</c:v>
                </c:pt>
                <c:pt idx="1064">
                  <c:v>2.9555555555555557</c:v>
                </c:pt>
                <c:pt idx="1065">
                  <c:v>2.9583333333333335</c:v>
                </c:pt>
                <c:pt idx="1066">
                  <c:v>2.9611111111111108</c:v>
                </c:pt>
                <c:pt idx="1067">
                  <c:v>2.963888888888889</c:v>
                </c:pt>
                <c:pt idx="1068">
                  <c:v>2.9666666666666668</c:v>
                </c:pt>
                <c:pt idx="1069">
                  <c:v>2.9694444444444441</c:v>
                </c:pt>
                <c:pt idx="1070">
                  <c:v>2.9722222222222223</c:v>
                </c:pt>
                <c:pt idx="1071">
                  <c:v>2.9750000000000001</c:v>
                </c:pt>
                <c:pt idx="1072">
                  <c:v>2.9777777777777774</c:v>
                </c:pt>
                <c:pt idx="1073">
                  <c:v>2.9805555555555556</c:v>
                </c:pt>
                <c:pt idx="1074">
                  <c:v>2.9833333333333334</c:v>
                </c:pt>
                <c:pt idx="1075">
                  <c:v>2.9861111111111112</c:v>
                </c:pt>
                <c:pt idx="1076">
                  <c:v>2.9888888888888889</c:v>
                </c:pt>
                <c:pt idx="1077">
                  <c:v>2.9916666666666667</c:v>
                </c:pt>
                <c:pt idx="1078">
                  <c:v>2.9944444444444445</c:v>
                </c:pt>
                <c:pt idx="1079">
                  <c:v>2.9972222222222222</c:v>
                </c:pt>
                <c:pt idx="1080">
                  <c:v>3</c:v>
                </c:pt>
              </c:numCache>
            </c:numRef>
          </c:xVal>
          <c:yVal>
            <c:numRef>
              <c:f>Sheet1!$Q$4:$Q$1084</c:f>
              <c:numCache>
                <c:formatCode>0.00</c:formatCode>
                <c:ptCount val="1081"/>
                <c:pt idx="0">
                  <c:v>0</c:v>
                </c:pt>
                <c:pt idx="1">
                  <c:v>9.3084714138079844E-138</c:v>
                </c:pt>
                <c:pt idx="2">
                  <c:v>9.6033590550536901E-120</c:v>
                </c:pt>
                <c:pt idx="3">
                  <c:v>3.1596848489641562E-109</c:v>
                </c:pt>
                <c:pt idx="4">
                  <c:v>8.865699802317154E-102</c:v>
                </c:pt>
                <c:pt idx="5">
                  <c:v>5.1767698780411154E-96</c:v>
                </c:pt>
                <c:pt idx="6">
                  <c:v>2.6102294194797715E-91</c:v>
                </c:pt>
                <c:pt idx="7">
                  <c:v>2.4279017918297253E-87</c:v>
                </c:pt>
                <c:pt idx="8">
                  <c:v>6.553797099854422E-84</c:v>
                </c:pt>
                <c:pt idx="9">
                  <c:v>6.8768475422708349E-81</c:v>
                </c:pt>
                <c:pt idx="10">
                  <c:v>3.4243952618720798E-78</c:v>
                </c:pt>
                <c:pt idx="11">
                  <c:v>9.3301806916504585E-76</c:v>
                </c:pt>
                <c:pt idx="12">
                  <c:v>1.545072153714628E-73</c:v>
                </c:pt>
                <c:pt idx="13">
                  <c:v>1.6843029084238215E-71</c:v>
                </c:pt>
                <c:pt idx="14">
                  <c:v>1.2860156639796047E-69</c:v>
                </c:pt>
                <c:pt idx="15">
                  <c:v>7.2241161276507728E-68</c:v>
                </c:pt>
                <c:pt idx="16">
                  <c:v>3.106370063647589E-66</c:v>
                </c:pt>
                <c:pt idx="17">
                  <c:v>1.0561718135592647E-64</c:v>
                </c:pt>
                <c:pt idx="18">
                  <c:v>2.9167194263596102E-63</c:v>
                </c:pt>
                <c:pt idx="19">
                  <c:v>6.6912223649358486E-62</c:v>
                </c:pt>
                <c:pt idx="20">
                  <c:v>1.2996733177385932E-60</c:v>
                </c:pt>
                <c:pt idx="21">
                  <c:v>2.1723870475876782E-59</c:v>
                </c:pt>
                <c:pt idx="22">
                  <c:v>3.1687314011792037E-58</c:v>
                </c:pt>
                <c:pt idx="23">
                  <c:v>4.0826278788531968E-57</c:v>
                </c:pt>
                <c:pt idx="24">
                  <c:v>4.6955794804373616E-56</c:v>
                </c:pt>
                <c:pt idx="25">
                  <c:v>4.8658674169606923E-55</c:v>
                </c:pt>
                <c:pt idx="26">
                  <c:v>4.5804240549593508E-54</c:v>
                </c:pt>
                <c:pt idx="27">
                  <c:v>3.9452607842715034E-53</c:v>
                </c:pt>
                <c:pt idx="28">
                  <c:v>3.1295133188345688E-52</c:v>
                </c:pt>
                <c:pt idx="29">
                  <c:v>2.2994282103749985E-51</c:v>
                </c:pt>
                <c:pt idx="30">
                  <c:v>1.5731144559628076E-50</c:v>
                </c:pt>
                <c:pt idx="31">
                  <c:v>1.0067733858698164E-49</c:v>
                </c:pt>
                <c:pt idx="32">
                  <c:v>6.0530443105878766E-49</c:v>
                </c:pt>
                <c:pt idx="33">
                  <c:v>3.4320736912923124E-48</c:v>
                </c:pt>
                <c:pt idx="34">
                  <c:v>1.8416211400451749E-47</c:v>
                </c:pt>
                <c:pt idx="35">
                  <c:v>9.381947268339868E-47</c:v>
                </c:pt>
                <c:pt idx="36">
                  <c:v>4.5509852740747104E-46</c:v>
                </c:pt>
                <c:pt idx="37">
                  <c:v>2.1076761723631421E-45</c:v>
                </c:pt>
                <c:pt idx="38">
                  <c:v>9.3424610595705826E-45</c:v>
                </c:pt>
                <c:pt idx="39">
                  <c:v>3.9725281052802025E-44</c:v>
                </c:pt>
                <c:pt idx="40">
                  <c:v>1.6238095607516582E-43</c:v>
                </c:pt>
                <c:pt idx="41">
                  <c:v>6.3931085019125252E-43</c:v>
                </c:pt>
                <c:pt idx="42">
                  <c:v>2.4287519006347866E-42</c:v>
                </c:pt>
                <c:pt idx="43">
                  <c:v>8.9182187751464813E-42</c:v>
                </c:pt>
                <c:pt idx="44">
                  <c:v>3.1701253419134249E-41</c:v>
                </c:pt>
                <c:pt idx="45">
                  <c:v>1.0924755568685777E-40</c:v>
                </c:pt>
                <c:pt idx="46">
                  <c:v>3.6549030450107143E-40</c:v>
                </c:pt>
                <c:pt idx="47">
                  <c:v>1.188563785549122E-39</c:v>
                </c:pt>
                <c:pt idx="48">
                  <c:v>3.7615801285912334E-39</c:v>
                </c:pt>
                <c:pt idx="49">
                  <c:v>1.159860969606246E-38</c:v>
                </c:pt>
                <c:pt idx="50">
                  <c:v>3.4880801064703365E-38</c:v>
                </c:pt>
                <c:pt idx="51">
                  <c:v>1.0240986969912362E-37</c:v>
                </c:pt>
                <c:pt idx="52">
                  <c:v>2.9381700220332514E-37</c:v>
                </c:pt>
                <c:pt idx="53">
                  <c:v>8.2446749653152718E-37</c:v>
                </c:pt>
                <c:pt idx="54">
                  <c:v>2.2646026426197524E-36</c:v>
                </c:pt>
                <c:pt idx="55">
                  <c:v>6.0935846363900763E-36</c:v>
                </c:pt>
                <c:pt idx="56">
                  <c:v>1.6074525275758829E-35</c:v>
                </c:pt>
                <c:pt idx="57">
                  <c:v>4.1599961954268403E-35</c:v>
                </c:pt>
                <c:pt idx="58">
                  <c:v>1.0568814233339426E-34</c:v>
                </c:pt>
                <c:pt idx="59">
                  <c:v>2.6376210903086135E-34</c:v>
                </c:pt>
                <c:pt idx="60">
                  <c:v>6.4701118551339278E-34</c:v>
                </c:pt>
                <c:pt idx="61">
                  <c:v>1.5608886548312572E-33</c:v>
                </c:pt>
                <c:pt idx="62">
                  <c:v>3.7053415873008192E-33</c:v>
                </c:pt>
                <c:pt idx="63">
                  <c:v>8.6597410517006629E-33</c:v>
                </c:pt>
                <c:pt idx="64">
                  <c:v>1.9934963052904419E-32</c:v>
                </c:pt>
                <c:pt idx="65">
                  <c:v>4.522342516713977E-32</c:v>
                </c:pt>
                <c:pt idx="66">
                  <c:v>1.0114472634060568E-31</c:v>
                </c:pt>
                <c:pt idx="67">
                  <c:v>2.2312093993478906E-31</c:v>
                </c:pt>
                <c:pt idx="68">
                  <c:v>4.8565961215114286E-31</c:v>
                </c:pt>
                <c:pt idx="69">
                  <c:v>1.0434886464017196E-30</c:v>
                </c:pt>
                <c:pt idx="70">
                  <c:v>2.2139598581070024E-30</c:v>
                </c:pt>
                <c:pt idx="71">
                  <c:v>4.6401639125371249E-30</c:v>
                </c:pt>
                <c:pt idx="72">
                  <c:v>9.6100852985763254E-30</c:v>
                </c:pt>
                <c:pt idx="73">
                  <c:v>1.9674065882508578E-29</c:v>
                </c:pt>
                <c:pt idx="74">
                  <c:v>3.9826372880376115E-29</c:v>
                </c:pt>
                <c:pt idx="75">
                  <c:v>7.9742240318325333E-29</c:v>
                </c:pt>
                <c:pt idx="76">
                  <c:v>1.5796949278385458E-28</c:v>
                </c:pt>
                <c:pt idx="77">
                  <c:v>3.0970360080630773E-28</c:v>
                </c:pt>
                <c:pt idx="78">
                  <c:v>6.0106849276613914E-28</c:v>
                </c:pt>
                <c:pt idx="79">
                  <c:v>1.1550966836559126E-27</c:v>
                </c:pt>
                <c:pt idx="80">
                  <c:v>2.1985539978570668E-27</c:v>
                </c:pt>
                <c:pt idx="81">
                  <c:v>4.1455686118761998E-27</c:v>
                </c:pt>
                <c:pt idx="82">
                  <c:v>7.7456733013022148E-27</c:v>
                </c:pt>
                <c:pt idx="83">
                  <c:v>1.434361541799725E-26</c:v>
                </c:pt>
                <c:pt idx="84">
                  <c:v>2.6331482493855762E-26</c:v>
                </c:pt>
                <c:pt idx="85">
                  <c:v>4.7929041928315978E-26</c:v>
                </c:pt>
                <c:pt idx="86">
                  <c:v>8.6519766187795123E-26</c:v>
                </c:pt>
                <c:pt idx="87">
                  <c:v>1.5492035275040213E-25</c:v>
                </c:pt>
                <c:pt idx="88">
                  <c:v>2.7520651237553174E-25</c:v>
                </c:pt>
                <c:pt idx="89">
                  <c:v>4.8511402871669934E-25</c:v>
                </c:pt>
                <c:pt idx="90">
                  <c:v>8.4867040792561586E-25</c:v>
                </c:pt>
                <c:pt idx="91">
                  <c:v>1.4737271674686049E-24</c:v>
                </c:pt>
                <c:pt idx="92">
                  <c:v>2.5406699364416659E-24</c:v>
                </c:pt>
                <c:pt idx="93">
                  <c:v>4.3491118676529431E-24</c:v>
                </c:pt>
                <c:pt idx="94">
                  <c:v>7.3933274078704461E-24</c:v>
                </c:pt>
                <c:pt idx="95">
                  <c:v>1.2483319841597533E-23</c:v>
                </c:pt>
                <c:pt idx="96">
                  <c:v>2.093788550178289E-23</c:v>
                </c:pt>
                <c:pt idx="97">
                  <c:v>3.489056094025861E-23</c:v>
                </c:pt>
                <c:pt idx="98">
                  <c:v>5.7771480178215047E-23</c:v>
                </c:pt>
                <c:pt idx="99">
                  <c:v>9.5061724111940852E-23</c:v>
                </c:pt>
                <c:pt idx="100">
                  <c:v>1.5546730436797808E-22</c:v>
                </c:pt>
                <c:pt idx="101">
                  <c:v>2.5273567716203495E-22</c:v>
                </c:pt>
                <c:pt idx="102">
                  <c:v>4.0845055384745813E-22</c:v>
                </c:pt>
                <c:pt idx="103">
                  <c:v>6.563080383405863E-22</c:v>
                </c:pt>
                <c:pt idx="104">
                  <c:v>1.0486236701325967E-21</c:v>
                </c:pt>
                <c:pt idx="105">
                  <c:v>1.6661814707621344E-21</c:v>
                </c:pt>
                <c:pt idx="106">
                  <c:v>2.6330634810462702E-21</c:v>
                </c:pt>
                <c:pt idx="107">
                  <c:v>4.1388637758085881E-21</c:v>
                </c:pt>
                <c:pt idx="108">
                  <c:v>6.4717965801636033E-21</c:v>
                </c:pt>
                <c:pt idx="109">
                  <c:v>1.0067797297157508E-20</c:v>
                </c:pt>
                <c:pt idx="110">
                  <c:v>1.558298862308754E-20</c:v>
                </c:pt>
                <c:pt idx="111">
                  <c:v>2.4000120867048994E-20</c:v>
                </c:pt>
                <c:pt idx="112">
                  <c:v>3.6784183416369119E-20</c:v>
                </c:pt>
                <c:pt idx="113">
                  <c:v>5.6108857526608746E-20</c:v>
                </c:pt>
                <c:pt idx="114">
                  <c:v>8.5184573740534988E-20</c:v>
                </c:pt>
                <c:pt idx="115">
                  <c:v>1.2873165514390616E-19</c:v>
                </c:pt>
                <c:pt idx="116">
                  <c:v>1.9365973940453833E-19</c:v>
                </c:pt>
                <c:pt idx="117">
                  <c:v>2.900392355766779E-19</c:v>
                </c:pt>
                <c:pt idx="118">
                  <c:v>4.3248449580702876E-19</c:v>
                </c:pt>
                <c:pt idx="119">
                  <c:v>6.4211504504486069E-19</c:v>
                </c:pt>
                <c:pt idx="120">
                  <c:v>9.4932514136369198E-19</c:v>
                </c:pt>
                <c:pt idx="121">
                  <c:v>1.397679181308379E-18</c:v>
                </c:pt>
                <c:pt idx="122">
                  <c:v>2.0493690607077475E-18</c:v>
                </c:pt>
                <c:pt idx="123">
                  <c:v>2.9928302085779271E-18</c:v>
                </c:pt>
                <c:pt idx="124">
                  <c:v>4.3533297001199763E-18</c:v>
                </c:pt>
                <c:pt idx="125">
                  <c:v>6.307631132960752E-18</c:v>
                </c:pt>
                <c:pt idx="126">
                  <c:v>9.1042310786408271E-18</c:v>
                </c:pt>
                <c:pt idx="127">
                  <c:v>1.3091182585114018E-17</c:v>
                </c:pt>
                <c:pt idx="128">
                  <c:v>1.8754213647362909E-17</c:v>
                </c:pt>
                <c:pt idx="129">
                  <c:v>2.6768766276981766E-17</c:v>
                </c:pt>
                <c:pt idx="130">
                  <c:v>3.8070793941741068E-17</c:v>
                </c:pt>
                <c:pt idx="131">
                  <c:v>5.3952750812456565E-17</c:v>
                </c:pt>
                <c:pt idx="132">
                  <c:v>7.6193299868291274E-17</c:v>
                </c:pt>
                <c:pt idx="133">
                  <c:v>1.072320049376066E-16</c:v>
                </c:pt>
                <c:pt idx="134">
                  <c:v>1.5040384107306273E-16</c:v>
                </c:pt>
                <c:pt idx="135">
                  <c:v>2.1025299598422218E-16</c:v>
                </c:pt>
                <c:pt idx="136">
                  <c:v>2.9295144399355902E-16</c:v>
                </c:pt>
                <c:pt idx="137">
                  <c:v>4.0685553417247114E-16</c:v>
                </c:pt>
                <c:pt idx="138">
                  <c:v>5.6324382617176438E-16</c:v>
                </c:pt>
                <c:pt idx="139">
                  <c:v>7.7729223421664835E-16</c:v>
                </c:pt>
                <c:pt idx="140">
                  <c:v>1.0693589578160874E-15</c:v>
                </c:pt>
                <c:pt idx="141">
                  <c:v>1.4666726314048094E-15</c:v>
                </c:pt>
                <c:pt idx="142">
                  <c:v>2.0055437908939111E-15</c:v>
                </c:pt>
                <c:pt idx="143">
                  <c:v>2.7342535943480293E-15</c:v>
                </c:pt>
                <c:pt idx="144">
                  <c:v>3.7168165569586219E-15</c:v>
                </c:pt>
                <c:pt idx="145">
                  <c:v>5.0378681032806906E-15</c:v>
                </c:pt>
                <c:pt idx="146">
                  <c:v>6.8089957570986224E-15</c:v>
                </c:pt>
                <c:pt idx="147">
                  <c:v>9.176918165800721E-15</c:v>
                </c:pt>
                <c:pt idx="148">
                  <c:v>1.2334023039002037E-14</c:v>
                </c:pt>
                <c:pt idx="149">
                  <c:v>1.6531908538844704E-14</c:v>
                </c:pt>
                <c:pt idx="150">
                  <c:v>2.2098738870230322E-14</c:v>
                </c:pt>
                <c:pt idx="151">
                  <c:v>2.9461431295089365E-14</c:v>
                </c:pt>
                <c:pt idx="152">
                  <c:v>3.917394764580444E-14</c:v>
                </c:pt>
                <c:pt idx="153">
                  <c:v>5.1953279659859875E-14</c:v>
                </c:pt>
                <c:pt idx="154">
                  <c:v>6.8725107399847029E-14</c:v>
                </c:pt>
                <c:pt idx="155">
                  <c:v>9.0681589669207577E-14</c:v>
                </c:pt>
                <c:pt idx="156">
                  <c:v>1.1935433390936577E-13</c:v>
                </c:pt>
                <c:pt idx="157">
                  <c:v>1.5670631359892167E-13</c:v>
                </c:pt>
                <c:pt idx="158">
                  <c:v>2.0524738119526503E-13</c:v>
                </c:pt>
                <c:pt idx="159">
                  <c:v>2.6817909698234724E-13</c:v>
                </c:pt>
                <c:pt idx="160">
                  <c:v>3.4957589785526064E-13</c:v>
                </c:pt>
                <c:pt idx="161">
                  <c:v>4.5461121141605469E-13</c:v>
                </c:pt>
                <c:pt idx="162">
                  <c:v>5.8983903464090079E-13</c:v>
                </c:pt>
                <c:pt idx="163">
                  <c:v>7.6354380762450182E-13</c:v>
                </c:pt>
                <c:pt idx="164">
                  <c:v>9.8617419792437809E-13</c:v>
                </c:pt>
                <c:pt idx="165">
                  <c:v>1.27087975968677E-12</c:v>
                </c:pt>
                <c:pt idx="166">
                  <c:v>1.6341734495135108E-12</c:v>
                </c:pt>
                <c:pt idx="167">
                  <c:v>2.0967477914452079E-12</c:v>
                </c:pt>
                <c:pt idx="168">
                  <c:v>2.6844782308269584E-12</c:v>
                </c:pt>
                <c:pt idx="169">
                  <c:v>3.429654069490681E-12</c:v>
                </c:pt>
                <c:pt idx="170">
                  <c:v>4.3724855284716475E-12</c:v>
                </c:pt>
                <c:pt idx="171">
                  <c:v>5.5629451667561802E-12</c:v>
                </c:pt>
                <c:pt idx="172">
                  <c:v>7.0630133588188008E-12</c:v>
                </c:pt>
                <c:pt idx="173">
                  <c:v>8.949411104604003E-12</c:v>
                </c:pt>
                <c:pt idx="174">
                  <c:v>1.1316919464709688E-11</c:v>
                </c:pt>
                <c:pt idx="175">
                  <c:v>1.4282403785678663E-11</c:v>
                </c:pt>
                <c:pt idx="176">
                  <c:v>1.7989683070807961E-11</c:v>
                </c:pt>
                <c:pt idx="177">
                  <c:v>2.2615410894366537E-11</c:v>
                </c:pt>
                <c:pt idx="178">
                  <c:v>2.8376164762464479E-11</c:v>
                </c:pt>
                <c:pt idx="179">
                  <c:v>3.5536976489872127E-11</c:v>
                </c:pt>
                <c:pt idx="180">
                  <c:v>4.4421577784466621E-11</c:v>
                </c:pt>
                <c:pt idx="181">
                  <c:v>5.5424683715104867E-11</c:v>
                </c:pt>
                <c:pt idx="182">
                  <c:v>6.9026693112795735E-11</c:v>
                </c:pt>
                <c:pt idx="183">
                  <c:v>8.5811250384553885E-11</c:v>
                </c:pt>
                <c:pt idx="184">
                  <c:v>1.0648618902287818E-10</c:v>
                </c:pt>
                <c:pt idx="185">
                  <c:v>1.3190846476018979E-10</c:v>
                </c:pt>
                <c:pt idx="186">
                  <c:v>1.6311378752482807E-10</c:v>
                </c:pt>
                <c:pt idx="187">
                  <c:v>2.0135177799059512E-10</c:v>
                </c:pt>
                <c:pt idx="188">
                  <c:v>2.4812760869470781E-10</c:v>
                </c:pt>
                <c:pt idx="189">
                  <c:v>3.0525124380376761E-10</c:v>
                </c:pt>
                <c:pt idx="190">
                  <c:v>3.7489556829032074E-10</c:v>
                </c:pt>
                <c:pt idx="191">
                  <c:v>4.5966489950894361E-10</c:v>
                </c:pt>
                <c:pt idx="192">
                  <c:v>5.6267560523498291E-10</c:v>
                </c:pt>
                <c:pt idx="193">
                  <c:v>6.8765081582648807E-10</c:v>
                </c:pt>
                <c:pt idx="194">
                  <c:v>8.3903151837045305E-10</c:v>
                </c:pt>
                <c:pt idx="195">
                  <c:v>1.0221066620003054E-9</c:v>
                </c:pt>
                <c:pt idx="196">
                  <c:v>1.2431652910231112E-9</c:v>
                </c:pt>
                <c:pt idx="197">
                  <c:v>1.5096741615937623E-9</c:v>
                </c:pt>
                <c:pt idx="198">
                  <c:v>1.8304847945042058E-9</c:v>
                </c:pt>
                <c:pt idx="199">
                  <c:v>2.2160744779100979E-9</c:v>
                </c:pt>
                <c:pt idx="200">
                  <c:v>2.6788263668436439E-9</c:v>
                </c:pt>
                <c:pt idx="201">
                  <c:v>3.2333545392099323E-9</c:v>
                </c:pt>
                <c:pt idx="202">
                  <c:v>3.8968806694452991E-9</c:v>
                </c:pt>
                <c:pt idx="203">
                  <c:v>4.6896698807390994E-9</c:v>
                </c:pt>
                <c:pt idx="204">
                  <c:v>5.6355343451711574E-9</c:v>
                </c:pt>
                <c:pt idx="205">
                  <c:v>6.7624143296839298E-9</c:v>
                </c:pt>
                <c:pt idx="206">
                  <c:v>8.1030476468694664E-9</c:v>
                </c:pt>
                <c:pt idx="207">
                  <c:v>9.695739876507989E-9</c:v>
                </c:pt>
                <c:pt idx="208">
                  <c:v>1.1585249291152738E-8</c:v>
                </c:pt>
                <c:pt idx="209">
                  <c:v>1.3823802162443914E-8</c:v>
                </c:pt>
                <c:pt idx="210">
                  <c:v>1.6472256061146613E-8</c:v>
                </c:pt>
                <c:pt idx="211">
                  <c:v>1.9601430911228075E-8</c:v>
                </c:pt>
                <c:pt idx="212">
                  <c:v>2.3293629936094624E-8</c:v>
                </c:pt>
                <c:pt idx="213">
                  <c:v>2.764437526422803E-8</c:v>
                </c:pt>
                <c:pt idx="214">
                  <c:v>3.2764385864129343E-8</c:v>
                </c:pt>
                <c:pt idx="215">
                  <c:v>3.8781828678469421E-8</c:v>
                </c:pt>
                <c:pt idx="216">
                  <c:v>4.5844877349893139E-8</c:v>
                </c:pt>
                <c:pt idx="217">
                  <c:v>5.4124616802897257E-8</c:v>
                </c:pt>
                <c:pt idx="218">
                  <c:v>6.3818336196000417E-8</c:v>
                </c:pt>
                <c:pt idx="219">
                  <c:v>7.5153257416140726E-8</c:v>
                </c:pt>
                <c:pt idx="220">
                  <c:v>8.8390751384612433E-8</c:v>
                </c:pt>
                <c:pt idx="221">
                  <c:v>1.0383110001420643E-7</c:v>
                </c:pt>
                <c:pt idx="222">
                  <c:v>1.21818867735726E-7</c:v>
                </c:pt>
                <c:pt idx="223">
                  <c:v>1.4274895313533127E-7</c:v>
                </c:pt>
                <c:pt idx="224">
                  <c:v>1.670733984506874E-7</c:v>
                </c:pt>
                <c:pt idx="225">
                  <c:v>1.9530904250355813E-7</c:v>
                </c:pt>
                <c:pt idx="226">
                  <c:v>2.2804611114106281E-7</c:v>
                </c:pt>
                <c:pt idx="227">
                  <c:v>2.6595784846005081E-7</c:v>
                </c:pt>
                <c:pt idx="228">
                  <c:v>3.0981130204392676E-7</c:v>
                </c:pt>
                <c:pt idx="229">
                  <c:v>3.6047938619429952E-7</c:v>
                </c:pt>
                <c:pt idx="230">
                  <c:v>4.189543587382177E-7</c:v>
                </c:pt>
                <c:pt idx="231">
                  <c:v>4.8636285948409941E-7</c:v>
                </c:pt>
                <c:pt idx="232">
                  <c:v>5.6398267183420458E-7</c:v>
                </c:pt>
                <c:pt idx="233">
                  <c:v>6.5326138348962205E-7</c:v>
                </c:pt>
                <c:pt idx="234">
                  <c:v>7.5583713765459338E-7</c:v>
                </c:pt>
                <c:pt idx="235">
                  <c:v>8.7356168271308338E-7</c:v>
                </c:pt>
                <c:pt idx="236">
                  <c:v>1.0085259460608094E-6</c:v>
                </c:pt>
                <c:pt idx="237">
                  <c:v>1.1630883766840413E-6</c:v>
                </c:pt>
                <c:pt idx="238">
                  <c:v>1.3399063212296766E-6</c:v>
                </c:pt>
                <c:pt idx="239">
                  <c:v>1.5419707197625177E-6</c:v>
                </c:pt>
                <c:pt idx="240">
                  <c:v>1.7726444302007068E-6</c:v>
                </c:pt>
                <c:pt idx="241">
                  <c:v>2.0357045146085778E-6</c:v>
                </c:pt>
                <c:pt idx="242">
                  <c:v>2.3353888461509215E-6</c:v>
                </c:pt>
                <c:pt idx="243">
                  <c:v>2.6764474226184486E-6</c:v>
                </c:pt>
                <c:pt idx="244">
                  <c:v>3.064198801059632E-6</c:v>
                </c:pt>
                <c:pt idx="245">
                  <c:v>3.5045920982367646E-6</c:v>
                </c:pt>
                <c:pt idx="246">
                  <c:v>4.0042750333962305E-6</c:v>
                </c:pt>
                <c:pt idx="247">
                  <c:v>4.5706685232342889E-6</c:v>
                </c:pt>
                <c:pt idx="248">
                  <c:v>5.2120483739727414E-6</c:v>
                </c:pt>
                <c:pt idx="249">
                  <c:v>5.9376346521514788E-6</c:v>
                </c:pt>
                <c:pt idx="250">
                  <c:v>6.7576893541106935E-6</c:v>
                </c:pt>
                <c:pt idx="251">
                  <c:v>7.6836230341798597E-6</c:v>
                </c:pt>
                <c:pt idx="252">
                  <c:v>8.7281110933053687E-6</c:v>
                </c:pt>
                <c:pt idx="253">
                  <c:v>9.9052204732378525E-6</c:v>
                </c:pt>
                <c:pt idx="254">
                  <c:v>1.1230547546423325E-5</c:v>
                </c:pt>
                <c:pt idx="255">
                  <c:v>1.2721368038394798E-5</c:v>
                </c:pt>
                <c:pt idx="256">
                  <c:v>1.4396799867686007E-5</c:v>
                </c:pt>
                <c:pt idx="257">
                  <c:v>1.6277979838044032E-5</c:v>
                </c:pt>
                <c:pt idx="258">
                  <c:v>1.8388255168944487E-5</c:v>
                </c:pt>
                <c:pt idx="259">
                  <c:v>2.0753390903036143E-5</c:v>
                </c:pt>
                <c:pt idx="260">
                  <c:v>2.3401794283070531E-5</c:v>
                </c:pt>
                <c:pt idx="261">
                  <c:v>2.6364757246014825E-5</c:v>
                </c:pt>
                <c:pt idx="262">
                  <c:v>2.9676718238292515E-5</c:v>
                </c:pt>
                <c:pt idx="263">
                  <c:v>3.3375544613292789E-5</c:v>
                </c:pt>
                <c:pt idx="264">
                  <c:v>3.7502836930335122E-5</c:v>
                </c:pt>
                <c:pt idx="265">
                  <c:v>4.210425653297235E-5</c:v>
                </c:pt>
                <c:pt idx="266">
                  <c:v>4.7229877843695804E-5</c:v>
                </c:pt>
                <c:pt idx="267">
                  <c:v>5.2934566871608761E-5</c:v>
                </c:pt>
                <c:pt idx="268">
                  <c:v>5.9278387489191027E-5</c:v>
                </c:pt>
                <c:pt idx="269">
                  <c:v>6.6327037093727873E-5</c:v>
                </c:pt>
                <c:pt idx="270">
                  <c:v>7.4152313327999889E-5</c:v>
                </c:pt>
                <c:pt idx="271">
                  <c:v>8.2832613593259558E-5</c:v>
                </c:pt>
                <c:pt idx="272">
                  <c:v>9.2453469144963469E-5</c:v>
                </c:pt>
                <c:pt idx="273">
                  <c:v>1.0310811561797001E-4</c:v>
                </c:pt>
                <c:pt idx="274">
                  <c:v>1.1489810188261084E-4</c:v>
                </c:pt>
                <c:pt idx="275">
                  <c:v>1.2793393918585839E-4</c:v>
                </c:pt>
                <c:pt idx="276">
                  <c:v>1.4233579258232984E-4</c:v>
                </c:pt>
                <c:pt idx="277">
                  <c:v>1.5823421670792148E-4</c:v>
                </c:pt>
                <c:pt idx="278">
                  <c:v>1.7577093799373491E-4</c:v>
                </c:pt>
                <c:pt idx="279">
                  <c:v>1.9509968545960093E-4</c:v>
                </c:pt>
                <c:pt idx="280">
                  <c:v>2.163870722642067E-4</c:v>
                </c:pt>
                <c:pt idx="281">
                  <c:v>2.398135302223875E-4</c:v>
                </c:pt>
                <c:pt idx="282">
                  <c:v>2.6557429952888659E-4</c:v>
                </c:pt>
                <c:pt idx="283">
                  <c:v>2.938804759515753E-4</c:v>
                </c:pt>
                <c:pt idx="284">
                  <c:v>3.2496011777515687E-4</c:v>
                </c:pt>
                <c:pt idx="285">
                  <c:v>3.5905941478818341E-4</c:v>
                </c:pt>
                <c:pt idx="286">
                  <c:v>3.9644392161171805E-4</c:v>
                </c:pt>
                <c:pt idx="287">
                  <c:v>4.3739985766595957E-4</c:v>
                </c:pt>
                <c:pt idx="288">
                  <c:v>4.8223547606196748E-4</c:v>
                </c:pt>
                <c:pt idx="289">
                  <c:v>5.3128250368801035E-4</c:v>
                </c:pt>
                <c:pt idx="290">
                  <c:v>5.8489765473403383E-4</c:v>
                </c:pt>
                <c:pt idx="291">
                  <c:v>6.4346421986255628E-4</c:v>
                </c:pt>
                <c:pt idx="292">
                  <c:v>7.0739373318954039E-4</c:v>
                </c:pt>
                <c:pt idx="293">
                  <c:v>7.7712771918369953E-4</c:v>
                </c:pt>
                <c:pt idx="294">
                  <c:v>8.5313952152747869E-4</c:v>
                </c:pt>
                <c:pt idx="295">
                  <c:v>9.3593621590628152E-4</c:v>
                </c:pt>
                <c:pt idx="296">
                  <c:v>1.0260606086042064E-3</c:v>
                </c:pt>
                <c:pt idx="297">
                  <c:v>1.1240933226849914E-3</c:v>
                </c:pt>
                <c:pt idx="298">
                  <c:v>1.2306549734240372E-3</c:v>
                </c:pt>
                <c:pt idx="299">
                  <c:v>1.3464084345320832E-3</c:v>
                </c:pt>
                <c:pt idx="300">
                  <c:v>1.4720611965732214E-3</c:v>
                </c:pt>
                <c:pt idx="301">
                  <c:v>1.6083678188272693E-3</c:v>
                </c:pt>
                <c:pt idx="302">
                  <c:v>1.7561324756814772E-3</c:v>
                </c:pt>
                <c:pt idx="303">
                  <c:v>1.9162115984557029E-3</c:v>
                </c:pt>
                <c:pt idx="304">
                  <c:v>2.0895166133722679E-3</c:v>
                </c:pt>
                <c:pt idx="305">
                  <c:v>2.2770167761711983E-3</c:v>
                </c:pt>
                <c:pt idx="306">
                  <c:v>2.4797421036495616E-3</c:v>
                </c:pt>
                <c:pt idx="307">
                  <c:v>2.6987864021638061E-3</c:v>
                </c:pt>
                <c:pt idx="308">
                  <c:v>2.9353103928817324E-3</c:v>
                </c:pt>
                <c:pt idx="309">
                  <c:v>3.1905449333017137E-3</c:v>
                </c:pt>
                <c:pt idx="310">
                  <c:v>3.4657943342736252E-3</c:v>
                </c:pt>
                <c:pt idx="311">
                  <c:v>3.7624397714591455E-3</c:v>
                </c:pt>
                <c:pt idx="312">
                  <c:v>4.0819427898540032E-3</c:v>
                </c:pt>
                <c:pt idx="313">
                  <c:v>4.4258488996710248E-3</c:v>
                </c:pt>
                <c:pt idx="314">
                  <c:v>4.7957912615385232E-3</c:v>
                </c:pt>
                <c:pt idx="315">
                  <c:v>5.1934944586164884E-3</c:v>
                </c:pt>
                <c:pt idx="316">
                  <c:v>5.6207783528623651E-3</c:v>
                </c:pt>
                <c:pt idx="317">
                  <c:v>6.0795620222995643E-3</c:v>
                </c:pt>
                <c:pt idx="318">
                  <c:v>6.5718677757462931E-3</c:v>
                </c:pt>
                <c:pt idx="319">
                  <c:v>7.0998252410590804E-3</c:v>
                </c:pt>
                <c:pt idx="320">
                  <c:v>7.6656755225288295E-3</c:v>
                </c:pt>
                <c:pt idx="321">
                  <c:v>8.2717754226408827E-3</c:v>
                </c:pt>
                <c:pt idx="322">
                  <c:v>8.9206017229760386E-3</c:v>
                </c:pt>
                <c:pt idx="323">
                  <c:v>9.6147555185854879E-3</c:v>
                </c:pt>
                <c:pt idx="324">
                  <c:v>1.0356966599720919E-2</c:v>
                </c:pt>
                <c:pt idx="325">
                  <c:v>1.115009787434665E-2</c:v>
                </c:pt>
                <c:pt idx="326">
                  <c:v>1.1997149824392948E-2</c:v>
                </c:pt>
                <c:pt idx="327">
                  <c:v>1.2901264988250468E-2</c:v>
                </c:pt>
                <c:pt idx="328">
                  <c:v>1.3865732461531131E-2</c:v>
                </c:pt>
                <c:pt idx="329">
                  <c:v>1.4893992407652407E-2</c:v>
                </c:pt>
                <c:pt idx="330">
                  <c:v>1.5989640569335585E-2</c:v>
                </c:pt>
                <c:pt idx="331">
                  <c:v>1.7156432771633694E-2</c:v>
                </c:pt>
                <c:pt idx="332">
                  <c:v>1.8398289406647055E-2</c:v>
                </c:pt>
                <c:pt idx="333">
                  <c:v>1.9719299889618163E-2</c:v>
                </c:pt>
                <c:pt idx="334">
                  <c:v>2.1123727075648316E-2</c:v>
                </c:pt>
                <c:pt idx="335">
                  <c:v>2.2616011625831212E-2</c:v>
                </c:pt>
                <c:pt idx="336">
                  <c:v>2.4200776311160282E-2</c:v>
                </c:pt>
                <c:pt idx="337">
                  <c:v>2.5882830242150077E-2</c:v>
                </c:pt>
                <c:pt idx="338">
                  <c:v>2.7667173011689118E-2</c:v>
                </c:pt>
                <c:pt idx="339">
                  <c:v>2.9558998738264456E-2</c:v>
                </c:pt>
                <c:pt idx="340">
                  <c:v>3.1563699996294256E-2</c:v>
                </c:pt>
                <c:pt idx="341">
                  <c:v>3.3686871619976147E-2</c:v>
                </c:pt>
                <c:pt idx="342">
                  <c:v>3.5934314366693358E-2</c:v>
                </c:pt>
                <c:pt idx="343">
                  <c:v>3.831203842571957E-2</c:v>
                </c:pt>
                <c:pt idx="344">
                  <c:v>4.0826266757672112E-2</c:v>
                </c:pt>
                <c:pt idx="345">
                  <c:v>4.3483438249889844E-2</c:v>
                </c:pt>
                <c:pt idx="346">
                  <c:v>4.6290210672685399E-2</c:v>
                </c:pt>
                <c:pt idx="347">
                  <c:v>4.9253463421206657E-2</c:v>
                </c:pt>
                <c:pt idx="348">
                  <c:v>5.2380300027475311E-2</c:v>
                </c:pt>
                <c:pt idx="349">
                  <c:v>5.5678050427019711E-2</c:v>
                </c:pt>
                <c:pt idx="350">
                  <c:v>5.9154272964425166E-2</c:v>
                </c:pt>
                <c:pt idx="351">
                  <c:v>6.2816756122040796E-2</c:v>
                </c:pt>
                <c:pt idx="352">
                  <c:v>6.6673519956069918E-2</c:v>
                </c:pt>
                <c:pt idx="353">
                  <c:v>7.0732817224256075E-2</c:v>
                </c:pt>
                <c:pt idx="354">
                  <c:v>7.500313418945477E-2</c:v>
                </c:pt>
                <c:pt idx="355">
                  <c:v>7.9493191083445131E-2</c:v>
                </c:pt>
                <c:pt idx="356">
                  <c:v>8.4211942215491387E-2</c:v>
                </c:pt>
                <c:pt idx="357">
                  <c:v>8.9168575710347822E-2</c:v>
                </c:pt>
                <c:pt idx="358">
                  <c:v>9.4372512860605065E-2</c:v>
                </c:pt>
                <c:pt idx="359">
                  <c:v>9.9833407078568775E-2</c:v>
                </c:pt>
                <c:pt idx="360">
                  <c:v>0.10556114243318628</c:v>
                </c:pt>
                <c:pt idx="361">
                  <c:v>0.11156583175788862</c:v>
                </c:pt>
                <c:pt idx="362">
                  <c:v>0.11785781431564671</c:v>
                </c:pt>
                <c:pt idx="363">
                  <c:v>0.12444765300799243</c:v>
                </c:pt>
                <c:pt idx="364">
                  <c:v>0.13134613111530488</c:v>
                </c:pt>
                <c:pt idx="365">
                  <c:v>0.13856424855618504</c:v>
                </c:pt>
                <c:pt idx="366">
                  <c:v>0.1461132176543741</c:v>
                </c:pt>
                <c:pt idx="367">
                  <c:v>0.15400445840235419</c:v>
                </c:pt>
                <c:pt idx="368">
                  <c:v>0.16224959321145363</c:v>
                </c:pt>
                <c:pt idx="369">
                  <c:v>0.17086044113903551</c:v>
                </c:pt>
                <c:pt idx="370">
                  <c:v>0.17984901158420763</c:v>
                </c:pt>
                <c:pt idx="371">
                  <c:v>0.18922749744425299</c:v>
                </c:pt>
                <c:pt idx="372">
                  <c:v>0.19900826772499519</c:v>
                </c:pt>
                <c:pt idx="373">
                  <c:v>0.20920385959913967</c:v>
                </c:pt>
                <c:pt idx="374">
                  <c:v>0.21982696990770909</c:v>
                </c:pt>
                <c:pt idx="375">
                  <c:v>0.23089044610065343</c:v>
                </c:pt>
                <c:pt idx="376">
                  <c:v>0.24240727661385708</c:v>
                </c:pt>
                <c:pt idx="377">
                  <c:v>0.25439058068075243</c:v>
                </c:pt>
                <c:pt idx="378">
                  <c:v>0.26685359757802229</c:v>
                </c:pt>
                <c:pt idx="379">
                  <c:v>0.2798096753059669</c:v>
                </c:pt>
                <c:pt idx="380">
                  <c:v>0.29327225870529633</c:v>
                </c:pt>
                <c:pt idx="381">
                  <c:v>0.30725487701345683</c:v>
                </c:pt>
                <c:pt idx="382">
                  <c:v>0.32177113086467951</c:v>
                </c:pt>
                <c:pt idx="383">
                  <c:v>0.33683467873943407</c:v>
                </c:pt>
                <c:pt idx="384">
                  <c:v>0.35245922287008541</c:v>
                </c:pt>
                <c:pt idx="385">
                  <c:v>0.36865849461093619</c:v>
                </c:pt>
                <c:pt idx="386">
                  <c:v>0.38544623928231786</c:v>
                </c:pt>
                <c:pt idx="387">
                  <c:v>0.40283620049941465</c:v>
                </c:pt>
                <c:pt idx="388">
                  <c:v>0.42084210399819905</c:v>
                </c:pt>
                <c:pt idx="389">
                  <c:v>0.43947764097202413</c:v>
                </c:pt>
                <c:pt idx="390">
                  <c:v>0.45875645093380724</c:v>
                </c:pt>
                <c:pt idx="391">
                  <c:v>0.47869210412011631</c:v>
                </c:pt>
                <c:pt idx="392">
                  <c:v>0.49929808345480886</c:v>
                </c:pt>
                <c:pt idx="393">
                  <c:v>0.52058776609128476</c:v>
                </c:pt>
                <c:pt idx="394">
                  <c:v>0.54257440455354977</c:v>
                </c:pt>
                <c:pt idx="395">
                  <c:v>0.56527110749783638</c:v>
                </c:pt>
                <c:pt idx="396">
                  <c:v>0.58869082011771401</c:v>
                </c:pt>
                <c:pt idx="397">
                  <c:v>0.61284630421671005</c:v>
                </c:pt>
                <c:pt idx="398">
                  <c:v>0.63775011797412229</c:v>
                </c:pt>
                <c:pt idx="399">
                  <c:v>0.66341459543043668</c:v>
                </c:pt>
                <c:pt idx="400">
                  <c:v>0.68985182572025106</c:v>
                </c:pt>
                <c:pt idx="401">
                  <c:v>0.71707363208159958</c:v>
                </c:pt>
                <c:pt idx="402">
                  <c:v>0.74509155067178867</c:v>
                </c:pt>
                <c:pt idx="403">
                  <c:v>0.77391680922055683</c:v>
                </c:pt>
                <c:pt idx="404">
                  <c:v>0.80356030555288971</c:v>
                </c:pt>
                <c:pt idx="405">
                  <c:v>0.83403258601435237</c:v>
                </c:pt>
                <c:pt idx="406">
                  <c:v>0.86534382383270358</c:v>
                </c:pt>
                <c:pt idx="407">
                  <c:v>0.89750379745062792</c:v>
                </c:pt>
                <c:pt idx="408">
                  <c:v>0.93052186886503196</c:v>
                </c:pt>
                <c:pt idx="409">
                  <c:v>0.96440696200887932</c:v>
                </c:pt>
                <c:pt idx="410">
                  <c:v>0.99916754121251583</c:v>
                </c:pt>
                <c:pt idx="411">
                  <c:v>1.0348115897817562</c:v>
                </c:pt>
                <c:pt idx="412">
                  <c:v>1.0713465887304348</c:v>
                </c:pt>
                <c:pt idx="413">
                  <c:v>1.1087794957058157</c:v>
                </c:pt>
                <c:pt idx="414">
                  <c:v>1.1471167241452389</c:v>
                </c:pt>
                <c:pt idx="415">
                  <c:v>1.1863641227029373</c:v>
                </c:pt>
                <c:pt idx="416">
                  <c:v>1.2265269549858713</c:v>
                </c:pt>
                <c:pt idx="417">
                  <c:v>1.2676098796378021</c:v>
                </c:pt>
                <c:pt idx="418">
                  <c:v>1.3096169308104664</c:v>
                </c:pt>
                <c:pt idx="419">
                  <c:v>1.3525514990610155</c:v>
                </c:pt>
                <c:pt idx="420">
                  <c:v>1.3964163127144895</c:v>
                </c:pt>
                <c:pt idx="421">
                  <c:v>1.4412134197298967</c:v>
                </c:pt>
                <c:pt idx="422">
                  <c:v>1.4869441701080846</c:v>
                </c:pt>
                <c:pt idx="423">
                  <c:v>1.5336091988793958</c:v>
                </c:pt>
                <c:pt idx="424">
                  <c:v>1.5812084097082371</c:v>
                </c:pt>
                <c:pt idx="425">
                  <c:v>1.6297409591514089</c:v>
                </c:pt>
                <c:pt idx="426">
                  <c:v>1.6792052416061856</c:v>
                </c:pt>
                <c:pt idx="427">
                  <c:v>1.7295988749835212</c:v>
                </c:pt>
                <c:pt idx="428">
                  <c:v>1.7809186871406131</c:v>
                </c:pt>
                <c:pt idx="429">
                  <c:v>1.8331607031066792</c:v>
                </c:pt>
                <c:pt idx="430">
                  <c:v>1.8863201331339836</c:v>
                </c:pt>
                <c:pt idx="431">
                  <c:v>1.9403913616061848</c:v>
                </c:pt>
                <c:pt idx="432">
                  <c:v>1.9953679368334398</c:v>
                </c:pt>
                <c:pt idx="433">
                  <c:v>2.0512425617640684</c:v>
                </c:pt>
                <c:pt idx="434">
                  <c:v>2.1080070856398745</c:v>
                </c:pt>
                <c:pt idx="435">
                  <c:v>2.1656524966218713</c:v>
                </c:pt>
                <c:pt idx="436">
                  <c:v>2.2241689154111057</c:v>
                </c:pt>
                <c:pt idx="437">
                  <c:v>2.2835455898876713</c:v>
                </c:pt>
                <c:pt idx="438">
                  <c:v>2.3437708907903283</c:v>
                </c:pt>
                <c:pt idx="439">
                  <c:v>2.4048323084562719</c:v>
                </c:pt>
                <c:pt idx="440">
                  <c:v>2.4667164506397854</c:v>
                </c:pt>
                <c:pt idx="441">
                  <c:v>2.5294090414263963</c:v>
                </c:pt>
                <c:pt idx="442">
                  <c:v>2.5928949212576375</c:v>
                </c:pt>
                <c:pt idx="443">
                  <c:v>2.6571580480791801</c:v>
                </c:pt>
                <c:pt idx="444">
                  <c:v>2.7221814996240328</c:v>
                </c:pt>
                <c:pt idx="445">
                  <c:v>2.7879474768394914</c:v>
                </c:pt>
                <c:pt idx="446">
                  <c:v>2.8544373084660135</c:v>
                </c:pt>
                <c:pt idx="447">
                  <c:v>2.9216314567723951</c:v>
                </c:pt>
                <c:pt idx="448">
                  <c:v>2.9895095244519858</c:v>
                </c:pt>
                <c:pt idx="449">
                  <c:v>3.0580502626800361</c:v>
                </c:pt>
                <c:pt idx="450">
                  <c:v>3.1272315803323298</c:v>
                </c:pt>
                <c:pt idx="451">
                  <c:v>3.1970305543626201</c:v>
                </c:pt>
                <c:pt idx="452">
                  <c:v>3.2674234413331282</c:v>
                </c:pt>
                <c:pt idx="453">
                  <c:v>3.3383856900930158</c:v>
                </c:pt>
                <c:pt idx="454">
                  <c:v>3.4098919555945137</c:v>
                </c:pt>
                <c:pt idx="455">
                  <c:v>3.481916113836784</c:v>
                </c:pt>
                <c:pt idx="456">
                  <c:v>3.5544312779248566</c:v>
                </c:pt>
                <c:pt idx="457">
                  <c:v>3.6274098152278991</c:v>
                </c:pt>
                <c:pt idx="458">
                  <c:v>3.7008233656215355</c:v>
                </c:pt>
                <c:pt idx="459">
                  <c:v>3.7746428607940103</c:v>
                </c:pt>
                <c:pt idx="460">
                  <c:v>3.8488385445966316</c:v>
                </c:pt>
                <c:pt idx="461">
                  <c:v>3.9233799944153485</c:v>
                </c:pt>
                <c:pt idx="462">
                  <c:v>3.9982361435400504</c:v>
                </c:pt>
                <c:pt idx="463">
                  <c:v>4.0733753045036751</c:v>
                </c:pt>
                <c:pt idx="464">
                  <c:v>4.1487651933657475</c:v>
                </c:pt>
                <c:pt idx="465">
                  <c:v>4.2243729549081586</c:v>
                </c:pt>
                <c:pt idx="466">
                  <c:v>4.3001651887138737</c:v>
                </c:pt>
                <c:pt idx="467">
                  <c:v>4.3761079760947732</c:v>
                </c:pt>
                <c:pt idx="468">
                  <c:v>4.4521669078346626</c:v>
                </c:pt>
                <c:pt idx="469">
                  <c:v>4.5283071127113317</c:v>
                </c:pt>
                <c:pt idx="470">
                  <c:v>4.6044932867607704</c:v>
                </c:pt>
                <c:pt idx="471">
                  <c:v>4.6806897232447549</c:v>
                </c:pt>
                <c:pt idx="472">
                  <c:v>4.756860343281998</c:v>
                </c:pt>
                <c:pt idx="473">
                  <c:v>4.832968727102255</c:v>
                </c:pt>
                <c:pt idx="474">
                  <c:v>4.9089781458808295</c:v>
                </c:pt>
                <c:pt idx="475">
                  <c:v>4.9848515941106646</c:v>
                </c:pt>
                <c:pt idx="476">
                  <c:v>5.0605518224680441</c:v>
                </c:pt>
                <c:pt idx="477">
                  <c:v>5.1360413711265771</c:v>
                </c:pt>
                <c:pt idx="478">
                  <c:v>5.2112826034746922</c:v>
                </c:pt>
                <c:pt idx="479">
                  <c:v>5.286237740189522</c:v>
                </c:pt>
                <c:pt idx="480">
                  <c:v>5.3608688936202551</c:v>
                </c:pt>
                <c:pt idx="481">
                  <c:v>5.4351381024342524</c:v>
                </c:pt>
                <c:pt idx="482">
                  <c:v>5.5090073664772996</c:v>
                </c:pt>
                <c:pt idx="483">
                  <c:v>5.5824386818003262</c:v>
                </c:pt>
                <c:pt idx="484">
                  <c:v>5.6553940758039607</c:v>
                </c:pt>
                <c:pt idx="485">
                  <c:v>5.7278356424523933</c:v>
                </c:pt>
                <c:pt idx="486">
                  <c:v>5.7997255775079388</c:v>
                </c:pt>
                <c:pt idx="487">
                  <c:v>5.8710262137380278</c:v>
                </c:pt>
                <c:pt idx="488">
                  <c:v>5.9417000560453506</c:v>
                </c:pt>
                <c:pt idx="489">
                  <c:v>6.0117098164741876</c:v>
                </c:pt>
                <c:pt idx="490">
                  <c:v>6.0810184490434072</c:v>
                </c:pt>
                <c:pt idx="491">
                  <c:v>6.1495891843607096</c:v>
                </c:pt>
                <c:pt idx="492">
                  <c:v>6.217385563967996</c:v>
                </c:pt>
                <c:pt idx="493">
                  <c:v>6.284371474374737</c:v>
                </c:pt>
                <c:pt idx="494">
                  <c:v>6.3505111807309964</c:v>
                </c:pt>
                <c:pt idx="495">
                  <c:v>6.4157693600955454</c:v>
                </c:pt>
                <c:pt idx="496">
                  <c:v>6.4801111342553952</c:v>
                </c:pt>
                <c:pt idx="497">
                  <c:v>6.5435021020521473</c:v>
                </c:pt>
                <c:pt idx="498">
                  <c:v>6.6059083711736388</c:v>
                </c:pt>
                <c:pt idx="499">
                  <c:v>6.6672965893678127</c:v>
                </c:pt>
                <c:pt idx="500">
                  <c:v>6.727633975040602</c:v>
                </c:pt>
                <c:pt idx="501">
                  <c:v>6.7868883471956725</c:v>
                </c:pt>
                <c:pt idx="502">
                  <c:v>6.8450281546805067</c:v>
                </c:pt>
                <c:pt idx="503">
                  <c:v>6.9020225046998727</c:v>
                </c:pt>
                <c:pt idx="504">
                  <c:v>6.9578411905625357</c:v>
                </c:pt>
                <c:pt idx="505">
                  <c:v>7.0124547186265627</c:v>
                </c:pt>
                <c:pt idx="506">
                  <c:v>7.0658343344095744</c:v>
                </c:pt>
                <c:pt idx="507">
                  <c:v>7.1179520478346552</c:v>
                </c:pt>
                <c:pt idx="508">
                  <c:v>7.1687806575802284</c:v>
                </c:pt>
                <c:pt idx="509">
                  <c:v>7.2182937745060824</c:v>
                </c:pt>
                <c:pt idx="510">
                  <c:v>7.2664658441307202</c:v>
                </c:pt>
                <c:pt idx="511">
                  <c:v>7.3132721681319266</c:v>
                </c:pt>
                <c:pt idx="512">
                  <c:v>7.3586889248498206</c:v>
                </c:pt>
                <c:pt idx="513">
                  <c:v>7.4026931887700265</c:v>
                </c:pt>
                <c:pt idx="514">
                  <c:v>7.4452629489659152</c:v>
                </c:pt>
                <c:pt idx="515">
                  <c:v>7.4863771264833963</c:v>
                </c:pt>
                <c:pt idx="516">
                  <c:v>7.5260155906506325</c:v>
                </c:pt>
                <c:pt idx="517">
                  <c:v>7.5641591742982115</c:v>
                </c:pt>
                <c:pt idx="518">
                  <c:v>7.6007896878774446</c:v>
                </c:pt>
                <c:pt idx="519">
                  <c:v>7.635889932463793</c:v>
                </c:pt>
                <c:pt idx="520">
                  <c:v>7.669443711638567</c:v>
                </c:pt>
                <c:pt idx="521">
                  <c:v>7.701435842239019</c:v>
                </c:pt>
                <c:pt idx="522">
                  <c:v>7.731852163971821</c:v>
                </c:pt>
                <c:pt idx="523">
                  <c:v>7.7606795478858883</c:v>
                </c:pt>
                <c:pt idx="524">
                  <c:v>7.7879059037016445</c:v>
                </c:pt>
                <c:pt idx="525">
                  <c:v>7.8135201859962864</c:v>
                </c:pt>
                <c:pt idx="526">
                  <c:v>7.8375123992463394</c:v>
                </c:pt>
                <c:pt idx="527">
                  <c:v>7.8598736017286797</c:v>
                </c:pt>
                <c:pt idx="528">
                  <c:v>7.8805959082875123</c:v>
                </c:pt>
                <c:pt idx="529">
                  <c:v>7.8996724919688637</c:v>
                </c:pt>
                <c:pt idx="530">
                  <c:v>7.9170975845339502</c:v>
                </c:pt>
                <c:pt idx="531">
                  <c:v>7.9328664758592362</c:v>
                </c:pt>
                <c:pt idx="532">
                  <c:v>7.9469755122325338</c:v>
                </c:pt>
                <c:pt idx="533">
                  <c:v>7.9594220935595921</c:v>
                </c:pt>
                <c:pt idx="534">
                  <c:v>7.970204669493099</c:v>
                </c:pt>
                <c:pt idx="535">
                  <c:v>7.979322734499716</c:v>
                </c:pt>
                <c:pt idx="536">
                  <c:v>7.9867768218815334</c:v>
                </c:pt>
                <c:pt idx="537">
                  <c:v>7.9925684967697537</c:v>
                </c:pt>
                <c:pt idx="538">
                  <c:v>7.9967003481092425</c:v>
                </c:pt>
                <c:pt idx="539">
                  <c:v>7.9991759796549111</c:v>
                </c:pt>
                <c:pt idx="540">
                  <c:v>8</c:v>
                </c:pt>
                <c:pt idx="541">
                  <c:v>7.9991780116605824</c:v>
                </c:pt>
                <c:pt idx="542">
                  <c:v>7.9967165992382121</c:v>
                </c:pt>
                <c:pt idx="543">
                  <c:v>7.992623316686843</c:v>
                </c:pt>
                <c:pt idx="544">
                  <c:v>7.9869066737081544</c:v>
                </c:pt>
                <c:pt idx="545">
                  <c:v>7.9795761213029897</c:v>
                </c:pt>
                <c:pt idx="546">
                  <c:v>7.9706420365057795</c:v>
                </c:pt>
                <c:pt idx="547">
                  <c:v>7.9601157063298027</c:v>
                </c:pt>
                <c:pt idx="548">
                  <c:v>7.9480093109531413</c:v>
                </c:pt>
                <c:pt idx="549">
                  <c:v>7.9343359061736018</c:v>
                </c:pt>
                <c:pt idx="550">
                  <c:v>7.9191094051636357</c:v>
                </c:pt>
                <c:pt idx="551">
                  <c:v>7.9023445595564388</c:v>
                </c:pt>
                <c:pt idx="552">
                  <c:v>7.8840569398927931</c:v>
                </c:pt>
                <c:pt idx="553">
                  <c:v>7.8642629154626871</c:v>
                </c:pt>
                <c:pt idx="554">
                  <c:v>7.8429796335716393</c:v>
                </c:pt>
                <c:pt idx="555">
                  <c:v>7.820224998265604</c:v>
                </c:pt>
                <c:pt idx="556">
                  <c:v>7.7960176485462052</c:v>
                </c:pt>
                <c:pt idx="557">
                  <c:v>7.7703769361101198</c:v>
                </c:pt>
                <c:pt idx="558">
                  <c:v>7.7433229026450769</c:v>
                </c:pt>
                <c:pt idx="559">
                  <c:v>7.71487625671549</c:v>
                </c:pt>
                <c:pt idx="560">
                  <c:v>7.6850583502712038</c:v>
                </c:pt>
                <c:pt idx="561">
                  <c:v>7.6538911548133246</c:v>
                </c:pt>
                <c:pt idx="562">
                  <c:v>7.6213972372484955</c:v>
                </c:pt>
                <c:pt idx="563">
                  <c:v>7.5875997354664699</c:v>
                </c:pt>
                <c:pt idx="564">
                  <c:v>7.552522333672818</c:v>
                </c:pt>
                <c:pt idx="565">
                  <c:v>7.5161892375101269</c:v>
                </c:pt>
                <c:pt idx="566">
                  <c:v>7.4786251489993871</c:v>
                </c:pt>
                <c:pt idx="567">
                  <c:v>7.4398552413339276</c:v>
                </c:pt>
                <c:pt idx="568">
                  <c:v>7.3999051335588524</c:v>
                </c:pt>
                <c:pt idx="569">
                  <c:v>7.3588008651651595</c:v>
                </c:pt>
                <c:pt idx="570">
                  <c:v>7.3165688706315937</c:v>
                </c:pt>
                <c:pt idx="571">
                  <c:v>7.2732359539435318</c:v>
                </c:pt>
                <c:pt idx="572">
                  <c:v>7.2288292631192421</c:v>
                </c:pt>
                <c:pt idx="573">
                  <c:v>7.1833762647731874</c:v>
                </c:pt>
                <c:pt idx="574">
                  <c:v>7.1369047187449208</c:v>
                </c:pt>
                <c:pt idx="575">
                  <c:v>7.0894426528219068</c:v>
                </c:pt>
                <c:pt idx="576">
                  <c:v>7.0410183375839521</c:v>
                </c:pt>
                <c:pt idx="577">
                  <c:v>6.9916602613963512</c:v>
                </c:pt>
                <c:pt idx="578">
                  <c:v>6.9413971055776953</c:v>
                </c:pt>
                <c:pt idx="579">
                  <c:v>6.8902577197678152</c:v>
                </c:pt>
                <c:pt idx="580">
                  <c:v>6.8382710975211944</c:v>
                </c:pt>
                <c:pt idx="581">
                  <c:v>6.7854663521491752</c:v>
                </c:pt>
                <c:pt idx="582">
                  <c:v>6.7318726928342718</c:v>
                </c:pt>
                <c:pt idx="583">
                  <c:v>6.6775194010398176</c:v>
                </c:pt>
                <c:pt idx="584">
                  <c:v>6.6224358072350187</c:v>
                </c:pt>
                <c:pt idx="585">
                  <c:v>6.5666512679576812</c:v>
                </c:pt>
                <c:pt idx="586">
                  <c:v>6.5101951432331244</c:v>
                </c:pt>
                <c:pt idx="587">
                  <c:v>6.4530967743694205</c:v>
                </c:pt>
                <c:pt idx="588">
                  <c:v>6.3953854621461241</c:v>
                </c:pt>
                <c:pt idx="589">
                  <c:v>6.3370904454146251</c:v>
                </c:pt>
                <c:pt idx="590">
                  <c:v>6.2782408801254999</c:v>
                </c:pt>
                <c:pt idx="591">
                  <c:v>6.2188658187992267</c:v>
                </c:pt>
                <c:pt idx="592">
                  <c:v>6.1589941904538676</c:v>
                </c:pt>
                <c:pt idx="593">
                  <c:v>6.0986547810044573</c:v>
                </c:pt>
                <c:pt idx="594">
                  <c:v>6.037876214145883</c:v>
                </c:pt>
                <c:pt idx="595">
                  <c:v>5.9766869327312442</c:v>
                </c:pt>
                <c:pt idx="596">
                  <c:v>5.9151151806575655</c:v>
                </c:pt>
                <c:pt idx="597">
                  <c:v>5.8531889852671739</c:v>
                </c:pt>
                <c:pt idx="598">
                  <c:v>5.7909361402758739</c:v>
                </c:pt>
                <c:pt idx="599">
                  <c:v>5.7283841892346921</c:v>
                </c:pt>
                <c:pt idx="600">
                  <c:v>5.6655604095331054</c:v>
                </c:pt>
                <c:pt idx="601">
                  <c:v>5.6024917969507939</c:v>
                </c:pt>
                <c:pt idx="602">
                  <c:v>5.5392050507625559</c:v>
                </c:pt>
                <c:pt idx="603">
                  <c:v>5.4757265594025863</c:v>
                </c:pt>
                <c:pt idx="604">
                  <c:v>5.4120823866906083</c:v>
                </c:pt>
                <c:pt idx="605">
                  <c:v>5.3482982586247561</c:v>
                </c:pt>
                <c:pt idx="606">
                  <c:v>5.284399550742032</c:v>
                </c:pt>
                <c:pt idx="607">
                  <c:v>5.2204112760493038</c:v>
                </c:pt>
                <c:pt idx="608">
                  <c:v>5.156358073524772</c:v>
                </c:pt>
                <c:pt idx="609">
                  <c:v>5.0922641971907483</c:v>
                </c:pt>
                <c:pt idx="610">
                  <c:v>5.0281535057566096</c:v>
                </c:pt>
                <c:pt idx="611">
                  <c:v>4.9640494528309862</c:v>
                </c:pt>
                <c:pt idx="612">
                  <c:v>4.8999750777010807</c:v>
                </c:pt>
                <c:pt idx="613">
                  <c:v>4.8359529966764132</c:v>
                </c:pt>
                <c:pt idx="614">
                  <c:v>4.7720053949937862</c:v>
                </c:pt>
                <c:pt idx="615">
                  <c:v>4.708154019279597</c:v>
                </c:pt>
                <c:pt idx="616">
                  <c:v>4.6444201705646018</c:v>
                </c:pt>
                <c:pt idx="617">
                  <c:v>4.5808246978466141</c:v>
                </c:pt>
                <c:pt idx="618">
                  <c:v>4.5173879921949389</c:v>
                </c:pt>
                <c:pt idx="619">
                  <c:v>4.454129981390464</c:v>
                </c:pt>
                <c:pt idx="620">
                  <c:v>4.3910701250951796</c:v>
                </c:pt>
                <c:pt idx="621">
                  <c:v>4.3282274105426426</c:v>
                </c:pt>
                <c:pt idx="622">
                  <c:v>4.2656203487437105</c:v>
                </c:pt>
                <c:pt idx="623">
                  <c:v>4.2032669711970883</c:v>
                </c:pt>
                <c:pt idx="624">
                  <c:v>4.1411848270980709</c:v>
                </c:pt>
                <c:pt idx="625">
                  <c:v>4.0793909810355959</c:v>
                </c:pt>
                <c:pt idx="626">
                  <c:v>4.017902011168152</c:v>
                </c:pt>
                <c:pt idx="627">
                  <c:v>3.9567340078694642</c:v>
                </c:pt>
                <c:pt idx="628">
                  <c:v>3.8959025728338346</c:v>
                </c:pt>
                <c:pt idx="629">
                  <c:v>3.8354228186301937</c:v>
                </c:pt>
                <c:pt idx="630">
                  <c:v>3.7753093686951393</c:v>
                </c:pt>
                <c:pt idx="631">
                  <c:v>3.715576357753601</c:v>
                </c:pt>
                <c:pt idx="632">
                  <c:v>3.6562374326560771</c:v>
                </c:pt>
                <c:pt idx="633">
                  <c:v>3.5973057536215847</c:v>
                </c:pt>
                <c:pt idx="634">
                  <c:v>3.5387939958740686</c:v>
                </c:pt>
                <c:pt idx="635">
                  <c:v>3.4807143516613652</c:v>
                </c:pt>
                <c:pt idx="636">
                  <c:v>3.423078532644487</c:v>
                </c:pt>
                <c:pt idx="637">
                  <c:v>3.3658977726453418</c:v>
                </c:pt>
                <c:pt idx="638">
                  <c:v>3.3091828307409825</c:v>
                </c:pt>
                <c:pt idx="639">
                  <c:v>3.2529439946920085</c:v>
                </c:pt>
                <c:pt idx="640">
                  <c:v>3.1971910846932725</c:v>
                </c:pt>
                <c:pt idx="641">
                  <c:v>3.1419334574340629</c:v>
                </c:pt>
                <c:pt idx="642">
                  <c:v>3.0871800104561422</c:v>
                </c:pt>
                <c:pt idx="643">
                  <c:v>3.0329391867968805</c:v>
                </c:pt>
                <c:pt idx="644">
                  <c:v>2.9792189799051627</c:v>
                </c:pt>
                <c:pt idx="645">
                  <c:v>2.9260269388181412</c:v>
                </c:pt>
                <c:pt idx="646">
                  <c:v>2.8733701735860762</c:v>
                </c:pt>
                <c:pt idx="647">
                  <c:v>2.8212553609335402</c:v>
                </c:pt>
                <c:pt idx="648">
                  <c:v>2.7696887501445451</c:v>
                </c:pt>
                <c:pt idx="649">
                  <c:v>2.7186761691595485</c:v>
                </c:pt>
                <c:pt idx="650">
                  <c:v>2.6682230308726438</c:v>
                </c:pt>
                <c:pt idx="651">
                  <c:v>2.6183343396165917</c:v>
                </c:pt>
                <c:pt idx="652">
                  <c:v>2.5690146978243953</c:v>
                </c:pt>
                <c:pt idx="653">
                  <c:v>2.5202683128558552</c:v>
                </c:pt>
                <c:pt idx="654">
                  <c:v>2.4720990039767989</c:v>
                </c:pt>
                <c:pt idx="655">
                  <c:v>2.4245102094811566</c:v>
                </c:pt>
                <c:pt idx="656">
                  <c:v>2.377504993943222</c:v>
                </c:pt>
                <c:pt idx="657">
                  <c:v>2.3310860555901551</c:v>
                </c:pt>
                <c:pt idx="658">
                  <c:v>2.2852557337834476</c:v>
                </c:pt>
                <c:pt idx="659">
                  <c:v>2.2400160165991019</c:v>
                </c:pt>
                <c:pt idx="660">
                  <c:v>2.1953685484956758</c:v>
                </c:pt>
                <c:pt idx="661">
                  <c:v>2.1513146380604837</c:v>
                </c:pt>
                <c:pt idx="662">
                  <c:v>2.1078552658237908</c:v>
                </c:pt>
                <c:pt idx="663">
                  <c:v>2.0649910921310854</c:v>
                </c:pt>
                <c:pt idx="664">
                  <c:v>2.0227224650642577</c:v>
                </c:pt>
                <c:pt idx="665">
                  <c:v>1.9810494284021956</c:v>
                </c:pt>
                <c:pt idx="666">
                  <c:v>1.9399717296117545</c:v>
                </c:pt>
                <c:pt idx="667">
                  <c:v>1.8994888278603268</c:v>
                </c:pt>
                <c:pt idx="668">
                  <c:v>1.8595999020415965</c:v>
                </c:pt>
                <c:pt idx="669">
                  <c:v>1.8203038588058005</c:v>
                </c:pt>
                <c:pt idx="670">
                  <c:v>1.7815993405869737</c:v>
                </c:pt>
                <c:pt idx="671">
                  <c:v>1.7434847336189228</c:v>
                </c:pt>
                <c:pt idx="672">
                  <c:v>1.7059581759325462</c:v>
                </c:pt>
                <c:pt idx="673">
                  <c:v>1.6690175653274231</c:v>
                </c:pt>
                <c:pt idx="674">
                  <c:v>1.6326605673101755</c:v>
                </c:pt>
                <c:pt idx="675">
                  <c:v>1.5968846229933464</c:v>
                </c:pt>
                <c:pt idx="676">
                  <c:v>1.5616869569479939</c:v>
                </c:pt>
                <c:pt idx="677">
                  <c:v>1.5270645850037745</c:v>
                </c:pt>
                <c:pt idx="678">
                  <c:v>1.4930143219906606</c:v>
                </c:pt>
                <c:pt idx="679">
                  <c:v>1.459532789416393</c:v>
                </c:pt>
                <c:pt idx="680">
                  <c:v>1.4266164230743785</c:v>
                </c:pt>
                <c:pt idx="681">
                  <c:v>1.3942614805766902</c:v>
                </c:pt>
                <c:pt idx="682">
                  <c:v>1.3624640488071817</c:v>
                </c:pt>
                <c:pt idx="683">
                  <c:v>1.3312200512902272</c:v>
                </c:pt>
                <c:pt idx="684">
                  <c:v>1.3005252554702482</c:v>
                </c:pt>
                <c:pt idx="685">
                  <c:v>1.2703752798982524</c:v>
                </c:pt>
                <c:pt idx="686">
                  <c:v>1.2407656013209858</c:v>
                </c:pt>
                <c:pt idx="687">
                  <c:v>1.2116915616693</c:v>
                </c:pt>
                <c:pt idx="688">
                  <c:v>1.1831483749420866</c:v>
                </c:pt>
                <c:pt idx="689">
                  <c:v>1.1551311339824537</c:v>
                </c:pt>
                <c:pt idx="690">
                  <c:v>1.1276348171432782</c:v>
                </c:pt>
                <c:pt idx="691">
                  <c:v>1.100654294839162</c:v>
                </c:pt>
                <c:pt idx="692">
                  <c:v>1.0741843359823151</c:v>
                </c:pt>
                <c:pt idx="693">
                  <c:v>1.0482196142999116</c:v>
                </c:pt>
                <c:pt idx="694">
                  <c:v>1.0227547145308276</c:v>
                </c:pt>
                <c:pt idx="695">
                  <c:v>0.99778413849972636</c:v>
                </c:pt>
                <c:pt idx="696">
                  <c:v>0.97330231106677167</c:v>
                </c:pt>
                <c:pt idx="697">
                  <c:v>0.9493035859514517</c:v>
                </c:pt>
                <c:pt idx="698">
                  <c:v>0.92578225142909931</c:v>
                </c:pt>
                <c:pt idx="699">
                  <c:v>0.90273253589886493</c:v>
                </c:pt>
                <c:pt idx="700">
                  <c:v>0.88014861332238403</c:v>
                </c:pt>
                <c:pt idx="701">
                  <c:v>0.85802460853191276</c:v>
                </c:pt>
                <c:pt idx="702">
                  <c:v>0.83635460240775572</c:v>
                </c:pt>
                <c:pt idx="703">
                  <c:v>0.81513263692411864</c:v>
                </c:pt>
                <c:pt idx="704">
                  <c:v>0.79435272006325597</c:v>
                </c:pt>
                <c:pt idx="705">
                  <c:v>0.77400883059766301</c:v>
                </c:pt>
                <c:pt idx="706">
                  <c:v>0.75409492274040413</c:v>
                </c:pt>
                <c:pt idx="707">
                  <c:v>0.73460493066351196</c:v>
                </c:pt>
                <c:pt idx="708">
                  <c:v>0.71553277288489481</c:v>
                </c:pt>
                <c:pt idx="709">
                  <c:v>0.69687235652409629</c:v>
                </c:pt>
                <c:pt idx="710">
                  <c:v>0.67861758142737483</c:v>
                </c:pt>
                <c:pt idx="711">
                  <c:v>0.66076234416277424</c:v>
                </c:pt>
                <c:pt idx="712">
                  <c:v>0.64330054188607455</c:v>
                </c:pt>
                <c:pt idx="713">
                  <c:v>0.62622607607825043</c:v>
                </c:pt>
                <c:pt idx="714">
                  <c:v>0.60953285615564334</c:v>
                </c:pt>
                <c:pt idx="715">
                  <c:v>0.59321480295385132</c:v>
                </c:pt>
                <c:pt idx="716">
                  <c:v>0.57726585208645798</c:v>
                </c:pt>
                <c:pt idx="717">
                  <c:v>0.56167995717995089</c:v>
                </c:pt>
                <c:pt idx="718">
                  <c:v>0.54645109298620831</c:v>
                </c:pt>
                <c:pt idx="719">
                  <c:v>0.53157325837386937</c:v>
                </c:pt>
                <c:pt idx="720">
                  <c:v>0.51704047920022789</c:v>
                </c:pt>
                <c:pt idx="721">
                  <c:v>0.5028468110652049</c:v>
                </c:pt>
                <c:pt idx="722">
                  <c:v>0.48898634194898088</c:v>
                </c:pt>
                <c:pt idx="723">
                  <c:v>0.47545319473513664</c:v>
                </c:pt>
                <c:pt idx="724">
                  <c:v>0.46224152962096726</c:v>
                </c:pt>
                <c:pt idx="725">
                  <c:v>0.44934554641685298</c:v>
                </c:pt>
                <c:pt idx="726">
                  <c:v>0.4367594867365478</c:v>
                </c:pt>
                <c:pt idx="727">
                  <c:v>0.42447763608031452</c:v>
                </c:pt>
                <c:pt idx="728">
                  <c:v>0.41249432581289885</c:v>
                </c:pt>
                <c:pt idx="729">
                  <c:v>0.40080393503828926</c:v>
                </c:pt>
                <c:pt idx="730">
                  <c:v>0.38940089237333364</c:v>
                </c:pt>
                <c:pt idx="731">
                  <c:v>0.37827967762233461</c:v>
                </c:pt>
                <c:pt idx="732">
                  <c:v>0.36743482335457039</c:v>
                </c:pt>
                <c:pt idx="733">
                  <c:v>0.35686091638701051</c:v>
                </c:pt>
                <c:pt idx="734">
                  <c:v>0.34655259917430853</c:v>
                </c:pt>
                <c:pt idx="735">
                  <c:v>0.33650457110813053</c:v>
                </c:pt>
                <c:pt idx="736">
                  <c:v>0.32671158972816056</c:v>
                </c:pt>
                <c:pt idx="737">
                  <c:v>0.31716847184681646</c:v>
                </c:pt>
                <c:pt idx="738">
                  <c:v>0.30787009458986542</c:v>
                </c:pt>
                <c:pt idx="739">
                  <c:v>0.29881139635523396</c:v>
                </c:pt>
                <c:pt idx="740">
                  <c:v>0.28998737769205835</c:v>
                </c:pt>
                <c:pt idx="741">
                  <c:v>0.28139310210224677</c:v>
                </c:pt>
                <c:pt idx="742">
                  <c:v>0.27302369676669491</c:v>
                </c:pt>
                <c:pt idx="743">
                  <c:v>0.26487435319837033</c:v>
                </c:pt>
                <c:pt idx="744">
                  <c:v>0.25694032782433984</c:v>
                </c:pt>
                <c:pt idx="745">
                  <c:v>0.2492169424990327</c:v>
                </c:pt>
                <c:pt idx="746">
                  <c:v>0.24169958495072205</c:v>
                </c:pt>
                <c:pt idx="747">
                  <c:v>0.23438370916347731</c:v>
                </c:pt>
                <c:pt idx="748">
                  <c:v>0.22726483569664052</c:v>
                </c:pt>
                <c:pt idx="749">
                  <c:v>0.22033855194389435</c:v>
                </c:pt>
                <c:pt idx="750">
                  <c:v>0.21360051233404656</c:v>
                </c:pt>
                <c:pt idx="751">
                  <c:v>0.20704643847555051</c:v>
                </c:pt>
                <c:pt idx="752">
                  <c:v>0.20067211924676068</c:v>
                </c:pt>
                <c:pt idx="753">
                  <c:v>0.19447341083397623</c:v>
                </c:pt>
                <c:pt idx="754">
                  <c:v>0.18844623671919492</c:v>
                </c:pt>
                <c:pt idx="755">
                  <c:v>0.18258658761955926</c:v>
                </c:pt>
                <c:pt idx="756">
                  <c:v>0.17689052138038774</c:v>
                </c:pt>
                <c:pt idx="757">
                  <c:v>0.17135416282368948</c:v>
                </c:pt>
                <c:pt idx="758">
                  <c:v>0.16597370355402707</c:v>
                </c:pt>
                <c:pt idx="759">
                  <c:v>0.16074540172352497</c:v>
                </c:pt>
                <c:pt idx="760">
                  <c:v>0.15566558175786341</c:v>
                </c:pt>
                <c:pt idx="761">
                  <c:v>0.15073063404495771</c:v>
                </c:pt>
                <c:pt idx="762">
                  <c:v>0.14593701458811592</c:v>
                </c:pt>
                <c:pt idx="763">
                  <c:v>0.14128124462531216</c:v>
                </c:pt>
                <c:pt idx="764">
                  <c:v>0.13675991021627082</c:v>
                </c:pt>
                <c:pt idx="765">
                  <c:v>0.13236966179895199</c:v>
                </c:pt>
                <c:pt idx="766">
                  <c:v>0.12810721371707276</c:v>
                </c:pt>
                <c:pt idx="767">
                  <c:v>0.12396934372016008</c:v>
                </c:pt>
                <c:pt idx="768">
                  <c:v>0.11995289243769001</c:v>
                </c:pt>
                <c:pt idx="769">
                  <c:v>0.1160547628287861</c:v>
                </c:pt>
                <c:pt idx="770">
                  <c:v>0.11227191960890404</c:v>
                </c:pt>
                <c:pt idx="771">
                  <c:v>0.10860138865492872</c:v>
                </c:pt>
                <c:pt idx="772">
                  <c:v>0.10504025639003539</c:v>
                </c:pt>
                <c:pt idx="773">
                  <c:v>0.1015856691496711</c:v>
                </c:pt>
                <c:pt idx="774">
                  <c:v>9.8234832529927221E-2</c:v>
                </c:pt>
                <c:pt idx="775">
                  <c:v>9.4985010719577781E-2</c:v>
                </c:pt>
                <c:pt idx="776">
                  <c:v>9.1833525817010014E-2</c:v>
                </c:pt>
                <c:pt idx="777">
                  <c:v>8.8777757133238697E-2</c:v>
                </c:pt>
                <c:pt idx="778">
                  <c:v>8.5815140482120342E-2</c:v>
                </c:pt>
                <c:pt idx="779">
                  <c:v>8.2943167458949682E-2</c:v>
                </c:pt>
                <c:pt idx="780">
                  <c:v>8.015938470845356E-2</c:v>
                </c:pt>
                <c:pt idx="781">
                  <c:v>7.7461393183265698E-2</c:v>
                </c:pt>
                <c:pt idx="782">
                  <c:v>7.4846847393892177E-2</c:v>
                </c:pt>
                <c:pt idx="783">
                  <c:v>7.2313454651127887E-2</c:v>
                </c:pt>
                <c:pt idx="784">
                  <c:v>6.9858974301873128E-2</c:v>
                </c:pt>
                <c:pt idx="785">
                  <c:v>6.7481216959280832E-2</c:v>
                </c:pt>
                <c:pt idx="786">
                  <c:v>6.5178043728075855E-2</c:v>
                </c:pt>
                <c:pt idx="787">
                  <c:v>6.2947365425915613E-2</c:v>
                </c:pt>
                <c:pt idx="788">
                  <c:v>6.078714180159641E-2</c:v>
                </c:pt>
                <c:pt idx="789">
                  <c:v>5.8695380750891084E-2</c:v>
                </c:pt>
                <c:pt idx="790">
                  <c:v>5.6670137530747657E-2</c:v>
                </c:pt>
                <c:pt idx="791">
                  <c:v>5.4709513972599801E-2</c:v>
                </c:pt>
                <c:pt idx="792">
                  <c:v>5.2811657695450306E-2</c:v>
                </c:pt>
                <c:pt idx="793">
                  <c:v>5.0974761319399875E-2</c:v>
                </c:pt>
                <c:pt idx="794">
                  <c:v>4.9197061680249315E-2</c:v>
                </c:pt>
                <c:pt idx="795">
                  <c:v>4.7476839045781441E-2</c:v>
                </c:pt>
                <c:pt idx="796">
                  <c:v>4.5812416334285705E-2</c:v>
                </c:pt>
                <c:pt idx="797">
                  <c:v>4.4202158335886775E-2</c:v>
                </c:pt>
                <c:pt idx="798">
                  <c:v>4.2644470937196269E-2</c:v>
                </c:pt>
                <c:pt idx="799">
                  <c:v>4.1137800349769313E-2</c:v>
                </c:pt>
                <c:pt idx="800">
                  <c:v>3.9680632342853524E-2</c:v>
                </c:pt>
                <c:pt idx="801">
                  <c:v>3.8271491480870647E-2</c:v>
                </c:pt>
                <c:pt idx="802">
                  <c:v>3.6908940366043363E-2</c:v>
                </c:pt>
                <c:pt idx="803">
                  <c:v>3.5591578886578407E-2</c:v>
                </c:pt>
                <c:pt idx="804">
                  <c:v>3.4318043470775057E-2</c:v>
                </c:pt>
                <c:pt idx="805">
                  <c:v>3.308700634741088E-2</c:v>
                </c:pt>
                <c:pt idx="806">
                  <c:v>3.1897174812742332E-2</c:v>
                </c:pt>
                <c:pt idx="807">
                  <c:v>3.07472905044241E-2</c:v>
                </c:pt>
                <c:pt idx="808">
                  <c:v>2.9636128682645386E-2</c:v>
                </c:pt>
                <c:pt idx="809">
                  <c:v>2.8562497518745896E-2</c:v>
                </c:pt>
                <c:pt idx="810">
                  <c:v>2.7525237391572324E-2</c:v>
                </c:pt>
                <c:pt idx="811">
                  <c:v>2.6523220191800721E-2</c:v>
                </c:pt>
                <c:pt idx="812">
                  <c:v>2.5555348634446091E-2</c:v>
                </c:pt>
                <c:pt idx="813">
                  <c:v>2.4620555579754975E-2</c:v>
                </c:pt>
                <c:pt idx="814">
                  <c:v>2.3717803362660026E-2</c:v>
                </c:pt>
                <c:pt idx="815">
                  <c:v>2.2846083130970234E-2</c:v>
                </c:pt>
                <c:pt idx="816">
                  <c:v>2.2004414192436414E-2</c:v>
                </c:pt>
                <c:pt idx="817">
                  <c:v>2.1191843370833269E-2</c:v>
                </c:pt>
                <c:pt idx="818">
                  <c:v>2.0407444371176166E-2</c:v>
                </c:pt>
                <c:pt idx="819">
                  <c:v>1.9650317154181644E-2</c:v>
                </c:pt>
                <c:pt idx="820">
                  <c:v>1.8919587320057954E-2</c:v>
                </c:pt>
                <c:pt idx="821">
                  <c:v>1.8214405501714021E-2</c:v>
                </c:pt>
                <c:pt idx="822">
                  <c:v>1.7533946767450227E-2</c:v>
                </c:pt>
                <c:pt idx="823">
                  <c:v>1.6877410033183906E-2</c:v>
                </c:pt>
                <c:pt idx="824">
                  <c:v>1.624401748426256E-2</c:v>
                </c:pt>
                <c:pt idx="825">
                  <c:v>1.5633014006889507E-2</c:v>
                </c:pt>
                <c:pt idx="826">
                  <c:v>1.5043666629189243E-2</c:v>
                </c:pt>
                <c:pt idx="827">
                  <c:v>1.447526397192728E-2</c:v>
                </c:pt>
                <c:pt idx="828">
                  <c:v>1.3927115708885046E-2</c:v>
                </c:pt>
                <c:pt idx="829">
                  <c:v>1.3398552036884276E-2</c:v>
                </c:pt>
                <c:pt idx="830">
                  <c:v>1.2888923155450736E-2</c:v>
                </c:pt>
                <c:pt idx="831">
                  <c:v>1.239759875609108E-2</c:v>
                </c:pt>
                <c:pt idx="832">
                  <c:v>1.1923967521155097E-2</c:v>
                </c:pt>
                <c:pt idx="833">
                  <c:v>1.146743663224466E-2</c:v>
                </c:pt>
                <c:pt idx="834">
                  <c:v>1.102743128812564E-2</c:v>
                </c:pt>
                <c:pt idx="835">
                  <c:v>1.060339423209253E-2</c:v>
                </c:pt>
                <c:pt idx="836">
                  <c:v>1.01947852887258E-2</c:v>
                </c:pt>
                <c:pt idx="837">
                  <c:v>9.8010809099827768E-3</c:v>
                </c:pt>
                <c:pt idx="838">
                  <c:v>9.4217737305489959E-3</c:v>
                </c:pt>
                <c:pt idx="839">
                  <c:v>9.0563721323791077E-3</c:v>
                </c:pt>
                <c:pt idx="840">
                  <c:v>8.7043998183477227E-3</c:v>
                </c:pt>
                <c:pt idx="841">
                  <c:v>8.3653953949253922E-3</c:v>
                </c:pt>
                <c:pt idx="842">
                  <c:v>8.0389119637932962E-3</c:v>
                </c:pt>
                <c:pt idx="843">
                  <c:v>7.7245167223050672E-3</c:v>
                </c:pt>
                <c:pt idx="844">
                  <c:v>7.4217905726996032E-3</c:v>
                </c:pt>
                <c:pt idx="845">
                  <c:v>7.1303277399651453E-3</c:v>
                </c:pt>
                <c:pt idx="846">
                  <c:v>6.8497353982555787E-3</c:v>
                </c:pt>
                <c:pt idx="847">
                  <c:v>6.5796333057501185E-3</c:v>
                </c:pt>
                <c:pt idx="848">
                  <c:v>6.319653447852281E-3</c:v>
                </c:pt>
                <c:pt idx="849">
                  <c:v>6.0694396886162199E-3</c:v>
                </c:pt>
                <c:pt idx="850">
                  <c:v>5.8286474302883928E-3</c:v>
                </c:pt>
                <c:pt idx="851">
                  <c:v>5.5969432808515756E-3</c:v>
                </c:pt>
                <c:pt idx="852">
                  <c:v>5.3740047294539087E-3</c:v>
                </c:pt>
                <c:pt idx="853">
                  <c:v>5.1595198296068689E-3</c:v>
                </c:pt>
                <c:pt idx="854">
                  <c:v>4.953186890032533E-3</c:v>
                </c:pt>
                <c:pt idx="855">
                  <c:v>4.7547141730402359E-3</c:v>
                </c:pt>
                <c:pt idx="856">
                  <c:v>4.5638196003126236E-3</c:v>
                </c:pt>
                <c:pt idx="857">
                  <c:v>4.3802304659782089E-3</c:v>
                </c:pt>
                <c:pt idx="858">
                  <c:v>4.203683156849069E-3</c:v>
                </c:pt>
                <c:pt idx="859">
                  <c:v>4.0339228796999228E-3</c:v>
                </c:pt>
                <c:pt idx="860">
                  <c:v>3.8707033954658641E-3</c:v>
                </c:pt>
                <c:pt idx="861">
                  <c:v>3.7137867602359655E-3</c:v>
                </c:pt>
                <c:pt idx="862">
                  <c:v>3.5629430729175872E-3</c:v>
                </c:pt>
                <c:pt idx="863">
                  <c:v>3.4179502294498193E-3</c:v>
                </c:pt>
                <c:pt idx="864">
                  <c:v>3.2785936834418415E-3</c:v>
                </c:pt>
                <c:pt idx="865">
                  <c:v>3.1446662131128676E-3</c:v>
                </c:pt>
                <c:pt idx="866">
                  <c:v>3.0159676944125058E-3</c:v>
                </c:pt>
                <c:pt idx="867">
                  <c:v>2.8923048801982537E-3</c:v>
                </c:pt>
                <c:pt idx="868">
                  <c:v>2.7734911853489115E-3</c:v>
                </c:pt>
                <c:pt idx="869">
                  <c:v>2.6593464776942469E-3</c:v>
                </c:pt>
                <c:pt idx="870">
                  <c:v>2.5496968746391122E-3</c:v>
                </c:pt>
                <c:pt idx="871">
                  <c:v>2.4443745453646771E-3</c:v>
                </c:pt>
                <c:pt idx="872">
                  <c:v>2.34321751848776E-3</c:v>
                </c:pt>
                <c:pt idx="873">
                  <c:v>2.2460694950611902E-3</c:v>
                </c:pt>
                <c:pt idx="874">
                  <c:v>2.152779666799345E-3</c:v>
                </c:pt>
                <c:pt idx="875">
                  <c:v>2.0632025394137256E-3</c:v>
                </c:pt>
                <c:pt idx="876">
                  <c:v>1.977197760945354E-3</c:v>
                </c:pt>
                <c:pt idx="877">
                  <c:v>1.8946299549806374E-3</c:v>
                </c:pt>
                <c:pt idx="878">
                  <c:v>1.8153685586404578E-3</c:v>
                </c:pt>
                <c:pt idx="879">
                  <c:v>1.7392876652320729E-3</c:v>
                </c:pt>
                <c:pt idx="880">
                  <c:v>1.6662658714556632E-3</c:v>
                </c:pt>
                <c:pt idx="881">
                  <c:v>1.5961861290581403E-3</c:v>
                </c:pt>
                <c:pt idx="882">
                  <c:v>1.5289356008292949E-3</c:v>
                </c:pt>
                <c:pt idx="883">
                  <c:v>1.4644055208354815E-3</c:v>
                </c:pt>
                <c:pt idx="884">
                  <c:v>1.4024910587886784E-3</c:v>
                </c:pt>
                <c:pt idx="885">
                  <c:v>1.3430911884498558E-3</c:v>
                </c:pt>
                <c:pt idx="886">
                  <c:v>1.2861085599670643E-3</c:v>
                </c:pt>
                <c:pt idx="887">
                  <c:v>1.2314493760502883E-3</c:v>
                </c:pt>
                <c:pt idx="888">
                  <c:v>1.1790232718870664E-3</c:v>
                </c:pt>
                <c:pt idx="889">
                  <c:v>1.1287431987037303E-3</c:v>
                </c:pt>
                <c:pt idx="890">
                  <c:v>1.0805253108795096E-3</c:v>
                </c:pt>
                <c:pt idx="891">
                  <c:v>1.0342888565218597E-3</c:v>
                </c:pt>
                <c:pt idx="892">
                  <c:v>9.8995607141330968E-4</c:v>
                </c:pt>
                <c:pt idx="893">
                  <c:v>9.4745207624136706E-4</c:v>
                </c:pt>
                <c:pt idx="894">
                  <c:v>9.0670477702536846E-4</c:v>
                </c:pt>
                <c:pt idx="895">
                  <c:v>8.6764476865482131E-4</c:v>
                </c:pt>
                <c:pt idx="896">
                  <c:v>8.3020524145621688E-4</c:v>
                </c:pt>
                <c:pt idx="897">
                  <c:v>7.9432189070679192E-4</c:v>
                </c:pt>
                <c:pt idx="898">
                  <c:v>7.5993282901478721E-4</c:v>
                </c:pt>
                <c:pt idx="899">
                  <c:v>7.2697850148821205E-4</c:v>
                </c:pt>
                <c:pt idx="900">
                  <c:v>6.9540160361496726E-4</c:v>
                </c:pt>
                <c:pt idx="901">
                  <c:v>6.6514700177938203E-4</c:v>
                </c:pt>
                <c:pt idx="902">
                  <c:v>6.3616165634138272E-4</c:v>
                </c:pt>
                <c:pt idx="903">
                  <c:v>6.0839454720631146E-4</c:v>
                </c:pt>
                <c:pt idx="904">
                  <c:v>5.8179660181500016E-4</c:v>
                </c:pt>
                <c:pt idx="905">
                  <c:v>5.56320625485043E-4</c:v>
                </c:pt>
                <c:pt idx="906">
                  <c:v>5.3192123403604551E-4</c:v>
                </c:pt>
                <c:pt idx="907">
                  <c:v>5.0855478863295108E-4</c:v>
                </c:pt>
                <c:pt idx="908">
                  <c:v>4.8617933278303116E-4</c:v>
                </c:pt>
                <c:pt idx="909">
                  <c:v>4.6475453142386325E-4</c:v>
                </c:pt>
                <c:pt idx="910">
                  <c:v>4.4424161204068777E-4</c:v>
                </c:pt>
                <c:pt idx="911">
                  <c:v>4.246033077534665E-4</c:v>
                </c:pt>
                <c:pt idx="912">
                  <c:v>4.0580380231501222E-4</c:v>
                </c:pt>
                <c:pt idx="913">
                  <c:v>3.8780867696308163E-4</c:v>
                </c:pt>
                <c:pt idx="914">
                  <c:v>3.7058485907091334E-4</c:v>
                </c:pt>
                <c:pt idx="915">
                  <c:v>3.541005725418021E-4</c:v>
                </c:pt>
                <c:pt idx="916">
                  <c:v>3.3832528989470654E-4</c:v>
                </c:pt>
                <c:pt idx="917">
                  <c:v>3.2322968598946713E-4</c:v>
                </c:pt>
                <c:pt idx="918">
                  <c:v>3.0878559334115453E-4</c:v>
                </c:pt>
                <c:pt idx="919">
                  <c:v>2.949659589745892E-4</c:v>
                </c:pt>
                <c:pt idx="920">
                  <c:v>2.8174480277134159E-4</c:v>
                </c:pt>
                <c:pt idx="921">
                  <c:v>2.6909717726267149E-4</c:v>
                </c:pt>
                <c:pt idx="922">
                  <c:v>2.5699912882310127E-4</c:v>
                </c:pt>
                <c:pt idx="923">
                  <c:v>2.4542766022063136E-4</c:v>
                </c:pt>
                <c:pt idx="924">
                  <c:v>2.3436069448064961E-4</c:v>
                </c:pt>
                <c:pt idx="925">
                  <c:v>2.2377704002178334E-4</c:v>
                </c:pt>
                <c:pt idx="926">
                  <c:v>2.1365635702315724E-4</c:v>
                </c:pt>
                <c:pt idx="927">
                  <c:v>2.0397912498353472E-4</c:v>
                </c:pt>
                <c:pt idx="928">
                  <c:v>1.9472661143389759E-4</c:v>
                </c:pt>
                <c:pt idx="929">
                  <c:v>1.8588084176621701E-4</c:v>
                </c:pt>
                <c:pt idx="930">
                  <c:v>1.774245701420831E-4</c:v>
                </c:pt>
                <c:pt idx="931">
                  <c:v>1.693412514459125E-4</c:v>
                </c:pt>
                <c:pt idx="932">
                  <c:v>1.6161501424851487E-4</c:v>
                </c:pt>
                <c:pt idx="933">
                  <c:v>1.5423063474772535E-4</c:v>
                </c:pt>
                <c:pt idx="934">
                  <c:v>1.4717351165373797E-4</c:v>
                </c:pt>
                <c:pt idx="935">
                  <c:v>1.4042964198781316E-4</c:v>
                </c:pt>
                <c:pt idx="936">
                  <c:v>1.3398559776386265E-4</c:v>
                </c:pt>
                <c:pt idx="937">
                  <c:v>1.2782850352330015E-4</c:v>
                </c:pt>
                <c:pt idx="938">
                  <c:v>1.2194601469451522E-4</c:v>
                </c:pt>
                <c:pt idx="939">
                  <c:v>1.1632629674907892E-4</c:v>
                </c:pt>
                <c:pt idx="940">
                  <c:v>1.109580051276628E-4</c:v>
                </c:pt>
                <c:pt idx="941">
                  <c:v>1.0583026590947916E-4</c:v>
                </c:pt>
                <c:pt idx="942">
                  <c:v>1.0093265719983554E-4</c:v>
                </c:pt>
                <c:pt idx="943">
                  <c:v>9.6255191211131366E-5</c:v>
                </c:pt>
                <c:pt idx="944">
                  <c:v>9.1788297013445572E-5</c:v>
                </c:pt>
                <c:pt idx="945">
                  <c:v>8.7522803931538968E-5</c:v>
                </c:pt>
                <c:pt idx="946">
                  <c:v>8.344992556585823E-5</c:v>
                </c:pt>
                <c:pt idx="947">
                  <c:v>7.9561244415776104E-5</c:v>
                </c:pt>
                <c:pt idx="948">
                  <c:v>7.5848697084036757E-5</c:v>
                </c:pt>
                <c:pt idx="949">
                  <c:v>7.2304560041998851E-5</c:v>
                </c:pt>
                <c:pt idx="950">
                  <c:v>6.8921435935922275E-5</c:v>
                </c:pt>
                <c:pt idx="951">
                  <c:v>6.5692240415182873E-5</c:v>
                </c:pt>
                <c:pt idx="952">
                  <c:v>6.2610189463896027E-5</c:v>
                </c:pt>
                <c:pt idx="953">
                  <c:v>5.9668787218032262E-5</c:v>
                </c:pt>
                <c:pt idx="954">
                  <c:v>5.6861814250685523E-5</c:v>
                </c:pt>
                <c:pt idx="955">
                  <c:v>5.4183316308705437E-5</c:v>
                </c:pt>
                <c:pt idx="956">
                  <c:v>5.1627593484474298E-5</c:v>
                </c:pt>
                <c:pt idx="957">
                  <c:v>4.9189189807114029E-5</c:v>
                </c:pt>
                <c:pt idx="958">
                  <c:v>4.6862883237940555E-5</c:v>
                </c:pt>
                <c:pt idx="959">
                  <c:v>4.4643676055479074E-5</c:v>
                </c:pt>
                <c:pt idx="960">
                  <c:v>4.2526785615852746E-5</c:v>
                </c:pt>
                <c:pt idx="961">
                  <c:v>4.0507635474792034E-5</c:v>
                </c:pt>
                <c:pt idx="962">
                  <c:v>3.8581846858033096E-5</c:v>
                </c:pt>
                <c:pt idx="963">
                  <c:v>3.6745230467259353E-5</c:v>
                </c:pt>
                <c:pt idx="964">
                  <c:v>3.4993778609203697E-5</c:v>
                </c:pt>
                <c:pt idx="965">
                  <c:v>3.3323657635953668E-5</c:v>
                </c:pt>
                <c:pt idx="966">
                  <c:v>3.173120068488713E-5</c:v>
                </c:pt>
                <c:pt idx="967">
                  <c:v>3.0212900707072476E-5</c:v>
                </c:pt>
                <c:pt idx="968">
                  <c:v>2.8765403773362371E-5</c:v>
                </c:pt>
                <c:pt idx="969">
                  <c:v>2.7385502647758193E-5</c:v>
                </c:pt>
                <c:pt idx="970">
                  <c:v>2.607013061799915E-5</c:v>
                </c:pt>
                <c:pt idx="971">
                  <c:v>2.481635557367314E-5</c:v>
                </c:pt>
                <c:pt idx="972">
                  <c:v>2.362137432248861E-5</c:v>
                </c:pt>
                <c:pt idx="973">
                  <c:v>2.2482507135667227E-5</c:v>
                </c:pt>
                <c:pt idx="974">
                  <c:v>2.1397192513739839E-5</c:v>
                </c:pt>
                <c:pt idx="975">
                  <c:v>2.0362982164341636E-5</c:v>
                </c:pt>
                <c:pt idx="976">
                  <c:v>1.9377536183881556E-5</c:v>
                </c:pt>
                <c:pt idx="977">
                  <c:v>1.84386184352714E-5</c:v>
                </c:pt>
                <c:pt idx="978">
                  <c:v>1.7544092114166304E-5</c:v>
                </c:pt>
                <c:pt idx="979">
                  <c:v>1.6691915496437313E-5</c:v>
                </c:pt>
                <c:pt idx="980">
                  <c:v>1.5880137859866047E-5</c:v>
                </c:pt>
                <c:pt idx="981">
                  <c:v>1.5106895573300497E-5</c:v>
                </c:pt>
                <c:pt idx="982">
                  <c:v>1.4370408346751291E-5</c:v>
                </c:pt>
                <c:pt idx="983">
                  <c:v>1.3668975636152275E-5</c:v>
                </c:pt>
                <c:pt idx="984">
                  <c:v>1.300097319673366E-5</c:v>
                </c:pt>
                <c:pt idx="985">
                  <c:v>1.2364849779175677E-5</c:v>
                </c:pt>
                <c:pt idx="986">
                  <c:v>1.1759123962928371E-5</c:v>
                </c:pt>
                <c:pt idx="987">
                  <c:v>1.1182381121289065E-5</c:v>
                </c:pt>
                <c:pt idx="988">
                  <c:v>1.0633270513024473E-5</c:v>
                </c:pt>
                <c:pt idx="989">
                  <c:v>1.0110502495525407E-5</c:v>
                </c:pt>
                <c:pt idx="990">
                  <c:v>9.6128458546599117E-6</c:v>
                </c:pt>
                <c:pt idx="991">
                  <c:v>9.1391252466767554E-6</c:v>
                </c:pt>
                <c:pt idx="992">
                  <c:v>8.6882187476840854E-6</c:v>
                </c:pt>
                <c:pt idx="993">
                  <c:v>8.2590555063928916E-6</c:v>
                </c:pt>
                <c:pt idx="994">
                  <c:v>7.8506134959814242E-6</c:v>
                </c:pt>
                <c:pt idx="995">
                  <c:v>7.4619173610905955E-6</c:v>
                </c:pt>
                <c:pt idx="996">
                  <c:v>7.0920363561119246E-6</c:v>
                </c:pt>
                <c:pt idx="997">
                  <c:v>6.740082371075982E-6</c:v>
                </c:pt>
                <c:pt idx="998">
                  <c:v>6.405208041590575E-6</c:v>
                </c:pt>
                <c:pt idx="999">
                  <c:v>6.0866049394112511E-6</c:v>
                </c:pt>
                <c:pt idx="1000">
                  <c:v>5.7835018403603317E-6</c:v>
                </c:pt>
                <c:pt idx="1001">
                  <c:v>5.4951630664363863E-6</c:v>
                </c:pt>
                <c:pt idx="1002">
                  <c:v>5.220886899076794E-6</c:v>
                </c:pt>
                <c:pt idx="1003">
                  <c:v>4.9600040606532749E-6</c:v>
                </c:pt>
                <c:pt idx="1004">
                  <c:v>4.7118762613973151E-6</c:v>
                </c:pt>
                <c:pt idx="1005">
                  <c:v>4.47589480905529E-6</c:v>
                </c:pt>
                <c:pt idx="1006">
                  <c:v>4.2514792786837236E-6</c:v>
                </c:pt>
                <c:pt idx="1007">
                  <c:v>4.0380762400943524E-6</c:v>
                </c:pt>
                <c:pt idx="1008">
                  <c:v>3.8351580405557082E-6</c:v>
                </c:pt>
                <c:pt idx="1009">
                  <c:v>3.6422216404532793E-6</c:v>
                </c:pt>
                <c:pt idx="1010">
                  <c:v>3.4587874997009565E-6</c:v>
                </c:pt>
                <c:pt idx="1011">
                  <c:v>3.2843985127825241E-6</c:v>
                </c:pt>
                <c:pt idx="1012">
                  <c:v>3.1186189903872501E-6</c:v>
                </c:pt>
                <c:pt idx="1013">
                  <c:v>2.9610336856850555E-6</c:v>
                </c:pt>
                <c:pt idx="1014">
                  <c:v>2.8112468633623477E-6</c:v>
                </c:pt>
                <c:pt idx="1015">
                  <c:v>2.6688814096179001E-6</c:v>
                </c:pt>
                <c:pt idx="1016">
                  <c:v>2.5335779813871926E-6</c:v>
                </c:pt>
                <c:pt idx="1017">
                  <c:v>2.4049941931363692E-6</c:v>
                </c:pt>
                <c:pt idx="1018">
                  <c:v>2.2828038396305326E-6</c:v>
                </c:pt>
                <c:pt idx="1019">
                  <c:v>2.1666961531481345E-6</c:v>
                </c:pt>
                <c:pt idx="1020">
                  <c:v>2.0563750936743095E-6</c:v>
                </c:pt>
                <c:pt idx="1021">
                  <c:v>1.9515586706644807E-6</c:v>
                </c:pt>
                <c:pt idx="1022">
                  <c:v>1.8519782950285962E-6</c:v>
                </c:pt>
                <c:pt idx="1023">
                  <c:v>1.7573781600405537E-6</c:v>
                </c:pt>
                <c:pt idx="1024">
                  <c:v>1.667514649930079E-6</c:v>
                </c:pt>
                <c:pt idx="1025">
                  <c:v>1.5821557749658646E-6</c:v>
                </c:pt>
                <c:pt idx="1026">
                  <c:v>1.5010806318876756E-6</c:v>
                </c:pt>
                <c:pt idx="1027">
                  <c:v>1.4240788885917996E-6</c:v>
                </c:pt>
                <c:pt idx="1028">
                  <c:v>1.3509502920195095E-6</c:v>
                </c:pt>
                <c:pt idx="1029">
                  <c:v>1.2815041982426071E-6</c:v>
                </c:pt>
                <c:pt idx="1030">
                  <c:v>1.2155591237800452E-6</c:v>
                </c:pt>
                <c:pt idx="1031">
                  <c:v>1.1529423172219325E-6</c:v>
                </c:pt>
                <c:pt idx="1032">
                  <c:v>1.0934893502738783E-6</c:v>
                </c:pt>
                <c:pt idx="1033">
                  <c:v>1.0370437273729779E-6</c:v>
                </c:pt>
                <c:pt idx="1034">
                  <c:v>9.8345651306152201E-7</c:v>
                </c:pt>
                <c:pt idx="1035">
                  <c:v>9.3258597633903195E-7</c:v>
                </c:pt>
                <c:pt idx="1036">
                  <c:v>8.8429725124610884E-7</c:v>
                </c:pt>
                <c:pt idx="1037">
                  <c:v>8.384620129644631E-7</c:v>
                </c:pt>
                <c:pt idx="1038">
                  <c:v>7.9495816874865557E-7</c:v>
                </c:pt>
                <c:pt idx="1039">
                  <c:v>7.5366956303311698E-7</c:v>
                </c:pt>
                <c:pt idx="1040">
                  <c:v>7.1448569608658751E-7</c:v>
                </c:pt>
                <c:pt idx="1041">
                  <c:v>6.773014556124991E-7</c:v>
                </c:pt>
                <c:pt idx="1042">
                  <c:v>6.4201686071946038E-7</c:v>
                </c:pt>
                <c:pt idx="1043">
                  <c:v>6.0853681771072196E-7</c:v>
                </c:pt>
                <c:pt idx="1044">
                  <c:v>5.7677088716503366E-7</c:v>
                </c:pt>
                <c:pt idx="1045">
                  <c:v>5.4663306180385614E-7</c:v>
                </c:pt>
                <c:pt idx="1046">
                  <c:v>5.1804155466187771E-7</c:v>
                </c:pt>
                <c:pt idx="1047">
                  <c:v>4.9091859709825577E-7</c:v>
                </c:pt>
                <c:pt idx="1048">
                  <c:v>4.6519024620609714E-7</c:v>
                </c:pt>
                <c:pt idx="1049">
                  <c:v>4.4078620119705703E-7</c:v>
                </c:pt>
                <c:pt idx="1050">
                  <c:v>4.1763962835594982E-7</c:v>
                </c:pt>
                <c:pt idx="1051">
                  <c:v>3.9568699417795381E-7</c:v>
                </c:pt>
                <c:pt idx="1052">
                  <c:v>3.748679063180947E-7</c:v>
                </c:pt>
                <c:pt idx="1053">
                  <c:v>3.5512496199850951E-7</c:v>
                </c:pt>
                <c:pt idx="1054">
                  <c:v>3.3640360353462233E-7</c:v>
                </c:pt>
                <c:pt idx="1055">
                  <c:v>3.186519806563374E-7</c:v>
                </c:pt>
                <c:pt idx="1056">
                  <c:v>3.0182081931435366E-7</c:v>
                </c:pt>
                <c:pt idx="1057">
                  <c:v>2.8586329667541612E-7</c:v>
                </c:pt>
                <c:pt idx="1058">
                  <c:v>2.7073492202341454E-7</c:v>
                </c:pt>
                <c:pt idx="1059">
                  <c:v>2.5639342329569937E-7</c:v>
                </c:pt>
                <c:pt idx="1060">
                  <c:v>2.4279863899586988E-7</c:v>
                </c:pt>
                <c:pt idx="1061">
                  <c:v>2.2991241523592665E-7</c:v>
                </c:pt>
                <c:pt idx="1062">
                  <c:v>2.1769850767152633E-7</c:v>
                </c:pt>
                <c:pt idx="1063">
                  <c:v>2.0612248810454117E-7</c:v>
                </c:pt>
                <c:pt idx="1064">
                  <c:v>1.9515165553737606E-7</c:v>
                </c:pt>
                <c:pt idx="1065">
                  <c:v>1.8475495147293812E-7</c:v>
                </c:pt>
                <c:pt idx="1066">
                  <c:v>1.7490287926343013E-7</c:v>
                </c:pt>
                <c:pt idx="1067">
                  <c:v>1.6556742732000762E-7</c:v>
                </c:pt>
                <c:pt idx="1068">
                  <c:v>1.5672199600372383E-7</c:v>
                </c:pt>
                <c:pt idx="1069">
                  <c:v>1.4834132802625886E-7</c:v>
                </c:pt>
                <c:pt idx="1070">
                  <c:v>1.4040144219670445E-7</c:v>
                </c:pt>
                <c:pt idx="1071">
                  <c:v>1.3287957035805254E-7</c:v>
                </c:pt>
                <c:pt idx="1072">
                  <c:v>1.2575409736402735E-7</c:v>
                </c:pt>
                <c:pt idx="1073">
                  <c:v>1.1900450395381992E-7</c:v>
                </c:pt>
                <c:pt idx="1074">
                  <c:v>1.1261131238861583E-7</c:v>
                </c:pt>
                <c:pt idx="1075">
                  <c:v>1.0655603472004235E-7</c:v>
                </c:pt>
                <c:pt idx="1076">
                  <c:v>1.0082112356660062E-7</c:v>
                </c:pt>
                <c:pt idx="1077">
                  <c:v>9.5389925279761895E-8</c:v>
                </c:pt>
                <c:pt idx="1078">
                  <c:v>9.0246635386842012E-8</c:v>
                </c:pt>
                <c:pt idx="1079">
                  <c:v>8.5376256202928539E-8</c:v>
                </c:pt>
                <c:pt idx="1080">
                  <c:v>8.0764556509073074E-8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6-07AB-439E-B53A-3AF750E485ED}"/>
            </c:ext>
          </c:extLst>
        </c:ser>
        <c:ser>
          <c:idx val="7"/>
          <c:order val="7"/>
          <c:tx>
            <c:strRef>
              <c:f>Sheet1!$R$3</c:f>
              <c:strCache>
                <c:ptCount val="1"/>
                <c:pt idx="0">
                  <c:v>Qp = 10.0 L/s</c:v>
                </c:pt>
              </c:strCache>
            </c:strRef>
          </c:tx>
          <c:spPr>
            <a:ln w="19050" cap="rnd">
              <a:solidFill>
                <a:srgbClr val="FFFF00"/>
              </a:solidFill>
              <a:round/>
            </a:ln>
            <a:effectLst/>
          </c:spPr>
          <c:marker>
            <c:symbol val="none"/>
          </c:marker>
          <c:xVal>
            <c:numRef>
              <c:f>Sheet1!$J$4:$J$1084</c:f>
              <c:numCache>
                <c:formatCode>General</c:formatCode>
                <c:ptCount val="1081"/>
                <c:pt idx="0">
                  <c:v>0</c:v>
                </c:pt>
                <c:pt idx="1">
                  <c:v>2.7777777777777775E-3</c:v>
                </c:pt>
                <c:pt idx="2">
                  <c:v>5.5555555555555549E-3</c:v>
                </c:pt>
                <c:pt idx="3">
                  <c:v>8.3333333333333332E-3</c:v>
                </c:pt>
                <c:pt idx="4">
                  <c:v>1.111111111111111E-2</c:v>
                </c:pt>
                <c:pt idx="5">
                  <c:v>1.388888888888889E-2</c:v>
                </c:pt>
                <c:pt idx="6">
                  <c:v>1.6666666666666666E-2</c:v>
                </c:pt>
                <c:pt idx="7">
                  <c:v>1.9444444444444445E-2</c:v>
                </c:pt>
                <c:pt idx="8">
                  <c:v>2.222222222222222E-2</c:v>
                </c:pt>
                <c:pt idx="9">
                  <c:v>2.5000000000000001E-2</c:v>
                </c:pt>
                <c:pt idx="10">
                  <c:v>2.777777777777778E-2</c:v>
                </c:pt>
                <c:pt idx="11">
                  <c:v>3.0555555555555555E-2</c:v>
                </c:pt>
                <c:pt idx="12">
                  <c:v>3.3333333333333333E-2</c:v>
                </c:pt>
                <c:pt idx="13">
                  <c:v>3.6111111111111108E-2</c:v>
                </c:pt>
                <c:pt idx="14">
                  <c:v>3.888888888888889E-2</c:v>
                </c:pt>
                <c:pt idx="15">
                  <c:v>4.1666666666666664E-2</c:v>
                </c:pt>
                <c:pt idx="16">
                  <c:v>4.4444444444444439E-2</c:v>
                </c:pt>
                <c:pt idx="17">
                  <c:v>4.7222222222222228E-2</c:v>
                </c:pt>
                <c:pt idx="18">
                  <c:v>0.05</c:v>
                </c:pt>
                <c:pt idx="19">
                  <c:v>5.2777777777777778E-2</c:v>
                </c:pt>
                <c:pt idx="20">
                  <c:v>5.5555555555555559E-2</c:v>
                </c:pt>
                <c:pt idx="21">
                  <c:v>5.8333333333333334E-2</c:v>
                </c:pt>
                <c:pt idx="22">
                  <c:v>6.1111111111111109E-2</c:v>
                </c:pt>
                <c:pt idx="23">
                  <c:v>6.3888888888888898E-2</c:v>
                </c:pt>
                <c:pt idx="24">
                  <c:v>6.6666666666666666E-2</c:v>
                </c:pt>
                <c:pt idx="25">
                  <c:v>6.9444444444444448E-2</c:v>
                </c:pt>
                <c:pt idx="26">
                  <c:v>7.2222222222222215E-2</c:v>
                </c:pt>
                <c:pt idx="27">
                  <c:v>7.4999999999999997E-2</c:v>
                </c:pt>
                <c:pt idx="28">
                  <c:v>7.7777777777777779E-2</c:v>
                </c:pt>
                <c:pt idx="29">
                  <c:v>8.0555555555555547E-2</c:v>
                </c:pt>
                <c:pt idx="30">
                  <c:v>8.3333333333333329E-2</c:v>
                </c:pt>
                <c:pt idx="31">
                  <c:v>8.611111111111111E-2</c:v>
                </c:pt>
                <c:pt idx="32">
                  <c:v>8.8888888888888878E-2</c:v>
                </c:pt>
                <c:pt idx="33">
                  <c:v>9.166666666666666E-2</c:v>
                </c:pt>
                <c:pt idx="34">
                  <c:v>9.4444444444444456E-2</c:v>
                </c:pt>
                <c:pt idx="35">
                  <c:v>9.7222222222222224E-2</c:v>
                </c:pt>
                <c:pt idx="36">
                  <c:v>0.1</c:v>
                </c:pt>
                <c:pt idx="37">
                  <c:v>0.10277777777777779</c:v>
                </c:pt>
                <c:pt idx="38">
                  <c:v>0.10555555555555556</c:v>
                </c:pt>
                <c:pt idx="39">
                  <c:v>0.10833333333333334</c:v>
                </c:pt>
                <c:pt idx="40">
                  <c:v>0.11111111111111112</c:v>
                </c:pt>
                <c:pt idx="41">
                  <c:v>0.11388888888888889</c:v>
                </c:pt>
                <c:pt idx="42">
                  <c:v>0.11666666666666667</c:v>
                </c:pt>
                <c:pt idx="43">
                  <c:v>0.11944444444444445</c:v>
                </c:pt>
                <c:pt idx="44">
                  <c:v>0.12222222222222222</c:v>
                </c:pt>
                <c:pt idx="45">
                  <c:v>0.125</c:v>
                </c:pt>
                <c:pt idx="46">
                  <c:v>0.1277777777777778</c:v>
                </c:pt>
                <c:pt idx="47">
                  <c:v>0.13055555555555556</c:v>
                </c:pt>
                <c:pt idx="48">
                  <c:v>0.13333333333333333</c:v>
                </c:pt>
                <c:pt idx="49">
                  <c:v>0.1361111111111111</c:v>
                </c:pt>
                <c:pt idx="50">
                  <c:v>0.1388888888888889</c:v>
                </c:pt>
                <c:pt idx="51">
                  <c:v>0.14166666666666666</c:v>
                </c:pt>
                <c:pt idx="52">
                  <c:v>0.14444444444444443</c:v>
                </c:pt>
                <c:pt idx="53">
                  <c:v>0.14722222222222223</c:v>
                </c:pt>
                <c:pt idx="54">
                  <c:v>0.15</c:v>
                </c:pt>
                <c:pt idx="55">
                  <c:v>0.15277777777777776</c:v>
                </c:pt>
                <c:pt idx="56">
                  <c:v>0.15555555555555556</c:v>
                </c:pt>
                <c:pt idx="57">
                  <c:v>0.15833333333333333</c:v>
                </c:pt>
                <c:pt idx="58">
                  <c:v>0.16111111111111109</c:v>
                </c:pt>
                <c:pt idx="59">
                  <c:v>0.16388888888888889</c:v>
                </c:pt>
                <c:pt idx="60">
                  <c:v>0.16666666666666666</c:v>
                </c:pt>
                <c:pt idx="61">
                  <c:v>0.16944444444444443</c:v>
                </c:pt>
                <c:pt idx="62">
                  <c:v>0.17222222222222222</c:v>
                </c:pt>
                <c:pt idx="63">
                  <c:v>0.17499999999999999</c:v>
                </c:pt>
                <c:pt idx="64">
                  <c:v>0.17777777777777776</c:v>
                </c:pt>
                <c:pt idx="65">
                  <c:v>0.18055555555555555</c:v>
                </c:pt>
                <c:pt idx="66">
                  <c:v>0.18333333333333332</c:v>
                </c:pt>
                <c:pt idx="67">
                  <c:v>0.18611111111111109</c:v>
                </c:pt>
                <c:pt idx="68">
                  <c:v>0.18888888888888891</c:v>
                </c:pt>
                <c:pt idx="69">
                  <c:v>0.19166666666666668</c:v>
                </c:pt>
                <c:pt idx="70">
                  <c:v>0.19444444444444445</c:v>
                </c:pt>
                <c:pt idx="71">
                  <c:v>0.19722222222222224</c:v>
                </c:pt>
                <c:pt idx="72">
                  <c:v>0.2</c:v>
                </c:pt>
                <c:pt idx="73">
                  <c:v>0.20277777777777778</c:v>
                </c:pt>
                <c:pt idx="74">
                  <c:v>0.20555555555555557</c:v>
                </c:pt>
                <c:pt idx="75">
                  <c:v>0.20833333333333334</c:v>
                </c:pt>
                <c:pt idx="76">
                  <c:v>0.21111111111111111</c:v>
                </c:pt>
                <c:pt idx="77">
                  <c:v>0.21388888888888891</c:v>
                </c:pt>
                <c:pt idx="78">
                  <c:v>0.21666666666666667</c:v>
                </c:pt>
                <c:pt idx="79">
                  <c:v>0.21944444444444444</c:v>
                </c:pt>
                <c:pt idx="80">
                  <c:v>0.22222222222222224</c:v>
                </c:pt>
                <c:pt idx="81">
                  <c:v>0.22500000000000001</c:v>
                </c:pt>
                <c:pt idx="82">
                  <c:v>0.22777777777777777</c:v>
                </c:pt>
                <c:pt idx="83">
                  <c:v>0.23055555555555557</c:v>
                </c:pt>
                <c:pt idx="84">
                  <c:v>0.23333333333333334</c:v>
                </c:pt>
                <c:pt idx="85">
                  <c:v>0.2361111111111111</c:v>
                </c:pt>
                <c:pt idx="86">
                  <c:v>0.2388888888888889</c:v>
                </c:pt>
                <c:pt idx="87">
                  <c:v>0.24166666666666667</c:v>
                </c:pt>
                <c:pt idx="88">
                  <c:v>0.24444444444444444</c:v>
                </c:pt>
                <c:pt idx="89">
                  <c:v>0.24722222222222223</c:v>
                </c:pt>
                <c:pt idx="90">
                  <c:v>0.25</c:v>
                </c:pt>
                <c:pt idx="91">
                  <c:v>0.25277777777777777</c:v>
                </c:pt>
                <c:pt idx="92">
                  <c:v>0.25555555555555559</c:v>
                </c:pt>
                <c:pt idx="93">
                  <c:v>0.25833333333333336</c:v>
                </c:pt>
                <c:pt idx="94">
                  <c:v>0.26111111111111113</c:v>
                </c:pt>
                <c:pt idx="95">
                  <c:v>0.2638888888888889</c:v>
                </c:pt>
                <c:pt idx="96">
                  <c:v>0.26666666666666666</c:v>
                </c:pt>
                <c:pt idx="97">
                  <c:v>0.26944444444444449</c:v>
                </c:pt>
                <c:pt idx="98">
                  <c:v>0.2722222222222222</c:v>
                </c:pt>
                <c:pt idx="99">
                  <c:v>0.27500000000000002</c:v>
                </c:pt>
                <c:pt idx="100">
                  <c:v>0.27777777777777779</c:v>
                </c:pt>
                <c:pt idx="101">
                  <c:v>0.28055555555555556</c:v>
                </c:pt>
                <c:pt idx="102">
                  <c:v>0.28333333333333333</c:v>
                </c:pt>
                <c:pt idx="103">
                  <c:v>0.28611111111111115</c:v>
                </c:pt>
                <c:pt idx="104">
                  <c:v>0.28888888888888886</c:v>
                </c:pt>
                <c:pt idx="105">
                  <c:v>0.29166666666666669</c:v>
                </c:pt>
                <c:pt idx="106">
                  <c:v>0.29444444444444445</c:v>
                </c:pt>
                <c:pt idx="107">
                  <c:v>0.29722222222222222</c:v>
                </c:pt>
                <c:pt idx="108">
                  <c:v>0.3</c:v>
                </c:pt>
                <c:pt idx="109">
                  <c:v>0.30277777777777781</c:v>
                </c:pt>
                <c:pt idx="110">
                  <c:v>0.30555555555555552</c:v>
                </c:pt>
                <c:pt idx="111">
                  <c:v>0.30833333333333335</c:v>
                </c:pt>
                <c:pt idx="112">
                  <c:v>0.31111111111111112</c:v>
                </c:pt>
                <c:pt idx="113">
                  <c:v>0.31388888888888888</c:v>
                </c:pt>
                <c:pt idx="114">
                  <c:v>0.31666666666666665</c:v>
                </c:pt>
                <c:pt idx="115">
                  <c:v>0.31944444444444448</c:v>
                </c:pt>
                <c:pt idx="116">
                  <c:v>0.32222222222222219</c:v>
                </c:pt>
                <c:pt idx="117">
                  <c:v>0.32500000000000001</c:v>
                </c:pt>
                <c:pt idx="118">
                  <c:v>0.32777777777777778</c:v>
                </c:pt>
                <c:pt idx="119">
                  <c:v>0.33055555555555555</c:v>
                </c:pt>
                <c:pt idx="120">
                  <c:v>0.33333333333333331</c:v>
                </c:pt>
                <c:pt idx="121">
                  <c:v>0.33611111111111114</c:v>
                </c:pt>
                <c:pt idx="122">
                  <c:v>0.33888888888888885</c:v>
                </c:pt>
                <c:pt idx="123">
                  <c:v>0.34166666666666667</c:v>
                </c:pt>
                <c:pt idx="124">
                  <c:v>0.34444444444444444</c:v>
                </c:pt>
                <c:pt idx="125">
                  <c:v>0.34722222222222221</c:v>
                </c:pt>
                <c:pt idx="126">
                  <c:v>0.35</c:v>
                </c:pt>
                <c:pt idx="127">
                  <c:v>0.3527777777777778</c:v>
                </c:pt>
                <c:pt idx="128">
                  <c:v>0.35555555555555551</c:v>
                </c:pt>
                <c:pt idx="129">
                  <c:v>0.35833333333333334</c:v>
                </c:pt>
                <c:pt idx="130">
                  <c:v>0.3611111111111111</c:v>
                </c:pt>
                <c:pt idx="131">
                  <c:v>0.36388888888888887</c:v>
                </c:pt>
                <c:pt idx="132">
                  <c:v>0.36666666666666664</c:v>
                </c:pt>
                <c:pt idx="133">
                  <c:v>0.36944444444444446</c:v>
                </c:pt>
                <c:pt idx="134">
                  <c:v>0.37222222222222218</c:v>
                </c:pt>
                <c:pt idx="135">
                  <c:v>0.375</c:v>
                </c:pt>
                <c:pt idx="136">
                  <c:v>0.37777777777777782</c:v>
                </c:pt>
                <c:pt idx="137">
                  <c:v>0.38055555555555554</c:v>
                </c:pt>
                <c:pt idx="138">
                  <c:v>0.38333333333333336</c:v>
                </c:pt>
                <c:pt idx="139">
                  <c:v>0.38611111111111113</c:v>
                </c:pt>
                <c:pt idx="140">
                  <c:v>0.3888888888888889</c:v>
                </c:pt>
                <c:pt idx="141">
                  <c:v>0.39166666666666666</c:v>
                </c:pt>
                <c:pt idx="142">
                  <c:v>0.39444444444444449</c:v>
                </c:pt>
                <c:pt idx="143">
                  <c:v>0.3972222222222222</c:v>
                </c:pt>
                <c:pt idx="144">
                  <c:v>0.4</c:v>
                </c:pt>
                <c:pt idx="145">
                  <c:v>0.40277777777777779</c:v>
                </c:pt>
                <c:pt idx="146">
                  <c:v>0.40555555555555556</c:v>
                </c:pt>
                <c:pt idx="147">
                  <c:v>0.40833333333333333</c:v>
                </c:pt>
                <c:pt idx="148">
                  <c:v>0.41111111111111115</c:v>
                </c:pt>
                <c:pt idx="149">
                  <c:v>0.41388888888888886</c:v>
                </c:pt>
                <c:pt idx="150">
                  <c:v>0.41666666666666669</c:v>
                </c:pt>
                <c:pt idx="151">
                  <c:v>0.41944444444444445</c:v>
                </c:pt>
                <c:pt idx="152">
                  <c:v>0.42222222222222222</c:v>
                </c:pt>
                <c:pt idx="153">
                  <c:v>0.42499999999999999</c:v>
                </c:pt>
                <c:pt idx="154">
                  <c:v>0.42777777777777781</c:v>
                </c:pt>
                <c:pt idx="155">
                  <c:v>0.43055555555555552</c:v>
                </c:pt>
                <c:pt idx="156">
                  <c:v>0.43333333333333335</c:v>
                </c:pt>
                <c:pt idx="157">
                  <c:v>0.43611111111111112</c:v>
                </c:pt>
                <c:pt idx="158">
                  <c:v>0.43888888888888888</c:v>
                </c:pt>
                <c:pt idx="159">
                  <c:v>0.44166666666666665</c:v>
                </c:pt>
                <c:pt idx="160">
                  <c:v>0.44444444444444448</c:v>
                </c:pt>
                <c:pt idx="161">
                  <c:v>0.44722222222222219</c:v>
                </c:pt>
                <c:pt idx="162">
                  <c:v>0.45</c:v>
                </c:pt>
                <c:pt idx="163">
                  <c:v>0.45277777777777778</c:v>
                </c:pt>
                <c:pt idx="164">
                  <c:v>0.45555555555555555</c:v>
                </c:pt>
                <c:pt idx="165">
                  <c:v>0.45833333333333331</c:v>
                </c:pt>
                <c:pt idx="166">
                  <c:v>0.46111111111111114</c:v>
                </c:pt>
                <c:pt idx="167">
                  <c:v>0.46388888888888885</c:v>
                </c:pt>
                <c:pt idx="168">
                  <c:v>0.46666666666666667</c:v>
                </c:pt>
                <c:pt idx="169">
                  <c:v>0.46944444444444444</c:v>
                </c:pt>
                <c:pt idx="170">
                  <c:v>0.47222222222222221</c:v>
                </c:pt>
                <c:pt idx="171">
                  <c:v>0.47499999999999998</c:v>
                </c:pt>
                <c:pt idx="172">
                  <c:v>0.4777777777777778</c:v>
                </c:pt>
                <c:pt idx="173">
                  <c:v>0.48055555555555551</c:v>
                </c:pt>
                <c:pt idx="174">
                  <c:v>0.48333333333333334</c:v>
                </c:pt>
                <c:pt idx="175">
                  <c:v>0.4861111111111111</c:v>
                </c:pt>
                <c:pt idx="176">
                  <c:v>0.48888888888888887</c:v>
                </c:pt>
                <c:pt idx="177">
                  <c:v>0.49166666666666664</c:v>
                </c:pt>
                <c:pt idx="178">
                  <c:v>0.49444444444444446</c:v>
                </c:pt>
                <c:pt idx="179">
                  <c:v>0.49722222222222218</c:v>
                </c:pt>
                <c:pt idx="180">
                  <c:v>0.5</c:v>
                </c:pt>
                <c:pt idx="181">
                  <c:v>0.50277777777777777</c:v>
                </c:pt>
                <c:pt idx="182">
                  <c:v>0.50555555555555554</c:v>
                </c:pt>
                <c:pt idx="183">
                  <c:v>0.5083333333333333</c:v>
                </c:pt>
                <c:pt idx="184">
                  <c:v>0.51111111111111118</c:v>
                </c:pt>
                <c:pt idx="185">
                  <c:v>0.51388888888888884</c:v>
                </c:pt>
                <c:pt idx="186">
                  <c:v>0.51666666666666672</c:v>
                </c:pt>
                <c:pt idx="187">
                  <c:v>0.51944444444444449</c:v>
                </c:pt>
                <c:pt idx="188">
                  <c:v>0.52222222222222225</c:v>
                </c:pt>
                <c:pt idx="189">
                  <c:v>0.52500000000000002</c:v>
                </c:pt>
                <c:pt idx="190">
                  <c:v>0.52777777777777779</c:v>
                </c:pt>
                <c:pt idx="191">
                  <c:v>0.53055555555555556</c:v>
                </c:pt>
                <c:pt idx="192">
                  <c:v>0.53333333333333333</c:v>
                </c:pt>
                <c:pt idx="193">
                  <c:v>0.53611111111111109</c:v>
                </c:pt>
                <c:pt idx="194">
                  <c:v>0.53888888888888897</c:v>
                </c:pt>
                <c:pt idx="195">
                  <c:v>0.54166666666666663</c:v>
                </c:pt>
                <c:pt idx="196">
                  <c:v>0.5444444444444444</c:v>
                </c:pt>
                <c:pt idx="197">
                  <c:v>0.54722222222222228</c:v>
                </c:pt>
                <c:pt idx="198">
                  <c:v>0.55000000000000004</c:v>
                </c:pt>
                <c:pt idx="199">
                  <c:v>0.5527777777777777</c:v>
                </c:pt>
                <c:pt idx="200">
                  <c:v>0.55555555555555558</c:v>
                </c:pt>
                <c:pt idx="201">
                  <c:v>0.55833333333333335</c:v>
                </c:pt>
                <c:pt idx="202">
                  <c:v>0.56111111111111112</c:v>
                </c:pt>
                <c:pt idx="203">
                  <c:v>0.56388888888888888</c:v>
                </c:pt>
                <c:pt idx="204">
                  <c:v>0.56666666666666665</c:v>
                </c:pt>
                <c:pt idx="205">
                  <c:v>0.56944444444444442</c:v>
                </c:pt>
                <c:pt idx="206">
                  <c:v>0.5722222222222223</c:v>
                </c:pt>
                <c:pt idx="207">
                  <c:v>0.57499999999999996</c:v>
                </c:pt>
                <c:pt idx="208">
                  <c:v>0.57777777777777772</c:v>
                </c:pt>
                <c:pt idx="209">
                  <c:v>0.5805555555555556</c:v>
                </c:pt>
                <c:pt idx="210">
                  <c:v>0.58333333333333337</c:v>
                </c:pt>
                <c:pt idx="211">
                  <c:v>0.58611111111111103</c:v>
                </c:pt>
                <c:pt idx="212">
                  <c:v>0.58888888888888891</c:v>
                </c:pt>
                <c:pt idx="213">
                  <c:v>0.59166666666666667</c:v>
                </c:pt>
                <c:pt idx="214">
                  <c:v>0.59444444444444444</c:v>
                </c:pt>
                <c:pt idx="215">
                  <c:v>0.59722222222222221</c:v>
                </c:pt>
                <c:pt idx="216">
                  <c:v>0.6</c:v>
                </c:pt>
                <c:pt idx="217">
                  <c:v>0.60277777777777775</c:v>
                </c:pt>
                <c:pt idx="218">
                  <c:v>0.60555555555555562</c:v>
                </c:pt>
                <c:pt idx="219">
                  <c:v>0.60833333333333328</c:v>
                </c:pt>
                <c:pt idx="220">
                  <c:v>0.61111111111111105</c:v>
                </c:pt>
                <c:pt idx="221">
                  <c:v>0.61388888888888893</c:v>
                </c:pt>
                <c:pt idx="222">
                  <c:v>0.6166666666666667</c:v>
                </c:pt>
                <c:pt idx="223">
                  <c:v>0.61944444444444435</c:v>
                </c:pt>
                <c:pt idx="224">
                  <c:v>0.62222222222222223</c:v>
                </c:pt>
                <c:pt idx="225">
                  <c:v>0.625</c:v>
                </c:pt>
                <c:pt idx="226">
                  <c:v>0.62777777777777777</c:v>
                </c:pt>
                <c:pt idx="227">
                  <c:v>0.63055555555555565</c:v>
                </c:pt>
                <c:pt idx="228">
                  <c:v>0.6333333333333333</c:v>
                </c:pt>
                <c:pt idx="229">
                  <c:v>0.63611111111111107</c:v>
                </c:pt>
                <c:pt idx="230">
                  <c:v>0.63888888888888895</c:v>
                </c:pt>
                <c:pt idx="231">
                  <c:v>0.64166666666666672</c:v>
                </c:pt>
                <c:pt idx="232">
                  <c:v>0.64444444444444438</c:v>
                </c:pt>
                <c:pt idx="233">
                  <c:v>0.64722222222222225</c:v>
                </c:pt>
                <c:pt idx="234">
                  <c:v>0.65</c:v>
                </c:pt>
                <c:pt idx="235">
                  <c:v>0.65277777777777779</c:v>
                </c:pt>
                <c:pt idx="236">
                  <c:v>0.65555555555555556</c:v>
                </c:pt>
                <c:pt idx="237">
                  <c:v>0.65833333333333333</c:v>
                </c:pt>
                <c:pt idx="238">
                  <c:v>0.66111111111111109</c:v>
                </c:pt>
                <c:pt idx="239">
                  <c:v>0.66388888888888897</c:v>
                </c:pt>
                <c:pt idx="240">
                  <c:v>0.66666666666666663</c:v>
                </c:pt>
                <c:pt idx="241">
                  <c:v>0.6694444444444444</c:v>
                </c:pt>
                <c:pt idx="242">
                  <c:v>0.67222222222222228</c:v>
                </c:pt>
                <c:pt idx="243">
                  <c:v>0.67500000000000004</c:v>
                </c:pt>
                <c:pt idx="244">
                  <c:v>0.6777777777777777</c:v>
                </c:pt>
                <c:pt idx="245">
                  <c:v>0.68055555555555558</c:v>
                </c:pt>
                <c:pt idx="246">
                  <c:v>0.68333333333333335</c:v>
                </c:pt>
                <c:pt idx="247">
                  <c:v>0.68611111111111112</c:v>
                </c:pt>
                <c:pt idx="248">
                  <c:v>0.68888888888888888</c:v>
                </c:pt>
                <c:pt idx="249">
                  <c:v>0.69166666666666665</c:v>
                </c:pt>
                <c:pt idx="250">
                  <c:v>0.69444444444444442</c:v>
                </c:pt>
                <c:pt idx="251">
                  <c:v>0.6972222222222223</c:v>
                </c:pt>
                <c:pt idx="252">
                  <c:v>0.7</c:v>
                </c:pt>
                <c:pt idx="253">
                  <c:v>0.70277777777777772</c:v>
                </c:pt>
                <c:pt idx="254">
                  <c:v>0.7055555555555556</c:v>
                </c:pt>
                <c:pt idx="255">
                  <c:v>0.70833333333333337</c:v>
                </c:pt>
                <c:pt idx="256">
                  <c:v>0.71111111111111103</c:v>
                </c:pt>
                <c:pt idx="257">
                  <c:v>0.71388888888888891</c:v>
                </c:pt>
                <c:pt idx="258">
                  <c:v>0.71666666666666667</c:v>
                </c:pt>
                <c:pt idx="259">
                  <c:v>0.71944444444444444</c:v>
                </c:pt>
                <c:pt idx="260">
                  <c:v>0.72222222222222221</c:v>
                </c:pt>
                <c:pt idx="261">
                  <c:v>0.72499999999999998</c:v>
                </c:pt>
                <c:pt idx="262">
                  <c:v>0.72777777777777775</c:v>
                </c:pt>
                <c:pt idx="263">
                  <c:v>0.73055555555555562</c:v>
                </c:pt>
                <c:pt idx="264">
                  <c:v>0.73333333333333328</c:v>
                </c:pt>
                <c:pt idx="265">
                  <c:v>0.73611111111111105</c:v>
                </c:pt>
                <c:pt idx="266">
                  <c:v>0.73888888888888893</c:v>
                </c:pt>
                <c:pt idx="267">
                  <c:v>0.7416666666666667</c:v>
                </c:pt>
                <c:pt idx="268">
                  <c:v>0.74444444444444435</c:v>
                </c:pt>
                <c:pt idx="269">
                  <c:v>0.74722222222222223</c:v>
                </c:pt>
                <c:pt idx="270">
                  <c:v>0.75</c:v>
                </c:pt>
                <c:pt idx="271">
                  <c:v>0.75277777777777777</c:v>
                </c:pt>
                <c:pt idx="272">
                  <c:v>0.75555555555555565</c:v>
                </c:pt>
                <c:pt idx="273">
                  <c:v>0.7583333333333333</c:v>
                </c:pt>
                <c:pt idx="274">
                  <c:v>0.76111111111111107</c:v>
                </c:pt>
                <c:pt idx="275">
                  <c:v>0.76388888888888895</c:v>
                </c:pt>
                <c:pt idx="276">
                  <c:v>0.76666666666666672</c:v>
                </c:pt>
                <c:pt idx="277">
                  <c:v>0.76944444444444438</c:v>
                </c:pt>
                <c:pt idx="278">
                  <c:v>0.77222222222222225</c:v>
                </c:pt>
                <c:pt idx="279">
                  <c:v>0.77500000000000002</c:v>
                </c:pt>
                <c:pt idx="280">
                  <c:v>0.77777777777777779</c:v>
                </c:pt>
                <c:pt idx="281">
                  <c:v>0.78055555555555556</c:v>
                </c:pt>
                <c:pt idx="282">
                  <c:v>0.78333333333333333</c:v>
                </c:pt>
                <c:pt idx="283">
                  <c:v>0.78611111111111109</c:v>
                </c:pt>
                <c:pt idx="284">
                  <c:v>0.78888888888888897</c:v>
                </c:pt>
                <c:pt idx="285">
                  <c:v>0.79166666666666663</c:v>
                </c:pt>
                <c:pt idx="286">
                  <c:v>0.7944444444444444</c:v>
                </c:pt>
                <c:pt idx="287">
                  <c:v>0.79722222222222228</c:v>
                </c:pt>
                <c:pt idx="288">
                  <c:v>0.8</c:v>
                </c:pt>
                <c:pt idx="289">
                  <c:v>0.8027777777777777</c:v>
                </c:pt>
                <c:pt idx="290">
                  <c:v>0.80555555555555558</c:v>
                </c:pt>
                <c:pt idx="291">
                  <c:v>0.80833333333333335</c:v>
                </c:pt>
                <c:pt idx="292">
                  <c:v>0.81111111111111112</c:v>
                </c:pt>
                <c:pt idx="293">
                  <c:v>0.81388888888888888</c:v>
                </c:pt>
                <c:pt idx="294">
                  <c:v>0.81666666666666665</c:v>
                </c:pt>
                <c:pt idx="295">
                  <c:v>0.81944444444444442</c:v>
                </c:pt>
                <c:pt idx="296">
                  <c:v>0.8222222222222223</c:v>
                </c:pt>
                <c:pt idx="297">
                  <c:v>0.82499999999999996</c:v>
                </c:pt>
                <c:pt idx="298">
                  <c:v>0.82777777777777772</c:v>
                </c:pt>
                <c:pt idx="299">
                  <c:v>0.8305555555555556</c:v>
                </c:pt>
                <c:pt idx="300">
                  <c:v>0.83333333333333337</c:v>
                </c:pt>
                <c:pt idx="301">
                  <c:v>0.83611111111111103</c:v>
                </c:pt>
                <c:pt idx="302">
                  <c:v>0.83888888888888891</c:v>
                </c:pt>
                <c:pt idx="303">
                  <c:v>0.84166666666666667</c:v>
                </c:pt>
                <c:pt idx="304">
                  <c:v>0.84444444444444444</c:v>
                </c:pt>
                <c:pt idx="305">
                  <c:v>0.84722222222222221</c:v>
                </c:pt>
                <c:pt idx="306">
                  <c:v>0.85</c:v>
                </c:pt>
                <c:pt idx="307">
                  <c:v>0.85277777777777775</c:v>
                </c:pt>
                <c:pt idx="308">
                  <c:v>0.85555555555555562</c:v>
                </c:pt>
                <c:pt idx="309">
                  <c:v>0.85833333333333328</c:v>
                </c:pt>
                <c:pt idx="310">
                  <c:v>0.86111111111111105</c:v>
                </c:pt>
                <c:pt idx="311">
                  <c:v>0.86388888888888893</c:v>
                </c:pt>
                <c:pt idx="312">
                  <c:v>0.8666666666666667</c:v>
                </c:pt>
                <c:pt idx="313">
                  <c:v>0.86944444444444435</c:v>
                </c:pt>
                <c:pt idx="314">
                  <c:v>0.87222222222222223</c:v>
                </c:pt>
                <c:pt idx="315">
                  <c:v>0.875</c:v>
                </c:pt>
                <c:pt idx="316">
                  <c:v>0.87777777777777777</c:v>
                </c:pt>
                <c:pt idx="317">
                  <c:v>0.88055555555555565</c:v>
                </c:pt>
                <c:pt idx="318">
                  <c:v>0.8833333333333333</c:v>
                </c:pt>
                <c:pt idx="319">
                  <c:v>0.88611111111111107</c:v>
                </c:pt>
                <c:pt idx="320">
                  <c:v>0.88888888888888895</c:v>
                </c:pt>
                <c:pt idx="321">
                  <c:v>0.89166666666666672</c:v>
                </c:pt>
                <c:pt idx="322">
                  <c:v>0.89444444444444438</c:v>
                </c:pt>
                <c:pt idx="323">
                  <c:v>0.89722222222222225</c:v>
                </c:pt>
                <c:pt idx="324">
                  <c:v>0.9</c:v>
                </c:pt>
                <c:pt idx="325">
                  <c:v>0.90277777777777779</c:v>
                </c:pt>
                <c:pt idx="326">
                  <c:v>0.90555555555555556</c:v>
                </c:pt>
                <c:pt idx="327">
                  <c:v>0.90833333333333333</c:v>
                </c:pt>
                <c:pt idx="328">
                  <c:v>0.91111111111111109</c:v>
                </c:pt>
                <c:pt idx="329">
                  <c:v>0.91388888888888897</c:v>
                </c:pt>
                <c:pt idx="330">
                  <c:v>0.91666666666666663</c:v>
                </c:pt>
                <c:pt idx="331">
                  <c:v>0.9194444444444444</c:v>
                </c:pt>
                <c:pt idx="332">
                  <c:v>0.92222222222222228</c:v>
                </c:pt>
                <c:pt idx="333">
                  <c:v>0.92500000000000004</c:v>
                </c:pt>
                <c:pt idx="334">
                  <c:v>0.9277777777777777</c:v>
                </c:pt>
                <c:pt idx="335">
                  <c:v>0.93055555555555558</c:v>
                </c:pt>
                <c:pt idx="336">
                  <c:v>0.93333333333333335</c:v>
                </c:pt>
                <c:pt idx="337">
                  <c:v>0.93611111111111112</c:v>
                </c:pt>
                <c:pt idx="338">
                  <c:v>0.93888888888888888</c:v>
                </c:pt>
                <c:pt idx="339">
                  <c:v>0.94166666666666665</c:v>
                </c:pt>
                <c:pt idx="340">
                  <c:v>0.94444444444444442</c:v>
                </c:pt>
                <c:pt idx="341">
                  <c:v>0.9472222222222223</c:v>
                </c:pt>
                <c:pt idx="342">
                  <c:v>0.95</c:v>
                </c:pt>
                <c:pt idx="343">
                  <c:v>0.95277777777777772</c:v>
                </c:pt>
                <c:pt idx="344">
                  <c:v>0.9555555555555556</c:v>
                </c:pt>
                <c:pt idx="345">
                  <c:v>0.95833333333333337</c:v>
                </c:pt>
                <c:pt idx="346">
                  <c:v>0.96111111111111103</c:v>
                </c:pt>
                <c:pt idx="347">
                  <c:v>0.96388888888888891</c:v>
                </c:pt>
                <c:pt idx="348">
                  <c:v>0.96666666666666667</c:v>
                </c:pt>
                <c:pt idx="349">
                  <c:v>0.96944444444444444</c:v>
                </c:pt>
                <c:pt idx="350">
                  <c:v>0.97222222222222221</c:v>
                </c:pt>
                <c:pt idx="351">
                  <c:v>0.97499999999999998</c:v>
                </c:pt>
                <c:pt idx="352">
                  <c:v>0.97777777777777775</c:v>
                </c:pt>
                <c:pt idx="353">
                  <c:v>0.98055555555555562</c:v>
                </c:pt>
                <c:pt idx="354">
                  <c:v>0.98333333333333328</c:v>
                </c:pt>
                <c:pt idx="355">
                  <c:v>0.98611111111111105</c:v>
                </c:pt>
                <c:pt idx="356">
                  <c:v>0.98888888888888893</c:v>
                </c:pt>
                <c:pt idx="357">
                  <c:v>0.9916666666666667</c:v>
                </c:pt>
                <c:pt idx="358">
                  <c:v>0.99444444444444435</c:v>
                </c:pt>
                <c:pt idx="359">
                  <c:v>0.99722222222222223</c:v>
                </c:pt>
                <c:pt idx="360">
                  <c:v>1</c:v>
                </c:pt>
                <c:pt idx="361">
                  <c:v>1.0027777777777778</c:v>
                </c:pt>
                <c:pt idx="362">
                  <c:v>1.0055555555555555</c:v>
                </c:pt>
                <c:pt idx="363">
                  <c:v>1.0083333333333333</c:v>
                </c:pt>
                <c:pt idx="364">
                  <c:v>1.0111111111111111</c:v>
                </c:pt>
                <c:pt idx="365">
                  <c:v>1.0138888888888888</c:v>
                </c:pt>
                <c:pt idx="366">
                  <c:v>1.0166666666666666</c:v>
                </c:pt>
                <c:pt idx="367">
                  <c:v>1.0194444444444444</c:v>
                </c:pt>
                <c:pt idx="368">
                  <c:v>1.0222222222222224</c:v>
                </c:pt>
                <c:pt idx="369">
                  <c:v>1.0249999999999999</c:v>
                </c:pt>
                <c:pt idx="370">
                  <c:v>1.0277777777777777</c:v>
                </c:pt>
                <c:pt idx="371">
                  <c:v>1.0305555555555557</c:v>
                </c:pt>
                <c:pt idx="372">
                  <c:v>1.0333333333333334</c:v>
                </c:pt>
                <c:pt idx="373">
                  <c:v>1.036111111111111</c:v>
                </c:pt>
                <c:pt idx="374">
                  <c:v>1.038888888888889</c:v>
                </c:pt>
                <c:pt idx="375">
                  <c:v>1.0416666666666667</c:v>
                </c:pt>
                <c:pt idx="376">
                  <c:v>1.0444444444444445</c:v>
                </c:pt>
                <c:pt idx="377">
                  <c:v>1.0472222222222223</c:v>
                </c:pt>
                <c:pt idx="378">
                  <c:v>1.05</c:v>
                </c:pt>
                <c:pt idx="379">
                  <c:v>1.0527777777777778</c:v>
                </c:pt>
                <c:pt idx="380">
                  <c:v>1.0555555555555556</c:v>
                </c:pt>
                <c:pt idx="381">
                  <c:v>1.0583333333333333</c:v>
                </c:pt>
                <c:pt idx="382">
                  <c:v>1.0611111111111111</c:v>
                </c:pt>
                <c:pt idx="383">
                  <c:v>1.0638888888888889</c:v>
                </c:pt>
                <c:pt idx="384">
                  <c:v>1.0666666666666667</c:v>
                </c:pt>
                <c:pt idx="385">
                  <c:v>1.0694444444444444</c:v>
                </c:pt>
                <c:pt idx="386">
                  <c:v>1.0722222222222222</c:v>
                </c:pt>
                <c:pt idx="387">
                  <c:v>1.075</c:v>
                </c:pt>
                <c:pt idx="388">
                  <c:v>1.0777777777777779</c:v>
                </c:pt>
                <c:pt idx="389">
                  <c:v>1.0805555555555555</c:v>
                </c:pt>
                <c:pt idx="390">
                  <c:v>1.0833333333333333</c:v>
                </c:pt>
                <c:pt idx="391">
                  <c:v>1.0861111111111112</c:v>
                </c:pt>
                <c:pt idx="392">
                  <c:v>1.0888888888888888</c:v>
                </c:pt>
                <c:pt idx="393">
                  <c:v>1.0916666666666666</c:v>
                </c:pt>
                <c:pt idx="394">
                  <c:v>1.0944444444444446</c:v>
                </c:pt>
                <c:pt idx="395">
                  <c:v>1.0972222222222221</c:v>
                </c:pt>
                <c:pt idx="396">
                  <c:v>1.1000000000000001</c:v>
                </c:pt>
                <c:pt idx="397">
                  <c:v>1.1027777777777779</c:v>
                </c:pt>
                <c:pt idx="398">
                  <c:v>1.1055555555555554</c:v>
                </c:pt>
                <c:pt idx="399">
                  <c:v>1.1083333333333334</c:v>
                </c:pt>
                <c:pt idx="400">
                  <c:v>1.1111111111111112</c:v>
                </c:pt>
                <c:pt idx="401">
                  <c:v>1.1138888888888887</c:v>
                </c:pt>
                <c:pt idx="402">
                  <c:v>1.1166666666666667</c:v>
                </c:pt>
                <c:pt idx="403">
                  <c:v>1.1194444444444445</c:v>
                </c:pt>
                <c:pt idx="404">
                  <c:v>1.1222222222222222</c:v>
                </c:pt>
                <c:pt idx="405">
                  <c:v>1.125</c:v>
                </c:pt>
                <c:pt idx="406">
                  <c:v>1.1277777777777778</c:v>
                </c:pt>
                <c:pt idx="407">
                  <c:v>1.1305555555555555</c:v>
                </c:pt>
                <c:pt idx="408">
                  <c:v>1.1333333333333333</c:v>
                </c:pt>
                <c:pt idx="409">
                  <c:v>1.1361111111111113</c:v>
                </c:pt>
                <c:pt idx="410">
                  <c:v>1.1388888888888888</c:v>
                </c:pt>
                <c:pt idx="411">
                  <c:v>1.1416666666666666</c:v>
                </c:pt>
                <c:pt idx="412">
                  <c:v>1.1444444444444446</c:v>
                </c:pt>
                <c:pt idx="413">
                  <c:v>1.1472222222222221</c:v>
                </c:pt>
                <c:pt idx="414">
                  <c:v>1.1499999999999999</c:v>
                </c:pt>
                <c:pt idx="415">
                  <c:v>1.1527777777777779</c:v>
                </c:pt>
                <c:pt idx="416">
                  <c:v>1.1555555555555554</c:v>
                </c:pt>
                <c:pt idx="417">
                  <c:v>1.1583333333333334</c:v>
                </c:pt>
                <c:pt idx="418">
                  <c:v>1.1611111111111112</c:v>
                </c:pt>
                <c:pt idx="419">
                  <c:v>1.1638888888888888</c:v>
                </c:pt>
                <c:pt idx="420">
                  <c:v>1.1666666666666667</c:v>
                </c:pt>
                <c:pt idx="421">
                  <c:v>1.1694444444444445</c:v>
                </c:pt>
                <c:pt idx="422">
                  <c:v>1.1722222222222221</c:v>
                </c:pt>
                <c:pt idx="423">
                  <c:v>1.175</c:v>
                </c:pt>
                <c:pt idx="424">
                  <c:v>1.1777777777777778</c:v>
                </c:pt>
                <c:pt idx="425">
                  <c:v>1.1805555555555556</c:v>
                </c:pt>
                <c:pt idx="426">
                  <c:v>1.1833333333333333</c:v>
                </c:pt>
                <c:pt idx="427">
                  <c:v>1.1861111111111111</c:v>
                </c:pt>
                <c:pt idx="428">
                  <c:v>1.1888888888888889</c:v>
                </c:pt>
                <c:pt idx="429">
                  <c:v>1.1916666666666667</c:v>
                </c:pt>
                <c:pt idx="430">
                  <c:v>1.1944444444444444</c:v>
                </c:pt>
                <c:pt idx="431">
                  <c:v>1.1972222222222222</c:v>
                </c:pt>
                <c:pt idx="432">
                  <c:v>1.2</c:v>
                </c:pt>
                <c:pt idx="433">
                  <c:v>1.2027777777777779</c:v>
                </c:pt>
                <c:pt idx="434">
                  <c:v>1.2055555555555555</c:v>
                </c:pt>
                <c:pt idx="435">
                  <c:v>1.2083333333333333</c:v>
                </c:pt>
                <c:pt idx="436">
                  <c:v>1.2111111111111112</c:v>
                </c:pt>
                <c:pt idx="437">
                  <c:v>1.2138888888888888</c:v>
                </c:pt>
                <c:pt idx="438">
                  <c:v>1.2166666666666666</c:v>
                </c:pt>
                <c:pt idx="439">
                  <c:v>1.2194444444444446</c:v>
                </c:pt>
                <c:pt idx="440">
                  <c:v>1.2222222222222221</c:v>
                </c:pt>
                <c:pt idx="441">
                  <c:v>1.2250000000000001</c:v>
                </c:pt>
                <c:pt idx="442">
                  <c:v>1.2277777777777779</c:v>
                </c:pt>
                <c:pt idx="443">
                  <c:v>1.2305555555555554</c:v>
                </c:pt>
                <c:pt idx="444">
                  <c:v>1.2333333333333334</c:v>
                </c:pt>
                <c:pt idx="445">
                  <c:v>1.2361111111111112</c:v>
                </c:pt>
                <c:pt idx="446">
                  <c:v>1.2388888888888887</c:v>
                </c:pt>
                <c:pt idx="447">
                  <c:v>1.2416666666666667</c:v>
                </c:pt>
                <c:pt idx="448">
                  <c:v>1.2444444444444445</c:v>
                </c:pt>
                <c:pt idx="449">
                  <c:v>1.2472222222222222</c:v>
                </c:pt>
                <c:pt idx="450">
                  <c:v>1.25</c:v>
                </c:pt>
                <c:pt idx="451">
                  <c:v>1.2527777777777778</c:v>
                </c:pt>
                <c:pt idx="452">
                  <c:v>1.2555555555555555</c:v>
                </c:pt>
                <c:pt idx="453">
                  <c:v>1.2583333333333333</c:v>
                </c:pt>
                <c:pt idx="454">
                  <c:v>1.2611111111111113</c:v>
                </c:pt>
                <c:pt idx="455">
                  <c:v>1.2638888888888888</c:v>
                </c:pt>
                <c:pt idx="456">
                  <c:v>1.2666666666666666</c:v>
                </c:pt>
                <c:pt idx="457">
                  <c:v>1.2694444444444446</c:v>
                </c:pt>
                <c:pt idx="458">
                  <c:v>1.2722222222222221</c:v>
                </c:pt>
                <c:pt idx="459">
                  <c:v>1.2749999999999999</c:v>
                </c:pt>
                <c:pt idx="460">
                  <c:v>1.2777777777777779</c:v>
                </c:pt>
                <c:pt idx="461">
                  <c:v>1.2805555555555554</c:v>
                </c:pt>
                <c:pt idx="462">
                  <c:v>1.2833333333333334</c:v>
                </c:pt>
                <c:pt idx="463">
                  <c:v>1.2861111111111112</c:v>
                </c:pt>
                <c:pt idx="464">
                  <c:v>1.2888888888888888</c:v>
                </c:pt>
                <c:pt idx="465">
                  <c:v>1.2916666666666667</c:v>
                </c:pt>
                <c:pt idx="466">
                  <c:v>1.2944444444444445</c:v>
                </c:pt>
                <c:pt idx="467">
                  <c:v>1.2972222222222221</c:v>
                </c:pt>
                <c:pt idx="468">
                  <c:v>1.3</c:v>
                </c:pt>
                <c:pt idx="469">
                  <c:v>1.3027777777777778</c:v>
                </c:pt>
                <c:pt idx="470">
                  <c:v>1.3055555555555556</c:v>
                </c:pt>
                <c:pt idx="471">
                  <c:v>1.3083333333333333</c:v>
                </c:pt>
                <c:pt idx="472">
                  <c:v>1.3111111111111111</c:v>
                </c:pt>
                <c:pt idx="473">
                  <c:v>1.3138888888888889</c:v>
                </c:pt>
                <c:pt idx="474">
                  <c:v>1.3166666666666667</c:v>
                </c:pt>
                <c:pt idx="475">
                  <c:v>1.3194444444444444</c:v>
                </c:pt>
                <c:pt idx="476">
                  <c:v>1.3222222222222222</c:v>
                </c:pt>
                <c:pt idx="477">
                  <c:v>1.325</c:v>
                </c:pt>
                <c:pt idx="478">
                  <c:v>1.3277777777777779</c:v>
                </c:pt>
                <c:pt idx="479">
                  <c:v>1.3305555555555555</c:v>
                </c:pt>
                <c:pt idx="480">
                  <c:v>1.3333333333333333</c:v>
                </c:pt>
                <c:pt idx="481">
                  <c:v>1.3361111111111112</c:v>
                </c:pt>
                <c:pt idx="482">
                  <c:v>1.3388888888888888</c:v>
                </c:pt>
                <c:pt idx="483">
                  <c:v>1.3416666666666666</c:v>
                </c:pt>
                <c:pt idx="484">
                  <c:v>1.3444444444444446</c:v>
                </c:pt>
                <c:pt idx="485">
                  <c:v>1.3472222222222221</c:v>
                </c:pt>
                <c:pt idx="486">
                  <c:v>1.35</c:v>
                </c:pt>
                <c:pt idx="487">
                  <c:v>1.3527777777777779</c:v>
                </c:pt>
                <c:pt idx="488">
                  <c:v>1.3555555555555554</c:v>
                </c:pt>
                <c:pt idx="489">
                  <c:v>1.3583333333333334</c:v>
                </c:pt>
                <c:pt idx="490">
                  <c:v>1.3611111111111112</c:v>
                </c:pt>
                <c:pt idx="491">
                  <c:v>1.3638888888888887</c:v>
                </c:pt>
                <c:pt idx="492">
                  <c:v>1.3666666666666667</c:v>
                </c:pt>
                <c:pt idx="493">
                  <c:v>1.3694444444444445</c:v>
                </c:pt>
                <c:pt idx="494">
                  <c:v>1.3722222222222222</c:v>
                </c:pt>
                <c:pt idx="495">
                  <c:v>1.375</c:v>
                </c:pt>
                <c:pt idx="496">
                  <c:v>1.3777777777777778</c:v>
                </c:pt>
                <c:pt idx="497">
                  <c:v>1.3805555555555555</c:v>
                </c:pt>
                <c:pt idx="498">
                  <c:v>1.3833333333333333</c:v>
                </c:pt>
                <c:pt idx="499">
                  <c:v>1.3861111111111113</c:v>
                </c:pt>
                <c:pt idx="500">
                  <c:v>1.3888888888888888</c:v>
                </c:pt>
                <c:pt idx="501">
                  <c:v>1.3916666666666666</c:v>
                </c:pt>
                <c:pt idx="502">
                  <c:v>1.3944444444444446</c:v>
                </c:pt>
                <c:pt idx="503">
                  <c:v>1.3972222222222221</c:v>
                </c:pt>
                <c:pt idx="504">
                  <c:v>1.4</c:v>
                </c:pt>
                <c:pt idx="505">
                  <c:v>1.4027777777777779</c:v>
                </c:pt>
                <c:pt idx="506">
                  <c:v>1.4055555555555554</c:v>
                </c:pt>
                <c:pt idx="507">
                  <c:v>1.4083333333333334</c:v>
                </c:pt>
                <c:pt idx="508">
                  <c:v>1.4111111111111112</c:v>
                </c:pt>
                <c:pt idx="509">
                  <c:v>1.4138888888888888</c:v>
                </c:pt>
                <c:pt idx="510">
                  <c:v>1.4166666666666667</c:v>
                </c:pt>
                <c:pt idx="511">
                  <c:v>1.4194444444444445</c:v>
                </c:pt>
                <c:pt idx="512">
                  <c:v>1.4222222222222221</c:v>
                </c:pt>
                <c:pt idx="513">
                  <c:v>1.425</c:v>
                </c:pt>
                <c:pt idx="514">
                  <c:v>1.4277777777777778</c:v>
                </c:pt>
                <c:pt idx="515">
                  <c:v>1.4305555555555556</c:v>
                </c:pt>
                <c:pt idx="516">
                  <c:v>1.4333333333333333</c:v>
                </c:pt>
                <c:pt idx="517">
                  <c:v>1.4361111111111111</c:v>
                </c:pt>
                <c:pt idx="518">
                  <c:v>1.4388888888888889</c:v>
                </c:pt>
                <c:pt idx="519">
                  <c:v>1.4416666666666667</c:v>
                </c:pt>
                <c:pt idx="520">
                  <c:v>1.4444444444444444</c:v>
                </c:pt>
                <c:pt idx="521">
                  <c:v>1.4472222222222222</c:v>
                </c:pt>
                <c:pt idx="522">
                  <c:v>1.45</c:v>
                </c:pt>
                <c:pt idx="523">
                  <c:v>1.4527777777777779</c:v>
                </c:pt>
                <c:pt idx="524">
                  <c:v>1.4555555555555555</c:v>
                </c:pt>
                <c:pt idx="525">
                  <c:v>1.4583333333333333</c:v>
                </c:pt>
                <c:pt idx="526">
                  <c:v>1.4611111111111112</c:v>
                </c:pt>
                <c:pt idx="527">
                  <c:v>1.4638888888888888</c:v>
                </c:pt>
                <c:pt idx="528">
                  <c:v>1.4666666666666666</c:v>
                </c:pt>
                <c:pt idx="529">
                  <c:v>1.4694444444444446</c:v>
                </c:pt>
                <c:pt idx="530">
                  <c:v>1.4722222222222221</c:v>
                </c:pt>
                <c:pt idx="531">
                  <c:v>1.4750000000000001</c:v>
                </c:pt>
                <c:pt idx="532">
                  <c:v>1.4777777777777779</c:v>
                </c:pt>
                <c:pt idx="533">
                  <c:v>1.4805555555555554</c:v>
                </c:pt>
                <c:pt idx="534">
                  <c:v>1.4833333333333334</c:v>
                </c:pt>
                <c:pt idx="535">
                  <c:v>1.4861111111111112</c:v>
                </c:pt>
                <c:pt idx="536">
                  <c:v>1.4888888888888887</c:v>
                </c:pt>
                <c:pt idx="537">
                  <c:v>1.4916666666666667</c:v>
                </c:pt>
                <c:pt idx="538">
                  <c:v>1.4944444444444445</c:v>
                </c:pt>
                <c:pt idx="539">
                  <c:v>1.4972222222222222</c:v>
                </c:pt>
                <c:pt idx="540">
                  <c:v>1.5</c:v>
                </c:pt>
                <c:pt idx="541">
                  <c:v>1.5027777777777778</c:v>
                </c:pt>
                <c:pt idx="542">
                  <c:v>1.5055555555555555</c:v>
                </c:pt>
                <c:pt idx="543">
                  <c:v>1.5083333333333333</c:v>
                </c:pt>
                <c:pt idx="544">
                  <c:v>1.5111111111111113</c:v>
                </c:pt>
                <c:pt idx="545">
                  <c:v>1.5138888888888888</c:v>
                </c:pt>
                <c:pt idx="546">
                  <c:v>1.5166666666666666</c:v>
                </c:pt>
                <c:pt idx="547">
                  <c:v>1.5194444444444446</c:v>
                </c:pt>
                <c:pt idx="548">
                  <c:v>1.5222222222222221</c:v>
                </c:pt>
                <c:pt idx="549">
                  <c:v>1.5249999999999999</c:v>
                </c:pt>
                <c:pt idx="550">
                  <c:v>1.5277777777777779</c:v>
                </c:pt>
                <c:pt idx="551">
                  <c:v>1.5305555555555554</c:v>
                </c:pt>
                <c:pt idx="552">
                  <c:v>1.5333333333333334</c:v>
                </c:pt>
                <c:pt idx="553">
                  <c:v>1.5361111111111112</c:v>
                </c:pt>
                <c:pt idx="554">
                  <c:v>1.5388888888888888</c:v>
                </c:pt>
                <c:pt idx="555">
                  <c:v>1.5416666666666667</c:v>
                </c:pt>
                <c:pt idx="556">
                  <c:v>1.5444444444444445</c:v>
                </c:pt>
                <c:pt idx="557">
                  <c:v>1.5472222222222221</c:v>
                </c:pt>
                <c:pt idx="558">
                  <c:v>1.55</c:v>
                </c:pt>
                <c:pt idx="559">
                  <c:v>1.5527777777777778</c:v>
                </c:pt>
                <c:pt idx="560">
                  <c:v>1.5555555555555556</c:v>
                </c:pt>
                <c:pt idx="561">
                  <c:v>1.5583333333333333</c:v>
                </c:pt>
                <c:pt idx="562">
                  <c:v>1.5611111111111111</c:v>
                </c:pt>
                <c:pt idx="563">
                  <c:v>1.5638888888888889</c:v>
                </c:pt>
                <c:pt idx="564">
                  <c:v>1.5666666666666667</c:v>
                </c:pt>
                <c:pt idx="565">
                  <c:v>1.5694444444444444</c:v>
                </c:pt>
                <c:pt idx="566">
                  <c:v>1.5722222222222222</c:v>
                </c:pt>
                <c:pt idx="567">
                  <c:v>1.575</c:v>
                </c:pt>
                <c:pt idx="568">
                  <c:v>1.5777777777777779</c:v>
                </c:pt>
                <c:pt idx="569">
                  <c:v>1.5805555555555555</c:v>
                </c:pt>
                <c:pt idx="570">
                  <c:v>1.5833333333333333</c:v>
                </c:pt>
                <c:pt idx="571">
                  <c:v>1.5861111111111112</c:v>
                </c:pt>
                <c:pt idx="572">
                  <c:v>1.5888888888888888</c:v>
                </c:pt>
                <c:pt idx="573">
                  <c:v>1.5916666666666666</c:v>
                </c:pt>
                <c:pt idx="574">
                  <c:v>1.5944444444444446</c:v>
                </c:pt>
                <c:pt idx="575">
                  <c:v>1.5972222222222221</c:v>
                </c:pt>
                <c:pt idx="576">
                  <c:v>1.6</c:v>
                </c:pt>
                <c:pt idx="577">
                  <c:v>1.6027777777777779</c:v>
                </c:pt>
                <c:pt idx="578">
                  <c:v>1.6055555555555554</c:v>
                </c:pt>
                <c:pt idx="579">
                  <c:v>1.6083333333333334</c:v>
                </c:pt>
                <c:pt idx="580">
                  <c:v>1.6111111111111112</c:v>
                </c:pt>
                <c:pt idx="581">
                  <c:v>1.6138888888888887</c:v>
                </c:pt>
                <c:pt idx="582">
                  <c:v>1.6166666666666667</c:v>
                </c:pt>
                <c:pt idx="583">
                  <c:v>1.6194444444444445</c:v>
                </c:pt>
                <c:pt idx="584">
                  <c:v>1.6222222222222222</c:v>
                </c:pt>
                <c:pt idx="585">
                  <c:v>1.625</c:v>
                </c:pt>
                <c:pt idx="586">
                  <c:v>1.6277777777777778</c:v>
                </c:pt>
                <c:pt idx="587">
                  <c:v>1.6305555555555555</c:v>
                </c:pt>
                <c:pt idx="588">
                  <c:v>1.6333333333333333</c:v>
                </c:pt>
                <c:pt idx="589">
                  <c:v>1.6361111111111113</c:v>
                </c:pt>
                <c:pt idx="590">
                  <c:v>1.6388888888888888</c:v>
                </c:pt>
                <c:pt idx="591">
                  <c:v>1.6416666666666666</c:v>
                </c:pt>
                <c:pt idx="592">
                  <c:v>1.6444444444444446</c:v>
                </c:pt>
                <c:pt idx="593">
                  <c:v>1.6472222222222221</c:v>
                </c:pt>
                <c:pt idx="594">
                  <c:v>1.65</c:v>
                </c:pt>
                <c:pt idx="595">
                  <c:v>1.6527777777777779</c:v>
                </c:pt>
                <c:pt idx="596">
                  <c:v>1.6555555555555554</c:v>
                </c:pt>
                <c:pt idx="597">
                  <c:v>1.6583333333333334</c:v>
                </c:pt>
                <c:pt idx="598">
                  <c:v>1.6611111111111112</c:v>
                </c:pt>
                <c:pt idx="599">
                  <c:v>1.6638888888888888</c:v>
                </c:pt>
                <c:pt idx="600">
                  <c:v>1.6666666666666667</c:v>
                </c:pt>
                <c:pt idx="601">
                  <c:v>1.6694444444444445</c:v>
                </c:pt>
                <c:pt idx="602">
                  <c:v>1.6722222222222221</c:v>
                </c:pt>
                <c:pt idx="603">
                  <c:v>1.675</c:v>
                </c:pt>
                <c:pt idx="604">
                  <c:v>1.6777777777777778</c:v>
                </c:pt>
                <c:pt idx="605">
                  <c:v>1.6805555555555556</c:v>
                </c:pt>
                <c:pt idx="606">
                  <c:v>1.6833333333333333</c:v>
                </c:pt>
                <c:pt idx="607">
                  <c:v>1.6861111111111111</c:v>
                </c:pt>
                <c:pt idx="608">
                  <c:v>1.6888888888888889</c:v>
                </c:pt>
                <c:pt idx="609">
                  <c:v>1.6916666666666667</c:v>
                </c:pt>
                <c:pt idx="610">
                  <c:v>1.6944444444444444</c:v>
                </c:pt>
                <c:pt idx="611">
                  <c:v>1.6972222222222222</c:v>
                </c:pt>
                <c:pt idx="612">
                  <c:v>1.7</c:v>
                </c:pt>
                <c:pt idx="613">
                  <c:v>1.7027777777777779</c:v>
                </c:pt>
                <c:pt idx="614">
                  <c:v>1.7055555555555555</c:v>
                </c:pt>
                <c:pt idx="615">
                  <c:v>1.7083333333333333</c:v>
                </c:pt>
                <c:pt idx="616">
                  <c:v>1.7111111111111112</c:v>
                </c:pt>
                <c:pt idx="617">
                  <c:v>1.7138888888888888</c:v>
                </c:pt>
                <c:pt idx="618">
                  <c:v>1.7166666666666666</c:v>
                </c:pt>
                <c:pt idx="619">
                  <c:v>1.7194444444444446</c:v>
                </c:pt>
                <c:pt idx="620">
                  <c:v>1.7222222222222221</c:v>
                </c:pt>
                <c:pt idx="621">
                  <c:v>1.7250000000000001</c:v>
                </c:pt>
                <c:pt idx="622">
                  <c:v>1.7277777777777779</c:v>
                </c:pt>
                <c:pt idx="623">
                  <c:v>1.7305555555555554</c:v>
                </c:pt>
                <c:pt idx="624">
                  <c:v>1.7333333333333334</c:v>
                </c:pt>
                <c:pt idx="625">
                  <c:v>1.7361111111111112</c:v>
                </c:pt>
                <c:pt idx="626">
                  <c:v>1.7388888888888887</c:v>
                </c:pt>
                <c:pt idx="627">
                  <c:v>1.7416666666666667</c:v>
                </c:pt>
                <c:pt idx="628">
                  <c:v>1.7444444444444445</c:v>
                </c:pt>
                <c:pt idx="629">
                  <c:v>1.7472222222222222</c:v>
                </c:pt>
                <c:pt idx="630">
                  <c:v>1.75</c:v>
                </c:pt>
                <c:pt idx="631">
                  <c:v>1.7527777777777778</c:v>
                </c:pt>
                <c:pt idx="632">
                  <c:v>1.7555555555555555</c:v>
                </c:pt>
                <c:pt idx="633">
                  <c:v>1.7583333333333333</c:v>
                </c:pt>
                <c:pt idx="634">
                  <c:v>1.7611111111111113</c:v>
                </c:pt>
                <c:pt idx="635">
                  <c:v>1.7638888888888888</c:v>
                </c:pt>
                <c:pt idx="636">
                  <c:v>1.7666666666666666</c:v>
                </c:pt>
                <c:pt idx="637">
                  <c:v>1.7694444444444446</c:v>
                </c:pt>
                <c:pt idx="638">
                  <c:v>1.7722222222222221</c:v>
                </c:pt>
                <c:pt idx="639">
                  <c:v>1.7749999999999999</c:v>
                </c:pt>
                <c:pt idx="640">
                  <c:v>1.7777777777777779</c:v>
                </c:pt>
                <c:pt idx="641">
                  <c:v>1.7805555555555554</c:v>
                </c:pt>
                <c:pt idx="642">
                  <c:v>1.7833333333333334</c:v>
                </c:pt>
                <c:pt idx="643">
                  <c:v>1.7861111111111112</c:v>
                </c:pt>
                <c:pt idx="644">
                  <c:v>1.7888888888888888</c:v>
                </c:pt>
                <c:pt idx="645">
                  <c:v>1.7916666666666667</c:v>
                </c:pt>
                <c:pt idx="646">
                  <c:v>1.7944444444444445</c:v>
                </c:pt>
                <c:pt idx="647">
                  <c:v>1.7972222222222221</c:v>
                </c:pt>
                <c:pt idx="648">
                  <c:v>1.8</c:v>
                </c:pt>
                <c:pt idx="649">
                  <c:v>1.8027777777777778</c:v>
                </c:pt>
                <c:pt idx="650">
                  <c:v>1.8055555555555556</c:v>
                </c:pt>
                <c:pt idx="651">
                  <c:v>1.8083333333333333</c:v>
                </c:pt>
                <c:pt idx="652">
                  <c:v>1.8111111111111111</c:v>
                </c:pt>
                <c:pt idx="653">
                  <c:v>1.8138888888888889</c:v>
                </c:pt>
                <c:pt idx="654">
                  <c:v>1.8166666666666667</c:v>
                </c:pt>
                <c:pt idx="655">
                  <c:v>1.8194444444444444</c:v>
                </c:pt>
                <c:pt idx="656">
                  <c:v>1.8222222222222222</c:v>
                </c:pt>
                <c:pt idx="657">
                  <c:v>1.825</c:v>
                </c:pt>
                <c:pt idx="658">
                  <c:v>1.8277777777777779</c:v>
                </c:pt>
                <c:pt idx="659">
                  <c:v>1.8305555555555555</c:v>
                </c:pt>
                <c:pt idx="660">
                  <c:v>1.8333333333333333</c:v>
                </c:pt>
                <c:pt idx="661">
                  <c:v>1.8361111111111112</c:v>
                </c:pt>
                <c:pt idx="662">
                  <c:v>1.8388888888888888</c:v>
                </c:pt>
                <c:pt idx="663">
                  <c:v>1.8416666666666666</c:v>
                </c:pt>
                <c:pt idx="664">
                  <c:v>1.8444444444444446</c:v>
                </c:pt>
                <c:pt idx="665">
                  <c:v>1.8472222222222221</c:v>
                </c:pt>
                <c:pt idx="666">
                  <c:v>1.85</c:v>
                </c:pt>
                <c:pt idx="667">
                  <c:v>1.8527777777777779</c:v>
                </c:pt>
                <c:pt idx="668">
                  <c:v>1.8555555555555554</c:v>
                </c:pt>
                <c:pt idx="669">
                  <c:v>1.8583333333333334</c:v>
                </c:pt>
                <c:pt idx="670">
                  <c:v>1.8611111111111112</c:v>
                </c:pt>
                <c:pt idx="671">
                  <c:v>1.8638888888888887</c:v>
                </c:pt>
                <c:pt idx="672">
                  <c:v>1.8666666666666667</c:v>
                </c:pt>
                <c:pt idx="673">
                  <c:v>1.8694444444444445</c:v>
                </c:pt>
                <c:pt idx="674">
                  <c:v>1.8722222222222222</c:v>
                </c:pt>
                <c:pt idx="675">
                  <c:v>1.875</c:v>
                </c:pt>
                <c:pt idx="676">
                  <c:v>1.8777777777777778</c:v>
                </c:pt>
                <c:pt idx="677">
                  <c:v>1.8805555555555555</c:v>
                </c:pt>
                <c:pt idx="678">
                  <c:v>1.8833333333333333</c:v>
                </c:pt>
                <c:pt idx="679">
                  <c:v>1.8861111111111113</c:v>
                </c:pt>
                <c:pt idx="680">
                  <c:v>1.8888888888888888</c:v>
                </c:pt>
                <c:pt idx="681">
                  <c:v>1.8916666666666666</c:v>
                </c:pt>
                <c:pt idx="682">
                  <c:v>1.8944444444444446</c:v>
                </c:pt>
                <c:pt idx="683">
                  <c:v>1.8972222222222221</c:v>
                </c:pt>
                <c:pt idx="684">
                  <c:v>1.9</c:v>
                </c:pt>
                <c:pt idx="685">
                  <c:v>1.9027777777777779</c:v>
                </c:pt>
                <c:pt idx="686">
                  <c:v>1.9055555555555554</c:v>
                </c:pt>
                <c:pt idx="687">
                  <c:v>1.9083333333333334</c:v>
                </c:pt>
                <c:pt idx="688">
                  <c:v>1.9111111111111112</c:v>
                </c:pt>
                <c:pt idx="689">
                  <c:v>1.9138888888888888</c:v>
                </c:pt>
                <c:pt idx="690">
                  <c:v>1.9166666666666667</c:v>
                </c:pt>
                <c:pt idx="691">
                  <c:v>1.9194444444444445</c:v>
                </c:pt>
                <c:pt idx="692">
                  <c:v>1.9222222222222221</c:v>
                </c:pt>
                <c:pt idx="693">
                  <c:v>1.925</c:v>
                </c:pt>
                <c:pt idx="694">
                  <c:v>1.9277777777777778</c:v>
                </c:pt>
                <c:pt idx="695">
                  <c:v>1.9305555555555556</c:v>
                </c:pt>
                <c:pt idx="696">
                  <c:v>1.9333333333333333</c:v>
                </c:pt>
                <c:pt idx="697">
                  <c:v>1.9361111111111111</c:v>
                </c:pt>
                <c:pt idx="698">
                  <c:v>1.9388888888888889</c:v>
                </c:pt>
                <c:pt idx="699">
                  <c:v>1.9416666666666667</c:v>
                </c:pt>
                <c:pt idx="700">
                  <c:v>1.9444444444444444</c:v>
                </c:pt>
                <c:pt idx="701">
                  <c:v>1.9472222222222222</c:v>
                </c:pt>
                <c:pt idx="702">
                  <c:v>1.95</c:v>
                </c:pt>
                <c:pt idx="703">
                  <c:v>1.9527777777777779</c:v>
                </c:pt>
                <c:pt idx="704">
                  <c:v>1.9555555555555555</c:v>
                </c:pt>
                <c:pt idx="705">
                  <c:v>1.9583333333333333</c:v>
                </c:pt>
                <c:pt idx="706">
                  <c:v>1.9611111111111112</c:v>
                </c:pt>
                <c:pt idx="707">
                  <c:v>1.9638888888888888</c:v>
                </c:pt>
                <c:pt idx="708">
                  <c:v>1.9666666666666666</c:v>
                </c:pt>
                <c:pt idx="709">
                  <c:v>1.9694444444444446</c:v>
                </c:pt>
                <c:pt idx="710">
                  <c:v>1.9722222222222221</c:v>
                </c:pt>
                <c:pt idx="711">
                  <c:v>1.9750000000000001</c:v>
                </c:pt>
                <c:pt idx="712">
                  <c:v>1.9777777777777779</c:v>
                </c:pt>
                <c:pt idx="713">
                  <c:v>1.9805555555555554</c:v>
                </c:pt>
                <c:pt idx="714">
                  <c:v>1.9833333333333334</c:v>
                </c:pt>
                <c:pt idx="715">
                  <c:v>1.9861111111111112</c:v>
                </c:pt>
                <c:pt idx="716">
                  <c:v>1.9888888888888887</c:v>
                </c:pt>
                <c:pt idx="717">
                  <c:v>1.9916666666666667</c:v>
                </c:pt>
                <c:pt idx="718">
                  <c:v>1.9944444444444445</c:v>
                </c:pt>
                <c:pt idx="719">
                  <c:v>1.9972222222222222</c:v>
                </c:pt>
                <c:pt idx="720">
                  <c:v>2</c:v>
                </c:pt>
                <c:pt idx="721">
                  <c:v>2.0027777777777778</c:v>
                </c:pt>
                <c:pt idx="722">
                  <c:v>2.0055555555555555</c:v>
                </c:pt>
                <c:pt idx="723">
                  <c:v>2.0083333333333333</c:v>
                </c:pt>
                <c:pt idx="724">
                  <c:v>2.0111111111111111</c:v>
                </c:pt>
                <c:pt idx="725">
                  <c:v>2.0138888888888888</c:v>
                </c:pt>
                <c:pt idx="726">
                  <c:v>2.0166666666666666</c:v>
                </c:pt>
                <c:pt idx="727">
                  <c:v>2.0194444444444444</c:v>
                </c:pt>
                <c:pt idx="728">
                  <c:v>2.0222222222222221</c:v>
                </c:pt>
                <c:pt idx="729">
                  <c:v>2.0249999999999999</c:v>
                </c:pt>
                <c:pt idx="730">
                  <c:v>2.0277777777777777</c:v>
                </c:pt>
                <c:pt idx="731">
                  <c:v>2.0305555555555554</c:v>
                </c:pt>
                <c:pt idx="732">
                  <c:v>2.0333333333333332</c:v>
                </c:pt>
                <c:pt idx="733">
                  <c:v>2.036111111111111</c:v>
                </c:pt>
                <c:pt idx="734">
                  <c:v>2.0388888888888888</c:v>
                </c:pt>
                <c:pt idx="735">
                  <c:v>2.0416666666666665</c:v>
                </c:pt>
                <c:pt idx="736">
                  <c:v>2.0444444444444447</c:v>
                </c:pt>
                <c:pt idx="737">
                  <c:v>2.0472222222222221</c:v>
                </c:pt>
                <c:pt idx="738">
                  <c:v>2.0499999999999998</c:v>
                </c:pt>
                <c:pt idx="739">
                  <c:v>2.052777777777778</c:v>
                </c:pt>
                <c:pt idx="740">
                  <c:v>2.0555555555555554</c:v>
                </c:pt>
                <c:pt idx="741">
                  <c:v>2.0583333333333331</c:v>
                </c:pt>
                <c:pt idx="742">
                  <c:v>2.0611111111111113</c:v>
                </c:pt>
                <c:pt idx="743">
                  <c:v>2.0638888888888887</c:v>
                </c:pt>
                <c:pt idx="744">
                  <c:v>2.0666666666666669</c:v>
                </c:pt>
                <c:pt idx="745">
                  <c:v>2.0694444444444446</c:v>
                </c:pt>
                <c:pt idx="746">
                  <c:v>2.072222222222222</c:v>
                </c:pt>
                <c:pt idx="747">
                  <c:v>2.0750000000000002</c:v>
                </c:pt>
                <c:pt idx="748">
                  <c:v>2.0777777777777779</c:v>
                </c:pt>
                <c:pt idx="749">
                  <c:v>2.0805555555555553</c:v>
                </c:pt>
                <c:pt idx="750">
                  <c:v>2.0833333333333335</c:v>
                </c:pt>
                <c:pt idx="751">
                  <c:v>2.0861111111111112</c:v>
                </c:pt>
                <c:pt idx="752">
                  <c:v>2.088888888888889</c:v>
                </c:pt>
                <c:pt idx="753">
                  <c:v>2.0916666666666668</c:v>
                </c:pt>
                <c:pt idx="754">
                  <c:v>2.0944444444444446</c:v>
                </c:pt>
                <c:pt idx="755">
                  <c:v>2.0972222222222223</c:v>
                </c:pt>
                <c:pt idx="756">
                  <c:v>2.1</c:v>
                </c:pt>
                <c:pt idx="757">
                  <c:v>2.1027777777777779</c:v>
                </c:pt>
                <c:pt idx="758">
                  <c:v>2.1055555555555556</c:v>
                </c:pt>
                <c:pt idx="759">
                  <c:v>2.1083333333333334</c:v>
                </c:pt>
                <c:pt idx="760">
                  <c:v>2.1111111111111112</c:v>
                </c:pt>
                <c:pt idx="761">
                  <c:v>2.1138888888888889</c:v>
                </c:pt>
                <c:pt idx="762">
                  <c:v>2.1166666666666667</c:v>
                </c:pt>
                <c:pt idx="763">
                  <c:v>2.1194444444444445</c:v>
                </c:pt>
                <c:pt idx="764">
                  <c:v>2.1222222222222222</c:v>
                </c:pt>
                <c:pt idx="765">
                  <c:v>2.125</c:v>
                </c:pt>
                <c:pt idx="766">
                  <c:v>2.1277777777777778</c:v>
                </c:pt>
                <c:pt idx="767">
                  <c:v>2.1305555555555555</c:v>
                </c:pt>
                <c:pt idx="768">
                  <c:v>2.1333333333333333</c:v>
                </c:pt>
                <c:pt idx="769">
                  <c:v>2.1361111111111111</c:v>
                </c:pt>
                <c:pt idx="770">
                  <c:v>2.1388888888888888</c:v>
                </c:pt>
                <c:pt idx="771">
                  <c:v>2.1416666666666666</c:v>
                </c:pt>
                <c:pt idx="772">
                  <c:v>2.1444444444444444</c:v>
                </c:pt>
                <c:pt idx="773">
                  <c:v>2.1472222222222226</c:v>
                </c:pt>
                <c:pt idx="774">
                  <c:v>2.15</c:v>
                </c:pt>
                <c:pt idx="775">
                  <c:v>2.1527777777777777</c:v>
                </c:pt>
                <c:pt idx="776">
                  <c:v>2.1555555555555559</c:v>
                </c:pt>
                <c:pt idx="777">
                  <c:v>2.1583333333333332</c:v>
                </c:pt>
                <c:pt idx="778">
                  <c:v>2.161111111111111</c:v>
                </c:pt>
                <c:pt idx="779">
                  <c:v>2.1638888888888892</c:v>
                </c:pt>
                <c:pt idx="780">
                  <c:v>2.1666666666666665</c:v>
                </c:pt>
                <c:pt idx="781">
                  <c:v>2.1694444444444443</c:v>
                </c:pt>
                <c:pt idx="782">
                  <c:v>2.1722222222222225</c:v>
                </c:pt>
                <c:pt idx="783">
                  <c:v>2.1749999999999998</c:v>
                </c:pt>
                <c:pt idx="784">
                  <c:v>2.1777777777777776</c:v>
                </c:pt>
                <c:pt idx="785">
                  <c:v>2.1805555555555558</c:v>
                </c:pt>
                <c:pt idx="786">
                  <c:v>2.1833333333333331</c:v>
                </c:pt>
                <c:pt idx="787">
                  <c:v>2.1861111111111109</c:v>
                </c:pt>
                <c:pt idx="788">
                  <c:v>2.1888888888888891</c:v>
                </c:pt>
                <c:pt idx="789">
                  <c:v>2.1916666666666669</c:v>
                </c:pt>
                <c:pt idx="790">
                  <c:v>2.1944444444444442</c:v>
                </c:pt>
                <c:pt idx="791">
                  <c:v>2.1972222222222224</c:v>
                </c:pt>
                <c:pt idx="792">
                  <c:v>2.2000000000000002</c:v>
                </c:pt>
                <c:pt idx="793">
                  <c:v>2.2027777777777775</c:v>
                </c:pt>
                <c:pt idx="794">
                  <c:v>2.2055555555555557</c:v>
                </c:pt>
                <c:pt idx="795">
                  <c:v>2.2083333333333335</c:v>
                </c:pt>
                <c:pt idx="796">
                  <c:v>2.2111111111111108</c:v>
                </c:pt>
                <c:pt idx="797">
                  <c:v>2.213888888888889</c:v>
                </c:pt>
                <c:pt idx="798">
                  <c:v>2.2166666666666668</c:v>
                </c:pt>
                <c:pt idx="799">
                  <c:v>2.2194444444444441</c:v>
                </c:pt>
                <c:pt idx="800">
                  <c:v>2.2222222222222223</c:v>
                </c:pt>
                <c:pt idx="801">
                  <c:v>2.2250000000000001</c:v>
                </c:pt>
                <c:pt idx="802">
                  <c:v>2.2277777777777774</c:v>
                </c:pt>
                <c:pt idx="803">
                  <c:v>2.2305555555555556</c:v>
                </c:pt>
                <c:pt idx="804">
                  <c:v>2.2333333333333334</c:v>
                </c:pt>
                <c:pt idx="805">
                  <c:v>2.2361111111111112</c:v>
                </c:pt>
                <c:pt idx="806">
                  <c:v>2.2388888888888889</c:v>
                </c:pt>
                <c:pt idx="807">
                  <c:v>2.2416666666666667</c:v>
                </c:pt>
                <c:pt idx="808">
                  <c:v>2.2444444444444445</c:v>
                </c:pt>
                <c:pt idx="809">
                  <c:v>2.2472222222222222</c:v>
                </c:pt>
                <c:pt idx="810">
                  <c:v>2.25</c:v>
                </c:pt>
                <c:pt idx="811">
                  <c:v>2.2527777777777778</c:v>
                </c:pt>
                <c:pt idx="812">
                  <c:v>2.2555555555555555</c:v>
                </c:pt>
                <c:pt idx="813">
                  <c:v>2.2583333333333333</c:v>
                </c:pt>
                <c:pt idx="814">
                  <c:v>2.2611111111111111</c:v>
                </c:pt>
                <c:pt idx="815">
                  <c:v>2.2638888888888888</c:v>
                </c:pt>
                <c:pt idx="816">
                  <c:v>2.2666666666666666</c:v>
                </c:pt>
                <c:pt idx="817">
                  <c:v>2.2694444444444444</c:v>
                </c:pt>
                <c:pt idx="818">
                  <c:v>2.2722222222222226</c:v>
                </c:pt>
                <c:pt idx="819">
                  <c:v>2.2749999999999999</c:v>
                </c:pt>
                <c:pt idx="820">
                  <c:v>2.2777777777777777</c:v>
                </c:pt>
                <c:pt idx="821">
                  <c:v>2.2805555555555559</c:v>
                </c:pt>
                <c:pt idx="822">
                  <c:v>2.2833333333333332</c:v>
                </c:pt>
                <c:pt idx="823">
                  <c:v>2.286111111111111</c:v>
                </c:pt>
                <c:pt idx="824">
                  <c:v>2.2888888888888892</c:v>
                </c:pt>
                <c:pt idx="825">
                  <c:v>2.2916666666666665</c:v>
                </c:pt>
                <c:pt idx="826">
                  <c:v>2.2944444444444443</c:v>
                </c:pt>
                <c:pt idx="827">
                  <c:v>2.2972222222222225</c:v>
                </c:pt>
                <c:pt idx="828">
                  <c:v>2.2999999999999998</c:v>
                </c:pt>
                <c:pt idx="829">
                  <c:v>2.3027777777777776</c:v>
                </c:pt>
                <c:pt idx="830">
                  <c:v>2.3055555555555558</c:v>
                </c:pt>
                <c:pt idx="831">
                  <c:v>2.3083333333333331</c:v>
                </c:pt>
                <c:pt idx="832">
                  <c:v>2.3111111111111109</c:v>
                </c:pt>
                <c:pt idx="833">
                  <c:v>2.3138888888888891</c:v>
                </c:pt>
                <c:pt idx="834">
                  <c:v>2.3166666666666669</c:v>
                </c:pt>
                <c:pt idx="835">
                  <c:v>2.3194444444444442</c:v>
                </c:pt>
                <c:pt idx="836">
                  <c:v>2.3222222222222224</c:v>
                </c:pt>
                <c:pt idx="837">
                  <c:v>2.3250000000000002</c:v>
                </c:pt>
                <c:pt idx="838">
                  <c:v>2.3277777777777775</c:v>
                </c:pt>
                <c:pt idx="839">
                  <c:v>2.3305555555555557</c:v>
                </c:pt>
                <c:pt idx="840">
                  <c:v>2.3333333333333335</c:v>
                </c:pt>
                <c:pt idx="841">
                  <c:v>2.3361111111111108</c:v>
                </c:pt>
                <c:pt idx="842">
                  <c:v>2.338888888888889</c:v>
                </c:pt>
                <c:pt idx="843">
                  <c:v>2.3416666666666668</c:v>
                </c:pt>
                <c:pt idx="844">
                  <c:v>2.3444444444444441</c:v>
                </c:pt>
                <c:pt idx="845">
                  <c:v>2.3472222222222223</c:v>
                </c:pt>
                <c:pt idx="846">
                  <c:v>2.35</c:v>
                </c:pt>
                <c:pt idx="847">
                  <c:v>2.3527777777777774</c:v>
                </c:pt>
                <c:pt idx="848">
                  <c:v>2.3555555555555556</c:v>
                </c:pt>
                <c:pt idx="849">
                  <c:v>2.3583333333333334</c:v>
                </c:pt>
                <c:pt idx="850">
                  <c:v>2.3611111111111112</c:v>
                </c:pt>
                <c:pt idx="851">
                  <c:v>2.3638888888888889</c:v>
                </c:pt>
                <c:pt idx="852">
                  <c:v>2.3666666666666667</c:v>
                </c:pt>
                <c:pt idx="853">
                  <c:v>2.3694444444444445</c:v>
                </c:pt>
                <c:pt idx="854">
                  <c:v>2.3722222222222222</c:v>
                </c:pt>
                <c:pt idx="855">
                  <c:v>2.375</c:v>
                </c:pt>
                <c:pt idx="856">
                  <c:v>2.3777777777777778</c:v>
                </c:pt>
                <c:pt idx="857">
                  <c:v>2.3805555555555555</c:v>
                </c:pt>
                <c:pt idx="858">
                  <c:v>2.3833333333333333</c:v>
                </c:pt>
                <c:pt idx="859">
                  <c:v>2.3861111111111111</c:v>
                </c:pt>
                <c:pt idx="860">
                  <c:v>2.3888888888888888</c:v>
                </c:pt>
                <c:pt idx="861">
                  <c:v>2.3916666666666666</c:v>
                </c:pt>
                <c:pt idx="862">
                  <c:v>2.3944444444444444</c:v>
                </c:pt>
                <c:pt idx="863">
                  <c:v>2.3972222222222226</c:v>
                </c:pt>
                <c:pt idx="864">
                  <c:v>2.4</c:v>
                </c:pt>
                <c:pt idx="865">
                  <c:v>2.4027777777777777</c:v>
                </c:pt>
                <c:pt idx="866">
                  <c:v>2.4055555555555559</c:v>
                </c:pt>
                <c:pt idx="867">
                  <c:v>2.4083333333333332</c:v>
                </c:pt>
                <c:pt idx="868">
                  <c:v>2.411111111111111</c:v>
                </c:pt>
                <c:pt idx="869">
                  <c:v>2.4138888888888892</c:v>
                </c:pt>
                <c:pt idx="870">
                  <c:v>2.4166666666666665</c:v>
                </c:pt>
                <c:pt idx="871">
                  <c:v>2.4194444444444443</c:v>
                </c:pt>
                <c:pt idx="872">
                  <c:v>2.4222222222222225</c:v>
                </c:pt>
                <c:pt idx="873">
                  <c:v>2.4249999999999998</c:v>
                </c:pt>
                <c:pt idx="874">
                  <c:v>2.4277777777777776</c:v>
                </c:pt>
                <c:pt idx="875">
                  <c:v>2.4305555555555558</c:v>
                </c:pt>
                <c:pt idx="876">
                  <c:v>2.4333333333333331</c:v>
                </c:pt>
                <c:pt idx="877">
                  <c:v>2.4361111111111109</c:v>
                </c:pt>
                <c:pt idx="878">
                  <c:v>2.4388888888888891</c:v>
                </c:pt>
                <c:pt idx="879">
                  <c:v>2.4416666666666669</c:v>
                </c:pt>
                <c:pt idx="880">
                  <c:v>2.4444444444444442</c:v>
                </c:pt>
                <c:pt idx="881">
                  <c:v>2.4472222222222224</c:v>
                </c:pt>
                <c:pt idx="882">
                  <c:v>2.4500000000000002</c:v>
                </c:pt>
                <c:pt idx="883">
                  <c:v>2.4527777777777775</c:v>
                </c:pt>
                <c:pt idx="884">
                  <c:v>2.4555555555555557</c:v>
                </c:pt>
                <c:pt idx="885">
                  <c:v>2.4583333333333335</c:v>
                </c:pt>
                <c:pt idx="886">
                  <c:v>2.4611111111111108</c:v>
                </c:pt>
                <c:pt idx="887">
                  <c:v>2.463888888888889</c:v>
                </c:pt>
                <c:pt idx="888">
                  <c:v>2.4666666666666668</c:v>
                </c:pt>
                <c:pt idx="889">
                  <c:v>2.4694444444444441</c:v>
                </c:pt>
                <c:pt idx="890">
                  <c:v>2.4722222222222223</c:v>
                </c:pt>
                <c:pt idx="891">
                  <c:v>2.4750000000000001</c:v>
                </c:pt>
                <c:pt idx="892">
                  <c:v>2.4777777777777774</c:v>
                </c:pt>
                <c:pt idx="893">
                  <c:v>2.4805555555555556</c:v>
                </c:pt>
                <c:pt idx="894">
                  <c:v>2.4833333333333334</c:v>
                </c:pt>
                <c:pt idx="895">
                  <c:v>2.4861111111111112</c:v>
                </c:pt>
                <c:pt idx="896">
                  <c:v>2.4888888888888889</c:v>
                </c:pt>
                <c:pt idx="897">
                  <c:v>2.4916666666666667</c:v>
                </c:pt>
                <c:pt idx="898">
                  <c:v>2.4944444444444445</c:v>
                </c:pt>
                <c:pt idx="899">
                  <c:v>2.4972222222222222</c:v>
                </c:pt>
                <c:pt idx="900">
                  <c:v>2.5</c:v>
                </c:pt>
                <c:pt idx="901">
                  <c:v>2.5027777777777778</c:v>
                </c:pt>
                <c:pt idx="902">
                  <c:v>2.5055555555555555</c:v>
                </c:pt>
                <c:pt idx="903">
                  <c:v>2.5083333333333333</c:v>
                </c:pt>
                <c:pt idx="904">
                  <c:v>2.5111111111111111</c:v>
                </c:pt>
                <c:pt idx="905">
                  <c:v>2.5138888888888888</c:v>
                </c:pt>
                <c:pt idx="906">
                  <c:v>2.5166666666666666</c:v>
                </c:pt>
                <c:pt idx="907">
                  <c:v>2.5194444444444444</c:v>
                </c:pt>
                <c:pt idx="908">
                  <c:v>2.5222222222222226</c:v>
                </c:pt>
                <c:pt idx="909">
                  <c:v>2.5249999999999999</c:v>
                </c:pt>
                <c:pt idx="910">
                  <c:v>2.5277777777777777</c:v>
                </c:pt>
                <c:pt idx="911">
                  <c:v>2.5305555555555559</c:v>
                </c:pt>
                <c:pt idx="912">
                  <c:v>2.5333333333333332</c:v>
                </c:pt>
                <c:pt idx="913">
                  <c:v>2.536111111111111</c:v>
                </c:pt>
                <c:pt idx="914">
                  <c:v>2.5388888888888892</c:v>
                </c:pt>
                <c:pt idx="915">
                  <c:v>2.5416666666666665</c:v>
                </c:pt>
                <c:pt idx="916">
                  <c:v>2.5444444444444443</c:v>
                </c:pt>
                <c:pt idx="917">
                  <c:v>2.5472222222222225</c:v>
                </c:pt>
                <c:pt idx="918">
                  <c:v>2.5499999999999998</c:v>
                </c:pt>
                <c:pt idx="919">
                  <c:v>2.5527777777777776</c:v>
                </c:pt>
                <c:pt idx="920">
                  <c:v>2.5555555555555558</c:v>
                </c:pt>
                <c:pt idx="921">
                  <c:v>2.5583333333333331</c:v>
                </c:pt>
                <c:pt idx="922">
                  <c:v>2.5611111111111109</c:v>
                </c:pt>
                <c:pt idx="923">
                  <c:v>2.5638888888888891</c:v>
                </c:pt>
                <c:pt idx="924">
                  <c:v>2.5666666666666669</c:v>
                </c:pt>
                <c:pt idx="925">
                  <c:v>2.5694444444444442</c:v>
                </c:pt>
                <c:pt idx="926">
                  <c:v>2.5722222222222224</c:v>
                </c:pt>
                <c:pt idx="927">
                  <c:v>2.5750000000000002</c:v>
                </c:pt>
                <c:pt idx="928">
                  <c:v>2.5777777777777775</c:v>
                </c:pt>
                <c:pt idx="929">
                  <c:v>2.5805555555555557</c:v>
                </c:pt>
                <c:pt idx="930">
                  <c:v>2.5833333333333335</c:v>
                </c:pt>
                <c:pt idx="931">
                  <c:v>2.5861111111111108</c:v>
                </c:pt>
                <c:pt idx="932">
                  <c:v>2.588888888888889</c:v>
                </c:pt>
                <c:pt idx="933">
                  <c:v>2.5916666666666668</c:v>
                </c:pt>
                <c:pt idx="934">
                  <c:v>2.5944444444444441</c:v>
                </c:pt>
                <c:pt idx="935">
                  <c:v>2.5972222222222223</c:v>
                </c:pt>
                <c:pt idx="936">
                  <c:v>2.6</c:v>
                </c:pt>
                <c:pt idx="937">
                  <c:v>2.6027777777777774</c:v>
                </c:pt>
                <c:pt idx="938">
                  <c:v>2.6055555555555556</c:v>
                </c:pt>
                <c:pt idx="939">
                  <c:v>2.6083333333333334</c:v>
                </c:pt>
                <c:pt idx="940">
                  <c:v>2.6111111111111112</c:v>
                </c:pt>
                <c:pt idx="941">
                  <c:v>2.6138888888888889</c:v>
                </c:pt>
                <c:pt idx="942">
                  <c:v>2.6166666666666667</c:v>
                </c:pt>
                <c:pt idx="943">
                  <c:v>2.6194444444444445</c:v>
                </c:pt>
                <c:pt idx="944">
                  <c:v>2.6222222222222222</c:v>
                </c:pt>
                <c:pt idx="945">
                  <c:v>2.625</c:v>
                </c:pt>
                <c:pt idx="946">
                  <c:v>2.6277777777777778</c:v>
                </c:pt>
                <c:pt idx="947">
                  <c:v>2.6305555555555555</c:v>
                </c:pt>
                <c:pt idx="948">
                  <c:v>2.6333333333333333</c:v>
                </c:pt>
                <c:pt idx="949">
                  <c:v>2.6361111111111111</c:v>
                </c:pt>
                <c:pt idx="950">
                  <c:v>2.6388888888888888</c:v>
                </c:pt>
                <c:pt idx="951">
                  <c:v>2.6416666666666666</c:v>
                </c:pt>
                <c:pt idx="952">
                  <c:v>2.6444444444444444</c:v>
                </c:pt>
                <c:pt idx="953">
                  <c:v>2.6472222222222226</c:v>
                </c:pt>
                <c:pt idx="954">
                  <c:v>2.65</c:v>
                </c:pt>
                <c:pt idx="955">
                  <c:v>2.6527777777777777</c:v>
                </c:pt>
                <c:pt idx="956">
                  <c:v>2.6555555555555559</c:v>
                </c:pt>
                <c:pt idx="957">
                  <c:v>2.6583333333333332</c:v>
                </c:pt>
                <c:pt idx="958">
                  <c:v>2.661111111111111</c:v>
                </c:pt>
                <c:pt idx="959">
                  <c:v>2.6638888888888892</c:v>
                </c:pt>
                <c:pt idx="960">
                  <c:v>2.6666666666666665</c:v>
                </c:pt>
                <c:pt idx="961">
                  <c:v>2.6694444444444443</c:v>
                </c:pt>
                <c:pt idx="962">
                  <c:v>2.6722222222222225</c:v>
                </c:pt>
                <c:pt idx="963">
                  <c:v>2.6749999999999998</c:v>
                </c:pt>
                <c:pt idx="964">
                  <c:v>2.6777777777777776</c:v>
                </c:pt>
                <c:pt idx="965">
                  <c:v>2.6805555555555558</c:v>
                </c:pt>
                <c:pt idx="966">
                  <c:v>2.6833333333333331</c:v>
                </c:pt>
                <c:pt idx="967">
                  <c:v>2.6861111111111109</c:v>
                </c:pt>
                <c:pt idx="968">
                  <c:v>2.6888888888888891</c:v>
                </c:pt>
                <c:pt idx="969">
                  <c:v>2.6916666666666669</c:v>
                </c:pt>
                <c:pt idx="970">
                  <c:v>2.6944444444444442</c:v>
                </c:pt>
                <c:pt idx="971">
                  <c:v>2.6972222222222224</c:v>
                </c:pt>
                <c:pt idx="972">
                  <c:v>2.7</c:v>
                </c:pt>
                <c:pt idx="973">
                  <c:v>2.7027777777777775</c:v>
                </c:pt>
                <c:pt idx="974">
                  <c:v>2.7055555555555557</c:v>
                </c:pt>
                <c:pt idx="975">
                  <c:v>2.7083333333333335</c:v>
                </c:pt>
                <c:pt idx="976">
                  <c:v>2.7111111111111108</c:v>
                </c:pt>
                <c:pt idx="977">
                  <c:v>2.713888888888889</c:v>
                </c:pt>
                <c:pt idx="978">
                  <c:v>2.7166666666666668</c:v>
                </c:pt>
                <c:pt idx="979">
                  <c:v>2.7194444444444441</c:v>
                </c:pt>
                <c:pt idx="980">
                  <c:v>2.7222222222222223</c:v>
                </c:pt>
                <c:pt idx="981">
                  <c:v>2.7250000000000001</c:v>
                </c:pt>
                <c:pt idx="982">
                  <c:v>2.7277777777777774</c:v>
                </c:pt>
                <c:pt idx="983">
                  <c:v>2.7305555555555556</c:v>
                </c:pt>
                <c:pt idx="984">
                  <c:v>2.7333333333333334</c:v>
                </c:pt>
                <c:pt idx="985">
                  <c:v>2.7361111111111112</c:v>
                </c:pt>
                <c:pt idx="986">
                  <c:v>2.7388888888888889</c:v>
                </c:pt>
                <c:pt idx="987">
                  <c:v>2.7416666666666667</c:v>
                </c:pt>
                <c:pt idx="988">
                  <c:v>2.7444444444444445</c:v>
                </c:pt>
                <c:pt idx="989">
                  <c:v>2.7472222222222222</c:v>
                </c:pt>
                <c:pt idx="990">
                  <c:v>2.75</c:v>
                </c:pt>
                <c:pt idx="991">
                  <c:v>2.7527777777777778</c:v>
                </c:pt>
                <c:pt idx="992">
                  <c:v>2.7555555555555555</c:v>
                </c:pt>
                <c:pt idx="993">
                  <c:v>2.7583333333333333</c:v>
                </c:pt>
                <c:pt idx="994">
                  <c:v>2.7611111111111111</c:v>
                </c:pt>
                <c:pt idx="995">
                  <c:v>2.7638888888888888</c:v>
                </c:pt>
                <c:pt idx="996">
                  <c:v>2.7666666666666666</c:v>
                </c:pt>
                <c:pt idx="997">
                  <c:v>2.7694444444444444</c:v>
                </c:pt>
                <c:pt idx="998">
                  <c:v>2.7722222222222226</c:v>
                </c:pt>
                <c:pt idx="999">
                  <c:v>2.7749999999999999</c:v>
                </c:pt>
                <c:pt idx="1000">
                  <c:v>2.7777777777777777</c:v>
                </c:pt>
                <c:pt idx="1001">
                  <c:v>2.7805555555555559</c:v>
                </c:pt>
                <c:pt idx="1002">
                  <c:v>2.7833333333333332</c:v>
                </c:pt>
                <c:pt idx="1003">
                  <c:v>2.786111111111111</c:v>
                </c:pt>
                <c:pt idx="1004">
                  <c:v>2.7888888888888892</c:v>
                </c:pt>
                <c:pt idx="1005">
                  <c:v>2.7916666666666665</c:v>
                </c:pt>
                <c:pt idx="1006">
                  <c:v>2.7944444444444443</c:v>
                </c:pt>
                <c:pt idx="1007">
                  <c:v>2.7972222222222225</c:v>
                </c:pt>
                <c:pt idx="1008">
                  <c:v>2.8</c:v>
                </c:pt>
                <c:pt idx="1009">
                  <c:v>2.8027777777777776</c:v>
                </c:pt>
                <c:pt idx="1010">
                  <c:v>2.8055555555555558</c:v>
                </c:pt>
                <c:pt idx="1011">
                  <c:v>2.8083333333333331</c:v>
                </c:pt>
                <c:pt idx="1012">
                  <c:v>2.8111111111111109</c:v>
                </c:pt>
                <c:pt idx="1013">
                  <c:v>2.8138888888888891</c:v>
                </c:pt>
                <c:pt idx="1014">
                  <c:v>2.8166666666666669</c:v>
                </c:pt>
                <c:pt idx="1015">
                  <c:v>2.8194444444444442</c:v>
                </c:pt>
                <c:pt idx="1016">
                  <c:v>2.8222222222222224</c:v>
                </c:pt>
                <c:pt idx="1017">
                  <c:v>2.8250000000000002</c:v>
                </c:pt>
                <c:pt idx="1018">
                  <c:v>2.8277777777777775</c:v>
                </c:pt>
                <c:pt idx="1019">
                  <c:v>2.8305555555555557</c:v>
                </c:pt>
                <c:pt idx="1020">
                  <c:v>2.8333333333333335</c:v>
                </c:pt>
                <c:pt idx="1021">
                  <c:v>2.8361111111111108</c:v>
                </c:pt>
                <c:pt idx="1022">
                  <c:v>2.838888888888889</c:v>
                </c:pt>
                <c:pt idx="1023">
                  <c:v>2.8416666666666668</c:v>
                </c:pt>
                <c:pt idx="1024">
                  <c:v>2.8444444444444441</c:v>
                </c:pt>
                <c:pt idx="1025">
                  <c:v>2.8472222222222223</c:v>
                </c:pt>
                <c:pt idx="1026">
                  <c:v>2.85</c:v>
                </c:pt>
                <c:pt idx="1027">
                  <c:v>2.8527777777777774</c:v>
                </c:pt>
                <c:pt idx="1028">
                  <c:v>2.8555555555555556</c:v>
                </c:pt>
                <c:pt idx="1029">
                  <c:v>2.8583333333333334</c:v>
                </c:pt>
                <c:pt idx="1030">
                  <c:v>2.8611111111111112</c:v>
                </c:pt>
                <c:pt idx="1031">
                  <c:v>2.8638888888888889</c:v>
                </c:pt>
                <c:pt idx="1032">
                  <c:v>2.8666666666666667</c:v>
                </c:pt>
                <c:pt idx="1033">
                  <c:v>2.8694444444444445</c:v>
                </c:pt>
                <c:pt idx="1034">
                  <c:v>2.8722222222222222</c:v>
                </c:pt>
                <c:pt idx="1035">
                  <c:v>2.875</c:v>
                </c:pt>
                <c:pt idx="1036">
                  <c:v>2.8777777777777778</c:v>
                </c:pt>
                <c:pt idx="1037">
                  <c:v>2.8805555555555555</c:v>
                </c:pt>
                <c:pt idx="1038">
                  <c:v>2.8833333333333333</c:v>
                </c:pt>
                <c:pt idx="1039">
                  <c:v>2.8861111111111111</c:v>
                </c:pt>
                <c:pt idx="1040">
                  <c:v>2.8888888888888888</c:v>
                </c:pt>
                <c:pt idx="1041">
                  <c:v>2.8916666666666666</c:v>
                </c:pt>
                <c:pt idx="1042">
                  <c:v>2.8944444444444444</c:v>
                </c:pt>
                <c:pt idx="1043">
                  <c:v>2.8972222222222226</c:v>
                </c:pt>
                <c:pt idx="1044">
                  <c:v>2.9</c:v>
                </c:pt>
                <c:pt idx="1045">
                  <c:v>2.9027777777777777</c:v>
                </c:pt>
                <c:pt idx="1046">
                  <c:v>2.9055555555555559</c:v>
                </c:pt>
                <c:pt idx="1047">
                  <c:v>2.9083333333333332</c:v>
                </c:pt>
                <c:pt idx="1048">
                  <c:v>2.911111111111111</c:v>
                </c:pt>
                <c:pt idx="1049">
                  <c:v>2.9138888888888892</c:v>
                </c:pt>
                <c:pt idx="1050">
                  <c:v>2.9166666666666665</c:v>
                </c:pt>
                <c:pt idx="1051">
                  <c:v>2.9194444444444443</c:v>
                </c:pt>
                <c:pt idx="1052">
                  <c:v>2.9222222222222225</c:v>
                </c:pt>
                <c:pt idx="1053">
                  <c:v>2.9249999999999998</c:v>
                </c:pt>
                <c:pt idx="1054">
                  <c:v>2.9277777777777776</c:v>
                </c:pt>
                <c:pt idx="1055">
                  <c:v>2.9305555555555558</c:v>
                </c:pt>
                <c:pt idx="1056">
                  <c:v>2.9333333333333331</c:v>
                </c:pt>
                <c:pt idx="1057">
                  <c:v>2.9361111111111109</c:v>
                </c:pt>
                <c:pt idx="1058">
                  <c:v>2.9388888888888891</c:v>
                </c:pt>
                <c:pt idx="1059">
                  <c:v>2.9416666666666669</c:v>
                </c:pt>
                <c:pt idx="1060">
                  <c:v>2.9444444444444442</c:v>
                </c:pt>
                <c:pt idx="1061">
                  <c:v>2.9472222222222224</c:v>
                </c:pt>
                <c:pt idx="1062">
                  <c:v>2.95</c:v>
                </c:pt>
                <c:pt idx="1063">
                  <c:v>2.9527777777777775</c:v>
                </c:pt>
                <c:pt idx="1064">
                  <c:v>2.9555555555555557</c:v>
                </c:pt>
                <c:pt idx="1065">
                  <c:v>2.9583333333333335</c:v>
                </c:pt>
                <c:pt idx="1066">
                  <c:v>2.9611111111111108</c:v>
                </c:pt>
                <c:pt idx="1067">
                  <c:v>2.963888888888889</c:v>
                </c:pt>
                <c:pt idx="1068">
                  <c:v>2.9666666666666668</c:v>
                </c:pt>
                <c:pt idx="1069">
                  <c:v>2.9694444444444441</c:v>
                </c:pt>
                <c:pt idx="1070">
                  <c:v>2.9722222222222223</c:v>
                </c:pt>
                <c:pt idx="1071">
                  <c:v>2.9750000000000001</c:v>
                </c:pt>
                <c:pt idx="1072">
                  <c:v>2.9777777777777774</c:v>
                </c:pt>
                <c:pt idx="1073">
                  <c:v>2.9805555555555556</c:v>
                </c:pt>
                <c:pt idx="1074">
                  <c:v>2.9833333333333334</c:v>
                </c:pt>
                <c:pt idx="1075">
                  <c:v>2.9861111111111112</c:v>
                </c:pt>
                <c:pt idx="1076">
                  <c:v>2.9888888888888889</c:v>
                </c:pt>
                <c:pt idx="1077">
                  <c:v>2.9916666666666667</c:v>
                </c:pt>
                <c:pt idx="1078">
                  <c:v>2.9944444444444445</c:v>
                </c:pt>
                <c:pt idx="1079">
                  <c:v>2.9972222222222222</c:v>
                </c:pt>
                <c:pt idx="1080">
                  <c:v>3</c:v>
                </c:pt>
              </c:numCache>
            </c:numRef>
          </c:xVal>
          <c:yVal>
            <c:numRef>
              <c:f>Sheet1!$R$4:$R$1084</c:f>
              <c:numCache>
                <c:formatCode>0.00</c:formatCode>
                <c:ptCount val="1081"/>
                <c:pt idx="0">
                  <c:v>0</c:v>
                </c:pt>
                <c:pt idx="1">
                  <c:v>1.163558926725998E-137</c:v>
                </c:pt>
                <c:pt idx="2">
                  <c:v>1.2004198818817112E-119</c:v>
                </c:pt>
                <c:pt idx="3">
                  <c:v>3.9496060612051951E-109</c:v>
                </c:pt>
                <c:pt idx="4">
                  <c:v>1.1082124752896442E-101</c:v>
                </c:pt>
                <c:pt idx="5">
                  <c:v>6.4709623475513941E-96</c:v>
                </c:pt>
                <c:pt idx="6">
                  <c:v>3.2627867743497145E-91</c:v>
                </c:pt>
                <c:pt idx="7">
                  <c:v>3.0348772397871565E-87</c:v>
                </c:pt>
                <c:pt idx="8">
                  <c:v>8.1922463748180272E-84</c:v>
                </c:pt>
                <c:pt idx="9">
                  <c:v>8.5960594278385431E-81</c:v>
                </c:pt>
                <c:pt idx="10">
                  <c:v>4.2804940773400999E-78</c:v>
                </c:pt>
                <c:pt idx="11">
                  <c:v>1.1662725864563074E-75</c:v>
                </c:pt>
                <c:pt idx="12">
                  <c:v>1.9313401921432849E-73</c:v>
                </c:pt>
                <c:pt idx="13">
                  <c:v>2.1053786355297768E-71</c:v>
                </c:pt>
                <c:pt idx="14">
                  <c:v>1.6075195799745058E-69</c:v>
                </c:pt>
                <c:pt idx="15">
                  <c:v>9.030145159563466E-68</c:v>
                </c:pt>
                <c:pt idx="16">
                  <c:v>3.8829625795594864E-66</c:v>
                </c:pt>
                <c:pt idx="17">
                  <c:v>1.320214766949081E-64</c:v>
                </c:pt>
                <c:pt idx="18">
                  <c:v>3.6458992829495129E-63</c:v>
                </c:pt>
                <c:pt idx="19">
                  <c:v>8.3640279561698115E-62</c:v>
                </c:pt>
                <c:pt idx="20">
                  <c:v>1.6245916471732416E-60</c:v>
                </c:pt>
                <c:pt idx="21">
                  <c:v>2.7154838094845976E-59</c:v>
                </c:pt>
                <c:pt idx="22">
                  <c:v>3.9609142514740046E-58</c:v>
                </c:pt>
                <c:pt idx="23">
                  <c:v>5.1032848485664966E-57</c:v>
                </c:pt>
                <c:pt idx="24">
                  <c:v>5.8694743505467022E-56</c:v>
                </c:pt>
                <c:pt idx="25">
                  <c:v>6.0823342712008655E-55</c:v>
                </c:pt>
                <c:pt idx="26">
                  <c:v>5.7255300686991888E-54</c:v>
                </c:pt>
                <c:pt idx="27">
                  <c:v>4.9315759803393794E-53</c:v>
                </c:pt>
                <c:pt idx="28">
                  <c:v>3.9118916485432109E-52</c:v>
                </c:pt>
                <c:pt idx="29">
                  <c:v>2.8742852629687479E-51</c:v>
                </c:pt>
                <c:pt idx="30">
                  <c:v>1.9663930699535093E-50</c:v>
                </c:pt>
                <c:pt idx="31">
                  <c:v>1.2584667323372705E-49</c:v>
                </c:pt>
                <c:pt idx="32">
                  <c:v>7.5663053882348452E-49</c:v>
                </c:pt>
                <c:pt idx="33">
                  <c:v>4.2900921141153901E-48</c:v>
                </c:pt>
                <c:pt idx="34">
                  <c:v>2.3020264250564688E-47</c:v>
                </c:pt>
                <c:pt idx="35">
                  <c:v>1.1727434085424836E-46</c:v>
                </c:pt>
                <c:pt idx="36">
                  <c:v>5.688731592593388E-46</c:v>
                </c:pt>
                <c:pt idx="37">
                  <c:v>2.6345952154539276E-45</c:v>
                </c:pt>
                <c:pt idx="38">
                  <c:v>1.1678076324463227E-44</c:v>
                </c:pt>
                <c:pt idx="39">
                  <c:v>4.9656601316002527E-44</c:v>
                </c:pt>
                <c:pt idx="40">
                  <c:v>2.0297619509395728E-43</c:v>
                </c:pt>
                <c:pt idx="41">
                  <c:v>7.9913856273906567E-43</c:v>
                </c:pt>
                <c:pt idx="42">
                  <c:v>3.035939875793483E-42</c:v>
                </c:pt>
                <c:pt idx="43">
                  <c:v>1.1147773468933101E-41</c:v>
                </c:pt>
                <c:pt idx="44">
                  <c:v>3.9626566773917812E-41</c:v>
                </c:pt>
                <c:pt idx="45">
                  <c:v>1.365594446085722E-40</c:v>
                </c:pt>
                <c:pt idx="46">
                  <c:v>4.5686288062633931E-40</c:v>
                </c:pt>
                <c:pt idx="47">
                  <c:v>1.4857047319364025E-39</c:v>
                </c:pt>
                <c:pt idx="48">
                  <c:v>4.7019751607390414E-39</c:v>
                </c:pt>
                <c:pt idx="49">
                  <c:v>1.4498262120078074E-38</c:v>
                </c:pt>
                <c:pt idx="50">
                  <c:v>4.3601001330879208E-38</c:v>
                </c:pt>
                <c:pt idx="51">
                  <c:v>1.2801233712390451E-37</c:v>
                </c:pt>
                <c:pt idx="52">
                  <c:v>3.6727125275415641E-37</c:v>
                </c:pt>
                <c:pt idx="53">
                  <c:v>1.030584370664409E-36</c:v>
                </c:pt>
                <c:pt idx="54">
                  <c:v>2.8307533032746906E-36</c:v>
                </c:pt>
                <c:pt idx="55">
                  <c:v>7.6169807954875954E-36</c:v>
                </c:pt>
                <c:pt idx="56">
                  <c:v>2.0093156594698536E-35</c:v>
                </c:pt>
                <c:pt idx="57">
                  <c:v>5.1999952442835503E-35</c:v>
                </c:pt>
                <c:pt idx="58">
                  <c:v>1.3211017791674282E-34</c:v>
                </c:pt>
                <c:pt idx="59">
                  <c:v>3.2970263628857669E-34</c:v>
                </c:pt>
                <c:pt idx="60">
                  <c:v>8.0876398189174104E-34</c:v>
                </c:pt>
                <c:pt idx="61">
                  <c:v>1.9511108185390714E-33</c:v>
                </c:pt>
                <c:pt idx="62">
                  <c:v>4.6316769841260236E-33</c:v>
                </c:pt>
                <c:pt idx="63">
                  <c:v>1.0824676314625828E-32</c:v>
                </c:pt>
                <c:pt idx="64">
                  <c:v>2.4918703816130522E-32</c:v>
                </c:pt>
                <c:pt idx="65">
                  <c:v>5.6529281458924713E-32</c:v>
                </c:pt>
                <c:pt idx="66">
                  <c:v>1.2643090792575712E-31</c:v>
                </c:pt>
                <c:pt idx="67">
                  <c:v>2.7890117491848633E-31</c:v>
                </c:pt>
                <c:pt idx="68">
                  <c:v>6.0707451518892857E-31</c:v>
                </c:pt>
                <c:pt idx="69">
                  <c:v>1.3043608080021496E-30</c:v>
                </c:pt>
                <c:pt idx="70">
                  <c:v>2.7674498226337531E-30</c:v>
                </c:pt>
                <c:pt idx="71">
                  <c:v>5.8002048906714064E-30</c:v>
                </c:pt>
                <c:pt idx="72">
                  <c:v>1.2012606623220407E-29</c:v>
                </c:pt>
                <c:pt idx="73">
                  <c:v>2.4592582353135722E-29</c:v>
                </c:pt>
                <c:pt idx="74">
                  <c:v>4.9782966100470145E-29</c:v>
                </c:pt>
                <c:pt idx="75">
                  <c:v>9.967780039790667E-29</c:v>
                </c:pt>
                <c:pt idx="76">
                  <c:v>1.9746186597981824E-28</c:v>
                </c:pt>
                <c:pt idx="77">
                  <c:v>3.8712950100788467E-28</c:v>
                </c:pt>
                <c:pt idx="78">
                  <c:v>7.5133561595767388E-28</c:v>
                </c:pt>
                <c:pt idx="79">
                  <c:v>1.4438708545698908E-27</c:v>
                </c:pt>
                <c:pt idx="80">
                  <c:v>2.7481924973213334E-27</c:v>
                </c:pt>
                <c:pt idx="81">
                  <c:v>5.18196076484525E-27</c:v>
                </c:pt>
                <c:pt idx="82">
                  <c:v>9.6820916266277689E-27</c:v>
                </c:pt>
                <c:pt idx="83">
                  <c:v>1.7929519272496562E-26</c:v>
                </c:pt>
                <c:pt idx="84">
                  <c:v>3.2914353117319701E-26</c:v>
                </c:pt>
                <c:pt idx="85">
                  <c:v>5.9911302410394976E-26</c:v>
                </c:pt>
                <c:pt idx="86">
                  <c:v>1.0814970773474391E-25</c:v>
                </c:pt>
                <c:pt idx="87">
                  <c:v>1.9365044093800266E-25</c:v>
                </c:pt>
                <c:pt idx="88">
                  <c:v>3.4400814046941469E-25</c:v>
                </c:pt>
                <c:pt idx="89">
                  <c:v>6.0639253589587413E-25</c:v>
                </c:pt>
                <c:pt idx="90">
                  <c:v>1.0608380099070199E-24</c:v>
                </c:pt>
                <c:pt idx="91">
                  <c:v>1.842158959335756E-24</c:v>
                </c:pt>
                <c:pt idx="92">
                  <c:v>3.1758374205520825E-24</c:v>
                </c:pt>
                <c:pt idx="93">
                  <c:v>5.4363898345661791E-24</c:v>
                </c:pt>
                <c:pt idx="94">
                  <c:v>9.2416592598380576E-24</c:v>
                </c:pt>
                <c:pt idx="95">
                  <c:v>1.5604149801996916E-23</c:v>
                </c:pt>
                <c:pt idx="96">
                  <c:v>2.6172356877228613E-23</c:v>
                </c:pt>
                <c:pt idx="97">
                  <c:v>4.3613201175323265E-23</c:v>
                </c:pt>
                <c:pt idx="98">
                  <c:v>7.2214350222768803E-23</c:v>
                </c:pt>
                <c:pt idx="99">
                  <c:v>1.1882715513992606E-22</c:v>
                </c:pt>
                <c:pt idx="100">
                  <c:v>1.943341304599726E-22</c:v>
                </c:pt>
                <c:pt idx="101">
                  <c:v>3.1591959645254369E-22</c:v>
                </c:pt>
                <c:pt idx="102">
                  <c:v>5.1056319230932264E-22</c:v>
                </c:pt>
                <c:pt idx="103">
                  <c:v>8.2038504792573283E-22</c:v>
                </c:pt>
                <c:pt idx="104">
                  <c:v>1.3107795876657458E-21</c:v>
                </c:pt>
                <c:pt idx="105">
                  <c:v>2.0827268384526679E-21</c:v>
                </c:pt>
                <c:pt idx="106">
                  <c:v>3.2913293513078378E-21</c:v>
                </c:pt>
                <c:pt idx="107">
                  <c:v>5.1735797197607354E-21</c:v>
                </c:pt>
                <c:pt idx="108">
                  <c:v>8.0897457252045043E-21</c:v>
                </c:pt>
                <c:pt idx="109">
                  <c:v>1.2584746621446886E-20</c:v>
                </c:pt>
                <c:pt idx="110">
                  <c:v>1.9478735778859424E-20</c:v>
                </c:pt>
                <c:pt idx="111">
                  <c:v>3.0000151083811241E-20</c:v>
                </c:pt>
                <c:pt idx="112">
                  <c:v>4.5980229270461398E-20</c:v>
                </c:pt>
                <c:pt idx="113">
                  <c:v>7.013607190826093E-20</c:v>
                </c:pt>
                <c:pt idx="114">
                  <c:v>1.0648071717566874E-19</c:v>
                </c:pt>
                <c:pt idx="115">
                  <c:v>1.6091456892988271E-19</c:v>
                </c:pt>
                <c:pt idx="116">
                  <c:v>2.4207467425567293E-19</c:v>
                </c:pt>
                <c:pt idx="117">
                  <c:v>3.6254904447084741E-19</c:v>
                </c:pt>
                <c:pt idx="118">
                  <c:v>5.4060561975878598E-19</c:v>
                </c:pt>
                <c:pt idx="119">
                  <c:v>8.0264380630607589E-19</c:v>
                </c:pt>
                <c:pt idx="120">
                  <c:v>1.1866564267046149E-18</c:v>
                </c:pt>
                <c:pt idx="121">
                  <c:v>1.7470989766354736E-18</c:v>
                </c:pt>
                <c:pt idx="122">
                  <c:v>2.5617113258846846E-18</c:v>
                </c:pt>
                <c:pt idx="123">
                  <c:v>3.7410377607224085E-18</c:v>
                </c:pt>
                <c:pt idx="124">
                  <c:v>5.4416621251499701E-18</c:v>
                </c:pt>
                <c:pt idx="125">
                  <c:v>7.8845389162009401E-18</c:v>
                </c:pt>
                <c:pt idx="126">
                  <c:v>1.1380288848301034E-17</c:v>
                </c:pt>
                <c:pt idx="127">
                  <c:v>1.6363978231392522E-17</c:v>
                </c:pt>
                <c:pt idx="128">
                  <c:v>2.3442767059203637E-17</c:v>
                </c:pt>
                <c:pt idx="129">
                  <c:v>3.3460957846227205E-17</c:v>
                </c:pt>
                <c:pt idx="130">
                  <c:v>4.7588492427176337E-17</c:v>
                </c:pt>
                <c:pt idx="131">
                  <c:v>6.74409385155707E-17</c:v>
                </c:pt>
                <c:pt idx="132">
                  <c:v>9.5241624835364087E-17</c:v>
                </c:pt>
                <c:pt idx="133">
                  <c:v>1.3404000617200826E-16</c:v>
                </c:pt>
                <c:pt idx="134">
                  <c:v>1.8800480134132842E-16</c:v>
                </c:pt>
                <c:pt idx="135">
                  <c:v>2.6281624498027772E-16</c:v>
                </c:pt>
                <c:pt idx="136">
                  <c:v>3.6618930499194875E-16</c:v>
                </c:pt>
                <c:pt idx="137">
                  <c:v>5.0856941771558889E-16</c:v>
                </c:pt>
                <c:pt idx="138">
                  <c:v>7.0405478271470545E-16</c:v>
                </c:pt>
                <c:pt idx="139">
                  <c:v>9.7161529277081048E-16</c:v>
                </c:pt>
                <c:pt idx="140">
                  <c:v>1.3366986972701092E-15</c:v>
                </c:pt>
                <c:pt idx="141">
                  <c:v>1.8333407892560117E-15</c:v>
                </c:pt>
                <c:pt idx="142">
                  <c:v>2.5069297386173887E-15</c:v>
                </c:pt>
                <c:pt idx="143">
                  <c:v>3.4178169929350364E-15</c:v>
                </c:pt>
                <c:pt idx="144">
                  <c:v>4.6460206961982769E-15</c:v>
                </c:pt>
                <c:pt idx="145">
                  <c:v>6.2973351291008634E-15</c:v>
                </c:pt>
                <c:pt idx="146">
                  <c:v>8.511244696373278E-15</c:v>
                </c:pt>
                <c:pt idx="147">
                  <c:v>1.1471147707250901E-14</c:v>
                </c:pt>
                <c:pt idx="148">
                  <c:v>1.5417528798752545E-14</c:v>
                </c:pt>
                <c:pt idx="149">
                  <c:v>2.0664885673555878E-14</c:v>
                </c:pt>
                <c:pt idx="150">
                  <c:v>2.7623423587787902E-14</c:v>
                </c:pt>
                <c:pt idx="151">
                  <c:v>3.6826789118861708E-14</c:v>
                </c:pt>
                <c:pt idx="152">
                  <c:v>4.8967434557255546E-14</c:v>
                </c:pt>
                <c:pt idx="153">
                  <c:v>6.4941599574824837E-14</c:v>
                </c:pt>
                <c:pt idx="154">
                  <c:v>8.5906384249808789E-14</c:v>
                </c:pt>
                <c:pt idx="155">
                  <c:v>1.1335198708650947E-13</c:v>
                </c:pt>
                <c:pt idx="156">
                  <c:v>1.4919291738670721E-13</c:v>
                </c:pt>
                <c:pt idx="157">
                  <c:v>1.958828919986521E-13</c:v>
                </c:pt>
                <c:pt idx="158">
                  <c:v>2.5655922649408128E-13</c:v>
                </c:pt>
                <c:pt idx="159">
                  <c:v>3.3522387122793405E-13</c:v>
                </c:pt>
                <c:pt idx="160">
                  <c:v>4.3696987231907581E-13</c:v>
                </c:pt>
                <c:pt idx="161">
                  <c:v>5.682640142700684E-13</c:v>
                </c:pt>
                <c:pt idx="162">
                  <c:v>7.3729879330112599E-13</c:v>
                </c:pt>
                <c:pt idx="163">
                  <c:v>9.5442975953062725E-13</c:v>
                </c:pt>
                <c:pt idx="164">
                  <c:v>1.2327177474054726E-12</c:v>
                </c:pt>
                <c:pt idx="165">
                  <c:v>1.5885996996084626E-12</c:v>
                </c:pt>
                <c:pt idx="166">
                  <c:v>2.0427168118918883E-12</c:v>
                </c:pt>
                <c:pt idx="167">
                  <c:v>2.6209347393065101E-12</c:v>
                </c:pt>
                <c:pt idx="168">
                  <c:v>3.3555977885336978E-12</c:v>
                </c:pt>
                <c:pt idx="169">
                  <c:v>4.2870675868633517E-12</c:v>
                </c:pt>
                <c:pt idx="170">
                  <c:v>5.4656069105895593E-12</c:v>
                </c:pt>
                <c:pt idx="171">
                  <c:v>6.9536814584452248E-12</c:v>
                </c:pt>
                <c:pt idx="172">
                  <c:v>8.8287666985235011E-12</c:v>
                </c:pt>
                <c:pt idx="173">
                  <c:v>1.1186763880755003E-11</c:v>
                </c:pt>
                <c:pt idx="174">
                  <c:v>1.4146149330887109E-11</c:v>
                </c:pt>
                <c:pt idx="175">
                  <c:v>1.7853004732098328E-11</c:v>
                </c:pt>
                <c:pt idx="176">
                  <c:v>2.2487103838509952E-11</c:v>
                </c:pt>
                <c:pt idx="177">
                  <c:v>2.8269263617958173E-11</c:v>
                </c:pt>
                <c:pt idx="178">
                  <c:v>3.5470205953080601E-11</c:v>
                </c:pt>
                <c:pt idx="179">
                  <c:v>4.4421220612340159E-11</c:v>
                </c:pt>
                <c:pt idx="180">
                  <c:v>5.5526972230583276E-11</c:v>
                </c:pt>
                <c:pt idx="181">
                  <c:v>6.9280854643881079E-11</c:v>
                </c:pt>
                <c:pt idx="182">
                  <c:v>8.6283366390994669E-11</c:v>
                </c:pt>
                <c:pt idx="183">
                  <c:v>1.0726406298069236E-10</c:v>
                </c:pt>
                <c:pt idx="184">
                  <c:v>1.3310773627859772E-10</c:v>
                </c:pt>
                <c:pt idx="185">
                  <c:v>1.6488558095023724E-10</c:v>
                </c:pt>
                <c:pt idx="186">
                  <c:v>2.0389223440603509E-10</c:v>
                </c:pt>
                <c:pt idx="187">
                  <c:v>2.5168972248824389E-10</c:v>
                </c:pt>
                <c:pt idx="188">
                  <c:v>3.1015951086838473E-10</c:v>
                </c:pt>
                <c:pt idx="189">
                  <c:v>3.8156405475470951E-10</c:v>
                </c:pt>
                <c:pt idx="190">
                  <c:v>4.6861946036290094E-10</c:v>
                </c:pt>
                <c:pt idx="191">
                  <c:v>5.745811243861795E-10</c:v>
                </c:pt>
                <c:pt idx="192">
                  <c:v>7.0334450654372859E-10</c:v>
                </c:pt>
                <c:pt idx="193">
                  <c:v>8.5956351978311008E-10</c:v>
                </c:pt>
                <c:pt idx="194">
                  <c:v>1.0487893979630664E-9</c:v>
                </c:pt>
                <c:pt idx="195">
                  <c:v>1.2776333275003818E-9</c:v>
                </c:pt>
                <c:pt idx="196">
                  <c:v>1.5539566137788891E-9</c:v>
                </c:pt>
                <c:pt idx="197">
                  <c:v>1.8870927019922029E-9</c:v>
                </c:pt>
                <c:pt idx="198">
                  <c:v>2.288105993130257E-9</c:v>
                </c:pt>
                <c:pt idx="199">
                  <c:v>2.7700930973876222E-9</c:v>
                </c:pt>
                <c:pt idx="200">
                  <c:v>3.348532958554555E-9</c:v>
                </c:pt>
                <c:pt idx="201">
                  <c:v>4.0416931740124151E-9</c:v>
                </c:pt>
                <c:pt idx="202">
                  <c:v>4.871100836806624E-9</c:v>
                </c:pt>
                <c:pt idx="203">
                  <c:v>5.8620873509238743E-9</c:v>
                </c:pt>
                <c:pt idx="204">
                  <c:v>7.0444179314639464E-9</c:v>
                </c:pt>
                <c:pt idx="205">
                  <c:v>8.4530179121049119E-9</c:v>
                </c:pt>
                <c:pt idx="206">
                  <c:v>1.0128809558586833E-8</c:v>
                </c:pt>
                <c:pt idx="207">
                  <c:v>1.2119674845634986E-8</c:v>
                </c:pt>
                <c:pt idx="208">
                  <c:v>1.4481561613940923E-8</c:v>
                </c:pt>
                <c:pt idx="209">
                  <c:v>1.7279752703054893E-8</c:v>
                </c:pt>
                <c:pt idx="210">
                  <c:v>2.0590320076433266E-8</c:v>
                </c:pt>
                <c:pt idx="211">
                  <c:v>2.4501788639035095E-8</c:v>
                </c:pt>
                <c:pt idx="212">
                  <c:v>2.911703742011828E-8</c:v>
                </c:pt>
                <c:pt idx="213">
                  <c:v>3.455546908028504E-8</c:v>
                </c:pt>
                <c:pt idx="214">
                  <c:v>4.0955482330161677E-8</c:v>
                </c:pt>
                <c:pt idx="215">
                  <c:v>4.8477285848086775E-8</c:v>
                </c:pt>
                <c:pt idx="216">
                  <c:v>5.7306096687366424E-8</c:v>
                </c:pt>
                <c:pt idx="217">
                  <c:v>6.7655771003621566E-8</c:v>
                </c:pt>
                <c:pt idx="218">
                  <c:v>7.9772920245000518E-8</c:v>
                </c:pt>
                <c:pt idx="219">
                  <c:v>9.3941571770175905E-8</c:v>
                </c:pt>
                <c:pt idx="220">
                  <c:v>1.1048843923076554E-7</c:v>
                </c:pt>
                <c:pt idx="221">
                  <c:v>1.2978887501775804E-7</c:v>
                </c:pt>
                <c:pt idx="222">
                  <c:v>1.522735846696575E-7</c:v>
                </c:pt>
                <c:pt idx="223">
                  <c:v>1.7843619141916408E-7</c:v>
                </c:pt>
                <c:pt idx="224">
                  <c:v>2.0884174806335925E-7</c:v>
                </c:pt>
                <c:pt idx="225">
                  <c:v>2.4413630312944765E-7</c:v>
                </c:pt>
                <c:pt idx="226">
                  <c:v>2.8505763892632851E-7</c:v>
                </c:pt>
                <c:pt idx="227">
                  <c:v>3.324473105750635E-7</c:v>
                </c:pt>
                <c:pt idx="228">
                  <c:v>3.8726412755490847E-7</c:v>
                </c:pt>
                <c:pt idx="229">
                  <c:v>4.5059923274287441E-7</c:v>
                </c:pt>
                <c:pt idx="230">
                  <c:v>5.2369294842277214E-7</c:v>
                </c:pt>
                <c:pt idx="231">
                  <c:v>6.0795357435512426E-7</c:v>
                </c:pt>
                <c:pt idx="232">
                  <c:v>7.0497833979275572E-7</c:v>
                </c:pt>
                <c:pt idx="233">
                  <c:v>8.1657672936202751E-7</c:v>
                </c:pt>
                <c:pt idx="234">
                  <c:v>9.4479642206824172E-7</c:v>
                </c:pt>
                <c:pt idx="235">
                  <c:v>1.0919521033913543E-6</c:v>
                </c:pt>
                <c:pt idx="236">
                  <c:v>1.2606574325760119E-6</c:v>
                </c:pt>
                <c:pt idx="237">
                  <c:v>1.4538604708550515E-6</c:v>
                </c:pt>
                <c:pt idx="238">
                  <c:v>1.6748829015370957E-6</c:v>
                </c:pt>
                <c:pt idx="239">
                  <c:v>1.9274633997031471E-6</c:v>
                </c:pt>
                <c:pt idx="240">
                  <c:v>2.2158055377508834E-6</c:v>
                </c:pt>
                <c:pt idx="241">
                  <c:v>2.5446306432607223E-6</c:v>
                </c:pt>
                <c:pt idx="242">
                  <c:v>2.9192360576886519E-6</c:v>
                </c:pt>
                <c:pt idx="243">
                  <c:v>3.3455592782730606E-6</c:v>
                </c:pt>
                <c:pt idx="244">
                  <c:v>3.8302485013245397E-6</c:v>
                </c:pt>
                <c:pt idx="245">
                  <c:v>4.3807401227959559E-6</c:v>
                </c:pt>
                <c:pt idx="246">
                  <c:v>5.0053437917452877E-6</c:v>
                </c:pt>
                <c:pt idx="247">
                  <c:v>5.7133356540428607E-6</c:v>
                </c:pt>
                <c:pt idx="248">
                  <c:v>6.5150604674659269E-6</c:v>
                </c:pt>
                <c:pt idx="249">
                  <c:v>7.4220433151893482E-6</c:v>
                </c:pt>
                <c:pt idx="250">
                  <c:v>8.447111692638366E-6</c:v>
                </c:pt>
                <c:pt idx="251">
                  <c:v>9.6045287927248243E-6</c:v>
                </c:pt>
                <c:pt idx="252">
                  <c:v>1.0910138866631711E-5</c:v>
                </c:pt>
                <c:pt idx="253">
                  <c:v>1.2381525591547316E-5</c:v>
                </c:pt>
                <c:pt idx="254">
                  <c:v>1.4038184433029155E-5</c:v>
                </c:pt>
                <c:pt idx="255">
                  <c:v>1.5901710047993498E-5</c:v>
                </c:pt>
                <c:pt idx="256">
                  <c:v>1.7995999834607508E-5</c:v>
                </c:pt>
                <c:pt idx="257">
                  <c:v>2.0347474797555039E-5</c:v>
                </c:pt>
                <c:pt idx="258">
                  <c:v>2.2985318961180609E-5</c:v>
                </c:pt>
                <c:pt idx="259">
                  <c:v>2.5941738628795179E-5</c:v>
                </c:pt>
                <c:pt idx="260">
                  <c:v>2.9252242853838165E-5</c:v>
                </c:pt>
                <c:pt idx="261">
                  <c:v>3.2955946557518529E-5</c:v>
                </c:pt>
                <c:pt idx="262">
                  <c:v>3.7095897797865643E-5</c:v>
                </c:pt>
                <c:pt idx="263">
                  <c:v>4.1719430766615986E-5</c:v>
                </c:pt>
                <c:pt idx="264">
                  <c:v>4.6878546162918901E-5</c:v>
                </c:pt>
                <c:pt idx="265">
                  <c:v>5.263032066621544E-5</c:v>
                </c:pt>
                <c:pt idx="266">
                  <c:v>5.9037347304619753E-5</c:v>
                </c:pt>
                <c:pt idx="267">
                  <c:v>6.6168208589510946E-5</c:v>
                </c:pt>
                <c:pt idx="268">
                  <c:v>7.4097984361488783E-5</c:v>
                </c:pt>
                <c:pt idx="269">
                  <c:v>8.2908796367159838E-5</c:v>
                </c:pt>
                <c:pt idx="270">
                  <c:v>9.2690391659999865E-5</c:v>
                </c:pt>
                <c:pt idx="271">
                  <c:v>1.0354076699157445E-4</c:v>
                </c:pt>
                <c:pt idx="272">
                  <c:v>1.1556683643120434E-4</c:v>
                </c:pt>
                <c:pt idx="273">
                  <c:v>1.2888514452246252E-4</c:v>
                </c:pt>
                <c:pt idx="274">
                  <c:v>1.4362262735326354E-4</c:v>
                </c:pt>
                <c:pt idx="275">
                  <c:v>1.59917423982323E-4</c:v>
                </c:pt>
                <c:pt idx="276">
                  <c:v>1.7791974072791229E-4</c:v>
                </c:pt>
                <c:pt idx="277">
                  <c:v>1.9779277088490186E-4</c:v>
                </c:pt>
                <c:pt idx="278">
                  <c:v>2.1971367249216863E-4</c:v>
                </c:pt>
                <c:pt idx="279">
                  <c:v>2.4387460682450117E-4</c:v>
                </c:pt>
                <c:pt idx="280">
                  <c:v>2.7048384033025836E-4</c:v>
                </c:pt>
                <c:pt idx="281">
                  <c:v>2.9976691277798436E-4</c:v>
                </c:pt>
                <c:pt idx="282">
                  <c:v>3.3196787441110826E-4</c:v>
                </c:pt>
                <c:pt idx="283">
                  <c:v>3.6735059493946912E-4</c:v>
                </c:pt>
                <c:pt idx="284">
                  <c:v>4.0620014721894608E-4</c:v>
                </c:pt>
                <c:pt idx="285">
                  <c:v>4.4882426848522929E-4</c:v>
                </c:pt>
                <c:pt idx="286">
                  <c:v>4.9555490201464759E-4</c:v>
                </c:pt>
                <c:pt idx="287">
                  <c:v>5.4674982208244944E-4</c:v>
                </c:pt>
                <c:pt idx="288">
                  <c:v>6.0279434507745937E-4</c:v>
                </c:pt>
                <c:pt idx="289">
                  <c:v>6.6410312961001292E-4</c:v>
                </c:pt>
                <c:pt idx="290">
                  <c:v>7.3112206841754231E-4</c:v>
                </c:pt>
                <c:pt idx="291">
                  <c:v>8.0433027482819538E-4</c:v>
                </c:pt>
                <c:pt idx="292">
                  <c:v>8.8424216648692552E-4</c:v>
                </c:pt>
                <c:pt idx="293">
                  <c:v>9.7140964897962439E-4</c:v>
                </c:pt>
                <c:pt idx="294">
                  <c:v>1.0664244019093483E-3</c:v>
                </c:pt>
                <c:pt idx="295">
                  <c:v>1.1699202698828518E-3</c:v>
                </c:pt>
                <c:pt idx="296">
                  <c:v>1.282575760755258E-3</c:v>
                </c:pt>
                <c:pt idx="297">
                  <c:v>1.4051166533562392E-3</c:v>
                </c:pt>
                <c:pt idx="298">
                  <c:v>1.5383187167800464E-3</c:v>
                </c:pt>
                <c:pt idx="299">
                  <c:v>1.683010543165104E-3</c:v>
                </c:pt>
                <c:pt idx="300">
                  <c:v>1.8400764957165268E-3</c:v>
                </c:pt>
                <c:pt idx="301">
                  <c:v>2.0104597735340866E-3</c:v>
                </c:pt>
                <c:pt idx="302">
                  <c:v>2.1951655946018463E-3</c:v>
                </c:pt>
                <c:pt idx="303">
                  <c:v>2.3952644980696288E-3</c:v>
                </c:pt>
                <c:pt idx="304">
                  <c:v>2.6118957667153348E-3</c:v>
                </c:pt>
                <c:pt idx="305">
                  <c:v>2.8462709702139978E-3</c:v>
                </c:pt>
                <c:pt idx="306">
                  <c:v>3.099677629561952E-3</c:v>
                </c:pt>
                <c:pt idx="307">
                  <c:v>3.3734830027047575E-3</c:v>
                </c:pt>
                <c:pt idx="308">
                  <c:v>3.6691379911021654E-3</c:v>
                </c:pt>
                <c:pt idx="309">
                  <c:v>3.9881811666271421E-3</c:v>
                </c:pt>
                <c:pt idx="310">
                  <c:v>4.3322429178420316E-3</c:v>
                </c:pt>
                <c:pt idx="311">
                  <c:v>4.7030497143239315E-3</c:v>
                </c:pt>
                <c:pt idx="312">
                  <c:v>5.1024284873175041E-3</c:v>
                </c:pt>
                <c:pt idx="313">
                  <c:v>5.532311124588781E-3</c:v>
                </c:pt>
                <c:pt idx="314">
                  <c:v>5.9947390769231543E-3</c:v>
                </c:pt>
                <c:pt idx="315">
                  <c:v>6.4918680732706105E-3</c:v>
                </c:pt>
                <c:pt idx="316">
                  <c:v>7.0259729410779561E-3</c:v>
                </c:pt>
                <c:pt idx="317">
                  <c:v>7.5994525278744555E-3</c:v>
                </c:pt>
                <c:pt idx="318">
                  <c:v>8.2148347196828661E-3</c:v>
                </c:pt>
                <c:pt idx="319">
                  <c:v>8.8747815513238511E-3</c:v>
                </c:pt>
                <c:pt idx="320">
                  <c:v>9.5820944031610369E-3</c:v>
                </c:pt>
                <c:pt idx="321">
                  <c:v>1.0339719278301103E-2</c:v>
                </c:pt>
                <c:pt idx="322">
                  <c:v>1.1150752153720049E-2</c:v>
                </c:pt>
                <c:pt idx="323">
                  <c:v>1.201844439823186E-2</c:v>
                </c:pt>
                <c:pt idx="324">
                  <c:v>1.2946208249651149E-2</c:v>
                </c:pt>
                <c:pt idx="325">
                  <c:v>1.3937622342933312E-2</c:v>
                </c:pt>
                <c:pt idx="326">
                  <c:v>1.4996437280491185E-2</c:v>
                </c:pt>
                <c:pt idx="327">
                  <c:v>1.6126581235313086E-2</c:v>
                </c:pt>
                <c:pt idx="328">
                  <c:v>1.7332165576913916E-2</c:v>
                </c:pt>
                <c:pt idx="329">
                  <c:v>1.8617490509565508E-2</c:v>
                </c:pt>
                <c:pt idx="330">
                  <c:v>1.998705071166948E-2</c:v>
                </c:pt>
                <c:pt idx="331">
                  <c:v>2.1445540964542119E-2</c:v>
                </c:pt>
                <c:pt idx="332">
                  <c:v>2.299786175830882E-2</c:v>
                </c:pt>
                <c:pt idx="333">
                  <c:v>2.4649124862022705E-2</c:v>
                </c:pt>
                <c:pt idx="334">
                  <c:v>2.6404658844560395E-2</c:v>
                </c:pt>
                <c:pt idx="335">
                  <c:v>2.8270014532289015E-2</c:v>
                </c:pt>
                <c:pt idx="336">
                  <c:v>3.0250970388950353E-2</c:v>
                </c:pt>
                <c:pt idx="337">
                  <c:v>3.2353537802687599E-2</c:v>
                </c:pt>
                <c:pt idx="338">
                  <c:v>3.4583966264611396E-2</c:v>
                </c:pt>
                <c:pt idx="339">
                  <c:v>3.6948748422830573E-2</c:v>
                </c:pt>
                <c:pt idx="340">
                  <c:v>3.9454624995367824E-2</c:v>
                </c:pt>
                <c:pt idx="341">
                  <c:v>4.210858952497018E-2</c:v>
                </c:pt>
                <c:pt idx="342">
                  <c:v>4.4917892958366699E-2</c:v>
                </c:pt>
                <c:pt idx="343">
                  <c:v>4.7890048032149461E-2</c:v>
                </c:pt>
                <c:pt idx="344">
                  <c:v>5.1032833447090142E-2</c:v>
                </c:pt>
                <c:pt idx="345">
                  <c:v>5.4354297812362305E-2</c:v>
                </c:pt>
                <c:pt idx="346">
                  <c:v>5.786276334085675E-2</c:v>
                </c:pt>
                <c:pt idx="347">
                  <c:v>6.156682927650832E-2</c:v>
                </c:pt>
                <c:pt idx="348">
                  <c:v>6.5475375034344141E-2</c:v>
                </c:pt>
                <c:pt idx="349">
                  <c:v>6.9597563033774637E-2</c:v>
                </c:pt>
                <c:pt idx="350">
                  <c:v>7.3942841205531462E-2</c:v>
                </c:pt>
                <c:pt idx="351">
                  <c:v>7.8520945152550994E-2</c:v>
                </c:pt>
                <c:pt idx="352">
                  <c:v>8.3341899945087394E-2</c:v>
                </c:pt>
                <c:pt idx="353">
                  <c:v>8.8416021530320091E-2</c:v>
                </c:pt>
                <c:pt idx="354">
                  <c:v>9.375391773681846E-2</c:v>
                </c:pt>
                <c:pt idx="355">
                  <c:v>9.9366488854306406E-2</c:v>
                </c:pt>
                <c:pt idx="356">
                  <c:v>0.10526492776936423</c:v>
                </c:pt>
                <c:pt idx="357">
                  <c:v>0.11146071963793477</c:v>
                </c:pt>
                <c:pt idx="358">
                  <c:v>0.11796564107575633</c:v>
                </c:pt>
                <c:pt idx="359">
                  <c:v>0.12479175884821098</c:v>
                </c:pt>
                <c:pt idx="360">
                  <c:v>0.13195142804148285</c:v>
                </c:pt>
                <c:pt idx="361">
                  <c:v>0.13945728969736076</c:v>
                </c:pt>
                <c:pt idx="362">
                  <c:v>0.14732226789455838</c:v>
                </c:pt>
                <c:pt idx="363">
                  <c:v>0.15555956625999054</c:v>
                </c:pt>
                <c:pt idx="364">
                  <c:v>0.16418266389413111</c:v>
                </c:pt>
                <c:pt idx="365">
                  <c:v>0.17320531069523132</c:v>
                </c:pt>
                <c:pt idx="366">
                  <c:v>0.18264152206796763</c:v>
                </c:pt>
                <c:pt idx="367">
                  <c:v>0.19250557300294274</c:v>
                </c:pt>
                <c:pt idx="368">
                  <c:v>0.20281199151431703</c:v>
                </c:pt>
                <c:pt idx="369">
                  <c:v>0.21357555142379439</c:v>
                </c:pt>
                <c:pt idx="370">
                  <c:v>0.22481126448025954</c:v>
                </c:pt>
                <c:pt idx="371">
                  <c:v>0.23653437180531622</c:v>
                </c:pt>
                <c:pt idx="372">
                  <c:v>0.24876033465624398</c:v>
                </c:pt>
                <c:pt idx="373">
                  <c:v>0.26150482449892459</c:v>
                </c:pt>
                <c:pt idx="374">
                  <c:v>0.27478371238463634</c:v>
                </c:pt>
                <c:pt idx="375">
                  <c:v>0.28861305762581679</c:v>
                </c:pt>
                <c:pt idx="376">
                  <c:v>0.30300909576732138</c:v>
                </c:pt>
                <c:pt idx="377">
                  <c:v>0.31798822585094055</c:v>
                </c:pt>
                <c:pt idx="378">
                  <c:v>0.3335669969725279</c:v>
                </c:pt>
                <c:pt idx="379">
                  <c:v>0.34976209413245862</c:v>
                </c:pt>
                <c:pt idx="380">
                  <c:v>0.3665903233816204</c:v>
                </c:pt>
                <c:pt idx="381">
                  <c:v>0.38406859626682105</c:v>
                </c:pt>
                <c:pt idx="382">
                  <c:v>0.4022139135808494</c:v>
                </c:pt>
                <c:pt idx="383">
                  <c:v>0.42104334842429259</c:v>
                </c:pt>
                <c:pt idx="384">
                  <c:v>0.44057402858760675</c:v>
                </c:pt>
                <c:pt idx="385">
                  <c:v>0.46082311826367023</c:v>
                </c:pt>
                <c:pt idx="386">
                  <c:v>0.48180779910289734</c:v>
                </c:pt>
                <c:pt idx="387">
                  <c:v>0.50354525062426836</c:v>
                </c:pt>
                <c:pt idx="388">
                  <c:v>0.52605262999774882</c:v>
                </c:pt>
                <c:pt idx="389">
                  <c:v>0.54934705121503014</c:v>
                </c:pt>
                <c:pt idx="390">
                  <c:v>0.57344556366725907</c:v>
                </c:pt>
                <c:pt idx="391">
                  <c:v>0.59836513015014536</c:v>
                </c:pt>
                <c:pt idx="392">
                  <c:v>0.62412260431851108</c:v>
                </c:pt>
                <c:pt idx="393">
                  <c:v>0.6507347076141059</c:v>
                </c:pt>
                <c:pt idx="394">
                  <c:v>0.67821800569193724</c:v>
                </c:pt>
                <c:pt idx="395">
                  <c:v>0.7065888843722955</c:v>
                </c:pt>
                <c:pt idx="396">
                  <c:v>0.73586352514714248</c:v>
                </c:pt>
                <c:pt idx="397">
                  <c:v>0.7660578802708875</c:v>
                </c:pt>
                <c:pt idx="398">
                  <c:v>0.79718764746765292</c:v>
                </c:pt>
                <c:pt idx="399">
                  <c:v>0.82926824428804591</c:v>
                </c:pt>
                <c:pt idx="400">
                  <c:v>0.86231478215031387</c:v>
                </c:pt>
                <c:pt idx="401">
                  <c:v>0.89634204010199947</c:v>
                </c:pt>
                <c:pt idx="402">
                  <c:v>0.93136443833973581</c:v>
                </c:pt>
                <c:pt idx="403">
                  <c:v>0.9673960115256961</c:v>
                </c:pt>
                <c:pt idx="404">
                  <c:v>1.0044503819411121</c:v>
                </c:pt>
                <c:pt idx="405">
                  <c:v>1.0425407325179405</c:v>
                </c:pt>
                <c:pt idx="406">
                  <c:v>1.0816797797908795</c:v>
                </c:pt>
                <c:pt idx="407">
                  <c:v>1.1218797468132848</c:v>
                </c:pt>
                <c:pt idx="408">
                  <c:v>1.1631523360812899</c:v>
                </c:pt>
                <c:pt idx="409">
                  <c:v>1.2055087025110991</c:v>
                </c:pt>
                <c:pt idx="410">
                  <c:v>1.2489594265156447</c:v>
                </c:pt>
                <c:pt idx="411">
                  <c:v>1.2935144872271953</c:v>
                </c:pt>
                <c:pt idx="412">
                  <c:v>1.3391832359130436</c:v>
                </c:pt>
                <c:pt idx="413">
                  <c:v>1.3859743696322697</c:v>
                </c:pt>
                <c:pt idx="414">
                  <c:v>1.4338959051815485</c:v>
                </c:pt>
                <c:pt idx="415">
                  <c:v>1.4829551533786716</c:v>
                </c:pt>
                <c:pt idx="416">
                  <c:v>1.5331586937323392</c:v>
                </c:pt>
                <c:pt idx="417">
                  <c:v>1.5845123495472526</c:v>
                </c:pt>
                <c:pt idx="418">
                  <c:v>1.6370211635130829</c:v>
                </c:pt>
                <c:pt idx="419">
                  <c:v>1.6906893738262694</c:v>
                </c:pt>
                <c:pt idx="420">
                  <c:v>1.7455203908931118</c:v>
                </c:pt>
                <c:pt idx="421">
                  <c:v>1.8015167746623708</c:v>
                </c:pt>
                <c:pt idx="422">
                  <c:v>1.8586802126351056</c:v>
                </c:pt>
                <c:pt idx="423">
                  <c:v>1.9170114985992448</c:v>
                </c:pt>
                <c:pt idx="424">
                  <c:v>1.9765105121352964</c:v>
                </c:pt>
                <c:pt idx="425">
                  <c:v>2.0371761989392612</c:v>
                </c:pt>
                <c:pt idx="426">
                  <c:v>2.0990065520077321</c:v>
                </c:pt>
                <c:pt idx="427">
                  <c:v>2.1619985937294013</c:v>
                </c:pt>
                <c:pt idx="428">
                  <c:v>2.2261483589257662</c:v>
                </c:pt>
                <c:pt idx="429">
                  <c:v>2.291450878883349</c:v>
                </c:pt>
                <c:pt idx="430">
                  <c:v>2.3579001664174797</c:v>
                </c:pt>
                <c:pt idx="431">
                  <c:v>2.4254892020077308</c:v>
                </c:pt>
                <c:pt idx="432">
                  <c:v>2.4942099210417998</c:v>
                </c:pt>
                <c:pt idx="433">
                  <c:v>2.5640532022050855</c:v>
                </c:pt>
                <c:pt idx="434">
                  <c:v>2.6350088570498431</c:v>
                </c:pt>
                <c:pt idx="435">
                  <c:v>2.7070656207773389</c:v>
                </c:pt>
                <c:pt idx="436">
                  <c:v>2.7802111442638822</c:v>
                </c:pt>
                <c:pt idx="437">
                  <c:v>2.8544319873595891</c:v>
                </c:pt>
                <c:pt idx="438">
                  <c:v>2.9297136134879103</c:v>
                </c:pt>
                <c:pt idx="439">
                  <c:v>3.0060403855703397</c:v>
                </c:pt>
                <c:pt idx="440">
                  <c:v>3.0833955632997316</c:v>
                </c:pt>
                <c:pt idx="441">
                  <c:v>3.1617613017829953</c:v>
                </c:pt>
                <c:pt idx="442">
                  <c:v>3.2411186515720471</c:v>
                </c:pt>
                <c:pt idx="443">
                  <c:v>3.3214475600989752</c:v>
                </c:pt>
                <c:pt idx="444">
                  <c:v>3.4027268745300407</c:v>
                </c:pt>
                <c:pt idx="445">
                  <c:v>3.4849343460493643</c:v>
                </c:pt>
                <c:pt idx="446">
                  <c:v>3.5680466355825171</c:v>
                </c:pt>
                <c:pt idx="447">
                  <c:v>3.652039320965494</c:v>
                </c:pt>
                <c:pt idx="448">
                  <c:v>3.7368869055649823</c:v>
                </c:pt>
                <c:pt idx="449">
                  <c:v>3.822562828350045</c:v>
                </c:pt>
                <c:pt idx="450">
                  <c:v>3.9090394754154123</c:v>
                </c:pt>
                <c:pt idx="451">
                  <c:v>3.996288192953275</c:v>
                </c:pt>
                <c:pt idx="452">
                  <c:v>4.0842793016664105</c:v>
                </c:pt>
                <c:pt idx="453">
                  <c:v>4.1729821126162694</c:v>
                </c:pt>
                <c:pt idx="454">
                  <c:v>4.2623649444931422</c:v>
                </c:pt>
                <c:pt idx="455">
                  <c:v>4.3523951422959799</c:v>
                </c:pt>
                <c:pt idx="456">
                  <c:v>4.4430390974060705</c:v>
                </c:pt>
                <c:pt idx="457">
                  <c:v>4.5342622690348735</c:v>
                </c:pt>
                <c:pt idx="458">
                  <c:v>4.6260292070269191</c:v>
                </c:pt>
                <c:pt idx="459">
                  <c:v>4.7183035759925129</c:v>
                </c:pt>
                <c:pt idx="460">
                  <c:v>4.8110481807457894</c:v>
                </c:pt>
                <c:pt idx="461">
                  <c:v>4.9042249930191852</c:v>
                </c:pt>
                <c:pt idx="462">
                  <c:v>4.9977951794250632</c:v>
                </c:pt>
                <c:pt idx="463">
                  <c:v>5.0917191306295937</c:v>
                </c:pt>
                <c:pt idx="464">
                  <c:v>5.1859564917071843</c:v>
                </c:pt>
                <c:pt idx="465">
                  <c:v>5.2804661936351982</c:v>
                </c:pt>
                <c:pt idx="466">
                  <c:v>5.3752064858923418</c:v>
                </c:pt>
                <c:pt idx="467">
                  <c:v>5.4701349701184663</c:v>
                </c:pt>
                <c:pt idx="468">
                  <c:v>5.5652086347933283</c:v>
                </c:pt>
                <c:pt idx="469">
                  <c:v>5.6603838908891646</c:v>
                </c:pt>
                <c:pt idx="470">
                  <c:v>5.7556166084509632</c:v>
                </c:pt>
                <c:pt idx="471">
                  <c:v>5.8508621540559433</c:v>
                </c:pt>
                <c:pt idx="472">
                  <c:v>5.946075429102498</c:v>
                </c:pt>
                <c:pt idx="473">
                  <c:v>6.0412109088778188</c:v>
                </c:pt>
                <c:pt idx="474">
                  <c:v>6.1362226823510371</c:v>
                </c:pt>
                <c:pt idx="475">
                  <c:v>6.231064492638331</c:v>
                </c:pt>
                <c:pt idx="476">
                  <c:v>6.3256897780850547</c:v>
                </c:pt>
                <c:pt idx="477">
                  <c:v>6.4200517139082214</c:v>
                </c:pt>
                <c:pt idx="478">
                  <c:v>6.5141032543433655</c:v>
                </c:pt>
                <c:pt idx="479">
                  <c:v>6.607797175236902</c:v>
                </c:pt>
                <c:pt idx="480">
                  <c:v>6.7010861170253193</c:v>
                </c:pt>
                <c:pt idx="481">
                  <c:v>6.7939226280428153</c:v>
                </c:pt>
                <c:pt idx="482">
                  <c:v>6.8862592080966243</c:v>
                </c:pt>
                <c:pt idx="483">
                  <c:v>6.9780483522504078</c:v>
                </c:pt>
                <c:pt idx="484">
                  <c:v>7.0692425947549511</c:v>
                </c:pt>
                <c:pt idx="485">
                  <c:v>7.1597945530654918</c:v>
                </c:pt>
                <c:pt idx="486">
                  <c:v>7.2496569718849235</c:v>
                </c:pt>
                <c:pt idx="487">
                  <c:v>7.3387827671725345</c:v>
                </c:pt>
                <c:pt idx="488">
                  <c:v>7.4271250700566878</c:v>
                </c:pt>
                <c:pt idx="489">
                  <c:v>7.5146372705927345</c:v>
                </c:pt>
                <c:pt idx="490">
                  <c:v>7.6012730613042585</c:v>
                </c:pt>
                <c:pt idx="491">
                  <c:v>7.6869864804508872</c:v>
                </c:pt>
                <c:pt idx="492">
                  <c:v>7.7717319549599946</c:v>
                </c:pt>
                <c:pt idx="493">
                  <c:v>7.8554643429684212</c:v>
                </c:pt>
                <c:pt idx="494">
                  <c:v>7.9381389759137457</c:v>
                </c:pt>
                <c:pt idx="495">
                  <c:v>8.0197117001194318</c:v>
                </c:pt>
                <c:pt idx="496">
                  <c:v>8.100138917819244</c:v>
                </c:pt>
                <c:pt idx="497">
                  <c:v>8.1793776275651844</c:v>
                </c:pt>
                <c:pt idx="498">
                  <c:v>8.257385463967049</c:v>
                </c:pt>
                <c:pt idx="499">
                  <c:v>8.3341207367097656</c:v>
                </c:pt>
                <c:pt idx="500">
                  <c:v>8.409542468800753</c:v>
                </c:pt>
                <c:pt idx="501">
                  <c:v>8.4836104339945901</c:v>
                </c:pt>
                <c:pt idx="502">
                  <c:v>8.5562851933506341</c:v>
                </c:pt>
                <c:pt idx="503">
                  <c:v>8.6275281308748415</c:v>
                </c:pt>
                <c:pt idx="504">
                  <c:v>8.6973014882031698</c:v>
                </c:pt>
                <c:pt idx="505">
                  <c:v>8.7655683982832038</c:v>
                </c:pt>
                <c:pt idx="506">
                  <c:v>8.8322929180119676</c:v>
                </c:pt>
                <c:pt idx="507">
                  <c:v>8.8974400597933183</c:v>
                </c:pt>
                <c:pt idx="508">
                  <c:v>8.9609758219752855</c:v>
                </c:pt>
                <c:pt idx="509">
                  <c:v>9.0228672181326033</c:v>
                </c:pt>
                <c:pt idx="510">
                  <c:v>9.0830823051633995</c:v>
                </c:pt>
                <c:pt idx="511">
                  <c:v>9.1415902101649085</c:v>
                </c:pt>
                <c:pt idx="512">
                  <c:v>9.1983611560622762</c:v>
                </c:pt>
                <c:pt idx="513">
                  <c:v>9.253366485962534</c:v>
                </c:pt>
                <c:pt idx="514">
                  <c:v>9.3065786862073949</c:v>
                </c:pt>
                <c:pt idx="515">
                  <c:v>9.3579714081042447</c:v>
                </c:pt>
                <c:pt idx="516">
                  <c:v>9.4075194883132909</c:v>
                </c:pt>
                <c:pt idx="517">
                  <c:v>9.4551989678727644</c:v>
                </c:pt>
                <c:pt idx="518">
                  <c:v>9.5009871098468057</c:v>
                </c:pt>
                <c:pt idx="519">
                  <c:v>9.5448624155797415</c:v>
                </c:pt>
                <c:pt idx="520">
                  <c:v>9.5868046395482089</c:v>
                </c:pt>
                <c:pt idx="521">
                  <c:v>9.6267948027987735</c:v>
                </c:pt>
                <c:pt idx="522">
                  <c:v>9.6648152049647766</c:v>
                </c:pt>
                <c:pt idx="523">
                  <c:v>9.7008494348573606</c:v>
                </c:pt>
                <c:pt idx="524">
                  <c:v>9.7348823796270558</c:v>
                </c:pt>
                <c:pt idx="525">
                  <c:v>9.7669002324953578</c:v>
                </c:pt>
                <c:pt idx="526">
                  <c:v>9.7968904990579233</c:v>
                </c:pt>
                <c:pt idx="527">
                  <c:v>9.8248420021608496</c:v>
                </c:pt>
                <c:pt idx="528">
                  <c:v>9.85074488535939</c:v>
                </c:pt>
                <c:pt idx="529">
                  <c:v>9.8745906149610789</c:v>
                </c:pt>
                <c:pt idx="530">
                  <c:v>9.8963719806674373</c:v>
                </c:pt>
                <c:pt idx="531">
                  <c:v>9.9160830948240459</c:v>
                </c:pt>
                <c:pt idx="532">
                  <c:v>9.9337193902906673</c:v>
                </c:pt>
                <c:pt idx="533">
                  <c:v>9.949277616949491</c:v>
                </c:pt>
                <c:pt idx="534">
                  <c:v>9.9627558368663731</c:v>
                </c:pt>
                <c:pt idx="535">
                  <c:v>9.9741534181246454</c:v>
                </c:pt>
                <c:pt idx="536">
                  <c:v>9.983471027351916</c:v>
                </c:pt>
                <c:pt idx="537">
                  <c:v>9.9907106209621919</c:v>
                </c:pt>
                <c:pt idx="538">
                  <c:v>9.9958754351365524</c:v>
                </c:pt>
                <c:pt idx="539">
                  <c:v>9.998969974568638</c:v>
                </c:pt>
                <c:pt idx="540">
                  <c:v>10</c:v>
                </c:pt>
                <c:pt idx="541">
                  <c:v>9.998972514575728</c:v>
                </c:pt>
                <c:pt idx="542">
                  <c:v>9.9958957490477651</c:v>
                </c:pt>
                <c:pt idx="543">
                  <c:v>9.9907791458585535</c:v>
                </c:pt>
                <c:pt idx="544">
                  <c:v>9.9836333421351924</c:v>
                </c:pt>
                <c:pt idx="545">
                  <c:v>9.9744701516287364</c:v>
                </c:pt>
                <c:pt idx="546">
                  <c:v>9.9633025456322244</c:v>
                </c:pt>
                <c:pt idx="547">
                  <c:v>9.950144632912254</c:v>
                </c:pt>
                <c:pt idx="548">
                  <c:v>9.9350116386914262</c:v>
                </c:pt>
                <c:pt idx="549">
                  <c:v>9.917919882717003</c:v>
                </c:pt>
                <c:pt idx="550">
                  <c:v>9.8988867564545444</c:v>
                </c:pt>
                <c:pt idx="551">
                  <c:v>9.8779306994455478</c:v>
                </c:pt>
                <c:pt idx="552">
                  <c:v>9.8550711748659907</c:v>
                </c:pt>
                <c:pt idx="553">
                  <c:v>9.8303286443283593</c:v>
                </c:pt>
                <c:pt idx="554">
                  <c:v>9.8037245419645487</c:v>
                </c:pt>
                <c:pt idx="555">
                  <c:v>9.7752812478320052</c:v>
                </c:pt>
                <c:pt idx="556">
                  <c:v>9.7450220606827571</c:v>
                </c:pt>
                <c:pt idx="557">
                  <c:v>9.7129711701376493</c:v>
                </c:pt>
                <c:pt idx="558">
                  <c:v>9.6791536283063468</c:v>
                </c:pt>
                <c:pt idx="559">
                  <c:v>9.643595320894363</c:v>
                </c:pt>
                <c:pt idx="560">
                  <c:v>9.6063229378390051</c:v>
                </c:pt>
                <c:pt idx="561">
                  <c:v>9.5673639435166553</c:v>
                </c:pt>
                <c:pt idx="562">
                  <c:v>9.52674654656062</c:v>
                </c:pt>
                <c:pt idx="563">
                  <c:v>9.4844996693330881</c:v>
                </c:pt>
                <c:pt idx="564">
                  <c:v>9.4406529170910218</c:v>
                </c:pt>
                <c:pt idx="565">
                  <c:v>9.3952365468876593</c:v>
                </c:pt>
                <c:pt idx="566">
                  <c:v>9.3482814362492341</c:v>
                </c:pt>
                <c:pt idx="567">
                  <c:v>9.2998190516674093</c:v>
                </c:pt>
                <c:pt idx="568">
                  <c:v>9.2498814169485648</c:v>
                </c:pt>
                <c:pt idx="569">
                  <c:v>9.198501081456449</c:v>
                </c:pt>
                <c:pt idx="570">
                  <c:v>9.1457110882894916</c:v>
                </c:pt>
                <c:pt idx="571">
                  <c:v>9.0915449424294152</c:v>
                </c:pt>
                <c:pt idx="572">
                  <c:v>9.0360365788990524</c:v>
                </c:pt>
                <c:pt idx="573">
                  <c:v>8.9792203309664842</c:v>
                </c:pt>
                <c:pt idx="574">
                  <c:v>8.9211308984311515</c:v>
                </c:pt>
                <c:pt idx="575">
                  <c:v>8.8618033160273839</c:v>
                </c:pt>
                <c:pt idx="576">
                  <c:v>8.8012729219799404</c:v>
                </c:pt>
                <c:pt idx="577">
                  <c:v>8.7395753267454381</c:v>
                </c:pt>
                <c:pt idx="578">
                  <c:v>8.6767463819721193</c:v>
                </c:pt>
                <c:pt idx="579">
                  <c:v>8.6128221497097694</c:v>
                </c:pt>
                <c:pt idx="580">
                  <c:v>8.5478388719014937</c:v>
                </c:pt>
                <c:pt idx="581">
                  <c:v>8.4818329401864681</c:v>
                </c:pt>
                <c:pt idx="582">
                  <c:v>8.4148408660428391</c:v>
                </c:pt>
                <c:pt idx="583">
                  <c:v>8.3468992512997726</c:v>
                </c:pt>
                <c:pt idx="584">
                  <c:v>8.2780447590437731</c:v>
                </c:pt>
                <c:pt idx="585">
                  <c:v>8.2083140849471015</c:v>
                </c:pt>
                <c:pt idx="586">
                  <c:v>8.137743929041406</c:v>
                </c:pt>
                <c:pt idx="587">
                  <c:v>8.0663709679617757</c:v>
                </c:pt>
                <c:pt idx="588">
                  <c:v>7.9942318276826549</c:v>
                </c:pt>
                <c:pt idx="589">
                  <c:v>7.9213630567682811</c:v>
                </c:pt>
                <c:pt idx="590">
                  <c:v>7.8478011001568753</c:v>
                </c:pt>
                <c:pt idx="591">
                  <c:v>7.7735822734990334</c:v>
                </c:pt>
                <c:pt idx="592">
                  <c:v>7.6987427380673346</c:v>
                </c:pt>
                <c:pt idx="593">
                  <c:v>7.6233184762555712</c:v>
                </c:pt>
                <c:pt idx="594">
                  <c:v>7.5473452676823536</c:v>
                </c:pt>
                <c:pt idx="595">
                  <c:v>7.4708586659140552</c:v>
                </c:pt>
                <c:pt idx="596">
                  <c:v>7.3938939758219568</c:v>
                </c:pt>
                <c:pt idx="597">
                  <c:v>7.3164862315839674</c:v>
                </c:pt>
                <c:pt idx="598">
                  <c:v>7.2386701753448426</c:v>
                </c:pt>
                <c:pt idx="599">
                  <c:v>7.1604802365433651</c:v>
                </c:pt>
                <c:pt idx="600">
                  <c:v>7.0819505119163821</c:v>
                </c:pt>
                <c:pt idx="601">
                  <c:v>7.0031147461884924</c:v>
                </c:pt>
                <c:pt idx="602">
                  <c:v>6.9240063134531944</c:v>
                </c:pt>
                <c:pt idx="603">
                  <c:v>6.8446581992532334</c:v>
                </c:pt>
                <c:pt idx="604">
                  <c:v>6.7651029833632599</c:v>
                </c:pt>
                <c:pt idx="605">
                  <c:v>6.6853728232809448</c:v>
                </c:pt>
                <c:pt idx="606">
                  <c:v>6.6054994384275396</c:v>
                </c:pt>
                <c:pt idx="607">
                  <c:v>6.5255140950616299</c:v>
                </c:pt>
                <c:pt idx="608">
                  <c:v>6.4454475919059648</c:v>
                </c:pt>
                <c:pt idx="609">
                  <c:v>6.3653302464884352</c:v>
                </c:pt>
                <c:pt idx="610">
                  <c:v>6.285191882195762</c:v>
                </c:pt>
                <c:pt idx="611">
                  <c:v>6.2050618160387323</c:v>
                </c:pt>
                <c:pt idx="612">
                  <c:v>6.1249688471263504</c:v>
                </c:pt>
                <c:pt idx="613">
                  <c:v>6.0449412458455161</c:v>
                </c:pt>
                <c:pt idx="614">
                  <c:v>5.9650067437422329</c:v>
                </c:pt>
                <c:pt idx="615">
                  <c:v>5.8851925240994962</c:v>
                </c:pt>
                <c:pt idx="616">
                  <c:v>5.805525213205752</c:v>
                </c:pt>
                <c:pt idx="617">
                  <c:v>5.726030872308268</c:v>
                </c:pt>
                <c:pt idx="618">
                  <c:v>5.6467349902436741</c:v>
                </c:pt>
                <c:pt idx="619">
                  <c:v>5.5676624767380805</c:v>
                </c:pt>
                <c:pt idx="620">
                  <c:v>5.4888376563689745</c:v>
                </c:pt>
                <c:pt idx="621">
                  <c:v>5.410284263178303</c:v>
                </c:pt>
                <c:pt idx="622">
                  <c:v>5.332025435929638</c:v>
                </c:pt>
                <c:pt idx="623">
                  <c:v>5.2540837139963603</c:v>
                </c:pt>
                <c:pt idx="624">
                  <c:v>5.1764810338725891</c:v>
                </c:pt>
                <c:pt idx="625">
                  <c:v>5.0992387262944945</c:v>
                </c:pt>
                <c:pt idx="626">
                  <c:v>5.0223775139601905</c:v>
                </c:pt>
                <c:pt idx="627">
                  <c:v>4.9459175098368302</c:v>
                </c:pt>
                <c:pt idx="628">
                  <c:v>4.8698782160422933</c:v>
                </c:pt>
                <c:pt idx="629">
                  <c:v>4.7942785232877423</c:v>
                </c:pt>
                <c:pt idx="630">
                  <c:v>4.7191367108689244</c:v>
                </c:pt>
                <c:pt idx="631">
                  <c:v>4.6444704471920009</c:v>
                </c:pt>
                <c:pt idx="632">
                  <c:v>4.5702967908200964</c:v>
                </c:pt>
                <c:pt idx="633">
                  <c:v>4.4966321920269809</c:v>
                </c:pt>
                <c:pt idx="634">
                  <c:v>4.423492494842586</c:v>
                </c:pt>
                <c:pt idx="635">
                  <c:v>4.3508929395767062</c:v>
                </c:pt>
                <c:pt idx="636">
                  <c:v>4.2788481658056092</c:v>
                </c:pt>
                <c:pt idx="637">
                  <c:v>4.2073722158066769</c:v>
                </c:pt>
                <c:pt idx="638">
                  <c:v>4.1364785384262284</c:v>
                </c:pt>
                <c:pt idx="639">
                  <c:v>4.0661799933650107</c:v>
                </c:pt>
                <c:pt idx="640">
                  <c:v>3.9964888558665908</c:v>
                </c:pt>
                <c:pt idx="641">
                  <c:v>3.9274168217925789</c:v>
                </c:pt>
                <c:pt idx="642">
                  <c:v>3.8589750130701779</c:v>
                </c:pt>
                <c:pt idx="643">
                  <c:v>3.7911739834961007</c:v>
                </c:pt>
                <c:pt idx="644">
                  <c:v>3.7240237248814534</c:v>
                </c:pt>
                <c:pt idx="645">
                  <c:v>3.6575336735226767</c:v>
                </c:pt>
                <c:pt idx="646">
                  <c:v>3.5917127169825953</c:v>
                </c:pt>
                <c:pt idx="647">
                  <c:v>3.5265692011669252</c:v>
                </c:pt>
                <c:pt idx="648">
                  <c:v>3.4621109376806816</c:v>
                </c:pt>
                <c:pt idx="649">
                  <c:v>3.3983452114494357</c:v>
                </c:pt>
                <c:pt idx="650">
                  <c:v>3.3352787885908048</c:v>
                </c:pt>
                <c:pt idx="651">
                  <c:v>3.2729179245207396</c:v>
                </c:pt>
                <c:pt idx="652">
                  <c:v>3.211268372280494</c:v>
                </c:pt>
                <c:pt idx="653">
                  <c:v>3.1503353910698189</c:v>
                </c:pt>
                <c:pt idx="654">
                  <c:v>3.0901237549709988</c:v>
                </c:pt>
                <c:pt idx="655">
                  <c:v>3.0306377618514455</c:v>
                </c:pt>
                <c:pt idx="656">
                  <c:v>2.9718812424290277</c:v>
                </c:pt>
                <c:pt idx="657">
                  <c:v>2.913857569487694</c:v>
                </c:pt>
                <c:pt idx="658">
                  <c:v>2.8565696672293095</c:v>
                </c:pt>
                <c:pt idx="659">
                  <c:v>2.8000200207488772</c:v>
                </c:pt>
                <c:pt idx="660">
                  <c:v>2.7442106856195947</c:v>
                </c:pt>
                <c:pt idx="661">
                  <c:v>2.6891432975756047</c:v>
                </c:pt>
                <c:pt idx="662">
                  <c:v>2.6348190822797384</c:v>
                </c:pt>
                <c:pt idx="663">
                  <c:v>2.5812388651638569</c:v>
                </c:pt>
                <c:pt idx="664">
                  <c:v>2.528403081330322</c:v>
                </c:pt>
                <c:pt idx="665">
                  <c:v>2.4763117855027446</c:v>
                </c:pt>
                <c:pt idx="666">
                  <c:v>2.424964662014693</c:v>
                </c:pt>
                <c:pt idx="667">
                  <c:v>2.3743610348254087</c:v>
                </c:pt>
                <c:pt idx="668">
                  <c:v>2.3244998775519958</c:v>
                </c:pt>
                <c:pt idx="669">
                  <c:v>2.2753798235072504</c:v>
                </c:pt>
                <c:pt idx="670">
                  <c:v>2.2269991757337171</c:v>
                </c:pt>
                <c:pt idx="671">
                  <c:v>2.1793559170236536</c:v>
                </c:pt>
                <c:pt idx="672">
                  <c:v>2.1324477199156826</c:v>
                </c:pt>
                <c:pt idx="673">
                  <c:v>2.0862719566592789</c:v>
                </c:pt>
                <c:pt idx="674">
                  <c:v>2.0408257091377195</c:v>
                </c:pt>
                <c:pt idx="675">
                  <c:v>1.9961057787416832</c:v>
                </c:pt>
                <c:pt idx="676">
                  <c:v>1.9521086961849923</c:v>
                </c:pt>
                <c:pt idx="677">
                  <c:v>1.9088307312547181</c:v>
                </c:pt>
                <c:pt idx="678">
                  <c:v>1.8662679024883257</c:v>
                </c:pt>
                <c:pt idx="679">
                  <c:v>1.8244159867704912</c:v>
                </c:pt>
                <c:pt idx="680">
                  <c:v>1.7832705288429731</c:v>
                </c:pt>
                <c:pt idx="681">
                  <c:v>1.7428268507208626</c:v>
                </c:pt>
                <c:pt idx="682">
                  <c:v>1.7030800610089771</c:v>
                </c:pt>
                <c:pt idx="683">
                  <c:v>1.6640250641127841</c:v>
                </c:pt>
                <c:pt idx="684">
                  <c:v>1.6256565693378102</c:v>
                </c:pt>
                <c:pt idx="685">
                  <c:v>1.5879690998728155</c:v>
                </c:pt>
                <c:pt idx="686">
                  <c:v>1.5509570016512322</c:v>
                </c:pt>
                <c:pt idx="687">
                  <c:v>1.5146144520866249</c:v>
                </c:pt>
                <c:pt idx="688">
                  <c:v>1.4789354686776082</c:v>
                </c:pt>
                <c:pt idx="689">
                  <c:v>1.4439139174780671</c:v>
                </c:pt>
                <c:pt idx="690">
                  <c:v>1.4095435214290977</c:v>
                </c:pt>
                <c:pt idx="691">
                  <c:v>1.3758178685489524</c:v>
                </c:pt>
                <c:pt idx="692">
                  <c:v>1.3427304199778938</c:v>
                </c:pt>
                <c:pt idx="693">
                  <c:v>1.3102745178748896</c:v>
                </c:pt>
                <c:pt idx="694">
                  <c:v>1.2784433931635344</c:v>
                </c:pt>
                <c:pt idx="695">
                  <c:v>1.247230173124658</c:v>
                </c:pt>
                <c:pt idx="696">
                  <c:v>1.2166278888334645</c:v>
                </c:pt>
                <c:pt idx="697">
                  <c:v>1.1866294824393147</c:v>
                </c:pt>
                <c:pt idx="698">
                  <c:v>1.1572278142863741</c:v>
                </c:pt>
                <c:pt idx="699">
                  <c:v>1.1284156698735812</c:v>
                </c:pt>
                <c:pt idx="700">
                  <c:v>1.10018576665298</c:v>
                </c:pt>
                <c:pt idx="701">
                  <c:v>1.0725307606648911</c:v>
                </c:pt>
                <c:pt idx="702">
                  <c:v>1.0454432530096947</c:v>
                </c:pt>
                <c:pt idx="703">
                  <c:v>1.0189157961551483</c:v>
                </c:pt>
                <c:pt idx="704">
                  <c:v>0.99294090007906999</c:v>
                </c:pt>
                <c:pt idx="705">
                  <c:v>0.96751103824707874</c:v>
                </c:pt>
                <c:pt idx="706">
                  <c:v>0.94261865342550522</c:v>
                </c:pt>
                <c:pt idx="707">
                  <c:v>0.91825616332938997</c:v>
                </c:pt>
                <c:pt idx="708">
                  <c:v>0.89441596610611851</c:v>
                </c:pt>
                <c:pt idx="709">
                  <c:v>0.87109044565512039</c:v>
                </c:pt>
                <c:pt idx="710">
                  <c:v>0.84827197678421851</c:v>
                </c:pt>
                <c:pt idx="711">
                  <c:v>0.82595293020346783</c:v>
                </c:pt>
                <c:pt idx="712">
                  <c:v>0.80412567735759322</c:v>
                </c:pt>
                <c:pt idx="713">
                  <c:v>0.78278259509781301</c:v>
                </c:pt>
                <c:pt idx="714">
                  <c:v>0.76191607019455421</c:v>
                </c:pt>
                <c:pt idx="715">
                  <c:v>0.7415185036923142</c:v>
                </c:pt>
                <c:pt idx="716">
                  <c:v>0.72158231510807247</c:v>
                </c:pt>
                <c:pt idx="717">
                  <c:v>0.70209994647493867</c:v>
                </c:pt>
                <c:pt idx="718">
                  <c:v>0.68306386623276039</c:v>
                </c:pt>
                <c:pt idx="719">
                  <c:v>0.66446657296733669</c:v>
                </c:pt>
                <c:pt idx="720">
                  <c:v>0.6463005990002848</c:v>
                </c:pt>
                <c:pt idx="721">
                  <c:v>0.62855851383150618</c:v>
                </c:pt>
                <c:pt idx="722">
                  <c:v>0.61123292743622615</c:v>
                </c:pt>
                <c:pt idx="723">
                  <c:v>0.59431649341892079</c:v>
                </c:pt>
                <c:pt idx="724">
                  <c:v>0.57780191202620912</c:v>
                </c:pt>
                <c:pt idx="725">
                  <c:v>0.56168193302106628</c:v>
                </c:pt>
                <c:pt idx="726">
                  <c:v>0.5459493584206847</c:v>
                </c:pt>
                <c:pt idx="727">
                  <c:v>0.53059704510039318</c:v>
                </c:pt>
                <c:pt idx="728">
                  <c:v>0.51561790726612355</c:v>
                </c:pt>
                <c:pt idx="729">
                  <c:v>0.50100491879786158</c:v>
                </c:pt>
                <c:pt idx="730">
                  <c:v>0.48675111546666705</c:v>
                </c:pt>
                <c:pt idx="731">
                  <c:v>0.47284959702791829</c:v>
                </c:pt>
                <c:pt idx="732">
                  <c:v>0.45929352919321298</c:v>
                </c:pt>
                <c:pt idx="733">
                  <c:v>0.44607614548376312</c:v>
                </c:pt>
                <c:pt idx="734">
                  <c:v>0.43319074896788567</c:v>
                </c:pt>
                <c:pt idx="735">
                  <c:v>0.42063071388516315</c:v>
                </c:pt>
                <c:pt idx="736">
                  <c:v>0.40838948716020068</c:v>
                </c:pt>
                <c:pt idx="737">
                  <c:v>0.39646058980852056</c:v>
                </c:pt>
                <c:pt idx="738">
                  <c:v>0.38483761823733176</c:v>
                </c:pt>
                <c:pt idx="739">
                  <c:v>0.37351424544404244</c:v>
                </c:pt>
                <c:pt idx="740">
                  <c:v>0.36248422211507292</c:v>
                </c:pt>
                <c:pt idx="741">
                  <c:v>0.35174137762780844</c:v>
                </c:pt>
                <c:pt idx="742">
                  <c:v>0.34127962095836861</c:v>
                </c:pt>
                <c:pt idx="743">
                  <c:v>0.33109294149796292</c:v>
                </c:pt>
                <c:pt idx="744">
                  <c:v>0.3211754097804248</c:v>
                </c:pt>
                <c:pt idx="745">
                  <c:v>0.31152117812379088</c:v>
                </c:pt>
                <c:pt idx="746">
                  <c:v>0.30212448118840257</c:v>
                </c:pt>
                <c:pt idx="747">
                  <c:v>0.29297963645434666</c:v>
                </c:pt>
                <c:pt idx="748">
                  <c:v>0.28408104462080064</c:v>
                </c:pt>
                <c:pt idx="749">
                  <c:v>0.27542318992986792</c:v>
                </c:pt>
                <c:pt idx="750">
                  <c:v>0.26700064041755822</c:v>
                </c:pt>
                <c:pt idx="751">
                  <c:v>0.25880804809443814</c:v>
                </c:pt>
                <c:pt idx="752">
                  <c:v>0.25084014905845087</c:v>
                </c:pt>
                <c:pt idx="753">
                  <c:v>0.24309176354247031</c:v>
                </c:pt>
                <c:pt idx="754">
                  <c:v>0.23555779589899364</c:v>
                </c:pt>
                <c:pt idx="755">
                  <c:v>0.22823323452444907</c:v>
                </c:pt>
                <c:pt idx="756">
                  <c:v>0.22111315172548468</c:v>
                </c:pt>
                <c:pt idx="757">
                  <c:v>0.21419270352961184</c:v>
                </c:pt>
                <c:pt idx="758">
                  <c:v>0.20746712944253384</c:v>
                </c:pt>
                <c:pt idx="759">
                  <c:v>0.20093175215440623</c:v>
                </c:pt>
                <c:pt idx="760">
                  <c:v>0.19458197719732925</c:v>
                </c:pt>
                <c:pt idx="761">
                  <c:v>0.18841329255619713</c:v>
                </c:pt>
                <c:pt idx="762">
                  <c:v>0.1824212682351449</c:v>
                </c:pt>
                <c:pt idx="763">
                  <c:v>0.17660155578164022</c:v>
                </c:pt>
                <c:pt idx="764">
                  <c:v>0.17094988777033854</c:v>
                </c:pt>
                <c:pt idx="765">
                  <c:v>0.16546207724869</c:v>
                </c:pt>
                <c:pt idx="766">
                  <c:v>0.16013401714634096</c:v>
                </c:pt>
                <c:pt idx="767">
                  <c:v>0.15496167965020011</c:v>
                </c:pt>
                <c:pt idx="768">
                  <c:v>0.14994111554711251</c:v>
                </c:pt>
                <c:pt idx="769">
                  <c:v>0.14506845353598263</c:v>
                </c:pt>
                <c:pt idx="770">
                  <c:v>0.14033989951113005</c:v>
                </c:pt>
                <c:pt idx="771">
                  <c:v>0.1357517358186609</c:v>
                </c:pt>
                <c:pt idx="772">
                  <c:v>0.13130032048754425</c:v>
                </c:pt>
                <c:pt idx="773">
                  <c:v>0.12698208643708886</c:v>
                </c:pt>
                <c:pt idx="774">
                  <c:v>0.12279354066240902</c:v>
                </c:pt>
                <c:pt idx="775">
                  <c:v>0.11873126339947222</c:v>
                </c:pt>
                <c:pt idx="776">
                  <c:v>0.11479190727126251</c:v>
                </c:pt>
                <c:pt idx="777">
                  <c:v>0.11097219641654837</c:v>
                </c:pt>
                <c:pt idx="778">
                  <c:v>0.10726892560265043</c:v>
                </c:pt>
                <c:pt idx="779">
                  <c:v>0.10367895932368711</c:v>
                </c:pt>
                <c:pt idx="780">
                  <c:v>0.10019923088556695</c:v>
                </c:pt>
                <c:pt idx="781">
                  <c:v>9.6826741479082129E-2</c:v>
                </c:pt>
                <c:pt idx="782">
                  <c:v>9.3558559242365225E-2</c:v>
                </c:pt>
                <c:pt idx="783">
                  <c:v>9.0391818313909855E-2</c:v>
                </c:pt>
                <c:pt idx="784">
                  <c:v>8.7323717877341417E-2</c:v>
                </c:pt>
                <c:pt idx="785">
                  <c:v>8.435152119910104E-2</c:v>
                </c:pt>
                <c:pt idx="786">
                  <c:v>8.1472554660094815E-2</c:v>
                </c:pt>
                <c:pt idx="787">
                  <c:v>7.8684206782394517E-2</c:v>
                </c:pt>
                <c:pt idx="788">
                  <c:v>7.5983927251995514E-2</c:v>
                </c:pt>
                <c:pt idx="789">
                  <c:v>7.336922593861385E-2</c:v>
                </c:pt>
                <c:pt idx="790">
                  <c:v>7.0837671913434569E-2</c:v>
                </c:pt>
                <c:pt idx="791">
                  <c:v>6.8386892465749749E-2</c:v>
                </c:pt>
                <c:pt idx="792">
                  <c:v>6.6014572119312886E-2</c:v>
                </c:pt>
                <c:pt idx="793">
                  <c:v>6.3718451649249844E-2</c:v>
                </c:pt>
                <c:pt idx="794">
                  <c:v>6.1496327100311644E-2</c:v>
                </c:pt>
                <c:pt idx="795">
                  <c:v>5.9346048807226798E-2</c:v>
                </c:pt>
                <c:pt idx="796">
                  <c:v>5.7265520417857131E-2</c:v>
                </c:pt>
                <c:pt idx="797">
                  <c:v>5.5252697919858471E-2</c:v>
                </c:pt>
                <c:pt idx="798">
                  <c:v>5.3305588671495333E-2</c:v>
                </c:pt>
                <c:pt idx="799">
                  <c:v>5.1422250437211645E-2</c:v>
                </c:pt>
                <c:pt idx="800">
                  <c:v>4.9600790428566903E-2</c:v>
                </c:pt>
                <c:pt idx="801">
                  <c:v>4.7839364351088307E-2</c:v>
                </c:pt>
                <c:pt idx="802">
                  <c:v>4.6136175457554204E-2</c:v>
                </c:pt>
                <c:pt idx="803">
                  <c:v>4.4489473608223008E-2</c:v>
                </c:pt>
                <c:pt idx="804">
                  <c:v>4.289755433846882E-2</c:v>
                </c:pt>
                <c:pt idx="805">
                  <c:v>4.13587579342636E-2</c:v>
                </c:pt>
                <c:pt idx="806">
                  <c:v>3.9871468515927919E-2</c:v>
                </c:pt>
                <c:pt idx="807">
                  <c:v>3.8434113130530127E-2</c:v>
                </c:pt>
                <c:pt idx="808">
                  <c:v>3.7045160853306731E-2</c:v>
                </c:pt>
                <c:pt idx="809">
                  <c:v>3.5703121898432368E-2</c:v>
                </c:pt>
                <c:pt idx="810">
                  <c:v>3.4406546739465402E-2</c:v>
                </c:pt>
                <c:pt idx="811">
                  <c:v>3.3154025239750903E-2</c:v>
                </c:pt>
                <c:pt idx="812">
                  <c:v>3.1944185793057613E-2</c:v>
                </c:pt>
                <c:pt idx="813">
                  <c:v>3.0775694474693721E-2</c:v>
                </c:pt>
                <c:pt idx="814">
                  <c:v>2.9647254203325032E-2</c:v>
                </c:pt>
                <c:pt idx="815">
                  <c:v>2.8557603913712794E-2</c:v>
                </c:pt>
                <c:pt idx="816">
                  <c:v>2.7505517740545517E-2</c:v>
                </c:pt>
                <c:pt idx="817">
                  <c:v>2.6489804213541586E-2</c:v>
                </c:pt>
                <c:pt idx="818">
                  <c:v>2.5509305463970209E-2</c:v>
                </c:pt>
                <c:pt idx="819">
                  <c:v>2.4562896442727054E-2</c:v>
                </c:pt>
                <c:pt idx="820">
                  <c:v>2.3649484150072442E-2</c:v>
                </c:pt>
                <c:pt idx="821">
                  <c:v>2.2768006877142526E-2</c:v>
                </c:pt>
                <c:pt idx="822">
                  <c:v>2.1917433459312782E-2</c:v>
                </c:pt>
                <c:pt idx="823">
                  <c:v>2.1096762541479883E-2</c:v>
                </c:pt>
                <c:pt idx="824">
                  <c:v>2.03050218553282E-2</c:v>
                </c:pt>
                <c:pt idx="825">
                  <c:v>1.9541267508611883E-2</c:v>
                </c:pt>
                <c:pt idx="826">
                  <c:v>1.8804583286486553E-2</c:v>
                </c:pt>
                <c:pt idx="827">
                  <c:v>1.80940799649091E-2</c:v>
                </c:pt>
                <c:pt idx="828">
                  <c:v>1.7408894636106308E-2</c:v>
                </c:pt>
                <c:pt idx="829">
                  <c:v>1.6748190046105345E-2</c:v>
                </c:pt>
                <c:pt idx="830">
                  <c:v>1.6111153944313419E-2</c:v>
                </c:pt>
                <c:pt idx="831">
                  <c:v>1.549699844511385E-2</c:v>
                </c:pt>
                <c:pt idx="832">
                  <c:v>1.4904959401443872E-2</c:v>
                </c:pt>
                <c:pt idx="833">
                  <c:v>1.4334295790305825E-2</c:v>
                </c:pt>
                <c:pt idx="834">
                  <c:v>1.378428911015705E-2</c:v>
                </c:pt>
                <c:pt idx="835">
                  <c:v>1.3254242790115662E-2</c:v>
                </c:pt>
                <c:pt idx="836">
                  <c:v>1.2743481610907249E-2</c:v>
                </c:pt>
                <c:pt idx="837">
                  <c:v>1.225135113747847E-2</c:v>
                </c:pt>
                <c:pt idx="838">
                  <c:v>1.1777217163186245E-2</c:v>
                </c:pt>
                <c:pt idx="839">
                  <c:v>1.1320465165473885E-2</c:v>
                </c:pt>
                <c:pt idx="840">
                  <c:v>1.0880499772934654E-2</c:v>
                </c:pt>
                <c:pt idx="841">
                  <c:v>1.0456744243656741E-2</c:v>
                </c:pt>
                <c:pt idx="842">
                  <c:v>1.0048639954741621E-2</c:v>
                </c:pt>
                <c:pt idx="843">
                  <c:v>9.6556459028813331E-3</c:v>
                </c:pt>
                <c:pt idx="844">
                  <c:v>9.2772382158745042E-3</c:v>
                </c:pt>
                <c:pt idx="845">
                  <c:v>8.9129096749564311E-3</c:v>
                </c:pt>
                <c:pt idx="846">
                  <c:v>8.562169247819473E-3</c:v>
                </c:pt>
                <c:pt idx="847">
                  <c:v>8.2245416321876479E-3</c:v>
                </c:pt>
                <c:pt idx="848">
                  <c:v>7.8995668098153504E-3</c:v>
                </c:pt>
                <c:pt idx="849">
                  <c:v>7.5867996107702746E-3</c:v>
                </c:pt>
                <c:pt idx="850">
                  <c:v>7.2858092878604914E-3</c:v>
                </c:pt>
                <c:pt idx="851">
                  <c:v>6.9961791010644692E-3</c:v>
                </c:pt>
                <c:pt idx="852">
                  <c:v>6.7175059118173858E-3</c:v>
                </c:pt>
                <c:pt idx="853">
                  <c:v>6.4493997870085865E-3</c:v>
                </c:pt>
                <c:pt idx="854">
                  <c:v>6.191483612540666E-3</c:v>
                </c:pt>
                <c:pt idx="855">
                  <c:v>5.9433927163002947E-3</c:v>
                </c:pt>
                <c:pt idx="856">
                  <c:v>5.7047745003907793E-3</c:v>
                </c:pt>
                <c:pt idx="857">
                  <c:v>5.4752880824727613E-3</c:v>
                </c:pt>
                <c:pt idx="858">
                  <c:v>5.2546039460613361E-3</c:v>
                </c:pt>
                <c:pt idx="859">
                  <c:v>5.0424035996249035E-3</c:v>
                </c:pt>
                <c:pt idx="860">
                  <c:v>4.8383792443323298E-3</c:v>
                </c:pt>
                <c:pt idx="861">
                  <c:v>4.6422334502949567E-3</c:v>
                </c:pt>
                <c:pt idx="862">
                  <c:v>4.4536788411469836E-3</c:v>
                </c:pt>
                <c:pt idx="863">
                  <c:v>4.2724377868122738E-3</c:v>
                </c:pt>
                <c:pt idx="864">
                  <c:v>4.0982421043023022E-3</c:v>
                </c:pt>
                <c:pt idx="865">
                  <c:v>3.9308327663910847E-3</c:v>
                </c:pt>
                <c:pt idx="866">
                  <c:v>3.7699596180156324E-3</c:v>
                </c:pt>
                <c:pt idx="867">
                  <c:v>3.615381100247817E-3</c:v>
                </c:pt>
                <c:pt idx="868">
                  <c:v>3.4668639816861392E-3</c:v>
                </c:pt>
                <c:pt idx="869">
                  <c:v>3.3241830971178087E-3</c:v>
                </c:pt>
                <c:pt idx="870">
                  <c:v>3.1871210932988901E-3</c:v>
                </c:pt>
                <c:pt idx="871">
                  <c:v>3.0554681817058461E-3</c:v>
                </c:pt>
                <c:pt idx="872">
                  <c:v>2.9290218981096999E-3</c:v>
                </c:pt>
                <c:pt idx="873">
                  <c:v>2.8075868688264877E-3</c:v>
                </c:pt>
                <c:pt idx="874">
                  <c:v>2.6909745834991813E-3</c:v>
                </c:pt>
                <c:pt idx="875">
                  <c:v>2.579003174267157E-3</c:v>
                </c:pt>
                <c:pt idx="876">
                  <c:v>2.4714972011816924E-3</c:v>
                </c:pt>
                <c:pt idx="877">
                  <c:v>2.3682874437257967E-3</c:v>
                </c:pt>
                <c:pt idx="878">
                  <c:v>2.2692106983005721E-3</c:v>
                </c:pt>
                <c:pt idx="879">
                  <c:v>2.1741095815400913E-3</c:v>
                </c:pt>
                <c:pt idx="880">
                  <c:v>2.0828323393195791E-3</c:v>
                </c:pt>
                <c:pt idx="881">
                  <c:v>1.9952326613226754E-3</c:v>
                </c:pt>
                <c:pt idx="882">
                  <c:v>1.9111695010366185E-3</c:v>
                </c:pt>
                <c:pt idx="883">
                  <c:v>1.830506901044352E-3</c:v>
                </c:pt>
                <c:pt idx="884">
                  <c:v>1.753113823485848E-3</c:v>
                </c:pt>
                <c:pt idx="885">
                  <c:v>1.6788639855623197E-3</c:v>
                </c:pt>
                <c:pt idx="886">
                  <c:v>1.6076356999588303E-3</c:v>
                </c:pt>
                <c:pt idx="887">
                  <c:v>1.5393117200628603E-3</c:v>
                </c:pt>
                <c:pt idx="888">
                  <c:v>1.473779089858833E-3</c:v>
                </c:pt>
                <c:pt idx="889">
                  <c:v>1.4109289983796629E-3</c:v>
                </c:pt>
                <c:pt idx="890">
                  <c:v>1.3506566385993869E-3</c:v>
                </c:pt>
                <c:pt idx="891">
                  <c:v>1.2928610706523247E-3</c:v>
                </c:pt>
                <c:pt idx="892">
                  <c:v>1.237445089266637E-3</c:v>
                </c:pt>
                <c:pt idx="893">
                  <c:v>1.1843150953017088E-3</c:v>
                </c:pt>
                <c:pt idx="894">
                  <c:v>1.1333809712817107E-3</c:v>
                </c:pt>
                <c:pt idx="895">
                  <c:v>1.0845559608185266E-3</c:v>
                </c:pt>
                <c:pt idx="896">
                  <c:v>1.037756551820271E-3</c:v>
                </c:pt>
                <c:pt idx="897">
                  <c:v>9.929023633834899E-4</c:v>
                </c:pt>
                <c:pt idx="898">
                  <c:v>9.4991603626848396E-4</c:v>
                </c:pt>
                <c:pt idx="899">
                  <c:v>9.0872312686026508E-4</c:v>
                </c:pt>
                <c:pt idx="900">
                  <c:v>8.6925200451870902E-4</c:v>
                </c:pt>
                <c:pt idx="901">
                  <c:v>8.3143375222422748E-4</c:v>
                </c:pt>
                <c:pt idx="902">
                  <c:v>7.9520207042672842E-4</c:v>
                </c:pt>
                <c:pt idx="903">
                  <c:v>7.6049318400788933E-4</c:v>
                </c:pt>
                <c:pt idx="904">
                  <c:v>7.2724575226875018E-4</c:v>
                </c:pt>
                <c:pt idx="905">
                  <c:v>6.9540078185630376E-4</c:v>
                </c:pt>
                <c:pt idx="906">
                  <c:v>6.6490154254505692E-4</c:v>
                </c:pt>
                <c:pt idx="907">
                  <c:v>6.3569348579118885E-4</c:v>
                </c:pt>
                <c:pt idx="908">
                  <c:v>6.077241659787889E-4</c:v>
                </c:pt>
                <c:pt idx="909">
                  <c:v>5.809431642798291E-4</c:v>
                </c:pt>
                <c:pt idx="910">
                  <c:v>5.5530201505085968E-4</c:v>
                </c:pt>
                <c:pt idx="911">
                  <c:v>5.3075413469183313E-4</c:v>
                </c:pt>
                <c:pt idx="912">
                  <c:v>5.072547528937653E-4</c:v>
                </c:pt>
                <c:pt idx="913">
                  <c:v>4.8476084620385204E-4</c:v>
                </c:pt>
                <c:pt idx="914">
                  <c:v>4.6323107383864167E-4</c:v>
                </c:pt>
                <c:pt idx="915">
                  <c:v>4.4262571567725263E-4</c:v>
                </c:pt>
                <c:pt idx="916">
                  <c:v>4.2290661236838318E-4</c:v>
                </c:pt>
                <c:pt idx="917">
                  <c:v>4.0403710748683388E-4</c:v>
                </c:pt>
                <c:pt idx="918">
                  <c:v>3.859819916764432E-4</c:v>
                </c:pt>
                <c:pt idx="919">
                  <c:v>3.6870744871823652E-4</c:v>
                </c:pt>
                <c:pt idx="920">
                  <c:v>3.5218100346417699E-4</c:v>
                </c:pt>
                <c:pt idx="921">
                  <c:v>3.3637147157833933E-4</c:v>
                </c:pt>
                <c:pt idx="922">
                  <c:v>3.2124891102887658E-4</c:v>
                </c:pt>
                <c:pt idx="923">
                  <c:v>3.0678457527578919E-4</c:v>
                </c:pt>
                <c:pt idx="924">
                  <c:v>2.9295086810081198E-4</c:v>
                </c:pt>
                <c:pt idx="925">
                  <c:v>2.7972130002722916E-4</c:v>
                </c:pt>
                <c:pt idx="926">
                  <c:v>2.6707044627894653E-4</c:v>
                </c:pt>
                <c:pt idx="927">
                  <c:v>2.5497390622941841E-4</c:v>
                </c:pt>
                <c:pt idx="928">
                  <c:v>2.4340826429237198E-4</c:v>
                </c:pt>
                <c:pt idx="929">
                  <c:v>2.3235105220777125E-4</c:v>
                </c:pt>
                <c:pt idx="930">
                  <c:v>2.2178071267760387E-4</c:v>
                </c:pt>
                <c:pt idx="931">
                  <c:v>2.1167656430739064E-4</c:v>
                </c:pt>
                <c:pt idx="932">
                  <c:v>2.0201876781064359E-4</c:v>
                </c:pt>
                <c:pt idx="933">
                  <c:v>1.9278829343465667E-4</c:v>
                </c:pt>
                <c:pt idx="934">
                  <c:v>1.8396688956717245E-4</c:v>
                </c:pt>
                <c:pt idx="935">
                  <c:v>1.7553705248476645E-4</c:v>
                </c:pt>
                <c:pt idx="936">
                  <c:v>1.6748199720482829E-4</c:v>
                </c:pt>
                <c:pt idx="937">
                  <c:v>1.5978562940412519E-4</c:v>
                </c:pt>
                <c:pt idx="938">
                  <c:v>1.5243251836814402E-4</c:v>
                </c:pt>
                <c:pt idx="939">
                  <c:v>1.4540787093634866E-4</c:v>
                </c:pt>
                <c:pt idx="940">
                  <c:v>1.3869750640957849E-4</c:v>
                </c:pt>
                <c:pt idx="941">
                  <c:v>1.3228783238684896E-4</c:v>
                </c:pt>
                <c:pt idx="942">
                  <c:v>1.2616582149979443E-4</c:v>
                </c:pt>
                <c:pt idx="943">
                  <c:v>1.203189890139142E-4</c:v>
                </c:pt>
                <c:pt idx="944">
                  <c:v>1.1473537126680696E-4</c:v>
                </c:pt>
                <c:pt idx="945">
                  <c:v>1.0940350491442372E-4</c:v>
                </c:pt>
                <c:pt idx="946">
                  <c:v>1.0431240695732278E-4</c:v>
                </c:pt>
                <c:pt idx="947">
                  <c:v>9.945155551972013E-5</c:v>
                </c:pt>
                <c:pt idx="948">
                  <c:v>9.4810871355045947E-5</c:v>
                </c:pt>
                <c:pt idx="949">
                  <c:v>9.0380700052498567E-5</c:v>
                </c:pt>
                <c:pt idx="950">
                  <c:v>8.6151794919902847E-5</c:v>
                </c:pt>
                <c:pt idx="951">
                  <c:v>8.2115300518978594E-5</c:v>
                </c:pt>
                <c:pt idx="952">
                  <c:v>7.8262736829870031E-5</c:v>
                </c:pt>
                <c:pt idx="953">
                  <c:v>7.4585984022540323E-5</c:v>
                </c:pt>
                <c:pt idx="954">
                  <c:v>7.1077267813356897E-5</c:v>
                </c:pt>
                <c:pt idx="955">
                  <c:v>6.7729145385881802E-5</c:v>
                </c:pt>
                <c:pt idx="956">
                  <c:v>6.4534491855592878E-5</c:v>
                </c:pt>
                <c:pt idx="957">
                  <c:v>6.1486487258892536E-5</c:v>
                </c:pt>
                <c:pt idx="958">
                  <c:v>5.8578604047425693E-5</c:v>
                </c:pt>
                <c:pt idx="959">
                  <c:v>5.5804595069348841E-5</c:v>
                </c:pt>
                <c:pt idx="960">
                  <c:v>5.3158482019815929E-5</c:v>
                </c:pt>
                <c:pt idx="961">
                  <c:v>5.0634544343490046E-5</c:v>
                </c:pt>
                <c:pt idx="962">
                  <c:v>4.822730857254137E-5</c:v>
                </c:pt>
                <c:pt idx="963">
                  <c:v>4.5931538084074189E-5</c:v>
                </c:pt>
                <c:pt idx="964">
                  <c:v>4.3742223261504623E-5</c:v>
                </c:pt>
                <c:pt idx="965">
                  <c:v>4.1654572044942087E-5</c:v>
                </c:pt>
                <c:pt idx="966">
                  <c:v>3.966400085610891E-5</c:v>
                </c:pt>
                <c:pt idx="967">
                  <c:v>3.7766125883840594E-5</c:v>
                </c:pt>
                <c:pt idx="968">
                  <c:v>3.5956754716702964E-5</c:v>
                </c:pt>
                <c:pt idx="969">
                  <c:v>3.4231878309697743E-5</c:v>
                </c:pt>
                <c:pt idx="970">
                  <c:v>3.2587663272498941E-5</c:v>
                </c:pt>
                <c:pt idx="971">
                  <c:v>3.1020444467091425E-5</c:v>
                </c:pt>
                <c:pt idx="972">
                  <c:v>2.9526717903110763E-5</c:v>
                </c:pt>
                <c:pt idx="973">
                  <c:v>2.8103133919584032E-5</c:v>
                </c:pt>
                <c:pt idx="974">
                  <c:v>2.6746490642174798E-5</c:v>
                </c:pt>
                <c:pt idx="975">
                  <c:v>2.5453727705427047E-5</c:v>
                </c:pt>
                <c:pt idx="976">
                  <c:v>2.4221920229851945E-5</c:v>
                </c:pt>
                <c:pt idx="977">
                  <c:v>2.3048273044089251E-5</c:v>
                </c:pt>
                <c:pt idx="978">
                  <c:v>2.193011514270788E-5</c:v>
                </c:pt>
                <c:pt idx="979">
                  <c:v>2.0864894370546639E-5</c:v>
                </c:pt>
                <c:pt idx="980">
                  <c:v>1.985017232483256E-5</c:v>
                </c:pt>
                <c:pt idx="981">
                  <c:v>1.8883619466625621E-5</c:v>
                </c:pt>
                <c:pt idx="982">
                  <c:v>1.7963010433439114E-5</c:v>
                </c:pt>
                <c:pt idx="983">
                  <c:v>1.7086219545190342E-5</c:v>
                </c:pt>
                <c:pt idx="984">
                  <c:v>1.6251216495917077E-5</c:v>
                </c:pt>
                <c:pt idx="985">
                  <c:v>1.5456062223969598E-5</c:v>
                </c:pt>
                <c:pt idx="986">
                  <c:v>1.4698904953660463E-5</c:v>
                </c:pt>
                <c:pt idx="987">
                  <c:v>1.3977976401611331E-5</c:v>
                </c:pt>
                <c:pt idx="988">
                  <c:v>1.3291588141280592E-5</c:v>
                </c:pt>
                <c:pt idx="989">
                  <c:v>1.263812811940676E-5</c:v>
                </c:pt>
                <c:pt idx="990">
                  <c:v>1.2016057318324889E-5</c:v>
                </c:pt>
                <c:pt idx="991">
                  <c:v>1.1423906558345944E-5</c:v>
                </c:pt>
                <c:pt idx="992">
                  <c:v>1.0860273434605107E-5</c:v>
                </c:pt>
                <c:pt idx="993">
                  <c:v>1.0323819382991114E-5</c:v>
                </c:pt>
                <c:pt idx="994">
                  <c:v>9.8132668699767795E-6</c:v>
                </c:pt>
                <c:pt idx="995">
                  <c:v>9.3273967013632438E-6</c:v>
                </c:pt>
                <c:pt idx="996">
                  <c:v>8.8650454451399055E-6</c:v>
                </c:pt>
                <c:pt idx="997">
                  <c:v>8.4251029638449779E-6</c:v>
                </c:pt>
                <c:pt idx="998">
                  <c:v>8.0065100519882186E-6</c:v>
                </c:pt>
                <c:pt idx="999">
                  <c:v>7.6082561742640635E-6</c:v>
                </c:pt>
                <c:pt idx="1000">
                  <c:v>7.2293773004504149E-6</c:v>
                </c:pt>
                <c:pt idx="1001">
                  <c:v>6.8689538330454826E-6</c:v>
                </c:pt>
                <c:pt idx="1002">
                  <c:v>6.5261086238459925E-6</c:v>
                </c:pt>
                <c:pt idx="1003">
                  <c:v>6.2000050758165938E-6</c:v>
                </c:pt>
                <c:pt idx="1004">
                  <c:v>5.8898453267466437E-6</c:v>
                </c:pt>
                <c:pt idx="1005">
                  <c:v>5.5948685113191123E-6</c:v>
                </c:pt>
                <c:pt idx="1006">
                  <c:v>5.3143490983546545E-6</c:v>
                </c:pt>
                <c:pt idx="1007">
                  <c:v>5.0475953001179409E-6</c:v>
                </c:pt>
                <c:pt idx="1008">
                  <c:v>4.7939475506946355E-6</c:v>
                </c:pt>
                <c:pt idx="1009">
                  <c:v>4.5527770505665992E-6</c:v>
                </c:pt>
                <c:pt idx="1010">
                  <c:v>4.3234843746261958E-6</c:v>
                </c:pt>
                <c:pt idx="1011">
                  <c:v>4.1054981409781549E-6</c:v>
                </c:pt>
                <c:pt idx="1012">
                  <c:v>3.8982737379840629E-6</c:v>
                </c:pt>
                <c:pt idx="1013">
                  <c:v>3.7012921071063195E-6</c:v>
                </c:pt>
                <c:pt idx="1014">
                  <c:v>3.5140585792029344E-6</c:v>
                </c:pt>
                <c:pt idx="1015">
                  <c:v>3.3361017620223752E-6</c:v>
                </c:pt>
                <c:pt idx="1016">
                  <c:v>3.1669724767339905E-6</c:v>
                </c:pt>
                <c:pt idx="1017">
                  <c:v>3.0062427414204613E-6</c:v>
                </c:pt>
                <c:pt idx="1018">
                  <c:v>2.8535047995381658E-6</c:v>
                </c:pt>
                <c:pt idx="1019">
                  <c:v>2.708370191435168E-6</c:v>
                </c:pt>
                <c:pt idx="1020">
                  <c:v>2.5704688670928869E-6</c:v>
                </c:pt>
                <c:pt idx="1021">
                  <c:v>2.4394483383306009E-6</c:v>
                </c:pt>
                <c:pt idx="1022">
                  <c:v>2.3149728687857451E-6</c:v>
                </c:pt>
                <c:pt idx="1023">
                  <c:v>2.1967227000506922E-6</c:v>
                </c:pt>
                <c:pt idx="1024">
                  <c:v>2.0843933124125988E-6</c:v>
                </c:pt>
                <c:pt idx="1025">
                  <c:v>1.9776947187073308E-6</c:v>
                </c:pt>
                <c:pt idx="1026">
                  <c:v>1.8763507898595945E-6</c:v>
                </c:pt>
                <c:pt idx="1027">
                  <c:v>1.7800986107397494E-6</c:v>
                </c:pt>
                <c:pt idx="1028">
                  <c:v>1.6886878650243869E-6</c:v>
                </c:pt>
                <c:pt idx="1029">
                  <c:v>1.6018802478032588E-6</c:v>
                </c:pt>
                <c:pt idx="1030">
                  <c:v>1.5194489047250566E-6</c:v>
                </c:pt>
                <c:pt idx="1031">
                  <c:v>1.4411778965274156E-6</c:v>
                </c:pt>
                <c:pt idx="1032">
                  <c:v>1.3668616878423478E-6</c:v>
                </c:pt>
                <c:pt idx="1033">
                  <c:v>1.2963046592162224E-6</c:v>
                </c:pt>
                <c:pt idx="1034">
                  <c:v>1.2293206413269025E-6</c:v>
                </c:pt>
                <c:pt idx="1035">
                  <c:v>1.16573247042379E-6</c:v>
                </c:pt>
                <c:pt idx="1036">
                  <c:v>1.1053715640576362E-6</c:v>
                </c:pt>
                <c:pt idx="1037">
                  <c:v>1.0480775162055789E-6</c:v>
                </c:pt>
                <c:pt idx="1038">
                  <c:v>9.9369771093581943E-7</c:v>
                </c:pt>
                <c:pt idx="1039">
                  <c:v>9.4208695379139628E-7</c:v>
                </c:pt>
                <c:pt idx="1040">
                  <c:v>8.9310712010823436E-7</c:v>
                </c:pt>
                <c:pt idx="1041">
                  <c:v>8.4662681951562385E-7</c:v>
                </c:pt>
                <c:pt idx="1042">
                  <c:v>8.0252107589932542E-7</c:v>
                </c:pt>
                <c:pt idx="1043">
                  <c:v>7.6067102213840243E-7</c:v>
                </c:pt>
                <c:pt idx="1044">
                  <c:v>7.2096360895629202E-7</c:v>
                </c:pt>
                <c:pt idx="1045">
                  <c:v>6.832913272548202E-7</c:v>
                </c:pt>
                <c:pt idx="1046">
                  <c:v>6.4755194332734711E-7</c:v>
                </c:pt>
                <c:pt idx="1047">
                  <c:v>6.1364824637281968E-7</c:v>
                </c:pt>
                <c:pt idx="1048">
                  <c:v>5.8148780775762141E-7</c:v>
                </c:pt>
                <c:pt idx="1049">
                  <c:v>5.5098275149632129E-7</c:v>
                </c:pt>
                <c:pt idx="1050">
                  <c:v>5.2204953544493725E-7</c:v>
                </c:pt>
                <c:pt idx="1051">
                  <c:v>4.9460874272244228E-7</c:v>
                </c:pt>
                <c:pt idx="1052">
                  <c:v>4.6858488289761834E-7</c:v>
                </c:pt>
                <c:pt idx="1053">
                  <c:v>4.439062024981369E-7</c:v>
                </c:pt>
                <c:pt idx="1054">
                  <c:v>4.2050450441827791E-7</c:v>
                </c:pt>
                <c:pt idx="1055">
                  <c:v>3.9831497582042173E-7</c:v>
                </c:pt>
                <c:pt idx="1056">
                  <c:v>3.7727602414294208E-7</c:v>
                </c:pt>
                <c:pt idx="1057">
                  <c:v>3.5732912084427016E-7</c:v>
                </c:pt>
                <c:pt idx="1058">
                  <c:v>3.3841865252926818E-7</c:v>
                </c:pt>
                <c:pt idx="1059">
                  <c:v>3.2049177911962421E-7</c:v>
                </c:pt>
                <c:pt idx="1060">
                  <c:v>3.0349829874483737E-7</c:v>
                </c:pt>
                <c:pt idx="1061">
                  <c:v>2.8739051904490832E-7</c:v>
                </c:pt>
                <c:pt idx="1062">
                  <c:v>2.7212313458940789E-7</c:v>
                </c:pt>
                <c:pt idx="1063">
                  <c:v>2.5765311013067647E-7</c:v>
                </c:pt>
                <c:pt idx="1064">
                  <c:v>2.439395694217201E-7</c:v>
                </c:pt>
                <c:pt idx="1065">
                  <c:v>2.3094368934117266E-7</c:v>
                </c:pt>
                <c:pt idx="1066">
                  <c:v>2.1862859907928768E-7</c:v>
                </c:pt>
                <c:pt idx="1067">
                  <c:v>2.0695928415000953E-7</c:v>
                </c:pt>
                <c:pt idx="1068">
                  <c:v>1.9590249500465479E-7</c:v>
                </c:pt>
                <c:pt idx="1069">
                  <c:v>1.8542666003282358E-7</c:v>
                </c:pt>
                <c:pt idx="1070">
                  <c:v>1.7550180274588057E-7</c:v>
                </c:pt>
                <c:pt idx="1071">
                  <c:v>1.6609946294756567E-7</c:v>
                </c:pt>
                <c:pt idx="1072">
                  <c:v>1.571926217050342E-7</c:v>
                </c:pt>
                <c:pt idx="1073">
                  <c:v>1.4875562994227491E-7</c:v>
                </c:pt>
                <c:pt idx="1074">
                  <c:v>1.4076414048576978E-7</c:v>
                </c:pt>
                <c:pt idx="1075">
                  <c:v>1.3319504340005294E-7</c:v>
                </c:pt>
                <c:pt idx="1076">
                  <c:v>1.2602640445825078E-7</c:v>
                </c:pt>
                <c:pt idx="1077">
                  <c:v>1.1923740659970236E-7</c:v>
                </c:pt>
                <c:pt idx="1078">
                  <c:v>1.1280829423355252E-7</c:v>
                </c:pt>
                <c:pt idx="1079">
                  <c:v>1.0672032025366068E-7</c:v>
                </c:pt>
                <c:pt idx="1080">
                  <c:v>1.0095569563634134E-7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7-07AB-439E-B53A-3AF750E485ED}"/>
            </c:ext>
          </c:extLst>
        </c:ser>
        <c:ser>
          <c:idx val="8"/>
          <c:order val="8"/>
          <c:tx>
            <c:strRef>
              <c:f>Sheet1!$S$3</c:f>
              <c:strCache>
                <c:ptCount val="1"/>
                <c:pt idx="0">
                  <c:v>Qp = 12.0 L/s</c:v>
                </c:pt>
              </c:strCache>
            </c:strRef>
          </c:tx>
          <c:spPr>
            <a:ln w="19050" cap="rnd">
              <a:solidFill>
                <a:srgbClr val="FFC000"/>
              </a:solidFill>
              <a:round/>
            </a:ln>
            <a:effectLst/>
          </c:spPr>
          <c:marker>
            <c:symbol val="none"/>
          </c:marker>
          <c:xVal>
            <c:numRef>
              <c:f>Sheet1!$J$4:$J$1084</c:f>
              <c:numCache>
                <c:formatCode>General</c:formatCode>
                <c:ptCount val="1081"/>
                <c:pt idx="0">
                  <c:v>0</c:v>
                </c:pt>
                <c:pt idx="1">
                  <c:v>2.7777777777777775E-3</c:v>
                </c:pt>
                <c:pt idx="2">
                  <c:v>5.5555555555555549E-3</c:v>
                </c:pt>
                <c:pt idx="3">
                  <c:v>8.3333333333333332E-3</c:v>
                </c:pt>
                <c:pt idx="4">
                  <c:v>1.111111111111111E-2</c:v>
                </c:pt>
                <c:pt idx="5">
                  <c:v>1.388888888888889E-2</c:v>
                </c:pt>
                <c:pt idx="6">
                  <c:v>1.6666666666666666E-2</c:v>
                </c:pt>
                <c:pt idx="7">
                  <c:v>1.9444444444444445E-2</c:v>
                </c:pt>
                <c:pt idx="8">
                  <c:v>2.222222222222222E-2</c:v>
                </c:pt>
                <c:pt idx="9">
                  <c:v>2.5000000000000001E-2</c:v>
                </c:pt>
                <c:pt idx="10">
                  <c:v>2.777777777777778E-2</c:v>
                </c:pt>
                <c:pt idx="11">
                  <c:v>3.0555555555555555E-2</c:v>
                </c:pt>
                <c:pt idx="12">
                  <c:v>3.3333333333333333E-2</c:v>
                </c:pt>
                <c:pt idx="13">
                  <c:v>3.6111111111111108E-2</c:v>
                </c:pt>
                <c:pt idx="14">
                  <c:v>3.888888888888889E-2</c:v>
                </c:pt>
                <c:pt idx="15">
                  <c:v>4.1666666666666664E-2</c:v>
                </c:pt>
                <c:pt idx="16">
                  <c:v>4.4444444444444439E-2</c:v>
                </c:pt>
                <c:pt idx="17">
                  <c:v>4.7222222222222228E-2</c:v>
                </c:pt>
                <c:pt idx="18">
                  <c:v>0.05</c:v>
                </c:pt>
                <c:pt idx="19">
                  <c:v>5.2777777777777778E-2</c:v>
                </c:pt>
                <c:pt idx="20">
                  <c:v>5.5555555555555559E-2</c:v>
                </c:pt>
                <c:pt idx="21">
                  <c:v>5.8333333333333334E-2</c:v>
                </c:pt>
                <c:pt idx="22">
                  <c:v>6.1111111111111109E-2</c:v>
                </c:pt>
                <c:pt idx="23">
                  <c:v>6.3888888888888898E-2</c:v>
                </c:pt>
                <c:pt idx="24">
                  <c:v>6.6666666666666666E-2</c:v>
                </c:pt>
                <c:pt idx="25">
                  <c:v>6.9444444444444448E-2</c:v>
                </c:pt>
                <c:pt idx="26">
                  <c:v>7.2222222222222215E-2</c:v>
                </c:pt>
                <c:pt idx="27">
                  <c:v>7.4999999999999997E-2</c:v>
                </c:pt>
                <c:pt idx="28">
                  <c:v>7.7777777777777779E-2</c:v>
                </c:pt>
                <c:pt idx="29">
                  <c:v>8.0555555555555547E-2</c:v>
                </c:pt>
                <c:pt idx="30">
                  <c:v>8.3333333333333329E-2</c:v>
                </c:pt>
                <c:pt idx="31">
                  <c:v>8.611111111111111E-2</c:v>
                </c:pt>
                <c:pt idx="32">
                  <c:v>8.8888888888888878E-2</c:v>
                </c:pt>
                <c:pt idx="33">
                  <c:v>9.166666666666666E-2</c:v>
                </c:pt>
                <c:pt idx="34">
                  <c:v>9.4444444444444456E-2</c:v>
                </c:pt>
                <c:pt idx="35">
                  <c:v>9.7222222222222224E-2</c:v>
                </c:pt>
                <c:pt idx="36">
                  <c:v>0.1</c:v>
                </c:pt>
                <c:pt idx="37">
                  <c:v>0.10277777777777779</c:v>
                </c:pt>
                <c:pt idx="38">
                  <c:v>0.10555555555555556</c:v>
                </c:pt>
                <c:pt idx="39">
                  <c:v>0.10833333333333334</c:v>
                </c:pt>
                <c:pt idx="40">
                  <c:v>0.11111111111111112</c:v>
                </c:pt>
                <c:pt idx="41">
                  <c:v>0.11388888888888889</c:v>
                </c:pt>
                <c:pt idx="42">
                  <c:v>0.11666666666666667</c:v>
                </c:pt>
                <c:pt idx="43">
                  <c:v>0.11944444444444445</c:v>
                </c:pt>
                <c:pt idx="44">
                  <c:v>0.12222222222222222</c:v>
                </c:pt>
                <c:pt idx="45">
                  <c:v>0.125</c:v>
                </c:pt>
                <c:pt idx="46">
                  <c:v>0.1277777777777778</c:v>
                </c:pt>
                <c:pt idx="47">
                  <c:v>0.13055555555555556</c:v>
                </c:pt>
                <c:pt idx="48">
                  <c:v>0.13333333333333333</c:v>
                </c:pt>
                <c:pt idx="49">
                  <c:v>0.1361111111111111</c:v>
                </c:pt>
                <c:pt idx="50">
                  <c:v>0.1388888888888889</c:v>
                </c:pt>
                <c:pt idx="51">
                  <c:v>0.14166666666666666</c:v>
                </c:pt>
                <c:pt idx="52">
                  <c:v>0.14444444444444443</c:v>
                </c:pt>
                <c:pt idx="53">
                  <c:v>0.14722222222222223</c:v>
                </c:pt>
                <c:pt idx="54">
                  <c:v>0.15</c:v>
                </c:pt>
                <c:pt idx="55">
                  <c:v>0.15277777777777776</c:v>
                </c:pt>
                <c:pt idx="56">
                  <c:v>0.15555555555555556</c:v>
                </c:pt>
                <c:pt idx="57">
                  <c:v>0.15833333333333333</c:v>
                </c:pt>
                <c:pt idx="58">
                  <c:v>0.16111111111111109</c:v>
                </c:pt>
                <c:pt idx="59">
                  <c:v>0.16388888888888889</c:v>
                </c:pt>
                <c:pt idx="60">
                  <c:v>0.16666666666666666</c:v>
                </c:pt>
                <c:pt idx="61">
                  <c:v>0.16944444444444443</c:v>
                </c:pt>
                <c:pt idx="62">
                  <c:v>0.17222222222222222</c:v>
                </c:pt>
                <c:pt idx="63">
                  <c:v>0.17499999999999999</c:v>
                </c:pt>
                <c:pt idx="64">
                  <c:v>0.17777777777777776</c:v>
                </c:pt>
                <c:pt idx="65">
                  <c:v>0.18055555555555555</c:v>
                </c:pt>
                <c:pt idx="66">
                  <c:v>0.18333333333333332</c:v>
                </c:pt>
                <c:pt idx="67">
                  <c:v>0.18611111111111109</c:v>
                </c:pt>
                <c:pt idx="68">
                  <c:v>0.18888888888888891</c:v>
                </c:pt>
                <c:pt idx="69">
                  <c:v>0.19166666666666668</c:v>
                </c:pt>
                <c:pt idx="70">
                  <c:v>0.19444444444444445</c:v>
                </c:pt>
                <c:pt idx="71">
                  <c:v>0.19722222222222224</c:v>
                </c:pt>
                <c:pt idx="72">
                  <c:v>0.2</c:v>
                </c:pt>
                <c:pt idx="73">
                  <c:v>0.20277777777777778</c:v>
                </c:pt>
                <c:pt idx="74">
                  <c:v>0.20555555555555557</c:v>
                </c:pt>
                <c:pt idx="75">
                  <c:v>0.20833333333333334</c:v>
                </c:pt>
                <c:pt idx="76">
                  <c:v>0.21111111111111111</c:v>
                </c:pt>
                <c:pt idx="77">
                  <c:v>0.21388888888888891</c:v>
                </c:pt>
                <c:pt idx="78">
                  <c:v>0.21666666666666667</c:v>
                </c:pt>
                <c:pt idx="79">
                  <c:v>0.21944444444444444</c:v>
                </c:pt>
                <c:pt idx="80">
                  <c:v>0.22222222222222224</c:v>
                </c:pt>
                <c:pt idx="81">
                  <c:v>0.22500000000000001</c:v>
                </c:pt>
                <c:pt idx="82">
                  <c:v>0.22777777777777777</c:v>
                </c:pt>
                <c:pt idx="83">
                  <c:v>0.23055555555555557</c:v>
                </c:pt>
                <c:pt idx="84">
                  <c:v>0.23333333333333334</c:v>
                </c:pt>
                <c:pt idx="85">
                  <c:v>0.2361111111111111</c:v>
                </c:pt>
                <c:pt idx="86">
                  <c:v>0.2388888888888889</c:v>
                </c:pt>
                <c:pt idx="87">
                  <c:v>0.24166666666666667</c:v>
                </c:pt>
                <c:pt idx="88">
                  <c:v>0.24444444444444444</c:v>
                </c:pt>
                <c:pt idx="89">
                  <c:v>0.24722222222222223</c:v>
                </c:pt>
                <c:pt idx="90">
                  <c:v>0.25</c:v>
                </c:pt>
                <c:pt idx="91">
                  <c:v>0.25277777777777777</c:v>
                </c:pt>
                <c:pt idx="92">
                  <c:v>0.25555555555555559</c:v>
                </c:pt>
                <c:pt idx="93">
                  <c:v>0.25833333333333336</c:v>
                </c:pt>
                <c:pt idx="94">
                  <c:v>0.26111111111111113</c:v>
                </c:pt>
                <c:pt idx="95">
                  <c:v>0.2638888888888889</c:v>
                </c:pt>
                <c:pt idx="96">
                  <c:v>0.26666666666666666</c:v>
                </c:pt>
                <c:pt idx="97">
                  <c:v>0.26944444444444449</c:v>
                </c:pt>
                <c:pt idx="98">
                  <c:v>0.2722222222222222</c:v>
                </c:pt>
                <c:pt idx="99">
                  <c:v>0.27500000000000002</c:v>
                </c:pt>
                <c:pt idx="100">
                  <c:v>0.27777777777777779</c:v>
                </c:pt>
                <c:pt idx="101">
                  <c:v>0.28055555555555556</c:v>
                </c:pt>
                <c:pt idx="102">
                  <c:v>0.28333333333333333</c:v>
                </c:pt>
                <c:pt idx="103">
                  <c:v>0.28611111111111115</c:v>
                </c:pt>
                <c:pt idx="104">
                  <c:v>0.28888888888888886</c:v>
                </c:pt>
                <c:pt idx="105">
                  <c:v>0.29166666666666669</c:v>
                </c:pt>
                <c:pt idx="106">
                  <c:v>0.29444444444444445</c:v>
                </c:pt>
                <c:pt idx="107">
                  <c:v>0.29722222222222222</c:v>
                </c:pt>
                <c:pt idx="108">
                  <c:v>0.3</c:v>
                </c:pt>
                <c:pt idx="109">
                  <c:v>0.30277777777777781</c:v>
                </c:pt>
                <c:pt idx="110">
                  <c:v>0.30555555555555552</c:v>
                </c:pt>
                <c:pt idx="111">
                  <c:v>0.30833333333333335</c:v>
                </c:pt>
                <c:pt idx="112">
                  <c:v>0.31111111111111112</c:v>
                </c:pt>
                <c:pt idx="113">
                  <c:v>0.31388888888888888</c:v>
                </c:pt>
                <c:pt idx="114">
                  <c:v>0.31666666666666665</c:v>
                </c:pt>
                <c:pt idx="115">
                  <c:v>0.31944444444444448</c:v>
                </c:pt>
                <c:pt idx="116">
                  <c:v>0.32222222222222219</c:v>
                </c:pt>
                <c:pt idx="117">
                  <c:v>0.32500000000000001</c:v>
                </c:pt>
                <c:pt idx="118">
                  <c:v>0.32777777777777778</c:v>
                </c:pt>
                <c:pt idx="119">
                  <c:v>0.33055555555555555</c:v>
                </c:pt>
                <c:pt idx="120">
                  <c:v>0.33333333333333331</c:v>
                </c:pt>
                <c:pt idx="121">
                  <c:v>0.33611111111111114</c:v>
                </c:pt>
                <c:pt idx="122">
                  <c:v>0.33888888888888885</c:v>
                </c:pt>
                <c:pt idx="123">
                  <c:v>0.34166666666666667</c:v>
                </c:pt>
                <c:pt idx="124">
                  <c:v>0.34444444444444444</c:v>
                </c:pt>
                <c:pt idx="125">
                  <c:v>0.34722222222222221</c:v>
                </c:pt>
                <c:pt idx="126">
                  <c:v>0.35</c:v>
                </c:pt>
                <c:pt idx="127">
                  <c:v>0.3527777777777778</c:v>
                </c:pt>
                <c:pt idx="128">
                  <c:v>0.35555555555555551</c:v>
                </c:pt>
                <c:pt idx="129">
                  <c:v>0.35833333333333334</c:v>
                </c:pt>
                <c:pt idx="130">
                  <c:v>0.3611111111111111</c:v>
                </c:pt>
                <c:pt idx="131">
                  <c:v>0.36388888888888887</c:v>
                </c:pt>
                <c:pt idx="132">
                  <c:v>0.36666666666666664</c:v>
                </c:pt>
                <c:pt idx="133">
                  <c:v>0.36944444444444446</c:v>
                </c:pt>
                <c:pt idx="134">
                  <c:v>0.37222222222222218</c:v>
                </c:pt>
                <c:pt idx="135">
                  <c:v>0.375</c:v>
                </c:pt>
                <c:pt idx="136">
                  <c:v>0.37777777777777782</c:v>
                </c:pt>
                <c:pt idx="137">
                  <c:v>0.38055555555555554</c:v>
                </c:pt>
                <c:pt idx="138">
                  <c:v>0.38333333333333336</c:v>
                </c:pt>
                <c:pt idx="139">
                  <c:v>0.38611111111111113</c:v>
                </c:pt>
                <c:pt idx="140">
                  <c:v>0.3888888888888889</c:v>
                </c:pt>
                <c:pt idx="141">
                  <c:v>0.39166666666666666</c:v>
                </c:pt>
                <c:pt idx="142">
                  <c:v>0.39444444444444449</c:v>
                </c:pt>
                <c:pt idx="143">
                  <c:v>0.3972222222222222</c:v>
                </c:pt>
                <c:pt idx="144">
                  <c:v>0.4</c:v>
                </c:pt>
                <c:pt idx="145">
                  <c:v>0.40277777777777779</c:v>
                </c:pt>
                <c:pt idx="146">
                  <c:v>0.40555555555555556</c:v>
                </c:pt>
                <c:pt idx="147">
                  <c:v>0.40833333333333333</c:v>
                </c:pt>
                <c:pt idx="148">
                  <c:v>0.41111111111111115</c:v>
                </c:pt>
                <c:pt idx="149">
                  <c:v>0.41388888888888886</c:v>
                </c:pt>
                <c:pt idx="150">
                  <c:v>0.41666666666666669</c:v>
                </c:pt>
                <c:pt idx="151">
                  <c:v>0.41944444444444445</c:v>
                </c:pt>
                <c:pt idx="152">
                  <c:v>0.42222222222222222</c:v>
                </c:pt>
                <c:pt idx="153">
                  <c:v>0.42499999999999999</c:v>
                </c:pt>
                <c:pt idx="154">
                  <c:v>0.42777777777777781</c:v>
                </c:pt>
                <c:pt idx="155">
                  <c:v>0.43055555555555552</c:v>
                </c:pt>
                <c:pt idx="156">
                  <c:v>0.43333333333333335</c:v>
                </c:pt>
                <c:pt idx="157">
                  <c:v>0.43611111111111112</c:v>
                </c:pt>
                <c:pt idx="158">
                  <c:v>0.43888888888888888</c:v>
                </c:pt>
                <c:pt idx="159">
                  <c:v>0.44166666666666665</c:v>
                </c:pt>
                <c:pt idx="160">
                  <c:v>0.44444444444444448</c:v>
                </c:pt>
                <c:pt idx="161">
                  <c:v>0.44722222222222219</c:v>
                </c:pt>
                <c:pt idx="162">
                  <c:v>0.45</c:v>
                </c:pt>
                <c:pt idx="163">
                  <c:v>0.45277777777777778</c:v>
                </c:pt>
                <c:pt idx="164">
                  <c:v>0.45555555555555555</c:v>
                </c:pt>
                <c:pt idx="165">
                  <c:v>0.45833333333333331</c:v>
                </c:pt>
                <c:pt idx="166">
                  <c:v>0.46111111111111114</c:v>
                </c:pt>
                <c:pt idx="167">
                  <c:v>0.46388888888888885</c:v>
                </c:pt>
                <c:pt idx="168">
                  <c:v>0.46666666666666667</c:v>
                </c:pt>
                <c:pt idx="169">
                  <c:v>0.46944444444444444</c:v>
                </c:pt>
                <c:pt idx="170">
                  <c:v>0.47222222222222221</c:v>
                </c:pt>
                <c:pt idx="171">
                  <c:v>0.47499999999999998</c:v>
                </c:pt>
                <c:pt idx="172">
                  <c:v>0.4777777777777778</c:v>
                </c:pt>
                <c:pt idx="173">
                  <c:v>0.48055555555555551</c:v>
                </c:pt>
                <c:pt idx="174">
                  <c:v>0.48333333333333334</c:v>
                </c:pt>
                <c:pt idx="175">
                  <c:v>0.4861111111111111</c:v>
                </c:pt>
                <c:pt idx="176">
                  <c:v>0.48888888888888887</c:v>
                </c:pt>
                <c:pt idx="177">
                  <c:v>0.49166666666666664</c:v>
                </c:pt>
                <c:pt idx="178">
                  <c:v>0.49444444444444446</c:v>
                </c:pt>
                <c:pt idx="179">
                  <c:v>0.49722222222222218</c:v>
                </c:pt>
                <c:pt idx="180">
                  <c:v>0.5</c:v>
                </c:pt>
                <c:pt idx="181">
                  <c:v>0.50277777777777777</c:v>
                </c:pt>
                <c:pt idx="182">
                  <c:v>0.50555555555555554</c:v>
                </c:pt>
                <c:pt idx="183">
                  <c:v>0.5083333333333333</c:v>
                </c:pt>
                <c:pt idx="184">
                  <c:v>0.51111111111111118</c:v>
                </c:pt>
                <c:pt idx="185">
                  <c:v>0.51388888888888884</c:v>
                </c:pt>
                <c:pt idx="186">
                  <c:v>0.51666666666666672</c:v>
                </c:pt>
                <c:pt idx="187">
                  <c:v>0.51944444444444449</c:v>
                </c:pt>
                <c:pt idx="188">
                  <c:v>0.52222222222222225</c:v>
                </c:pt>
                <c:pt idx="189">
                  <c:v>0.52500000000000002</c:v>
                </c:pt>
                <c:pt idx="190">
                  <c:v>0.52777777777777779</c:v>
                </c:pt>
                <c:pt idx="191">
                  <c:v>0.53055555555555556</c:v>
                </c:pt>
                <c:pt idx="192">
                  <c:v>0.53333333333333333</c:v>
                </c:pt>
                <c:pt idx="193">
                  <c:v>0.53611111111111109</c:v>
                </c:pt>
                <c:pt idx="194">
                  <c:v>0.53888888888888897</c:v>
                </c:pt>
                <c:pt idx="195">
                  <c:v>0.54166666666666663</c:v>
                </c:pt>
                <c:pt idx="196">
                  <c:v>0.5444444444444444</c:v>
                </c:pt>
                <c:pt idx="197">
                  <c:v>0.54722222222222228</c:v>
                </c:pt>
                <c:pt idx="198">
                  <c:v>0.55000000000000004</c:v>
                </c:pt>
                <c:pt idx="199">
                  <c:v>0.5527777777777777</c:v>
                </c:pt>
                <c:pt idx="200">
                  <c:v>0.55555555555555558</c:v>
                </c:pt>
                <c:pt idx="201">
                  <c:v>0.55833333333333335</c:v>
                </c:pt>
                <c:pt idx="202">
                  <c:v>0.56111111111111112</c:v>
                </c:pt>
                <c:pt idx="203">
                  <c:v>0.56388888888888888</c:v>
                </c:pt>
                <c:pt idx="204">
                  <c:v>0.56666666666666665</c:v>
                </c:pt>
                <c:pt idx="205">
                  <c:v>0.56944444444444442</c:v>
                </c:pt>
                <c:pt idx="206">
                  <c:v>0.5722222222222223</c:v>
                </c:pt>
                <c:pt idx="207">
                  <c:v>0.57499999999999996</c:v>
                </c:pt>
                <c:pt idx="208">
                  <c:v>0.57777777777777772</c:v>
                </c:pt>
                <c:pt idx="209">
                  <c:v>0.5805555555555556</c:v>
                </c:pt>
                <c:pt idx="210">
                  <c:v>0.58333333333333337</c:v>
                </c:pt>
                <c:pt idx="211">
                  <c:v>0.58611111111111103</c:v>
                </c:pt>
                <c:pt idx="212">
                  <c:v>0.58888888888888891</c:v>
                </c:pt>
                <c:pt idx="213">
                  <c:v>0.59166666666666667</c:v>
                </c:pt>
                <c:pt idx="214">
                  <c:v>0.59444444444444444</c:v>
                </c:pt>
                <c:pt idx="215">
                  <c:v>0.59722222222222221</c:v>
                </c:pt>
                <c:pt idx="216">
                  <c:v>0.6</c:v>
                </c:pt>
                <c:pt idx="217">
                  <c:v>0.60277777777777775</c:v>
                </c:pt>
                <c:pt idx="218">
                  <c:v>0.60555555555555562</c:v>
                </c:pt>
                <c:pt idx="219">
                  <c:v>0.60833333333333328</c:v>
                </c:pt>
                <c:pt idx="220">
                  <c:v>0.61111111111111105</c:v>
                </c:pt>
                <c:pt idx="221">
                  <c:v>0.61388888888888893</c:v>
                </c:pt>
                <c:pt idx="222">
                  <c:v>0.6166666666666667</c:v>
                </c:pt>
                <c:pt idx="223">
                  <c:v>0.61944444444444435</c:v>
                </c:pt>
                <c:pt idx="224">
                  <c:v>0.62222222222222223</c:v>
                </c:pt>
                <c:pt idx="225">
                  <c:v>0.625</c:v>
                </c:pt>
                <c:pt idx="226">
                  <c:v>0.62777777777777777</c:v>
                </c:pt>
                <c:pt idx="227">
                  <c:v>0.63055555555555565</c:v>
                </c:pt>
                <c:pt idx="228">
                  <c:v>0.6333333333333333</c:v>
                </c:pt>
                <c:pt idx="229">
                  <c:v>0.63611111111111107</c:v>
                </c:pt>
                <c:pt idx="230">
                  <c:v>0.63888888888888895</c:v>
                </c:pt>
                <c:pt idx="231">
                  <c:v>0.64166666666666672</c:v>
                </c:pt>
                <c:pt idx="232">
                  <c:v>0.64444444444444438</c:v>
                </c:pt>
                <c:pt idx="233">
                  <c:v>0.64722222222222225</c:v>
                </c:pt>
                <c:pt idx="234">
                  <c:v>0.65</c:v>
                </c:pt>
                <c:pt idx="235">
                  <c:v>0.65277777777777779</c:v>
                </c:pt>
                <c:pt idx="236">
                  <c:v>0.65555555555555556</c:v>
                </c:pt>
                <c:pt idx="237">
                  <c:v>0.65833333333333333</c:v>
                </c:pt>
                <c:pt idx="238">
                  <c:v>0.66111111111111109</c:v>
                </c:pt>
                <c:pt idx="239">
                  <c:v>0.66388888888888897</c:v>
                </c:pt>
                <c:pt idx="240">
                  <c:v>0.66666666666666663</c:v>
                </c:pt>
                <c:pt idx="241">
                  <c:v>0.6694444444444444</c:v>
                </c:pt>
                <c:pt idx="242">
                  <c:v>0.67222222222222228</c:v>
                </c:pt>
                <c:pt idx="243">
                  <c:v>0.67500000000000004</c:v>
                </c:pt>
                <c:pt idx="244">
                  <c:v>0.6777777777777777</c:v>
                </c:pt>
                <c:pt idx="245">
                  <c:v>0.68055555555555558</c:v>
                </c:pt>
                <c:pt idx="246">
                  <c:v>0.68333333333333335</c:v>
                </c:pt>
                <c:pt idx="247">
                  <c:v>0.68611111111111112</c:v>
                </c:pt>
                <c:pt idx="248">
                  <c:v>0.68888888888888888</c:v>
                </c:pt>
                <c:pt idx="249">
                  <c:v>0.69166666666666665</c:v>
                </c:pt>
                <c:pt idx="250">
                  <c:v>0.69444444444444442</c:v>
                </c:pt>
                <c:pt idx="251">
                  <c:v>0.6972222222222223</c:v>
                </c:pt>
                <c:pt idx="252">
                  <c:v>0.7</c:v>
                </c:pt>
                <c:pt idx="253">
                  <c:v>0.70277777777777772</c:v>
                </c:pt>
                <c:pt idx="254">
                  <c:v>0.7055555555555556</c:v>
                </c:pt>
                <c:pt idx="255">
                  <c:v>0.70833333333333337</c:v>
                </c:pt>
                <c:pt idx="256">
                  <c:v>0.71111111111111103</c:v>
                </c:pt>
                <c:pt idx="257">
                  <c:v>0.71388888888888891</c:v>
                </c:pt>
                <c:pt idx="258">
                  <c:v>0.71666666666666667</c:v>
                </c:pt>
                <c:pt idx="259">
                  <c:v>0.71944444444444444</c:v>
                </c:pt>
                <c:pt idx="260">
                  <c:v>0.72222222222222221</c:v>
                </c:pt>
                <c:pt idx="261">
                  <c:v>0.72499999999999998</c:v>
                </c:pt>
                <c:pt idx="262">
                  <c:v>0.72777777777777775</c:v>
                </c:pt>
                <c:pt idx="263">
                  <c:v>0.73055555555555562</c:v>
                </c:pt>
                <c:pt idx="264">
                  <c:v>0.73333333333333328</c:v>
                </c:pt>
                <c:pt idx="265">
                  <c:v>0.73611111111111105</c:v>
                </c:pt>
                <c:pt idx="266">
                  <c:v>0.73888888888888893</c:v>
                </c:pt>
                <c:pt idx="267">
                  <c:v>0.7416666666666667</c:v>
                </c:pt>
                <c:pt idx="268">
                  <c:v>0.74444444444444435</c:v>
                </c:pt>
                <c:pt idx="269">
                  <c:v>0.74722222222222223</c:v>
                </c:pt>
                <c:pt idx="270">
                  <c:v>0.75</c:v>
                </c:pt>
                <c:pt idx="271">
                  <c:v>0.75277777777777777</c:v>
                </c:pt>
                <c:pt idx="272">
                  <c:v>0.75555555555555565</c:v>
                </c:pt>
                <c:pt idx="273">
                  <c:v>0.7583333333333333</c:v>
                </c:pt>
                <c:pt idx="274">
                  <c:v>0.76111111111111107</c:v>
                </c:pt>
                <c:pt idx="275">
                  <c:v>0.76388888888888895</c:v>
                </c:pt>
                <c:pt idx="276">
                  <c:v>0.76666666666666672</c:v>
                </c:pt>
                <c:pt idx="277">
                  <c:v>0.76944444444444438</c:v>
                </c:pt>
                <c:pt idx="278">
                  <c:v>0.77222222222222225</c:v>
                </c:pt>
                <c:pt idx="279">
                  <c:v>0.77500000000000002</c:v>
                </c:pt>
                <c:pt idx="280">
                  <c:v>0.77777777777777779</c:v>
                </c:pt>
                <c:pt idx="281">
                  <c:v>0.78055555555555556</c:v>
                </c:pt>
                <c:pt idx="282">
                  <c:v>0.78333333333333333</c:v>
                </c:pt>
                <c:pt idx="283">
                  <c:v>0.78611111111111109</c:v>
                </c:pt>
                <c:pt idx="284">
                  <c:v>0.78888888888888897</c:v>
                </c:pt>
                <c:pt idx="285">
                  <c:v>0.79166666666666663</c:v>
                </c:pt>
                <c:pt idx="286">
                  <c:v>0.7944444444444444</c:v>
                </c:pt>
                <c:pt idx="287">
                  <c:v>0.79722222222222228</c:v>
                </c:pt>
                <c:pt idx="288">
                  <c:v>0.8</c:v>
                </c:pt>
                <c:pt idx="289">
                  <c:v>0.8027777777777777</c:v>
                </c:pt>
                <c:pt idx="290">
                  <c:v>0.80555555555555558</c:v>
                </c:pt>
                <c:pt idx="291">
                  <c:v>0.80833333333333335</c:v>
                </c:pt>
                <c:pt idx="292">
                  <c:v>0.81111111111111112</c:v>
                </c:pt>
                <c:pt idx="293">
                  <c:v>0.81388888888888888</c:v>
                </c:pt>
                <c:pt idx="294">
                  <c:v>0.81666666666666665</c:v>
                </c:pt>
                <c:pt idx="295">
                  <c:v>0.81944444444444442</c:v>
                </c:pt>
                <c:pt idx="296">
                  <c:v>0.8222222222222223</c:v>
                </c:pt>
                <c:pt idx="297">
                  <c:v>0.82499999999999996</c:v>
                </c:pt>
                <c:pt idx="298">
                  <c:v>0.82777777777777772</c:v>
                </c:pt>
                <c:pt idx="299">
                  <c:v>0.8305555555555556</c:v>
                </c:pt>
                <c:pt idx="300">
                  <c:v>0.83333333333333337</c:v>
                </c:pt>
                <c:pt idx="301">
                  <c:v>0.83611111111111103</c:v>
                </c:pt>
                <c:pt idx="302">
                  <c:v>0.83888888888888891</c:v>
                </c:pt>
                <c:pt idx="303">
                  <c:v>0.84166666666666667</c:v>
                </c:pt>
                <c:pt idx="304">
                  <c:v>0.84444444444444444</c:v>
                </c:pt>
                <c:pt idx="305">
                  <c:v>0.84722222222222221</c:v>
                </c:pt>
                <c:pt idx="306">
                  <c:v>0.85</c:v>
                </c:pt>
                <c:pt idx="307">
                  <c:v>0.85277777777777775</c:v>
                </c:pt>
                <c:pt idx="308">
                  <c:v>0.85555555555555562</c:v>
                </c:pt>
                <c:pt idx="309">
                  <c:v>0.85833333333333328</c:v>
                </c:pt>
                <c:pt idx="310">
                  <c:v>0.86111111111111105</c:v>
                </c:pt>
                <c:pt idx="311">
                  <c:v>0.86388888888888893</c:v>
                </c:pt>
                <c:pt idx="312">
                  <c:v>0.8666666666666667</c:v>
                </c:pt>
                <c:pt idx="313">
                  <c:v>0.86944444444444435</c:v>
                </c:pt>
                <c:pt idx="314">
                  <c:v>0.87222222222222223</c:v>
                </c:pt>
                <c:pt idx="315">
                  <c:v>0.875</c:v>
                </c:pt>
                <c:pt idx="316">
                  <c:v>0.87777777777777777</c:v>
                </c:pt>
                <c:pt idx="317">
                  <c:v>0.88055555555555565</c:v>
                </c:pt>
                <c:pt idx="318">
                  <c:v>0.8833333333333333</c:v>
                </c:pt>
                <c:pt idx="319">
                  <c:v>0.88611111111111107</c:v>
                </c:pt>
                <c:pt idx="320">
                  <c:v>0.88888888888888895</c:v>
                </c:pt>
                <c:pt idx="321">
                  <c:v>0.89166666666666672</c:v>
                </c:pt>
                <c:pt idx="322">
                  <c:v>0.89444444444444438</c:v>
                </c:pt>
                <c:pt idx="323">
                  <c:v>0.89722222222222225</c:v>
                </c:pt>
                <c:pt idx="324">
                  <c:v>0.9</c:v>
                </c:pt>
                <c:pt idx="325">
                  <c:v>0.90277777777777779</c:v>
                </c:pt>
                <c:pt idx="326">
                  <c:v>0.90555555555555556</c:v>
                </c:pt>
                <c:pt idx="327">
                  <c:v>0.90833333333333333</c:v>
                </c:pt>
                <c:pt idx="328">
                  <c:v>0.91111111111111109</c:v>
                </c:pt>
                <c:pt idx="329">
                  <c:v>0.91388888888888897</c:v>
                </c:pt>
                <c:pt idx="330">
                  <c:v>0.91666666666666663</c:v>
                </c:pt>
                <c:pt idx="331">
                  <c:v>0.9194444444444444</c:v>
                </c:pt>
                <c:pt idx="332">
                  <c:v>0.92222222222222228</c:v>
                </c:pt>
                <c:pt idx="333">
                  <c:v>0.92500000000000004</c:v>
                </c:pt>
                <c:pt idx="334">
                  <c:v>0.9277777777777777</c:v>
                </c:pt>
                <c:pt idx="335">
                  <c:v>0.93055555555555558</c:v>
                </c:pt>
                <c:pt idx="336">
                  <c:v>0.93333333333333335</c:v>
                </c:pt>
                <c:pt idx="337">
                  <c:v>0.93611111111111112</c:v>
                </c:pt>
                <c:pt idx="338">
                  <c:v>0.93888888888888888</c:v>
                </c:pt>
                <c:pt idx="339">
                  <c:v>0.94166666666666665</c:v>
                </c:pt>
                <c:pt idx="340">
                  <c:v>0.94444444444444442</c:v>
                </c:pt>
                <c:pt idx="341">
                  <c:v>0.9472222222222223</c:v>
                </c:pt>
                <c:pt idx="342">
                  <c:v>0.95</c:v>
                </c:pt>
                <c:pt idx="343">
                  <c:v>0.95277777777777772</c:v>
                </c:pt>
                <c:pt idx="344">
                  <c:v>0.9555555555555556</c:v>
                </c:pt>
                <c:pt idx="345">
                  <c:v>0.95833333333333337</c:v>
                </c:pt>
                <c:pt idx="346">
                  <c:v>0.96111111111111103</c:v>
                </c:pt>
                <c:pt idx="347">
                  <c:v>0.96388888888888891</c:v>
                </c:pt>
                <c:pt idx="348">
                  <c:v>0.96666666666666667</c:v>
                </c:pt>
                <c:pt idx="349">
                  <c:v>0.96944444444444444</c:v>
                </c:pt>
                <c:pt idx="350">
                  <c:v>0.97222222222222221</c:v>
                </c:pt>
                <c:pt idx="351">
                  <c:v>0.97499999999999998</c:v>
                </c:pt>
                <c:pt idx="352">
                  <c:v>0.97777777777777775</c:v>
                </c:pt>
                <c:pt idx="353">
                  <c:v>0.98055555555555562</c:v>
                </c:pt>
                <c:pt idx="354">
                  <c:v>0.98333333333333328</c:v>
                </c:pt>
                <c:pt idx="355">
                  <c:v>0.98611111111111105</c:v>
                </c:pt>
                <c:pt idx="356">
                  <c:v>0.98888888888888893</c:v>
                </c:pt>
                <c:pt idx="357">
                  <c:v>0.9916666666666667</c:v>
                </c:pt>
                <c:pt idx="358">
                  <c:v>0.99444444444444435</c:v>
                </c:pt>
                <c:pt idx="359">
                  <c:v>0.99722222222222223</c:v>
                </c:pt>
                <c:pt idx="360">
                  <c:v>1</c:v>
                </c:pt>
                <c:pt idx="361">
                  <c:v>1.0027777777777778</c:v>
                </c:pt>
                <c:pt idx="362">
                  <c:v>1.0055555555555555</c:v>
                </c:pt>
                <c:pt idx="363">
                  <c:v>1.0083333333333333</c:v>
                </c:pt>
                <c:pt idx="364">
                  <c:v>1.0111111111111111</c:v>
                </c:pt>
                <c:pt idx="365">
                  <c:v>1.0138888888888888</c:v>
                </c:pt>
                <c:pt idx="366">
                  <c:v>1.0166666666666666</c:v>
                </c:pt>
                <c:pt idx="367">
                  <c:v>1.0194444444444444</c:v>
                </c:pt>
                <c:pt idx="368">
                  <c:v>1.0222222222222224</c:v>
                </c:pt>
                <c:pt idx="369">
                  <c:v>1.0249999999999999</c:v>
                </c:pt>
                <c:pt idx="370">
                  <c:v>1.0277777777777777</c:v>
                </c:pt>
                <c:pt idx="371">
                  <c:v>1.0305555555555557</c:v>
                </c:pt>
                <c:pt idx="372">
                  <c:v>1.0333333333333334</c:v>
                </c:pt>
                <c:pt idx="373">
                  <c:v>1.036111111111111</c:v>
                </c:pt>
                <c:pt idx="374">
                  <c:v>1.038888888888889</c:v>
                </c:pt>
                <c:pt idx="375">
                  <c:v>1.0416666666666667</c:v>
                </c:pt>
                <c:pt idx="376">
                  <c:v>1.0444444444444445</c:v>
                </c:pt>
                <c:pt idx="377">
                  <c:v>1.0472222222222223</c:v>
                </c:pt>
                <c:pt idx="378">
                  <c:v>1.05</c:v>
                </c:pt>
                <c:pt idx="379">
                  <c:v>1.0527777777777778</c:v>
                </c:pt>
                <c:pt idx="380">
                  <c:v>1.0555555555555556</c:v>
                </c:pt>
                <c:pt idx="381">
                  <c:v>1.0583333333333333</c:v>
                </c:pt>
                <c:pt idx="382">
                  <c:v>1.0611111111111111</c:v>
                </c:pt>
                <c:pt idx="383">
                  <c:v>1.0638888888888889</c:v>
                </c:pt>
                <c:pt idx="384">
                  <c:v>1.0666666666666667</c:v>
                </c:pt>
                <c:pt idx="385">
                  <c:v>1.0694444444444444</c:v>
                </c:pt>
                <c:pt idx="386">
                  <c:v>1.0722222222222222</c:v>
                </c:pt>
                <c:pt idx="387">
                  <c:v>1.075</c:v>
                </c:pt>
                <c:pt idx="388">
                  <c:v>1.0777777777777779</c:v>
                </c:pt>
                <c:pt idx="389">
                  <c:v>1.0805555555555555</c:v>
                </c:pt>
                <c:pt idx="390">
                  <c:v>1.0833333333333333</c:v>
                </c:pt>
                <c:pt idx="391">
                  <c:v>1.0861111111111112</c:v>
                </c:pt>
                <c:pt idx="392">
                  <c:v>1.0888888888888888</c:v>
                </c:pt>
                <c:pt idx="393">
                  <c:v>1.0916666666666666</c:v>
                </c:pt>
                <c:pt idx="394">
                  <c:v>1.0944444444444446</c:v>
                </c:pt>
                <c:pt idx="395">
                  <c:v>1.0972222222222221</c:v>
                </c:pt>
                <c:pt idx="396">
                  <c:v>1.1000000000000001</c:v>
                </c:pt>
                <c:pt idx="397">
                  <c:v>1.1027777777777779</c:v>
                </c:pt>
                <c:pt idx="398">
                  <c:v>1.1055555555555554</c:v>
                </c:pt>
                <c:pt idx="399">
                  <c:v>1.1083333333333334</c:v>
                </c:pt>
                <c:pt idx="400">
                  <c:v>1.1111111111111112</c:v>
                </c:pt>
                <c:pt idx="401">
                  <c:v>1.1138888888888887</c:v>
                </c:pt>
                <c:pt idx="402">
                  <c:v>1.1166666666666667</c:v>
                </c:pt>
                <c:pt idx="403">
                  <c:v>1.1194444444444445</c:v>
                </c:pt>
                <c:pt idx="404">
                  <c:v>1.1222222222222222</c:v>
                </c:pt>
                <c:pt idx="405">
                  <c:v>1.125</c:v>
                </c:pt>
                <c:pt idx="406">
                  <c:v>1.1277777777777778</c:v>
                </c:pt>
                <c:pt idx="407">
                  <c:v>1.1305555555555555</c:v>
                </c:pt>
                <c:pt idx="408">
                  <c:v>1.1333333333333333</c:v>
                </c:pt>
                <c:pt idx="409">
                  <c:v>1.1361111111111113</c:v>
                </c:pt>
                <c:pt idx="410">
                  <c:v>1.1388888888888888</c:v>
                </c:pt>
                <c:pt idx="411">
                  <c:v>1.1416666666666666</c:v>
                </c:pt>
                <c:pt idx="412">
                  <c:v>1.1444444444444446</c:v>
                </c:pt>
                <c:pt idx="413">
                  <c:v>1.1472222222222221</c:v>
                </c:pt>
                <c:pt idx="414">
                  <c:v>1.1499999999999999</c:v>
                </c:pt>
                <c:pt idx="415">
                  <c:v>1.1527777777777779</c:v>
                </c:pt>
                <c:pt idx="416">
                  <c:v>1.1555555555555554</c:v>
                </c:pt>
                <c:pt idx="417">
                  <c:v>1.1583333333333334</c:v>
                </c:pt>
                <c:pt idx="418">
                  <c:v>1.1611111111111112</c:v>
                </c:pt>
                <c:pt idx="419">
                  <c:v>1.1638888888888888</c:v>
                </c:pt>
                <c:pt idx="420">
                  <c:v>1.1666666666666667</c:v>
                </c:pt>
                <c:pt idx="421">
                  <c:v>1.1694444444444445</c:v>
                </c:pt>
                <c:pt idx="422">
                  <c:v>1.1722222222222221</c:v>
                </c:pt>
                <c:pt idx="423">
                  <c:v>1.175</c:v>
                </c:pt>
                <c:pt idx="424">
                  <c:v>1.1777777777777778</c:v>
                </c:pt>
                <c:pt idx="425">
                  <c:v>1.1805555555555556</c:v>
                </c:pt>
                <c:pt idx="426">
                  <c:v>1.1833333333333333</c:v>
                </c:pt>
                <c:pt idx="427">
                  <c:v>1.1861111111111111</c:v>
                </c:pt>
                <c:pt idx="428">
                  <c:v>1.1888888888888889</c:v>
                </c:pt>
                <c:pt idx="429">
                  <c:v>1.1916666666666667</c:v>
                </c:pt>
                <c:pt idx="430">
                  <c:v>1.1944444444444444</c:v>
                </c:pt>
                <c:pt idx="431">
                  <c:v>1.1972222222222222</c:v>
                </c:pt>
                <c:pt idx="432">
                  <c:v>1.2</c:v>
                </c:pt>
                <c:pt idx="433">
                  <c:v>1.2027777777777779</c:v>
                </c:pt>
                <c:pt idx="434">
                  <c:v>1.2055555555555555</c:v>
                </c:pt>
                <c:pt idx="435">
                  <c:v>1.2083333333333333</c:v>
                </c:pt>
                <c:pt idx="436">
                  <c:v>1.2111111111111112</c:v>
                </c:pt>
                <c:pt idx="437">
                  <c:v>1.2138888888888888</c:v>
                </c:pt>
                <c:pt idx="438">
                  <c:v>1.2166666666666666</c:v>
                </c:pt>
                <c:pt idx="439">
                  <c:v>1.2194444444444446</c:v>
                </c:pt>
                <c:pt idx="440">
                  <c:v>1.2222222222222221</c:v>
                </c:pt>
                <c:pt idx="441">
                  <c:v>1.2250000000000001</c:v>
                </c:pt>
                <c:pt idx="442">
                  <c:v>1.2277777777777779</c:v>
                </c:pt>
                <c:pt idx="443">
                  <c:v>1.2305555555555554</c:v>
                </c:pt>
                <c:pt idx="444">
                  <c:v>1.2333333333333334</c:v>
                </c:pt>
                <c:pt idx="445">
                  <c:v>1.2361111111111112</c:v>
                </c:pt>
                <c:pt idx="446">
                  <c:v>1.2388888888888887</c:v>
                </c:pt>
                <c:pt idx="447">
                  <c:v>1.2416666666666667</c:v>
                </c:pt>
                <c:pt idx="448">
                  <c:v>1.2444444444444445</c:v>
                </c:pt>
                <c:pt idx="449">
                  <c:v>1.2472222222222222</c:v>
                </c:pt>
                <c:pt idx="450">
                  <c:v>1.25</c:v>
                </c:pt>
                <c:pt idx="451">
                  <c:v>1.2527777777777778</c:v>
                </c:pt>
                <c:pt idx="452">
                  <c:v>1.2555555555555555</c:v>
                </c:pt>
                <c:pt idx="453">
                  <c:v>1.2583333333333333</c:v>
                </c:pt>
                <c:pt idx="454">
                  <c:v>1.2611111111111113</c:v>
                </c:pt>
                <c:pt idx="455">
                  <c:v>1.2638888888888888</c:v>
                </c:pt>
                <c:pt idx="456">
                  <c:v>1.2666666666666666</c:v>
                </c:pt>
                <c:pt idx="457">
                  <c:v>1.2694444444444446</c:v>
                </c:pt>
                <c:pt idx="458">
                  <c:v>1.2722222222222221</c:v>
                </c:pt>
                <c:pt idx="459">
                  <c:v>1.2749999999999999</c:v>
                </c:pt>
                <c:pt idx="460">
                  <c:v>1.2777777777777779</c:v>
                </c:pt>
                <c:pt idx="461">
                  <c:v>1.2805555555555554</c:v>
                </c:pt>
                <c:pt idx="462">
                  <c:v>1.2833333333333334</c:v>
                </c:pt>
                <c:pt idx="463">
                  <c:v>1.2861111111111112</c:v>
                </c:pt>
                <c:pt idx="464">
                  <c:v>1.2888888888888888</c:v>
                </c:pt>
                <c:pt idx="465">
                  <c:v>1.2916666666666667</c:v>
                </c:pt>
                <c:pt idx="466">
                  <c:v>1.2944444444444445</c:v>
                </c:pt>
                <c:pt idx="467">
                  <c:v>1.2972222222222221</c:v>
                </c:pt>
                <c:pt idx="468">
                  <c:v>1.3</c:v>
                </c:pt>
                <c:pt idx="469">
                  <c:v>1.3027777777777778</c:v>
                </c:pt>
                <c:pt idx="470">
                  <c:v>1.3055555555555556</c:v>
                </c:pt>
                <c:pt idx="471">
                  <c:v>1.3083333333333333</c:v>
                </c:pt>
                <c:pt idx="472">
                  <c:v>1.3111111111111111</c:v>
                </c:pt>
                <c:pt idx="473">
                  <c:v>1.3138888888888889</c:v>
                </c:pt>
                <c:pt idx="474">
                  <c:v>1.3166666666666667</c:v>
                </c:pt>
                <c:pt idx="475">
                  <c:v>1.3194444444444444</c:v>
                </c:pt>
                <c:pt idx="476">
                  <c:v>1.3222222222222222</c:v>
                </c:pt>
                <c:pt idx="477">
                  <c:v>1.325</c:v>
                </c:pt>
                <c:pt idx="478">
                  <c:v>1.3277777777777779</c:v>
                </c:pt>
                <c:pt idx="479">
                  <c:v>1.3305555555555555</c:v>
                </c:pt>
                <c:pt idx="480">
                  <c:v>1.3333333333333333</c:v>
                </c:pt>
                <c:pt idx="481">
                  <c:v>1.3361111111111112</c:v>
                </c:pt>
                <c:pt idx="482">
                  <c:v>1.3388888888888888</c:v>
                </c:pt>
                <c:pt idx="483">
                  <c:v>1.3416666666666666</c:v>
                </c:pt>
                <c:pt idx="484">
                  <c:v>1.3444444444444446</c:v>
                </c:pt>
                <c:pt idx="485">
                  <c:v>1.3472222222222221</c:v>
                </c:pt>
                <c:pt idx="486">
                  <c:v>1.35</c:v>
                </c:pt>
                <c:pt idx="487">
                  <c:v>1.3527777777777779</c:v>
                </c:pt>
                <c:pt idx="488">
                  <c:v>1.3555555555555554</c:v>
                </c:pt>
                <c:pt idx="489">
                  <c:v>1.3583333333333334</c:v>
                </c:pt>
                <c:pt idx="490">
                  <c:v>1.3611111111111112</c:v>
                </c:pt>
                <c:pt idx="491">
                  <c:v>1.3638888888888887</c:v>
                </c:pt>
                <c:pt idx="492">
                  <c:v>1.3666666666666667</c:v>
                </c:pt>
                <c:pt idx="493">
                  <c:v>1.3694444444444445</c:v>
                </c:pt>
                <c:pt idx="494">
                  <c:v>1.3722222222222222</c:v>
                </c:pt>
                <c:pt idx="495">
                  <c:v>1.375</c:v>
                </c:pt>
                <c:pt idx="496">
                  <c:v>1.3777777777777778</c:v>
                </c:pt>
                <c:pt idx="497">
                  <c:v>1.3805555555555555</c:v>
                </c:pt>
                <c:pt idx="498">
                  <c:v>1.3833333333333333</c:v>
                </c:pt>
                <c:pt idx="499">
                  <c:v>1.3861111111111113</c:v>
                </c:pt>
                <c:pt idx="500">
                  <c:v>1.3888888888888888</c:v>
                </c:pt>
                <c:pt idx="501">
                  <c:v>1.3916666666666666</c:v>
                </c:pt>
                <c:pt idx="502">
                  <c:v>1.3944444444444446</c:v>
                </c:pt>
                <c:pt idx="503">
                  <c:v>1.3972222222222221</c:v>
                </c:pt>
                <c:pt idx="504">
                  <c:v>1.4</c:v>
                </c:pt>
                <c:pt idx="505">
                  <c:v>1.4027777777777779</c:v>
                </c:pt>
                <c:pt idx="506">
                  <c:v>1.4055555555555554</c:v>
                </c:pt>
                <c:pt idx="507">
                  <c:v>1.4083333333333334</c:v>
                </c:pt>
                <c:pt idx="508">
                  <c:v>1.4111111111111112</c:v>
                </c:pt>
                <c:pt idx="509">
                  <c:v>1.4138888888888888</c:v>
                </c:pt>
                <c:pt idx="510">
                  <c:v>1.4166666666666667</c:v>
                </c:pt>
                <c:pt idx="511">
                  <c:v>1.4194444444444445</c:v>
                </c:pt>
                <c:pt idx="512">
                  <c:v>1.4222222222222221</c:v>
                </c:pt>
                <c:pt idx="513">
                  <c:v>1.425</c:v>
                </c:pt>
                <c:pt idx="514">
                  <c:v>1.4277777777777778</c:v>
                </c:pt>
                <c:pt idx="515">
                  <c:v>1.4305555555555556</c:v>
                </c:pt>
                <c:pt idx="516">
                  <c:v>1.4333333333333333</c:v>
                </c:pt>
                <c:pt idx="517">
                  <c:v>1.4361111111111111</c:v>
                </c:pt>
                <c:pt idx="518">
                  <c:v>1.4388888888888889</c:v>
                </c:pt>
                <c:pt idx="519">
                  <c:v>1.4416666666666667</c:v>
                </c:pt>
                <c:pt idx="520">
                  <c:v>1.4444444444444444</c:v>
                </c:pt>
                <c:pt idx="521">
                  <c:v>1.4472222222222222</c:v>
                </c:pt>
                <c:pt idx="522">
                  <c:v>1.45</c:v>
                </c:pt>
                <c:pt idx="523">
                  <c:v>1.4527777777777779</c:v>
                </c:pt>
                <c:pt idx="524">
                  <c:v>1.4555555555555555</c:v>
                </c:pt>
                <c:pt idx="525">
                  <c:v>1.4583333333333333</c:v>
                </c:pt>
                <c:pt idx="526">
                  <c:v>1.4611111111111112</c:v>
                </c:pt>
                <c:pt idx="527">
                  <c:v>1.4638888888888888</c:v>
                </c:pt>
                <c:pt idx="528">
                  <c:v>1.4666666666666666</c:v>
                </c:pt>
                <c:pt idx="529">
                  <c:v>1.4694444444444446</c:v>
                </c:pt>
                <c:pt idx="530">
                  <c:v>1.4722222222222221</c:v>
                </c:pt>
                <c:pt idx="531">
                  <c:v>1.4750000000000001</c:v>
                </c:pt>
                <c:pt idx="532">
                  <c:v>1.4777777777777779</c:v>
                </c:pt>
                <c:pt idx="533">
                  <c:v>1.4805555555555554</c:v>
                </c:pt>
                <c:pt idx="534">
                  <c:v>1.4833333333333334</c:v>
                </c:pt>
                <c:pt idx="535">
                  <c:v>1.4861111111111112</c:v>
                </c:pt>
                <c:pt idx="536">
                  <c:v>1.4888888888888887</c:v>
                </c:pt>
                <c:pt idx="537">
                  <c:v>1.4916666666666667</c:v>
                </c:pt>
                <c:pt idx="538">
                  <c:v>1.4944444444444445</c:v>
                </c:pt>
                <c:pt idx="539">
                  <c:v>1.4972222222222222</c:v>
                </c:pt>
                <c:pt idx="540">
                  <c:v>1.5</c:v>
                </c:pt>
                <c:pt idx="541">
                  <c:v>1.5027777777777778</c:v>
                </c:pt>
                <c:pt idx="542">
                  <c:v>1.5055555555555555</c:v>
                </c:pt>
                <c:pt idx="543">
                  <c:v>1.5083333333333333</c:v>
                </c:pt>
                <c:pt idx="544">
                  <c:v>1.5111111111111113</c:v>
                </c:pt>
                <c:pt idx="545">
                  <c:v>1.5138888888888888</c:v>
                </c:pt>
                <c:pt idx="546">
                  <c:v>1.5166666666666666</c:v>
                </c:pt>
                <c:pt idx="547">
                  <c:v>1.5194444444444446</c:v>
                </c:pt>
                <c:pt idx="548">
                  <c:v>1.5222222222222221</c:v>
                </c:pt>
                <c:pt idx="549">
                  <c:v>1.5249999999999999</c:v>
                </c:pt>
                <c:pt idx="550">
                  <c:v>1.5277777777777779</c:v>
                </c:pt>
                <c:pt idx="551">
                  <c:v>1.5305555555555554</c:v>
                </c:pt>
                <c:pt idx="552">
                  <c:v>1.5333333333333334</c:v>
                </c:pt>
                <c:pt idx="553">
                  <c:v>1.5361111111111112</c:v>
                </c:pt>
                <c:pt idx="554">
                  <c:v>1.5388888888888888</c:v>
                </c:pt>
                <c:pt idx="555">
                  <c:v>1.5416666666666667</c:v>
                </c:pt>
                <c:pt idx="556">
                  <c:v>1.5444444444444445</c:v>
                </c:pt>
                <c:pt idx="557">
                  <c:v>1.5472222222222221</c:v>
                </c:pt>
                <c:pt idx="558">
                  <c:v>1.55</c:v>
                </c:pt>
                <c:pt idx="559">
                  <c:v>1.5527777777777778</c:v>
                </c:pt>
                <c:pt idx="560">
                  <c:v>1.5555555555555556</c:v>
                </c:pt>
                <c:pt idx="561">
                  <c:v>1.5583333333333333</c:v>
                </c:pt>
                <c:pt idx="562">
                  <c:v>1.5611111111111111</c:v>
                </c:pt>
                <c:pt idx="563">
                  <c:v>1.5638888888888889</c:v>
                </c:pt>
                <c:pt idx="564">
                  <c:v>1.5666666666666667</c:v>
                </c:pt>
                <c:pt idx="565">
                  <c:v>1.5694444444444444</c:v>
                </c:pt>
                <c:pt idx="566">
                  <c:v>1.5722222222222222</c:v>
                </c:pt>
                <c:pt idx="567">
                  <c:v>1.575</c:v>
                </c:pt>
                <c:pt idx="568">
                  <c:v>1.5777777777777779</c:v>
                </c:pt>
                <c:pt idx="569">
                  <c:v>1.5805555555555555</c:v>
                </c:pt>
                <c:pt idx="570">
                  <c:v>1.5833333333333333</c:v>
                </c:pt>
                <c:pt idx="571">
                  <c:v>1.5861111111111112</c:v>
                </c:pt>
                <c:pt idx="572">
                  <c:v>1.5888888888888888</c:v>
                </c:pt>
                <c:pt idx="573">
                  <c:v>1.5916666666666666</c:v>
                </c:pt>
                <c:pt idx="574">
                  <c:v>1.5944444444444446</c:v>
                </c:pt>
                <c:pt idx="575">
                  <c:v>1.5972222222222221</c:v>
                </c:pt>
                <c:pt idx="576">
                  <c:v>1.6</c:v>
                </c:pt>
                <c:pt idx="577">
                  <c:v>1.6027777777777779</c:v>
                </c:pt>
                <c:pt idx="578">
                  <c:v>1.6055555555555554</c:v>
                </c:pt>
                <c:pt idx="579">
                  <c:v>1.6083333333333334</c:v>
                </c:pt>
                <c:pt idx="580">
                  <c:v>1.6111111111111112</c:v>
                </c:pt>
                <c:pt idx="581">
                  <c:v>1.6138888888888887</c:v>
                </c:pt>
                <c:pt idx="582">
                  <c:v>1.6166666666666667</c:v>
                </c:pt>
                <c:pt idx="583">
                  <c:v>1.6194444444444445</c:v>
                </c:pt>
                <c:pt idx="584">
                  <c:v>1.6222222222222222</c:v>
                </c:pt>
                <c:pt idx="585">
                  <c:v>1.625</c:v>
                </c:pt>
                <c:pt idx="586">
                  <c:v>1.6277777777777778</c:v>
                </c:pt>
                <c:pt idx="587">
                  <c:v>1.6305555555555555</c:v>
                </c:pt>
                <c:pt idx="588">
                  <c:v>1.6333333333333333</c:v>
                </c:pt>
                <c:pt idx="589">
                  <c:v>1.6361111111111113</c:v>
                </c:pt>
                <c:pt idx="590">
                  <c:v>1.6388888888888888</c:v>
                </c:pt>
                <c:pt idx="591">
                  <c:v>1.6416666666666666</c:v>
                </c:pt>
                <c:pt idx="592">
                  <c:v>1.6444444444444446</c:v>
                </c:pt>
                <c:pt idx="593">
                  <c:v>1.6472222222222221</c:v>
                </c:pt>
                <c:pt idx="594">
                  <c:v>1.65</c:v>
                </c:pt>
                <c:pt idx="595">
                  <c:v>1.6527777777777779</c:v>
                </c:pt>
                <c:pt idx="596">
                  <c:v>1.6555555555555554</c:v>
                </c:pt>
                <c:pt idx="597">
                  <c:v>1.6583333333333334</c:v>
                </c:pt>
                <c:pt idx="598">
                  <c:v>1.6611111111111112</c:v>
                </c:pt>
                <c:pt idx="599">
                  <c:v>1.6638888888888888</c:v>
                </c:pt>
                <c:pt idx="600">
                  <c:v>1.6666666666666667</c:v>
                </c:pt>
                <c:pt idx="601">
                  <c:v>1.6694444444444445</c:v>
                </c:pt>
                <c:pt idx="602">
                  <c:v>1.6722222222222221</c:v>
                </c:pt>
                <c:pt idx="603">
                  <c:v>1.675</c:v>
                </c:pt>
                <c:pt idx="604">
                  <c:v>1.6777777777777778</c:v>
                </c:pt>
                <c:pt idx="605">
                  <c:v>1.6805555555555556</c:v>
                </c:pt>
                <c:pt idx="606">
                  <c:v>1.6833333333333333</c:v>
                </c:pt>
                <c:pt idx="607">
                  <c:v>1.6861111111111111</c:v>
                </c:pt>
                <c:pt idx="608">
                  <c:v>1.6888888888888889</c:v>
                </c:pt>
                <c:pt idx="609">
                  <c:v>1.6916666666666667</c:v>
                </c:pt>
                <c:pt idx="610">
                  <c:v>1.6944444444444444</c:v>
                </c:pt>
                <c:pt idx="611">
                  <c:v>1.6972222222222222</c:v>
                </c:pt>
                <c:pt idx="612">
                  <c:v>1.7</c:v>
                </c:pt>
                <c:pt idx="613">
                  <c:v>1.7027777777777779</c:v>
                </c:pt>
                <c:pt idx="614">
                  <c:v>1.7055555555555555</c:v>
                </c:pt>
                <c:pt idx="615">
                  <c:v>1.7083333333333333</c:v>
                </c:pt>
                <c:pt idx="616">
                  <c:v>1.7111111111111112</c:v>
                </c:pt>
                <c:pt idx="617">
                  <c:v>1.7138888888888888</c:v>
                </c:pt>
                <c:pt idx="618">
                  <c:v>1.7166666666666666</c:v>
                </c:pt>
                <c:pt idx="619">
                  <c:v>1.7194444444444446</c:v>
                </c:pt>
                <c:pt idx="620">
                  <c:v>1.7222222222222221</c:v>
                </c:pt>
                <c:pt idx="621">
                  <c:v>1.7250000000000001</c:v>
                </c:pt>
                <c:pt idx="622">
                  <c:v>1.7277777777777779</c:v>
                </c:pt>
                <c:pt idx="623">
                  <c:v>1.7305555555555554</c:v>
                </c:pt>
                <c:pt idx="624">
                  <c:v>1.7333333333333334</c:v>
                </c:pt>
                <c:pt idx="625">
                  <c:v>1.7361111111111112</c:v>
                </c:pt>
                <c:pt idx="626">
                  <c:v>1.7388888888888887</c:v>
                </c:pt>
                <c:pt idx="627">
                  <c:v>1.7416666666666667</c:v>
                </c:pt>
                <c:pt idx="628">
                  <c:v>1.7444444444444445</c:v>
                </c:pt>
                <c:pt idx="629">
                  <c:v>1.7472222222222222</c:v>
                </c:pt>
                <c:pt idx="630">
                  <c:v>1.75</c:v>
                </c:pt>
                <c:pt idx="631">
                  <c:v>1.7527777777777778</c:v>
                </c:pt>
                <c:pt idx="632">
                  <c:v>1.7555555555555555</c:v>
                </c:pt>
                <c:pt idx="633">
                  <c:v>1.7583333333333333</c:v>
                </c:pt>
                <c:pt idx="634">
                  <c:v>1.7611111111111113</c:v>
                </c:pt>
                <c:pt idx="635">
                  <c:v>1.7638888888888888</c:v>
                </c:pt>
                <c:pt idx="636">
                  <c:v>1.7666666666666666</c:v>
                </c:pt>
                <c:pt idx="637">
                  <c:v>1.7694444444444446</c:v>
                </c:pt>
                <c:pt idx="638">
                  <c:v>1.7722222222222221</c:v>
                </c:pt>
                <c:pt idx="639">
                  <c:v>1.7749999999999999</c:v>
                </c:pt>
                <c:pt idx="640">
                  <c:v>1.7777777777777779</c:v>
                </c:pt>
                <c:pt idx="641">
                  <c:v>1.7805555555555554</c:v>
                </c:pt>
                <c:pt idx="642">
                  <c:v>1.7833333333333334</c:v>
                </c:pt>
                <c:pt idx="643">
                  <c:v>1.7861111111111112</c:v>
                </c:pt>
                <c:pt idx="644">
                  <c:v>1.7888888888888888</c:v>
                </c:pt>
                <c:pt idx="645">
                  <c:v>1.7916666666666667</c:v>
                </c:pt>
                <c:pt idx="646">
                  <c:v>1.7944444444444445</c:v>
                </c:pt>
                <c:pt idx="647">
                  <c:v>1.7972222222222221</c:v>
                </c:pt>
                <c:pt idx="648">
                  <c:v>1.8</c:v>
                </c:pt>
                <c:pt idx="649">
                  <c:v>1.8027777777777778</c:v>
                </c:pt>
                <c:pt idx="650">
                  <c:v>1.8055555555555556</c:v>
                </c:pt>
                <c:pt idx="651">
                  <c:v>1.8083333333333333</c:v>
                </c:pt>
                <c:pt idx="652">
                  <c:v>1.8111111111111111</c:v>
                </c:pt>
                <c:pt idx="653">
                  <c:v>1.8138888888888889</c:v>
                </c:pt>
                <c:pt idx="654">
                  <c:v>1.8166666666666667</c:v>
                </c:pt>
                <c:pt idx="655">
                  <c:v>1.8194444444444444</c:v>
                </c:pt>
                <c:pt idx="656">
                  <c:v>1.8222222222222222</c:v>
                </c:pt>
                <c:pt idx="657">
                  <c:v>1.825</c:v>
                </c:pt>
                <c:pt idx="658">
                  <c:v>1.8277777777777779</c:v>
                </c:pt>
                <c:pt idx="659">
                  <c:v>1.8305555555555555</c:v>
                </c:pt>
                <c:pt idx="660">
                  <c:v>1.8333333333333333</c:v>
                </c:pt>
                <c:pt idx="661">
                  <c:v>1.8361111111111112</c:v>
                </c:pt>
                <c:pt idx="662">
                  <c:v>1.8388888888888888</c:v>
                </c:pt>
                <c:pt idx="663">
                  <c:v>1.8416666666666666</c:v>
                </c:pt>
                <c:pt idx="664">
                  <c:v>1.8444444444444446</c:v>
                </c:pt>
                <c:pt idx="665">
                  <c:v>1.8472222222222221</c:v>
                </c:pt>
                <c:pt idx="666">
                  <c:v>1.85</c:v>
                </c:pt>
                <c:pt idx="667">
                  <c:v>1.8527777777777779</c:v>
                </c:pt>
                <c:pt idx="668">
                  <c:v>1.8555555555555554</c:v>
                </c:pt>
                <c:pt idx="669">
                  <c:v>1.8583333333333334</c:v>
                </c:pt>
                <c:pt idx="670">
                  <c:v>1.8611111111111112</c:v>
                </c:pt>
                <c:pt idx="671">
                  <c:v>1.8638888888888887</c:v>
                </c:pt>
                <c:pt idx="672">
                  <c:v>1.8666666666666667</c:v>
                </c:pt>
                <c:pt idx="673">
                  <c:v>1.8694444444444445</c:v>
                </c:pt>
                <c:pt idx="674">
                  <c:v>1.8722222222222222</c:v>
                </c:pt>
                <c:pt idx="675">
                  <c:v>1.875</c:v>
                </c:pt>
                <c:pt idx="676">
                  <c:v>1.8777777777777778</c:v>
                </c:pt>
                <c:pt idx="677">
                  <c:v>1.8805555555555555</c:v>
                </c:pt>
                <c:pt idx="678">
                  <c:v>1.8833333333333333</c:v>
                </c:pt>
                <c:pt idx="679">
                  <c:v>1.8861111111111113</c:v>
                </c:pt>
                <c:pt idx="680">
                  <c:v>1.8888888888888888</c:v>
                </c:pt>
                <c:pt idx="681">
                  <c:v>1.8916666666666666</c:v>
                </c:pt>
                <c:pt idx="682">
                  <c:v>1.8944444444444446</c:v>
                </c:pt>
                <c:pt idx="683">
                  <c:v>1.8972222222222221</c:v>
                </c:pt>
                <c:pt idx="684">
                  <c:v>1.9</c:v>
                </c:pt>
                <c:pt idx="685">
                  <c:v>1.9027777777777779</c:v>
                </c:pt>
                <c:pt idx="686">
                  <c:v>1.9055555555555554</c:v>
                </c:pt>
                <c:pt idx="687">
                  <c:v>1.9083333333333334</c:v>
                </c:pt>
                <c:pt idx="688">
                  <c:v>1.9111111111111112</c:v>
                </c:pt>
                <c:pt idx="689">
                  <c:v>1.9138888888888888</c:v>
                </c:pt>
                <c:pt idx="690">
                  <c:v>1.9166666666666667</c:v>
                </c:pt>
                <c:pt idx="691">
                  <c:v>1.9194444444444445</c:v>
                </c:pt>
                <c:pt idx="692">
                  <c:v>1.9222222222222221</c:v>
                </c:pt>
                <c:pt idx="693">
                  <c:v>1.925</c:v>
                </c:pt>
                <c:pt idx="694">
                  <c:v>1.9277777777777778</c:v>
                </c:pt>
                <c:pt idx="695">
                  <c:v>1.9305555555555556</c:v>
                </c:pt>
                <c:pt idx="696">
                  <c:v>1.9333333333333333</c:v>
                </c:pt>
                <c:pt idx="697">
                  <c:v>1.9361111111111111</c:v>
                </c:pt>
                <c:pt idx="698">
                  <c:v>1.9388888888888889</c:v>
                </c:pt>
                <c:pt idx="699">
                  <c:v>1.9416666666666667</c:v>
                </c:pt>
                <c:pt idx="700">
                  <c:v>1.9444444444444444</c:v>
                </c:pt>
                <c:pt idx="701">
                  <c:v>1.9472222222222222</c:v>
                </c:pt>
                <c:pt idx="702">
                  <c:v>1.95</c:v>
                </c:pt>
                <c:pt idx="703">
                  <c:v>1.9527777777777779</c:v>
                </c:pt>
                <c:pt idx="704">
                  <c:v>1.9555555555555555</c:v>
                </c:pt>
                <c:pt idx="705">
                  <c:v>1.9583333333333333</c:v>
                </c:pt>
                <c:pt idx="706">
                  <c:v>1.9611111111111112</c:v>
                </c:pt>
                <c:pt idx="707">
                  <c:v>1.9638888888888888</c:v>
                </c:pt>
                <c:pt idx="708">
                  <c:v>1.9666666666666666</c:v>
                </c:pt>
                <c:pt idx="709">
                  <c:v>1.9694444444444446</c:v>
                </c:pt>
                <c:pt idx="710">
                  <c:v>1.9722222222222221</c:v>
                </c:pt>
                <c:pt idx="711">
                  <c:v>1.9750000000000001</c:v>
                </c:pt>
                <c:pt idx="712">
                  <c:v>1.9777777777777779</c:v>
                </c:pt>
                <c:pt idx="713">
                  <c:v>1.9805555555555554</c:v>
                </c:pt>
                <c:pt idx="714">
                  <c:v>1.9833333333333334</c:v>
                </c:pt>
                <c:pt idx="715">
                  <c:v>1.9861111111111112</c:v>
                </c:pt>
                <c:pt idx="716">
                  <c:v>1.9888888888888887</c:v>
                </c:pt>
                <c:pt idx="717">
                  <c:v>1.9916666666666667</c:v>
                </c:pt>
                <c:pt idx="718">
                  <c:v>1.9944444444444445</c:v>
                </c:pt>
                <c:pt idx="719">
                  <c:v>1.9972222222222222</c:v>
                </c:pt>
                <c:pt idx="720">
                  <c:v>2</c:v>
                </c:pt>
                <c:pt idx="721">
                  <c:v>2.0027777777777778</c:v>
                </c:pt>
                <c:pt idx="722">
                  <c:v>2.0055555555555555</c:v>
                </c:pt>
                <c:pt idx="723">
                  <c:v>2.0083333333333333</c:v>
                </c:pt>
                <c:pt idx="724">
                  <c:v>2.0111111111111111</c:v>
                </c:pt>
                <c:pt idx="725">
                  <c:v>2.0138888888888888</c:v>
                </c:pt>
                <c:pt idx="726">
                  <c:v>2.0166666666666666</c:v>
                </c:pt>
                <c:pt idx="727">
                  <c:v>2.0194444444444444</c:v>
                </c:pt>
                <c:pt idx="728">
                  <c:v>2.0222222222222221</c:v>
                </c:pt>
                <c:pt idx="729">
                  <c:v>2.0249999999999999</c:v>
                </c:pt>
                <c:pt idx="730">
                  <c:v>2.0277777777777777</c:v>
                </c:pt>
                <c:pt idx="731">
                  <c:v>2.0305555555555554</c:v>
                </c:pt>
                <c:pt idx="732">
                  <c:v>2.0333333333333332</c:v>
                </c:pt>
                <c:pt idx="733">
                  <c:v>2.036111111111111</c:v>
                </c:pt>
                <c:pt idx="734">
                  <c:v>2.0388888888888888</c:v>
                </c:pt>
                <c:pt idx="735">
                  <c:v>2.0416666666666665</c:v>
                </c:pt>
                <c:pt idx="736">
                  <c:v>2.0444444444444447</c:v>
                </c:pt>
                <c:pt idx="737">
                  <c:v>2.0472222222222221</c:v>
                </c:pt>
                <c:pt idx="738">
                  <c:v>2.0499999999999998</c:v>
                </c:pt>
                <c:pt idx="739">
                  <c:v>2.052777777777778</c:v>
                </c:pt>
                <c:pt idx="740">
                  <c:v>2.0555555555555554</c:v>
                </c:pt>
                <c:pt idx="741">
                  <c:v>2.0583333333333331</c:v>
                </c:pt>
                <c:pt idx="742">
                  <c:v>2.0611111111111113</c:v>
                </c:pt>
                <c:pt idx="743">
                  <c:v>2.0638888888888887</c:v>
                </c:pt>
                <c:pt idx="744">
                  <c:v>2.0666666666666669</c:v>
                </c:pt>
                <c:pt idx="745">
                  <c:v>2.0694444444444446</c:v>
                </c:pt>
                <c:pt idx="746">
                  <c:v>2.072222222222222</c:v>
                </c:pt>
                <c:pt idx="747">
                  <c:v>2.0750000000000002</c:v>
                </c:pt>
                <c:pt idx="748">
                  <c:v>2.0777777777777779</c:v>
                </c:pt>
                <c:pt idx="749">
                  <c:v>2.0805555555555553</c:v>
                </c:pt>
                <c:pt idx="750">
                  <c:v>2.0833333333333335</c:v>
                </c:pt>
                <c:pt idx="751">
                  <c:v>2.0861111111111112</c:v>
                </c:pt>
                <c:pt idx="752">
                  <c:v>2.088888888888889</c:v>
                </c:pt>
                <c:pt idx="753">
                  <c:v>2.0916666666666668</c:v>
                </c:pt>
                <c:pt idx="754">
                  <c:v>2.0944444444444446</c:v>
                </c:pt>
                <c:pt idx="755">
                  <c:v>2.0972222222222223</c:v>
                </c:pt>
                <c:pt idx="756">
                  <c:v>2.1</c:v>
                </c:pt>
                <c:pt idx="757">
                  <c:v>2.1027777777777779</c:v>
                </c:pt>
                <c:pt idx="758">
                  <c:v>2.1055555555555556</c:v>
                </c:pt>
                <c:pt idx="759">
                  <c:v>2.1083333333333334</c:v>
                </c:pt>
                <c:pt idx="760">
                  <c:v>2.1111111111111112</c:v>
                </c:pt>
                <c:pt idx="761">
                  <c:v>2.1138888888888889</c:v>
                </c:pt>
                <c:pt idx="762">
                  <c:v>2.1166666666666667</c:v>
                </c:pt>
                <c:pt idx="763">
                  <c:v>2.1194444444444445</c:v>
                </c:pt>
                <c:pt idx="764">
                  <c:v>2.1222222222222222</c:v>
                </c:pt>
                <c:pt idx="765">
                  <c:v>2.125</c:v>
                </c:pt>
                <c:pt idx="766">
                  <c:v>2.1277777777777778</c:v>
                </c:pt>
                <c:pt idx="767">
                  <c:v>2.1305555555555555</c:v>
                </c:pt>
                <c:pt idx="768">
                  <c:v>2.1333333333333333</c:v>
                </c:pt>
                <c:pt idx="769">
                  <c:v>2.1361111111111111</c:v>
                </c:pt>
                <c:pt idx="770">
                  <c:v>2.1388888888888888</c:v>
                </c:pt>
                <c:pt idx="771">
                  <c:v>2.1416666666666666</c:v>
                </c:pt>
                <c:pt idx="772">
                  <c:v>2.1444444444444444</c:v>
                </c:pt>
                <c:pt idx="773">
                  <c:v>2.1472222222222226</c:v>
                </c:pt>
                <c:pt idx="774">
                  <c:v>2.15</c:v>
                </c:pt>
                <c:pt idx="775">
                  <c:v>2.1527777777777777</c:v>
                </c:pt>
                <c:pt idx="776">
                  <c:v>2.1555555555555559</c:v>
                </c:pt>
                <c:pt idx="777">
                  <c:v>2.1583333333333332</c:v>
                </c:pt>
                <c:pt idx="778">
                  <c:v>2.161111111111111</c:v>
                </c:pt>
                <c:pt idx="779">
                  <c:v>2.1638888888888892</c:v>
                </c:pt>
                <c:pt idx="780">
                  <c:v>2.1666666666666665</c:v>
                </c:pt>
                <c:pt idx="781">
                  <c:v>2.1694444444444443</c:v>
                </c:pt>
                <c:pt idx="782">
                  <c:v>2.1722222222222225</c:v>
                </c:pt>
                <c:pt idx="783">
                  <c:v>2.1749999999999998</c:v>
                </c:pt>
                <c:pt idx="784">
                  <c:v>2.1777777777777776</c:v>
                </c:pt>
                <c:pt idx="785">
                  <c:v>2.1805555555555558</c:v>
                </c:pt>
                <c:pt idx="786">
                  <c:v>2.1833333333333331</c:v>
                </c:pt>
                <c:pt idx="787">
                  <c:v>2.1861111111111109</c:v>
                </c:pt>
                <c:pt idx="788">
                  <c:v>2.1888888888888891</c:v>
                </c:pt>
                <c:pt idx="789">
                  <c:v>2.1916666666666669</c:v>
                </c:pt>
                <c:pt idx="790">
                  <c:v>2.1944444444444442</c:v>
                </c:pt>
                <c:pt idx="791">
                  <c:v>2.1972222222222224</c:v>
                </c:pt>
                <c:pt idx="792">
                  <c:v>2.2000000000000002</c:v>
                </c:pt>
                <c:pt idx="793">
                  <c:v>2.2027777777777775</c:v>
                </c:pt>
                <c:pt idx="794">
                  <c:v>2.2055555555555557</c:v>
                </c:pt>
                <c:pt idx="795">
                  <c:v>2.2083333333333335</c:v>
                </c:pt>
                <c:pt idx="796">
                  <c:v>2.2111111111111108</c:v>
                </c:pt>
                <c:pt idx="797">
                  <c:v>2.213888888888889</c:v>
                </c:pt>
                <c:pt idx="798">
                  <c:v>2.2166666666666668</c:v>
                </c:pt>
                <c:pt idx="799">
                  <c:v>2.2194444444444441</c:v>
                </c:pt>
                <c:pt idx="800">
                  <c:v>2.2222222222222223</c:v>
                </c:pt>
                <c:pt idx="801">
                  <c:v>2.2250000000000001</c:v>
                </c:pt>
                <c:pt idx="802">
                  <c:v>2.2277777777777774</c:v>
                </c:pt>
                <c:pt idx="803">
                  <c:v>2.2305555555555556</c:v>
                </c:pt>
                <c:pt idx="804">
                  <c:v>2.2333333333333334</c:v>
                </c:pt>
                <c:pt idx="805">
                  <c:v>2.2361111111111112</c:v>
                </c:pt>
                <c:pt idx="806">
                  <c:v>2.2388888888888889</c:v>
                </c:pt>
                <c:pt idx="807">
                  <c:v>2.2416666666666667</c:v>
                </c:pt>
                <c:pt idx="808">
                  <c:v>2.2444444444444445</c:v>
                </c:pt>
                <c:pt idx="809">
                  <c:v>2.2472222222222222</c:v>
                </c:pt>
                <c:pt idx="810">
                  <c:v>2.25</c:v>
                </c:pt>
                <c:pt idx="811">
                  <c:v>2.2527777777777778</c:v>
                </c:pt>
                <c:pt idx="812">
                  <c:v>2.2555555555555555</c:v>
                </c:pt>
                <c:pt idx="813">
                  <c:v>2.2583333333333333</c:v>
                </c:pt>
                <c:pt idx="814">
                  <c:v>2.2611111111111111</c:v>
                </c:pt>
                <c:pt idx="815">
                  <c:v>2.2638888888888888</c:v>
                </c:pt>
                <c:pt idx="816">
                  <c:v>2.2666666666666666</c:v>
                </c:pt>
                <c:pt idx="817">
                  <c:v>2.2694444444444444</c:v>
                </c:pt>
                <c:pt idx="818">
                  <c:v>2.2722222222222226</c:v>
                </c:pt>
                <c:pt idx="819">
                  <c:v>2.2749999999999999</c:v>
                </c:pt>
                <c:pt idx="820">
                  <c:v>2.2777777777777777</c:v>
                </c:pt>
                <c:pt idx="821">
                  <c:v>2.2805555555555559</c:v>
                </c:pt>
                <c:pt idx="822">
                  <c:v>2.2833333333333332</c:v>
                </c:pt>
                <c:pt idx="823">
                  <c:v>2.286111111111111</c:v>
                </c:pt>
                <c:pt idx="824">
                  <c:v>2.2888888888888892</c:v>
                </c:pt>
                <c:pt idx="825">
                  <c:v>2.2916666666666665</c:v>
                </c:pt>
                <c:pt idx="826">
                  <c:v>2.2944444444444443</c:v>
                </c:pt>
                <c:pt idx="827">
                  <c:v>2.2972222222222225</c:v>
                </c:pt>
                <c:pt idx="828">
                  <c:v>2.2999999999999998</c:v>
                </c:pt>
                <c:pt idx="829">
                  <c:v>2.3027777777777776</c:v>
                </c:pt>
                <c:pt idx="830">
                  <c:v>2.3055555555555558</c:v>
                </c:pt>
                <c:pt idx="831">
                  <c:v>2.3083333333333331</c:v>
                </c:pt>
                <c:pt idx="832">
                  <c:v>2.3111111111111109</c:v>
                </c:pt>
                <c:pt idx="833">
                  <c:v>2.3138888888888891</c:v>
                </c:pt>
                <c:pt idx="834">
                  <c:v>2.3166666666666669</c:v>
                </c:pt>
                <c:pt idx="835">
                  <c:v>2.3194444444444442</c:v>
                </c:pt>
                <c:pt idx="836">
                  <c:v>2.3222222222222224</c:v>
                </c:pt>
                <c:pt idx="837">
                  <c:v>2.3250000000000002</c:v>
                </c:pt>
                <c:pt idx="838">
                  <c:v>2.3277777777777775</c:v>
                </c:pt>
                <c:pt idx="839">
                  <c:v>2.3305555555555557</c:v>
                </c:pt>
                <c:pt idx="840">
                  <c:v>2.3333333333333335</c:v>
                </c:pt>
                <c:pt idx="841">
                  <c:v>2.3361111111111108</c:v>
                </c:pt>
                <c:pt idx="842">
                  <c:v>2.338888888888889</c:v>
                </c:pt>
                <c:pt idx="843">
                  <c:v>2.3416666666666668</c:v>
                </c:pt>
                <c:pt idx="844">
                  <c:v>2.3444444444444441</c:v>
                </c:pt>
                <c:pt idx="845">
                  <c:v>2.3472222222222223</c:v>
                </c:pt>
                <c:pt idx="846">
                  <c:v>2.35</c:v>
                </c:pt>
                <c:pt idx="847">
                  <c:v>2.3527777777777774</c:v>
                </c:pt>
                <c:pt idx="848">
                  <c:v>2.3555555555555556</c:v>
                </c:pt>
                <c:pt idx="849">
                  <c:v>2.3583333333333334</c:v>
                </c:pt>
                <c:pt idx="850">
                  <c:v>2.3611111111111112</c:v>
                </c:pt>
                <c:pt idx="851">
                  <c:v>2.3638888888888889</c:v>
                </c:pt>
                <c:pt idx="852">
                  <c:v>2.3666666666666667</c:v>
                </c:pt>
                <c:pt idx="853">
                  <c:v>2.3694444444444445</c:v>
                </c:pt>
                <c:pt idx="854">
                  <c:v>2.3722222222222222</c:v>
                </c:pt>
                <c:pt idx="855">
                  <c:v>2.375</c:v>
                </c:pt>
                <c:pt idx="856">
                  <c:v>2.3777777777777778</c:v>
                </c:pt>
                <c:pt idx="857">
                  <c:v>2.3805555555555555</c:v>
                </c:pt>
                <c:pt idx="858">
                  <c:v>2.3833333333333333</c:v>
                </c:pt>
                <c:pt idx="859">
                  <c:v>2.3861111111111111</c:v>
                </c:pt>
                <c:pt idx="860">
                  <c:v>2.3888888888888888</c:v>
                </c:pt>
                <c:pt idx="861">
                  <c:v>2.3916666666666666</c:v>
                </c:pt>
                <c:pt idx="862">
                  <c:v>2.3944444444444444</c:v>
                </c:pt>
                <c:pt idx="863">
                  <c:v>2.3972222222222226</c:v>
                </c:pt>
                <c:pt idx="864">
                  <c:v>2.4</c:v>
                </c:pt>
                <c:pt idx="865">
                  <c:v>2.4027777777777777</c:v>
                </c:pt>
                <c:pt idx="866">
                  <c:v>2.4055555555555559</c:v>
                </c:pt>
                <c:pt idx="867">
                  <c:v>2.4083333333333332</c:v>
                </c:pt>
                <c:pt idx="868">
                  <c:v>2.411111111111111</c:v>
                </c:pt>
                <c:pt idx="869">
                  <c:v>2.4138888888888892</c:v>
                </c:pt>
                <c:pt idx="870">
                  <c:v>2.4166666666666665</c:v>
                </c:pt>
                <c:pt idx="871">
                  <c:v>2.4194444444444443</c:v>
                </c:pt>
                <c:pt idx="872">
                  <c:v>2.4222222222222225</c:v>
                </c:pt>
                <c:pt idx="873">
                  <c:v>2.4249999999999998</c:v>
                </c:pt>
                <c:pt idx="874">
                  <c:v>2.4277777777777776</c:v>
                </c:pt>
                <c:pt idx="875">
                  <c:v>2.4305555555555558</c:v>
                </c:pt>
                <c:pt idx="876">
                  <c:v>2.4333333333333331</c:v>
                </c:pt>
                <c:pt idx="877">
                  <c:v>2.4361111111111109</c:v>
                </c:pt>
                <c:pt idx="878">
                  <c:v>2.4388888888888891</c:v>
                </c:pt>
                <c:pt idx="879">
                  <c:v>2.4416666666666669</c:v>
                </c:pt>
                <c:pt idx="880">
                  <c:v>2.4444444444444442</c:v>
                </c:pt>
                <c:pt idx="881">
                  <c:v>2.4472222222222224</c:v>
                </c:pt>
                <c:pt idx="882">
                  <c:v>2.4500000000000002</c:v>
                </c:pt>
                <c:pt idx="883">
                  <c:v>2.4527777777777775</c:v>
                </c:pt>
                <c:pt idx="884">
                  <c:v>2.4555555555555557</c:v>
                </c:pt>
                <c:pt idx="885">
                  <c:v>2.4583333333333335</c:v>
                </c:pt>
                <c:pt idx="886">
                  <c:v>2.4611111111111108</c:v>
                </c:pt>
                <c:pt idx="887">
                  <c:v>2.463888888888889</c:v>
                </c:pt>
                <c:pt idx="888">
                  <c:v>2.4666666666666668</c:v>
                </c:pt>
                <c:pt idx="889">
                  <c:v>2.4694444444444441</c:v>
                </c:pt>
                <c:pt idx="890">
                  <c:v>2.4722222222222223</c:v>
                </c:pt>
                <c:pt idx="891">
                  <c:v>2.4750000000000001</c:v>
                </c:pt>
                <c:pt idx="892">
                  <c:v>2.4777777777777774</c:v>
                </c:pt>
                <c:pt idx="893">
                  <c:v>2.4805555555555556</c:v>
                </c:pt>
                <c:pt idx="894">
                  <c:v>2.4833333333333334</c:v>
                </c:pt>
                <c:pt idx="895">
                  <c:v>2.4861111111111112</c:v>
                </c:pt>
                <c:pt idx="896">
                  <c:v>2.4888888888888889</c:v>
                </c:pt>
                <c:pt idx="897">
                  <c:v>2.4916666666666667</c:v>
                </c:pt>
                <c:pt idx="898">
                  <c:v>2.4944444444444445</c:v>
                </c:pt>
                <c:pt idx="899">
                  <c:v>2.4972222222222222</c:v>
                </c:pt>
                <c:pt idx="900">
                  <c:v>2.5</c:v>
                </c:pt>
                <c:pt idx="901">
                  <c:v>2.5027777777777778</c:v>
                </c:pt>
                <c:pt idx="902">
                  <c:v>2.5055555555555555</c:v>
                </c:pt>
                <c:pt idx="903">
                  <c:v>2.5083333333333333</c:v>
                </c:pt>
                <c:pt idx="904">
                  <c:v>2.5111111111111111</c:v>
                </c:pt>
                <c:pt idx="905">
                  <c:v>2.5138888888888888</c:v>
                </c:pt>
                <c:pt idx="906">
                  <c:v>2.5166666666666666</c:v>
                </c:pt>
                <c:pt idx="907">
                  <c:v>2.5194444444444444</c:v>
                </c:pt>
                <c:pt idx="908">
                  <c:v>2.5222222222222226</c:v>
                </c:pt>
                <c:pt idx="909">
                  <c:v>2.5249999999999999</c:v>
                </c:pt>
                <c:pt idx="910">
                  <c:v>2.5277777777777777</c:v>
                </c:pt>
                <c:pt idx="911">
                  <c:v>2.5305555555555559</c:v>
                </c:pt>
                <c:pt idx="912">
                  <c:v>2.5333333333333332</c:v>
                </c:pt>
                <c:pt idx="913">
                  <c:v>2.536111111111111</c:v>
                </c:pt>
                <c:pt idx="914">
                  <c:v>2.5388888888888892</c:v>
                </c:pt>
                <c:pt idx="915">
                  <c:v>2.5416666666666665</c:v>
                </c:pt>
                <c:pt idx="916">
                  <c:v>2.5444444444444443</c:v>
                </c:pt>
                <c:pt idx="917">
                  <c:v>2.5472222222222225</c:v>
                </c:pt>
                <c:pt idx="918">
                  <c:v>2.5499999999999998</c:v>
                </c:pt>
                <c:pt idx="919">
                  <c:v>2.5527777777777776</c:v>
                </c:pt>
                <c:pt idx="920">
                  <c:v>2.5555555555555558</c:v>
                </c:pt>
                <c:pt idx="921">
                  <c:v>2.5583333333333331</c:v>
                </c:pt>
                <c:pt idx="922">
                  <c:v>2.5611111111111109</c:v>
                </c:pt>
                <c:pt idx="923">
                  <c:v>2.5638888888888891</c:v>
                </c:pt>
                <c:pt idx="924">
                  <c:v>2.5666666666666669</c:v>
                </c:pt>
                <c:pt idx="925">
                  <c:v>2.5694444444444442</c:v>
                </c:pt>
                <c:pt idx="926">
                  <c:v>2.5722222222222224</c:v>
                </c:pt>
                <c:pt idx="927">
                  <c:v>2.5750000000000002</c:v>
                </c:pt>
                <c:pt idx="928">
                  <c:v>2.5777777777777775</c:v>
                </c:pt>
                <c:pt idx="929">
                  <c:v>2.5805555555555557</c:v>
                </c:pt>
                <c:pt idx="930">
                  <c:v>2.5833333333333335</c:v>
                </c:pt>
                <c:pt idx="931">
                  <c:v>2.5861111111111108</c:v>
                </c:pt>
                <c:pt idx="932">
                  <c:v>2.588888888888889</c:v>
                </c:pt>
                <c:pt idx="933">
                  <c:v>2.5916666666666668</c:v>
                </c:pt>
                <c:pt idx="934">
                  <c:v>2.5944444444444441</c:v>
                </c:pt>
                <c:pt idx="935">
                  <c:v>2.5972222222222223</c:v>
                </c:pt>
                <c:pt idx="936">
                  <c:v>2.6</c:v>
                </c:pt>
                <c:pt idx="937">
                  <c:v>2.6027777777777774</c:v>
                </c:pt>
                <c:pt idx="938">
                  <c:v>2.6055555555555556</c:v>
                </c:pt>
                <c:pt idx="939">
                  <c:v>2.6083333333333334</c:v>
                </c:pt>
                <c:pt idx="940">
                  <c:v>2.6111111111111112</c:v>
                </c:pt>
                <c:pt idx="941">
                  <c:v>2.6138888888888889</c:v>
                </c:pt>
                <c:pt idx="942">
                  <c:v>2.6166666666666667</c:v>
                </c:pt>
                <c:pt idx="943">
                  <c:v>2.6194444444444445</c:v>
                </c:pt>
                <c:pt idx="944">
                  <c:v>2.6222222222222222</c:v>
                </c:pt>
                <c:pt idx="945">
                  <c:v>2.625</c:v>
                </c:pt>
                <c:pt idx="946">
                  <c:v>2.6277777777777778</c:v>
                </c:pt>
                <c:pt idx="947">
                  <c:v>2.6305555555555555</c:v>
                </c:pt>
                <c:pt idx="948">
                  <c:v>2.6333333333333333</c:v>
                </c:pt>
                <c:pt idx="949">
                  <c:v>2.6361111111111111</c:v>
                </c:pt>
                <c:pt idx="950">
                  <c:v>2.6388888888888888</c:v>
                </c:pt>
                <c:pt idx="951">
                  <c:v>2.6416666666666666</c:v>
                </c:pt>
                <c:pt idx="952">
                  <c:v>2.6444444444444444</c:v>
                </c:pt>
                <c:pt idx="953">
                  <c:v>2.6472222222222226</c:v>
                </c:pt>
                <c:pt idx="954">
                  <c:v>2.65</c:v>
                </c:pt>
                <c:pt idx="955">
                  <c:v>2.6527777777777777</c:v>
                </c:pt>
                <c:pt idx="956">
                  <c:v>2.6555555555555559</c:v>
                </c:pt>
                <c:pt idx="957">
                  <c:v>2.6583333333333332</c:v>
                </c:pt>
                <c:pt idx="958">
                  <c:v>2.661111111111111</c:v>
                </c:pt>
                <c:pt idx="959">
                  <c:v>2.6638888888888892</c:v>
                </c:pt>
                <c:pt idx="960">
                  <c:v>2.6666666666666665</c:v>
                </c:pt>
                <c:pt idx="961">
                  <c:v>2.6694444444444443</c:v>
                </c:pt>
                <c:pt idx="962">
                  <c:v>2.6722222222222225</c:v>
                </c:pt>
                <c:pt idx="963">
                  <c:v>2.6749999999999998</c:v>
                </c:pt>
                <c:pt idx="964">
                  <c:v>2.6777777777777776</c:v>
                </c:pt>
                <c:pt idx="965">
                  <c:v>2.6805555555555558</c:v>
                </c:pt>
                <c:pt idx="966">
                  <c:v>2.6833333333333331</c:v>
                </c:pt>
                <c:pt idx="967">
                  <c:v>2.6861111111111109</c:v>
                </c:pt>
                <c:pt idx="968">
                  <c:v>2.6888888888888891</c:v>
                </c:pt>
                <c:pt idx="969">
                  <c:v>2.6916666666666669</c:v>
                </c:pt>
                <c:pt idx="970">
                  <c:v>2.6944444444444442</c:v>
                </c:pt>
                <c:pt idx="971">
                  <c:v>2.6972222222222224</c:v>
                </c:pt>
                <c:pt idx="972">
                  <c:v>2.7</c:v>
                </c:pt>
                <c:pt idx="973">
                  <c:v>2.7027777777777775</c:v>
                </c:pt>
                <c:pt idx="974">
                  <c:v>2.7055555555555557</c:v>
                </c:pt>
                <c:pt idx="975">
                  <c:v>2.7083333333333335</c:v>
                </c:pt>
                <c:pt idx="976">
                  <c:v>2.7111111111111108</c:v>
                </c:pt>
                <c:pt idx="977">
                  <c:v>2.713888888888889</c:v>
                </c:pt>
                <c:pt idx="978">
                  <c:v>2.7166666666666668</c:v>
                </c:pt>
                <c:pt idx="979">
                  <c:v>2.7194444444444441</c:v>
                </c:pt>
                <c:pt idx="980">
                  <c:v>2.7222222222222223</c:v>
                </c:pt>
                <c:pt idx="981">
                  <c:v>2.7250000000000001</c:v>
                </c:pt>
                <c:pt idx="982">
                  <c:v>2.7277777777777774</c:v>
                </c:pt>
                <c:pt idx="983">
                  <c:v>2.7305555555555556</c:v>
                </c:pt>
                <c:pt idx="984">
                  <c:v>2.7333333333333334</c:v>
                </c:pt>
                <c:pt idx="985">
                  <c:v>2.7361111111111112</c:v>
                </c:pt>
                <c:pt idx="986">
                  <c:v>2.7388888888888889</c:v>
                </c:pt>
                <c:pt idx="987">
                  <c:v>2.7416666666666667</c:v>
                </c:pt>
                <c:pt idx="988">
                  <c:v>2.7444444444444445</c:v>
                </c:pt>
                <c:pt idx="989">
                  <c:v>2.7472222222222222</c:v>
                </c:pt>
                <c:pt idx="990">
                  <c:v>2.75</c:v>
                </c:pt>
                <c:pt idx="991">
                  <c:v>2.7527777777777778</c:v>
                </c:pt>
                <c:pt idx="992">
                  <c:v>2.7555555555555555</c:v>
                </c:pt>
                <c:pt idx="993">
                  <c:v>2.7583333333333333</c:v>
                </c:pt>
                <c:pt idx="994">
                  <c:v>2.7611111111111111</c:v>
                </c:pt>
                <c:pt idx="995">
                  <c:v>2.7638888888888888</c:v>
                </c:pt>
                <c:pt idx="996">
                  <c:v>2.7666666666666666</c:v>
                </c:pt>
                <c:pt idx="997">
                  <c:v>2.7694444444444444</c:v>
                </c:pt>
                <c:pt idx="998">
                  <c:v>2.7722222222222226</c:v>
                </c:pt>
                <c:pt idx="999">
                  <c:v>2.7749999999999999</c:v>
                </c:pt>
                <c:pt idx="1000">
                  <c:v>2.7777777777777777</c:v>
                </c:pt>
                <c:pt idx="1001">
                  <c:v>2.7805555555555559</c:v>
                </c:pt>
                <c:pt idx="1002">
                  <c:v>2.7833333333333332</c:v>
                </c:pt>
                <c:pt idx="1003">
                  <c:v>2.786111111111111</c:v>
                </c:pt>
                <c:pt idx="1004">
                  <c:v>2.7888888888888892</c:v>
                </c:pt>
                <c:pt idx="1005">
                  <c:v>2.7916666666666665</c:v>
                </c:pt>
                <c:pt idx="1006">
                  <c:v>2.7944444444444443</c:v>
                </c:pt>
                <c:pt idx="1007">
                  <c:v>2.7972222222222225</c:v>
                </c:pt>
                <c:pt idx="1008">
                  <c:v>2.8</c:v>
                </c:pt>
                <c:pt idx="1009">
                  <c:v>2.8027777777777776</c:v>
                </c:pt>
                <c:pt idx="1010">
                  <c:v>2.8055555555555558</c:v>
                </c:pt>
                <c:pt idx="1011">
                  <c:v>2.8083333333333331</c:v>
                </c:pt>
                <c:pt idx="1012">
                  <c:v>2.8111111111111109</c:v>
                </c:pt>
                <c:pt idx="1013">
                  <c:v>2.8138888888888891</c:v>
                </c:pt>
                <c:pt idx="1014">
                  <c:v>2.8166666666666669</c:v>
                </c:pt>
                <c:pt idx="1015">
                  <c:v>2.8194444444444442</c:v>
                </c:pt>
                <c:pt idx="1016">
                  <c:v>2.8222222222222224</c:v>
                </c:pt>
                <c:pt idx="1017">
                  <c:v>2.8250000000000002</c:v>
                </c:pt>
                <c:pt idx="1018">
                  <c:v>2.8277777777777775</c:v>
                </c:pt>
                <c:pt idx="1019">
                  <c:v>2.8305555555555557</c:v>
                </c:pt>
                <c:pt idx="1020">
                  <c:v>2.8333333333333335</c:v>
                </c:pt>
                <c:pt idx="1021">
                  <c:v>2.8361111111111108</c:v>
                </c:pt>
                <c:pt idx="1022">
                  <c:v>2.838888888888889</c:v>
                </c:pt>
                <c:pt idx="1023">
                  <c:v>2.8416666666666668</c:v>
                </c:pt>
                <c:pt idx="1024">
                  <c:v>2.8444444444444441</c:v>
                </c:pt>
                <c:pt idx="1025">
                  <c:v>2.8472222222222223</c:v>
                </c:pt>
                <c:pt idx="1026">
                  <c:v>2.85</c:v>
                </c:pt>
                <c:pt idx="1027">
                  <c:v>2.8527777777777774</c:v>
                </c:pt>
                <c:pt idx="1028">
                  <c:v>2.8555555555555556</c:v>
                </c:pt>
                <c:pt idx="1029">
                  <c:v>2.8583333333333334</c:v>
                </c:pt>
                <c:pt idx="1030">
                  <c:v>2.8611111111111112</c:v>
                </c:pt>
                <c:pt idx="1031">
                  <c:v>2.8638888888888889</c:v>
                </c:pt>
                <c:pt idx="1032">
                  <c:v>2.8666666666666667</c:v>
                </c:pt>
                <c:pt idx="1033">
                  <c:v>2.8694444444444445</c:v>
                </c:pt>
                <c:pt idx="1034">
                  <c:v>2.8722222222222222</c:v>
                </c:pt>
                <c:pt idx="1035">
                  <c:v>2.875</c:v>
                </c:pt>
                <c:pt idx="1036">
                  <c:v>2.8777777777777778</c:v>
                </c:pt>
                <c:pt idx="1037">
                  <c:v>2.8805555555555555</c:v>
                </c:pt>
                <c:pt idx="1038">
                  <c:v>2.8833333333333333</c:v>
                </c:pt>
                <c:pt idx="1039">
                  <c:v>2.8861111111111111</c:v>
                </c:pt>
                <c:pt idx="1040">
                  <c:v>2.8888888888888888</c:v>
                </c:pt>
                <c:pt idx="1041">
                  <c:v>2.8916666666666666</c:v>
                </c:pt>
                <c:pt idx="1042">
                  <c:v>2.8944444444444444</c:v>
                </c:pt>
                <c:pt idx="1043">
                  <c:v>2.8972222222222226</c:v>
                </c:pt>
                <c:pt idx="1044">
                  <c:v>2.9</c:v>
                </c:pt>
                <c:pt idx="1045">
                  <c:v>2.9027777777777777</c:v>
                </c:pt>
                <c:pt idx="1046">
                  <c:v>2.9055555555555559</c:v>
                </c:pt>
                <c:pt idx="1047">
                  <c:v>2.9083333333333332</c:v>
                </c:pt>
                <c:pt idx="1048">
                  <c:v>2.911111111111111</c:v>
                </c:pt>
                <c:pt idx="1049">
                  <c:v>2.9138888888888892</c:v>
                </c:pt>
                <c:pt idx="1050">
                  <c:v>2.9166666666666665</c:v>
                </c:pt>
                <c:pt idx="1051">
                  <c:v>2.9194444444444443</c:v>
                </c:pt>
                <c:pt idx="1052">
                  <c:v>2.9222222222222225</c:v>
                </c:pt>
                <c:pt idx="1053">
                  <c:v>2.9249999999999998</c:v>
                </c:pt>
                <c:pt idx="1054">
                  <c:v>2.9277777777777776</c:v>
                </c:pt>
                <c:pt idx="1055">
                  <c:v>2.9305555555555558</c:v>
                </c:pt>
                <c:pt idx="1056">
                  <c:v>2.9333333333333331</c:v>
                </c:pt>
                <c:pt idx="1057">
                  <c:v>2.9361111111111109</c:v>
                </c:pt>
                <c:pt idx="1058">
                  <c:v>2.9388888888888891</c:v>
                </c:pt>
                <c:pt idx="1059">
                  <c:v>2.9416666666666669</c:v>
                </c:pt>
                <c:pt idx="1060">
                  <c:v>2.9444444444444442</c:v>
                </c:pt>
                <c:pt idx="1061">
                  <c:v>2.9472222222222224</c:v>
                </c:pt>
                <c:pt idx="1062">
                  <c:v>2.95</c:v>
                </c:pt>
                <c:pt idx="1063">
                  <c:v>2.9527777777777775</c:v>
                </c:pt>
                <c:pt idx="1064">
                  <c:v>2.9555555555555557</c:v>
                </c:pt>
                <c:pt idx="1065">
                  <c:v>2.9583333333333335</c:v>
                </c:pt>
                <c:pt idx="1066">
                  <c:v>2.9611111111111108</c:v>
                </c:pt>
                <c:pt idx="1067">
                  <c:v>2.963888888888889</c:v>
                </c:pt>
                <c:pt idx="1068">
                  <c:v>2.9666666666666668</c:v>
                </c:pt>
                <c:pt idx="1069">
                  <c:v>2.9694444444444441</c:v>
                </c:pt>
                <c:pt idx="1070">
                  <c:v>2.9722222222222223</c:v>
                </c:pt>
                <c:pt idx="1071">
                  <c:v>2.9750000000000001</c:v>
                </c:pt>
                <c:pt idx="1072">
                  <c:v>2.9777777777777774</c:v>
                </c:pt>
                <c:pt idx="1073">
                  <c:v>2.9805555555555556</c:v>
                </c:pt>
                <c:pt idx="1074">
                  <c:v>2.9833333333333334</c:v>
                </c:pt>
                <c:pt idx="1075">
                  <c:v>2.9861111111111112</c:v>
                </c:pt>
                <c:pt idx="1076">
                  <c:v>2.9888888888888889</c:v>
                </c:pt>
                <c:pt idx="1077">
                  <c:v>2.9916666666666667</c:v>
                </c:pt>
                <c:pt idx="1078">
                  <c:v>2.9944444444444445</c:v>
                </c:pt>
                <c:pt idx="1079">
                  <c:v>2.9972222222222222</c:v>
                </c:pt>
                <c:pt idx="1080">
                  <c:v>3</c:v>
                </c:pt>
              </c:numCache>
            </c:numRef>
          </c:xVal>
          <c:yVal>
            <c:numRef>
              <c:f>Sheet1!$S$4:$S$1084</c:f>
              <c:numCache>
                <c:formatCode>0.00</c:formatCode>
                <c:ptCount val="1081"/>
                <c:pt idx="0">
                  <c:v>0</c:v>
                </c:pt>
                <c:pt idx="1">
                  <c:v>1.3962707120711976E-137</c:v>
                </c:pt>
                <c:pt idx="2">
                  <c:v>1.4405038582580536E-119</c:v>
                </c:pt>
                <c:pt idx="3">
                  <c:v>4.7395272734462348E-109</c:v>
                </c:pt>
                <c:pt idx="4">
                  <c:v>1.3298549703475732E-101</c:v>
                </c:pt>
                <c:pt idx="5">
                  <c:v>7.7651548170616736E-96</c:v>
                </c:pt>
                <c:pt idx="6">
                  <c:v>3.915344129219657E-91</c:v>
                </c:pt>
                <c:pt idx="7">
                  <c:v>3.6418526877445882E-87</c:v>
                </c:pt>
                <c:pt idx="8">
                  <c:v>9.8306956497816334E-84</c:v>
                </c:pt>
                <c:pt idx="9">
                  <c:v>1.0315271313406253E-80</c:v>
                </c:pt>
                <c:pt idx="10">
                  <c:v>5.1365928928081195E-78</c:v>
                </c:pt>
                <c:pt idx="11">
                  <c:v>1.3995271037475688E-75</c:v>
                </c:pt>
                <c:pt idx="12">
                  <c:v>2.3176082305719419E-73</c:v>
                </c:pt>
                <c:pt idx="13">
                  <c:v>2.5264543626357324E-71</c:v>
                </c:pt>
                <c:pt idx="14">
                  <c:v>1.929023495969407E-69</c:v>
                </c:pt>
                <c:pt idx="15">
                  <c:v>1.0836174191476159E-67</c:v>
                </c:pt>
                <c:pt idx="16">
                  <c:v>4.6595550954713833E-66</c:v>
                </c:pt>
                <c:pt idx="17">
                  <c:v>1.5842577203388969E-64</c:v>
                </c:pt>
                <c:pt idx="18">
                  <c:v>4.375079139539415E-63</c:v>
                </c:pt>
                <c:pt idx="19">
                  <c:v>1.0036833547403773E-61</c:v>
                </c:pt>
                <c:pt idx="20">
                  <c:v>1.9495099766078897E-60</c:v>
                </c:pt>
                <c:pt idx="21">
                  <c:v>3.2585805713815175E-59</c:v>
                </c:pt>
                <c:pt idx="22">
                  <c:v>4.7530971017688058E-58</c:v>
                </c:pt>
                <c:pt idx="23">
                  <c:v>6.1239418182797952E-57</c:v>
                </c:pt>
                <c:pt idx="24">
                  <c:v>7.0433692206560419E-56</c:v>
                </c:pt>
                <c:pt idx="25">
                  <c:v>7.2988011254410381E-55</c:v>
                </c:pt>
                <c:pt idx="26">
                  <c:v>6.8706360824390256E-54</c:v>
                </c:pt>
                <c:pt idx="27">
                  <c:v>5.9178911764072549E-53</c:v>
                </c:pt>
                <c:pt idx="28">
                  <c:v>4.6942699782518533E-52</c:v>
                </c:pt>
                <c:pt idx="29">
                  <c:v>3.449142315562498E-51</c:v>
                </c:pt>
                <c:pt idx="30">
                  <c:v>2.3596716839442116E-50</c:v>
                </c:pt>
                <c:pt idx="31">
                  <c:v>1.5101600788047248E-49</c:v>
                </c:pt>
                <c:pt idx="32">
                  <c:v>9.0795664658818146E-49</c:v>
                </c:pt>
                <c:pt idx="33">
                  <c:v>5.1481105369384685E-48</c:v>
                </c:pt>
                <c:pt idx="34">
                  <c:v>2.7624317100677622E-47</c:v>
                </c:pt>
                <c:pt idx="35">
                  <c:v>1.4072920902509802E-46</c:v>
                </c:pt>
                <c:pt idx="36">
                  <c:v>6.8264779111120656E-46</c:v>
                </c:pt>
                <c:pt idx="37">
                  <c:v>3.1615142585447131E-45</c:v>
                </c:pt>
                <c:pt idx="38">
                  <c:v>1.4013691589355873E-44</c:v>
                </c:pt>
                <c:pt idx="39">
                  <c:v>5.9587921579203035E-44</c:v>
                </c:pt>
                <c:pt idx="40">
                  <c:v>2.4357143411274871E-43</c:v>
                </c:pt>
                <c:pt idx="41">
                  <c:v>9.5896627528687874E-43</c:v>
                </c:pt>
                <c:pt idx="42">
                  <c:v>3.6431278509521797E-42</c:v>
                </c:pt>
                <c:pt idx="43">
                  <c:v>1.3377328162719723E-41</c:v>
                </c:pt>
                <c:pt idx="44">
                  <c:v>4.7551880128701374E-41</c:v>
                </c:pt>
                <c:pt idx="45">
                  <c:v>1.6387133353028666E-40</c:v>
                </c:pt>
                <c:pt idx="46">
                  <c:v>5.482354567516071E-40</c:v>
                </c:pt>
                <c:pt idx="47">
                  <c:v>1.7828456783236829E-39</c:v>
                </c:pt>
                <c:pt idx="48">
                  <c:v>5.6423701928868501E-39</c:v>
                </c:pt>
                <c:pt idx="49">
                  <c:v>1.7397914544093689E-38</c:v>
                </c:pt>
                <c:pt idx="50">
                  <c:v>5.2321201597055046E-38</c:v>
                </c:pt>
                <c:pt idx="51">
                  <c:v>1.5361480454868542E-37</c:v>
                </c:pt>
                <c:pt idx="52">
                  <c:v>4.4072550330498773E-37</c:v>
                </c:pt>
                <c:pt idx="53">
                  <c:v>1.2367012447972908E-36</c:v>
                </c:pt>
                <c:pt idx="54">
                  <c:v>3.3969039639296284E-36</c:v>
                </c:pt>
                <c:pt idx="55">
                  <c:v>9.1403769545851145E-36</c:v>
                </c:pt>
                <c:pt idx="56">
                  <c:v>2.4111787913638242E-35</c:v>
                </c:pt>
                <c:pt idx="57">
                  <c:v>6.2399942931402607E-35</c:v>
                </c:pt>
                <c:pt idx="58">
                  <c:v>1.5853221350009137E-34</c:v>
                </c:pt>
                <c:pt idx="59">
                  <c:v>3.9564316354629203E-34</c:v>
                </c:pt>
                <c:pt idx="60">
                  <c:v>9.7051677827008922E-34</c:v>
                </c:pt>
                <c:pt idx="61">
                  <c:v>2.3413329822468858E-33</c:v>
                </c:pt>
                <c:pt idx="62">
                  <c:v>5.5580123809512288E-33</c:v>
                </c:pt>
                <c:pt idx="63">
                  <c:v>1.2989611577550995E-32</c:v>
                </c:pt>
                <c:pt idx="64">
                  <c:v>2.9902444579356629E-32</c:v>
                </c:pt>
                <c:pt idx="65">
                  <c:v>6.7835137750709655E-32</c:v>
                </c:pt>
                <c:pt idx="66">
                  <c:v>1.5171708951090853E-31</c:v>
                </c:pt>
                <c:pt idx="67">
                  <c:v>3.3468140990218359E-31</c:v>
                </c:pt>
                <c:pt idx="68">
                  <c:v>7.2848941822671429E-31</c:v>
                </c:pt>
                <c:pt idx="69">
                  <c:v>1.5652329696025794E-30</c:v>
                </c:pt>
                <c:pt idx="70">
                  <c:v>3.3209397871605034E-30</c:v>
                </c:pt>
                <c:pt idx="71">
                  <c:v>6.9602458688056871E-30</c:v>
                </c:pt>
                <c:pt idx="72">
                  <c:v>1.4415127947864487E-29</c:v>
                </c:pt>
                <c:pt idx="73">
                  <c:v>2.9511098823762868E-29</c:v>
                </c:pt>
                <c:pt idx="74">
                  <c:v>5.973955932056417E-29</c:v>
                </c:pt>
                <c:pt idx="75">
                  <c:v>1.1961336047748799E-28</c:v>
                </c:pt>
                <c:pt idx="76">
                  <c:v>2.3695423917578185E-28</c:v>
                </c:pt>
                <c:pt idx="77">
                  <c:v>4.645554012094616E-28</c:v>
                </c:pt>
                <c:pt idx="78">
                  <c:v>9.016027391492088E-28</c:v>
                </c:pt>
                <c:pt idx="79">
                  <c:v>1.732645025483869E-27</c:v>
                </c:pt>
                <c:pt idx="80">
                  <c:v>3.2978309967856004E-27</c:v>
                </c:pt>
                <c:pt idx="81">
                  <c:v>6.2183529178142994E-27</c:v>
                </c:pt>
                <c:pt idx="82">
                  <c:v>1.1618509951953322E-26</c:v>
                </c:pt>
                <c:pt idx="83">
                  <c:v>2.1515423126995877E-26</c:v>
                </c:pt>
                <c:pt idx="84">
                  <c:v>3.9497223740783646E-26</c:v>
                </c:pt>
                <c:pt idx="85">
                  <c:v>7.1893562892473962E-26</c:v>
                </c:pt>
                <c:pt idx="86">
                  <c:v>1.2977964928169268E-25</c:v>
                </c:pt>
                <c:pt idx="87">
                  <c:v>2.3238052912560318E-25</c:v>
                </c:pt>
                <c:pt idx="88">
                  <c:v>4.1280976856329759E-25</c:v>
                </c:pt>
                <c:pt idx="89">
                  <c:v>7.2767104307504901E-25</c:v>
                </c:pt>
                <c:pt idx="90">
                  <c:v>1.2730056118884237E-24</c:v>
                </c:pt>
                <c:pt idx="91">
                  <c:v>2.2105907512029075E-24</c:v>
                </c:pt>
                <c:pt idx="92">
                  <c:v>3.8110049046624987E-24</c:v>
                </c:pt>
                <c:pt idx="93">
                  <c:v>6.5236678014794143E-24</c:v>
                </c:pt>
                <c:pt idx="94">
                  <c:v>1.1089991111805669E-23</c:v>
                </c:pt>
                <c:pt idx="95">
                  <c:v>1.8724979762396297E-23</c:v>
                </c:pt>
                <c:pt idx="96">
                  <c:v>3.1406828252674333E-23</c:v>
                </c:pt>
                <c:pt idx="97">
                  <c:v>5.2335841410387915E-23</c:v>
                </c:pt>
                <c:pt idx="98">
                  <c:v>8.665722026732257E-23</c:v>
                </c:pt>
                <c:pt idx="99">
                  <c:v>1.4259258616791128E-22</c:v>
                </c:pt>
                <c:pt idx="100">
                  <c:v>2.3320095655196712E-22</c:v>
                </c:pt>
                <c:pt idx="101">
                  <c:v>3.7910351574305242E-22</c:v>
                </c:pt>
                <c:pt idx="102">
                  <c:v>6.1267583077118724E-22</c:v>
                </c:pt>
                <c:pt idx="103">
                  <c:v>9.8446205751087954E-22</c:v>
                </c:pt>
                <c:pt idx="104">
                  <c:v>1.5729355051988951E-21</c:v>
                </c:pt>
                <c:pt idx="105">
                  <c:v>2.4992722061432016E-21</c:v>
                </c:pt>
                <c:pt idx="106">
                  <c:v>3.949595221569405E-21</c:v>
                </c:pt>
                <c:pt idx="107">
                  <c:v>6.2082956637128818E-21</c:v>
                </c:pt>
                <c:pt idx="108">
                  <c:v>9.7076948702454045E-21</c:v>
                </c:pt>
                <c:pt idx="109">
                  <c:v>1.5101695945736261E-20</c:v>
                </c:pt>
                <c:pt idx="110">
                  <c:v>2.3374482934631311E-20</c:v>
                </c:pt>
                <c:pt idx="111">
                  <c:v>3.6000181300573494E-20</c:v>
                </c:pt>
                <c:pt idx="112">
                  <c:v>5.5176275124553682E-20</c:v>
                </c:pt>
                <c:pt idx="113">
                  <c:v>8.4163286289913126E-20</c:v>
                </c:pt>
                <c:pt idx="114">
                  <c:v>1.2777686061080248E-19</c:v>
                </c:pt>
                <c:pt idx="115">
                  <c:v>1.9309748271585924E-19</c:v>
                </c:pt>
                <c:pt idx="116">
                  <c:v>2.9048960910680747E-19</c:v>
                </c:pt>
                <c:pt idx="117">
                  <c:v>4.3505885336501681E-19</c:v>
                </c:pt>
                <c:pt idx="118">
                  <c:v>6.4872674371054316E-19</c:v>
                </c:pt>
                <c:pt idx="119">
                  <c:v>9.6317256756729099E-19</c:v>
                </c:pt>
                <c:pt idx="120">
                  <c:v>1.4239877120455381E-18</c:v>
                </c:pt>
                <c:pt idx="121">
                  <c:v>2.0965187719625687E-18</c:v>
                </c:pt>
                <c:pt idx="122">
                  <c:v>3.0740535910616213E-18</c:v>
                </c:pt>
                <c:pt idx="123">
                  <c:v>4.4892453128668907E-18</c:v>
                </c:pt>
                <c:pt idx="124">
                  <c:v>6.5299945501799648E-18</c:v>
                </c:pt>
                <c:pt idx="125">
                  <c:v>9.4614466994411275E-18</c:v>
                </c:pt>
                <c:pt idx="126">
                  <c:v>1.365634661796124E-17</c:v>
                </c:pt>
                <c:pt idx="127">
                  <c:v>1.9636773877671029E-17</c:v>
                </c:pt>
                <c:pt idx="128">
                  <c:v>2.8131320471044362E-17</c:v>
                </c:pt>
                <c:pt idx="129">
                  <c:v>4.0153149415472647E-17</c:v>
                </c:pt>
                <c:pt idx="130">
                  <c:v>5.7106190912611599E-17</c:v>
                </c:pt>
                <c:pt idx="131">
                  <c:v>8.0929126218684848E-17</c:v>
                </c:pt>
                <c:pt idx="132">
                  <c:v>1.1428994980243692E-16</c:v>
                </c:pt>
                <c:pt idx="133">
                  <c:v>1.6084800740640989E-16</c:v>
                </c:pt>
                <c:pt idx="134">
                  <c:v>2.2560576160959406E-16</c:v>
                </c:pt>
                <c:pt idx="135">
                  <c:v>3.1537949397633327E-16</c:v>
                </c:pt>
                <c:pt idx="136">
                  <c:v>4.3942716599033854E-16</c:v>
                </c:pt>
                <c:pt idx="137">
                  <c:v>6.1028330125870668E-16</c:v>
                </c:pt>
                <c:pt idx="138">
                  <c:v>8.4486573925764662E-16</c:v>
                </c:pt>
                <c:pt idx="139">
                  <c:v>1.1659383513249724E-15</c:v>
                </c:pt>
                <c:pt idx="140">
                  <c:v>1.6040384367241311E-15</c:v>
                </c:pt>
                <c:pt idx="141">
                  <c:v>2.2000089471072141E-15</c:v>
                </c:pt>
                <c:pt idx="142">
                  <c:v>3.0083156863408666E-15</c:v>
                </c:pt>
                <c:pt idx="143">
                  <c:v>4.1013803915220443E-15</c:v>
                </c:pt>
                <c:pt idx="144">
                  <c:v>5.5752248354379328E-15</c:v>
                </c:pt>
                <c:pt idx="145">
                  <c:v>7.5568021549210355E-15</c:v>
                </c:pt>
                <c:pt idx="146">
                  <c:v>1.0213493635647934E-14</c:v>
                </c:pt>
                <c:pt idx="147">
                  <c:v>1.3765377248701082E-14</c:v>
                </c:pt>
                <c:pt idx="148">
                  <c:v>1.8501034558503054E-14</c:v>
                </c:pt>
                <c:pt idx="149">
                  <c:v>2.4797862808267056E-14</c:v>
                </c:pt>
                <c:pt idx="150">
                  <c:v>3.3148108305345485E-14</c:v>
                </c:pt>
                <c:pt idx="151">
                  <c:v>4.4192146942634045E-14</c:v>
                </c:pt>
                <c:pt idx="152">
                  <c:v>5.8760921468706666E-14</c:v>
                </c:pt>
                <c:pt idx="153">
                  <c:v>7.7929919489789812E-14</c:v>
                </c:pt>
                <c:pt idx="154">
                  <c:v>1.0308766109977054E-13</c:v>
                </c:pt>
                <c:pt idx="155">
                  <c:v>1.3602238450381137E-13</c:v>
                </c:pt>
                <c:pt idx="156">
                  <c:v>1.7903150086404867E-13</c:v>
                </c:pt>
                <c:pt idx="157">
                  <c:v>2.350594703983825E-13</c:v>
                </c:pt>
                <c:pt idx="158">
                  <c:v>3.0787107179289757E-13</c:v>
                </c:pt>
                <c:pt idx="159">
                  <c:v>4.0226864547352086E-13</c:v>
                </c:pt>
                <c:pt idx="160">
                  <c:v>5.2436384678289093E-13</c:v>
                </c:pt>
                <c:pt idx="161">
                  <c:v>6.8191681712408206E-13</c:v>
                </c:pt>
                <c:pt idx="162">
                  <c:v>8.8475855196135118E-13</c:v>
                </c:pt>
                <c:pt idx="163">
                  <c:v>1.1453157114367528E-12</c:v>
                </c:pt>
                <c:pt idx="164">
                  <c:v>1.4792612968865671E-12</c:v>
                </c:pt>
                <c:pt idx="165">
                  <c:v>1.906319639530155E-12</c:v>
                </c:pt>
                <c:pt idx="166">
                  <c:v>2.4512601742702662E-12</c:v>
                </c:pt>
                <c:pt idx="167">
                  <c:v>3.1451216871678119E-12</c:v>
                </c:pt>
                <c:pt idx="168">
                  <c:v>4.026717346240438E-12</c:v>
                </c:pt>
                <c:pt idx="169">
                  <c:v>5.1444811042360215E-12</c:v>
                </c:pt>
                <c:pt idx="170">
                  <c:v>6.5587282927074712E-12</c:v>
                </c:pt>
                <c:pt idx="171">
                  <c:v>8.3444177501342711E-12</c:v>
                </c:pt>
                <c:pt idx="172">
                  <c:v>1.0594520038228201E-11</c:v>
                </c:pt>
                <c:pt idx="173">
                  <c:v>1.3424116656906005E-11</c:v>
                </c:pt>
                <c:pt idx="174">
                  <c:v>1.6975379197064534E-11</c:v>
                </c:pt>
                <c:pt idx="175">
                  <c:v>2.1423605678517996E-11</c:v>
                </c:pt>
                <c:pt idx="176">
                  <c:v>2.698452460621194E-11</c:v>
                </c:pt>
                <c:pt idx="177">
                  <c:v>3.3923116341549802E-11</c:v>
                </c:pt>
                <c:pt idx="178">
                  <c:v>4.2564247143696719E-11</c:v>
                </c:pt>
                <c:pt idx="179">
                  <c:v>5.330546473480819E-11</c:v>
                </c:pt>
                <c:pt idx="180">
                  <c:v>6.6632366676699931E-11</c:v>
                </c:pt>
                <c:pt idx="181">
                  <c:v>8.3137025572657298E-11</c:v>
                </c:pt>
                <c:pt idx="182">
                  <c:v>1.035400396691936E-10</c:v>
                </c:pt>
                <c:pt idx="183">
                  <c:v>1.2871687557683082E-10</c:v>
                </c:pt>
                <c:pt idx="184">
                  <c:v>1.5972928353431727E-10</c:v>
                </c:pt>
                <c:pt idx="185">
                  <c:v>1.9786269714028469E-10</c:v>
                </c:pt>
                <c:pt idx="186">
                  <c:v>2.4467068128724211E-10</c:v>
                </c:pt>
                <c:pt idx="187">
                  <c:v>3.0202766698589271E-10</c:v>
                </c:pt>
                <c:pt idx="188">
                  <c:v>3.7219141304206171E-10</c:v>
                </c:pt>
                <c:pt idx="189">
                  <c:v>4.5787686570565141E-10</c:v>
                </c:pt>
                <c:pt idx="190">
                  <c:v>5.6234335243548109E-10</c:v>
                </c:pt>
                <c:pt idx="191">
                  <c:v>6.8949734926341544E-10</c:v>
                </c:pt>
                <c:pt idx="192">
                  <c:v>8.4401340785247437E-10</c:v>
                </c:pt>
                <c:pt idx="193">
                  <c:v>1.0314762237397321E-9</c:v>
                </c:pt>
                <c:pt idx="194">
                  <c:v>1.2585472775556795E-9</c:v>
                </c:pt>
                <c:pt idx="195">
                  <c:v>1.5331599930004582E-9</c:v>
                </c:pt>
                <c:pt idx="196">
                  <c:v>1.8647479365346667E-9</c:v>
                </c:pt>
                <c:pt idx="197">
                  <c:v>2.2645112423906436E-9</c:v>
                </c:pt>
                <c:pt idx="198">
                  <c:v>2.7457271917563086E-9</c:v>
                </c:pt>
                <c:pt idx="199">
                  <c:v>3.324111716865147E-9</c:v>
                </c:pt>
                <c:pt idx="200">
                  <c:v>4.0182395502654657E-9</c:v>
                </c:pt>
                <c:pt idx="201">
                  <c:v>4.8500318088148988E-9</c:v>
                </c:pt>
                <c:pt idx="202">
                  <c:v>5.8453210041679482E-9</c:v>
                </c:pt>
                <c:pt idx="203">
                  <c:v>7.0345048211086491E-9</c:v>
                </c:pt>
                <c:pt idx="204">
                  <c:v>8.453301517756737E-9</c:v>
                </c:pt>
                <c:pt idx="205">
                  <c:v>1.0143621494525896E-8</c:v>
                </c:pt>
                <c:pt idx="206">
                  <c:v>1.2154571470304199E-8</c:v>
                </c:pt>
                <c:pt idx="207">
                  <c:v>1.4543609814761983E-8</c:v>
                </c:pt>
                <c:pt idx="208">
                  <c:v>1.7377873936729109E-8</c:v>
                </c:pt>
                <c:pt idx="209">
                  <c:v>2.0735703243665871E-8</c:v>
                </c:pt>
                <c:pt idx="210">
                  <c:v>2.4708384091719919E-8</c:v>
                </c:pt>
                <c:pt idx="211">
                  <c:v>2.9402146366842112E-8</c:v>
                </c:pt>
                <c:pt idx="212">
                  <c:v>3.4940444904141937E-8</c:v>
                </c:pt>
                <c:pt idx="213">
                  <c:v>4.1466562896342046E-8</c:v>
                </c:pt>
                <c:pt idx="214">
                  <c:v>4.9146578796194018E-8</c:v>
                </c:pt>
                <c:pt idx="215">
                  <c:v>5.8172743017704135E-8</c:v>
                </c:pt>
                <c:pt idx="216">
                  <c:v>6.8767316024839709E-8</c:v>
                </c:pt>
                <c:pt idx="217">
                  <c:v>8.1186925204345882E-8</c:v>
                </c:pt>
                <c:pt idx="218">
                  <c:v>9.5727504294000632E-8</c:v>
                </c:pt>
                <c:pt idx="219">
                  <c:v>1.127298861242111E-7</c:v>
                </c:pt>
                <c:pt idx="220">
                  <c:v>1.3258612707691864E-7</c:v>
                </c:pt>
                <c:pt idx="221">
                  <c:v>1.5574665002130963E-7</c:v>
                </c:pt>
                <c:pt idx="222">
                  <c:v>1.8272830160358898E-7</c:v>
                </c:pt>
                <c:pt idx="223">
                  <c:v>2.1412342970299691E-7</c:v>
                </c:pt>
                <c:pt idx="224">
                  <c:v>2.506100976760311E-7</c:v>
                </c:pt>
                <c:pt idx="225">
                  <c:v>2.9296356375533719E-7</c:v>
                </c:pt>
                <c:pt idx="226">
                  <c:v>3.4206916671159422E-7</c:v>
                </c:pt>
                <c:pt idx="227">
                  <c:v>3.9893677269007625E-7</c:v>
                </c:pt>
                <c:pt idx="228">
                  <c:v>4.6471695306589012E-7</c:v>
                </c:pt>
                <c:pt idx="229">
                  <c:v>5.4071907929144925E-7</c:v>
                </c:pt>
                <c:pt idx="230">
                  <c:v>6.2843153810732653E-7</c:v>
                </c:pt>
                <c:pt idx="231">
                  <c:v>7.2954428922614912E-7</c:v>
                </c:pt>
                <c:pt idx="232">
                  <c:v>8.4597400775130687E-7</c:v>
                </c:pt>
                <c:pt idx="233">
                  <c:v>9.7989207523443318E-7</c:v>
                </c:pt>
                <c:pt idx="234">
                  <c:v>1.1337557064818901E-6</c:v>
                </c:pt>
                <c:pt idx="235">
                  <c:v>1.3103425240696251E-6</c:v>
                </c:pt>
                <c:pt idx="236">
                  <c:v>1.5127889190912141E-6</c:v>
                </c:pt>
                <c:pt idx="237">
                  <c:v>1.744632565026062E-6</c:v>
                </c:pt>
                <c:pt idx="238">
                  <c:v>2.009859481844515E-6</c:v>
                </c:pt>
                <c:pt idx="239">
                  <c:v>2.3129560796437765E-6</c:v>
                </c:pt>
                <c:pt idx="240">
                  <c:v>2.6589666453010604E-6</c:v>
                </c:pt>
                <c:pt idx="241">
                  <c:v>3.0535567719128668E-6</c:v>
                </c:pt>
                <c:pt idx="242">
                  <c:v>3.503083269226382E-6</c:v>
                </c:pt>
                <c:pt idx="243">
                  <c:v>4.0146711339276731E-6</c:v>
                </c:pt>
                <c:pt idx="244">
                  <c:v>4.5962982015894478E-6</c:v>
                </c:pt>
                <c:pt idx="245">
                  <c:v>5.2568881473551464E-6</c:v>
                </c:pt>
                <c:pt idx="246">
                  <c:v>6.0064125500943457E-6</c:v>
                </c:pt>
                <c:pt idx="247">
                  <c:v>6.8560027848514333E-6</c:v>
                </c:pt>
                <c:pt idx="248">
                  <c:v>7.8180725609591116E-6</c:v>
                </c:pt>
                <c:pt idx="249">
                  <c:v>8.9064519782272186E-6</c:v>
                </c:pt>
                <c:pt idx="250">
                  <c:v>1.013653403116604E-5</c:v>
                </c:pt>
                <c:pt idx="251">
                  <c:v>1.152543455126979E-5</c:v>
                </c:pt>
                <c:pt idx="252">
                  <c:v>1.3092166639958054E-5</c:v>
                </c:pt>
                <c:pt idx="253">
                  <c:v>1.4857830709856779E-5</c:v>
                </c:pt>
                <c:pt idx="254">
                  <c:v>1.6845821319634989E-5</c:v>
                </c:pt>
                <c:pt idx="255">
                  <c:v>1.9082052057592196E-5</c:v>
                </c:pt>
                <c:pt idx="256">
                  <c:v>2.1595199801529013E-5</c:v>
                </c:pt>
                <c:pt idx="257">
                  <c:v>2.441696975706605E-5</c:v>
                </c:pt>
                <c:pt idx="258">
                  <c:v>2.7582382753416731E-5</c:v>
                </c:pt>
                <c:pt idx="259">
                  <c:v>3.1130086354554213E-5</c:v>
                </c:pt>
                <c:pt idx="260">
                  <c:v>3.5102691424605792E-5</c:v>
                </c:pt>
                <c:pt idx="261">
                  <c:v>3.9547135869022236E-5</c:v>
                </c:pt>
                <c:pt idx="262">
                  <c:v>4.4515077357438777E-5</c:v>
                </c:pt>
                <c:pt idx="263">
                  <c:v>5.0063316919939183E-5</c:v>
                </c:pt>
                <c:pt idx="264">
                  <c:v>5.6254255395502686E-5</c:v>
                </c:pt>
                <c:pt idx="265">
                  <c:v>6.3156384799458522E-5</c:v>
                </c:pt>
                <c:pt idx="266">
                  <c:v>7.0844816765543709E-5</c:v>
                </c:pt>
                <c:pt idx="267">
                  <c:v>7.9401850307413138E-5</c:v>
                </c:pt>
                <c:pt idx="268">
                  <c:v>8.891758123378654E-5</c:v>
                </c:pt>
                <c:pt idx="269">
                  <c:v>9.9490555640591817E-5</c:v>
                </c:pt>
                <c:pt idx="270">
                  <c:v>1.1122846999199983E-4</c:v>
                </c:pt>
                <c:pt idx="271">
                  <c:v>1.2424892038988934E-4</c:v>
                </c:pt>
                <c:pt idx="272">
                  <c:v>1.386802037174452E-4</c:v>
                </c:pt>
                <c:pt idx="273">
                  <c:v>1.54662173426955E-4</c:v>
                </c:pt>
                <c:pt idx="274">
                  <c:v>1.7234715282391625E-4</c:v>
                </c:pt>
                <c:pt idx="275">
                  <c:v>1.9190090877878758E-4</c:v>
                </c:pt>
                <c:pt idx="276">
                  <c:v>2.1350368887349477E-4</c:v>
                </c:pt>
                <c:pt idx="277">
                  <c:v>2.3735132506188221E-4</c:v>
                </c:pt>
                <c:pt idx="278">
                  <c:v>2.6365640699060238E-4</c:v>
                </c:pt>
                <c:pt idx="279">
                  <c:v>2.9264952818940137E-4</c:v>
                </c:pt>
                <c:pt idx="280">
                  <c:v>3.2458060839631004E-4</c:v>
                </c:pt>
                <c:pt idx="281">
                  <c:v>3.5972029533358127E-4</c:v>
                </c:pt>
                <c:pt idx="282">
                  <c:v>3.9836144929332988E-4</c:v>
                </c:pt>
                <c:pt idx="283">
                  <c:v>4.4082071392736294E-4</c:v>
                </c:pt>
                <c:pt idx="284">
                  <c:v>4.8744017666273534E-4</c:v>
                </c:pt>
                <c:pt idx="285">
                  <c:v>5.3858912218227506E-4</c:v>
                </c:pt>
                <c:pt idx="286">
                  <c:v>5.9466588241757702E-4</c:v>
                </c:pt>
                <c:pt idx="287">
                  <c:v>6.5609978649893937E-4</c:v>
                </c:pt>
                <c:pt idx="288">
                  <c:v>7.233532140929512E-4</c:v>
                </c:pt>
                <c:pt idx="289">
                  <c:v>7.9692375553201559E-4</c:v>
                </c:pt>
                <c:pt idx="290">
                  <c:v>8.7734648210105069E-4</c:v>
                </c:pt>
                <c:pt idx="291">
                  <c:v>9.6519632979383436E-4</c:v>
                </c:pt>
                <c:pt idx="292">
                  <c:v>1.0610905997843105E-3</c:v>
                </c:pt>
                <c:pt idx="293">
                  <c:v>1.1656915787755494E-3</c:v>
                </c:pt>
                <c:pt idx="294">
                  <c:v>1.2797092822912181E-3</c:v>
                </c:pt>
                <c:pt idx="295">
                  <c:v>1.4039043238594222E-3</c:v>
                </c:pt>
                <c:pt idx="296">
                  <c:v>1.5390909129063095E-3</c:v>
                </c:pt>
                <c:pt idx="297">
                  <c:v>1.6861399840274872E-3</c:v>
                </c:pt>
                <c:pt idx="298">
                  <c:v>1.8459824601360559E-3</c:v>
                </c:pt>
                <c:pt idx="299">
                  <c:v>2.0196126517981246E-3</c:v>
                </c:pt>
                <c:pt idx="300">
                  <c:v>2.2080917948598322E-3</c:v>
                </c:pt>
                <c:pt idx="301">
                  <c:v>2.412551728240904E-3</c:v>
                </c:pt>
                <c:pt idx="302">
                  <c:v>2.6341987135222156E-3</c:v>
                </c:pt>
                <c:pt idx="303">
                  <c:v>2.8743173976835544E-3</c:v>
                </c:pt>
                <c:pt idx="304">
                  <c:v>3.1342749200584021E-3</c:v>
                </c:pt>
                <c:pt idx="305">
                  <c:v>3.4155251642567974E-3</c:v>
                </c:pt>
                <c:pt idx="306">
                  <c:v>3.7196131554743427E-3</c:v>
                </c:pt>
                <c:pt idx="307">
                  <c:v>4.0481796032457093E-3</c:v>
                </c:pt>
                <c:pt idx="308">
                  <c:v>4.4029655893225985E-3</c:v>
                </c:pt>
                <c:pt idx="309">
                  <c:v>4.7858173999525706E-3</c:v>
                </c:pt>
                <c:pt idx="310">
                  <c:v>5.1986915014104376E-3</c:v>
                </c:pt>
                <c:pt idx="311">
                  <c:v>5.643659657188718E-3</c:v>
                </c:pt>
                <c:pt idx="312">
                  <c:v>6.1229141847810049E-3</c:v>
                </c:pt>
                <c:pt idx="313">
                  <c:v>6.6387733495065371E-3</c:v>
                </c:pt>
                <c:pt idx="314">
                  <c:v>7.1936868923077844E-3</c:v>
                </c:pt>
                <c:pt idx="315">
                  <c:v>7.7902416879247326E-3</c:v>
                </c:pt>
                <c:pt idx="316">
                  <c:v>8.4311675292935481E-3</c:v>
                </c:pt>
                <c:pt idx="317">
                  <c:v>9.119343033449346E-3</c:v>
                </c:pt>
                <c:pt idx="318">
                  <c:v>9.85780166361944E-3</c:v>
                </c:pt>
                <c:pt idx="319">
                  <c:v>1.0649737861588621E-2</c:v>
                </c:pt>
                <c:pt idx="320">
                  <c:v>1.1498513283793244E-2</c:v>
                </c:pt>
                <c:pt idx="321">
                  <c:v>1.2407663133961324E-2</c:v>
                </c:pt>
                <c:pt idx="322">
                  <c:v>1.3380902584464057E-2</c:v>
                </c:pt>
                <c:pt idx="323">
                  <c:v>1.4422133277878231E-2</c:v>
                </c:pt>
                <c:pt idx="324">
                  <c:v>1.5535449899581378E-2</c:v>
                </c:pt>
                <c:pt idx="325">
                  <c:v>1.6725146811519976E-2</c:v>
                </c:pt>
                <c:pt idx="326">
                  <c:v>1.7995724736589423E-2</c:v>
                </c:pt>
                <c:pt idx="327">
                  <c:v>1.9351897482375702E-2</c:v>
                </c:pt>
                <c:pt idx="328">
                  <c:v>2.0798598692296697E-2</c:v>
                </c:pt>
                <c:pt idx="329">
                  <c:v>2.234098861147861E-2</c:v>
                </c:pt>
                <c:pt idx="330">
                  <c:v>2.3984460854003378E-2</c:v>
                </c:pt>
                <c:pt idx="331">
                  <c:v>2.5734649157450541E-2</c:v>
                </c:pt>
                <c:pt idx="332">
                  <c:v>2.7597434109970582E-2</c:v>
                </c:pt>
                <c:pt idx="333">
                  <c:v>2.9578949834427243E-2</c:v>
                </c:pt>
                <c:pt idx="334">
                  <c:v>3.1685590613472474E-2</c:v>
                </c:pt>
                <c:pt idx="335">
                  <c:v>3.3924017438746817E-2</c:v>
                </c:pt>
                <c:pt idx="336">
                  <c:v>3.6301164466740421E-2</c:v>
                </c:pt>
                <c:pt idx="337">
                  <c:v>3.8824245363225117E-2</c:v>
                </c:pt>
                <c:pt idx="338">
                  <c:v>4.1500759517533681E-2</c:v>
                </c:pt>
                <c:pt idx="339">
                  <c:v>4.4338498107396686E-2</c:v>
                </c:pt>
                <c:pt idx="340">
                  <c:v>4.7345549994441384E-2</c:v>
                </c:pt>
                <c:pt idx="341">
                  <c:v>5.053030742996422E-2</c:v>
                </c:pt>
                <c:pt idx="342">
                  <c:v>5.3901471550040034E-2</c:v>
                </c:pt>
                <c:pt idx="343">
                  <c:v>5.7468057638579359E-2</c:v>
                </c:pt>
                <c:pt idx="344">
                  <c:v>6.1239400136508165E-2</c:v>
                </c:pt>
                <c:pt idx="345">
                  <c:v>6.5225157374834766E-2</c:v>
                </c:pt>
                <c:pt idx="346">
                  <c:v>6.9435316009028095E-2</c:v>
                </c:pt>
                <c:pt idx="347">
                  <c:v>7.3880195131809989E-2</c:v>
                </c:pt>
                <c:pt idx="348">
                  <c:v>7.8570450041212964E-2</c:v>
                </c:pt>
                <c:pt idx="349">
                  <c:v>8.351707564052957E-2</c:v>
                </c:pt>
                <c:pt idx="350">
                  <c:v>8.8731409446637752E-2</c:v>
                </c:pt>
                <c:pt idx="351">
                  <c:v>9.4225134183061193E-2</c:v>
                </c:pt>
                <c:pt idx="352">
                  <c:v>0.10001027993410488</c:v>
                </c:pt>
                <c:pt idx="353">
                  <c:v>0.10609922583638412</c:v>
                </c:pt>
                <c:pt idx="354">
                  <c:v>0.11250470128418216</c:v>
                </c:pt>
                <c:pt idx="355">
                  <c:v>0.1192397866251677</c:v>
                </c:pt>
                <c:pt idx="356">
                  <c:v>0.12631791332323708</c:v>
                </c:pt>
                <c:pt idx="357">
                  <c:v>0.13375286356552174</c:v>
                </c:pt>
                <c:pt idx="358">
                  <c:v>0.1415587692909076</c:v>
                </c:pt>
                <c:pt idx="359">
                  <c:v>0.14975011061785315</c:v>
                </c:pt>
                <c:pt idx="360">
                  <c:v>0.15834171364977942</c:v>
                </c:pt>
                <c:pt idx="361">
                  <c:v>0.16734874763683294</c:v>
                </c:pt>
                <c:pt idx="362">
                  <c:v>0.17678672147347008</c:v>
                </c:pt>
                <c:pt idx="363">
                  <c:v>0.18667147951198865</c:v>
                </c:pt>
                <c:pt idx="364">
                  <c:v>0.19701919667295731</c:v>
                </c:pt>
                <c:pt idx="365">
                  <c:v>0.20784637283427757</c:v>
                </c:pt>
                <c:pt idx="366">
                  <c:v>0.21916982648156114</c:v>
                </c:pt>
                <c:pt idx="367">
                  <c:v>0.23100668760353127</c:v>
                </c:pt>
                <c:pt idx="368">
                  <c:v>0.24337438981718046</c:v>
                </c:pt>
                <c:pt idx="369">
                  <c:v>0.25629066170855325</c:v>
                </c:pt>
                <c:pt idx="370">
                  <c:v>0.26977351737631144</c:v>
                </c:pt>
                <c:pt idx="371">
                  <c:v>0.28384124616637951</c:v>
                </c:pt>
                <c:pt idx="372">
                  <c:v>0.29851240158749281</c:v>
                </c:pt>
                <c:pt idx="373">
                  <c:v>0.31380578939870951</c:v>
                </c:pt>
                <c:pt idx="374">
                  <c:v>0.32974045486156361</c:v>
                </c:pt>
                <c:pt idx="375">
                  <c:v>0.34633566915098013</c:v>
                </c:pt>
                <c:pt idx="376">
                  <c:v>0.36361091492078562</c:v>
                </c:pt>
                <c:pt idx="377">
                  <c:v>0.38158587102112862</c:v>
                </c:pt>
                <c:pt idx="378">
                  <c:v>0.40028039636703344</c:v>
                </c:pt>
                <c:pt idx="379">
                  <c:v>0.41971451295895035</c:v>
                </c:pt>
                <c:pt idx="380">
                  <c:v>0.43990838805794452</c:v>
                </c:pt>
                <c:pt idx="381">
                  <c:v>0.46088231552018522</c:v>
                </c:pt>
                <c:pt idx="382">
                  <c:v>0.48265669629701924</c:v>
                </c:pt>
                <c:pt idx="383">
                  <c:v>0.5052520181091511</c:v>
                </c:pt>
                <c:pt idx="384">
                  <c:v>0.52868883430512814</c:v>
                </c:pt>
                <c:pt idx="385">
                  <c:v>0.55298774191640432</c:v>
                </c:pt>
                <c:pt idx="386">
                  <c:v>0.57816935892347676</c:v>
                </c:pt>
                <c:pt idx="387">
                  <c:v>0.60425430074912201</c:v>
                </c:pt>
                <c:pt idx="388">
                  <c:v>0.63126315599729854</c:v>
                </c:pt>
                <c:pt idx="389">
                  <c:v>0.65921646145803625</c:v>
                </c:pt>
                <c:pt idx="390">
                  <c:v>0.6881346764007108</c:v>
                </c:pt>
                <c:pt idx="391">
                  <c:v>0.71803815618017452</c:v>
                </c:pt>
                <c:pt idx="392">
                  <c:v>0.74894712518221329</c:v>
                </c:pt>
                <c:pt idx="393">
                  <c:v>0.78088164913692715</c:v>
                </c:pt>
                <c:pt idx="394">
                  <c:v>0.8138616068303246</c:v>
                </c:pt>
                <c:pt idx="395">
                  <c:v>0.84790666124675451</c:v>
                </c:pt>
                <c:pt idx="396">
                  <c:v>0.88303623017657107</c:v>
                </c:pt>
                <c:pt idx="397">
                  <c:v>0.91926945632506507</c:v>
                </c:pt>
                <c:pt idx="398">
                  <c:v>0.95662517696118343</c:v>
                </c:pt>
                <c:pt idx="399">
                  <c:v>0.99512189314565502</c:v>
                </c:pt>
                <c:pt idx="400">
                  <c:v>1.0347777385803765</c:v>
                </c:pt>
                <c:pt idx="401">
                  <c:v>1.0756104481223994</c:v>
                </c:pt>
                <c:pt idx="402">
                  <c:v>1.1176373260076831</c:v>
                </c:pt>
                <c:pt idx="403">
                  <c:v>1.1608752138308351</c:v>
                </c:pt>
                <c:pt idx="404">
                  <c:v>1.2053404583293346</c:v>
                </c:pt>
                <c:pt idx="405">
                  <c:v>1.2510488790215286</c:v>
                </c:pt>
                <c:pt idx="406">
                  <c:v>1.2980157357490554</c:v>
                </c:pt>
                <c:pt idx="407">
                  <c:v>1.346255696175942</c:v>
                </c:pt>
                <c:pt idx="408">
                  <c:v>1.3957828032975479</c:v>
                </c:pt>
                <c:pt idx="409">
                  <c:v>1.4466104430133191</c:v>
                </c:pt>
                <c:pt idx="410">
                  <c:v>1.4987513118187739</c:v>
                </c:pt>
                <c:pt idx="411">
                  <c:v>1.5522173846726344</c:v>
                </c:pt>
                <c:pt idx="412">
                  <c:v>1.6070198830956521</c:v>
                </c:pt>
                <c:pt idx="413">
                  <c:v>1.6631692435587235</c:v>
                </c:pt>
                <c:pt idx="414">
                  <c:v>1.7206750862178584</c:v>
                </c:pt>
                <c:pt idx="415">
                  <c:v>1.779546184054406</c:v>
                </c:pt>
                <c:pt idx="416">
                  <c:v>1.8397904324788068</c:v>
                </c:pt>
                <c:pt idx="417">
                  <c:v>1.9014148194567033</c:v>
                </c:pt>
                <c:pt idx="418">
                  <c:v>1.9644253962156997</c:v>
                </c:pt>
                <c:pt idx="419">
                  <c:v>2.0288272485915231</c:v>
                </c:pt>
                <c:pt idx="420">
                  <c:v>2.0946244690717344</c:v>
                </c:pt>
                <c:pt idx="421">
                  <c:v>2.1618201295948452</c:v>
                </c:pt>
                <c:pt idx="422">
                  <c:v>2.2304162551621269</c:v>
                </c:pt>
                <c:pt idx="423">
                  <c:v>2.3004137983190938</c:v>
                </c:pt>
                <c:pt idx="424">
                  <c:v>2.3718126145623555</c:v>
                </c:pt>
                <c:pt idx="425">
                  <c:v>2.4446114387271134</c:v>
                </c:pt>
                <c:pt idx="426">
                  <c:v>2.5188078624092785</c:v>
                </c:pt>
                <c:pt idx="427">
                  <c:v>2.5943983124752816</c:v>
                </c:pt>
                <c:pt idx="428">
                  <c:v>2.6713780307109198</c:v>
                </c:pt>
                <c:pt idx="429">
                  <c:v>2.7497410546600189</c:v>
                </c:pt>
                <c:pt idx="430">
                  <c:v>2.8294801997009755</c:v>
                </c:pt>
                <c:pt idx="431">
                  <c:v>2.910587042409277</c:v>
                </c:pt>
                <c:pt idx="432">
                  <c:v>2.9930519052501596</c:v>
                </c:pt>
                <c:pt idx="433">
                  <c:v>3.0768638426461026</c:v>
                </c:pt>
                <c:pt idx="434">
                  <c:v>3.1620106284598117</c:v>
                </c:pt>
                <c:pt idx="435">
                  <c:v>3.248478744932807</c:v>
                </c:pt>
                <c:pt idx="436">
                  <c:v>3.3362533731166586</c:v>
                </c:pt>
                <c:pt idx="437">
                  <c:v>3.425318384831507</c:v>
                </c:pt>
                <c:pt idx="438">
                  <c:v>3.5156563361854927</c:v>
                </c:pt>
                <c:pt idx="439">
                  <c:v>3.6072484626844079</c:v>
                </c:pt>
                <c:pt idx="440">
                  <c:v>3.7000746759596783</c:v>
                </c:pt>
                <c:pt idx="441">
                  <c:v>3.7941135621395947</c:v>
                </c:pt>
                <c:pt idx="442">
                  <c:v>3.8893423818864563</c:v>
                </c:pt>
                <c:pt idx="443">
                  <c:v>3.9857370721187699</c:v>
                </c:pt>
                <c:pt idx="444">
                  <c:v>4.0832722494360496</c:v>
                </c:pt>
                <c:pt idx="445">
                  <c:v>4.1819212152592371</c:v>
                </c:pt>
                <c:pt idx="446">
                  <c:v>4.2816559626990198</c:v>
                </c:pt>
                <c:pt idx="447">
                  <c:v>4.3824471851585924</c:v>
                </c:pt>
                <c:pt idx="448">
                  <c:v>4.4842642866779787</c:v>
                </c:pt>
                <c:pt idx="449">
                  <c:v>4.5870753940200544</c:v>
                </c:pt>
                <c:pt idx="450">
                  <c:v>4.6908473704984948</c:v>
                </c:pt>
                <c:pt idx="451">
                  <c:v>4.7955458315439303</c:v>
                </c:pt>
                <c:pt idx="452">
                  <c:v>4.9011351619996919</c:v>
                </c:pt>
                <c:pt idx="453">
                  <c:v>5.0075785351395234</c:v>
                </c:pt>
                <c:pt idx="454">
                  <c:v>5.1148379333917706</c:v>
                </c:pt>
                <c:pt idx="455">
                  <c:v>5.2228741707551762</c:v>
                </c:pt>
                <c:pt idx="456">
                  <c:v>5.3316469168872853</c:v>
                </c:pt>
                <c:pt idx="457">
                  <c:v>5.4411147228418484</c:v>
                </c:pt>
                <c:pt idx="458">
                  <c:v>5.5512350484323036</c:v>
                </c:pt>
                <c:pt idx="459">
                  <c:v>5.6619642911910155</c:v>
                </c:pt>
                <c:pt idx="460">
                  <c:v>5.7732578168949473</c:v>
                </c:pt>
                <c:pt idx="461">
                  <c:v>5.8850699916230225</c:v>
                </c:pt>
                <c:pt idx="462">
                  <c:v>5.9973542153100752</c:v>
                </c:pt>
                <c:pt idx="463">
                  <c:v>6.1100629567555131</c:v>
                </c:pt>
                <c:pt idx="464">
                  <c:v>6.2231477900486212</c:v>
                </c:pt>
                <c:pt idx="465">
                  <c:v>6.3365594323622378</c:v>
                </c:pt>
                <c:pt idx="466">
                  <c:v>6.4502477830708109</c:v>
                </c:pt>
                <c:pt idx="467">
                  <c:v>6.5641619641421602</c:v>
                </c:pt>
                <c:pt idx="468">
                  <c:v>6.6782503617519939</c:v>
                </c:pt>
                <c:pt idx="469">
                  <c:v>6.7924606690669975</c:v>
                </c:pt>
                <c:pt idx="470">
                  <c:v>6.9067399301411552</c:v>
                </c:pt>
                <c:pt idx="471">
                  <c:v>7.0210345848671327</c:v>
                </c:pt>
                <c:pt idx="472">
                  <c:v>7.135290514922997</c:v>
                </c:pt>
                <c:pt idx="473">
                  <c:v>7.2494530906533825</c:v>
                </c:pt>
                <c:pt idx="474">
                  <c:v>7.3634672188212438</c:v>
                </c:pt>
                <c:pt idx="475">
                  <c:v>7.4772773911659964</c:v>
                </c:pt>
                <c:pt idx="476">
                  <c:v>7.5908277337020662</c:v>
                </c:pt>
                <c:pt idx="477">
                  <c:v>7.7040620566898657</c:v>
                </c:pt>
                <c:pt idx="478">
                  <c:v>7.8169239052120378</c:v>
                </c:pt>
                <c:pt idx="479">
                  <c:v>7.929356610284283</c:v>
                </c:pt>
                <c:pt idx="480">
                  <c:v>8.0413033404303818</c:v>
                </c:pt>
                <c:pt idx="481">
                  <c:v>8.1527071536513791</c:v>
                </c:pt>
                <c:pt idx="482">
                  <c:v>8.2635110497159499</c:v>
                </c:pt>
                <c:pt idx="483">
                  <c:v>8.3736580227004893</c:v>
                </c:pt>
                <c:pt idx="484">
                  <c:v>8.4830911137059406</c:v>
                </c:pt>
                <c:pt idx="485">
                  <c:v>8.5917534636785895</c:v>
                </c:pt>
                <c:pt idx="486">
                  <c:v>8.6995883662619082</c:v>
                </c:pt>
                <c:pt idx="487">
                  <c:v>8.8065393206070421</c:v>
                </c:pt>
                <c:pt idx="488">
                  <c:v>8.9125500840680267</c:v>
                </c:pt>
                <c:pt idx="489">
                  <c:v>9.0175647247112813</c:v>
                </c:pt>
                <c:pt idx="490">
                  <c:v>9.1215276735651116</c:v>
                </c:pt>
                <c:pt idx="491">
                  <c:v>9.2243837765410639</c:v>
                </c:pt>
                <c:pt idx="492">
                  <c:v>9.3260783459519949</c:v>
                </c:pt>
                <c:pt idx="493">
                  <c:v>9.4265572115621055</c:v>
                </c:pt>
                <c:pt idx="494">
                  <c:v>9.5257667710964942</c:v>
                </c:pt>
                <c:pt idx="495">
                  <c:v>9.6236540401433182</c:v>
                </c:pt>
                <c:pt idx="496">
                  <c:v>9.7201667013830928</c:v>
                </c:pt>
                <c:pt idx="497">
                  <c:v>9.8152531530782205</c:v>
                </c:pt>
                <c:pt idx="498">
                  <c:v>9.9088625567604574</c:v>
                </c:pt>
                <c:pt idx="499">
                  <c:v>10.000944884051719</c:v>
                </c:pt>
                <c:pt idx="500">
                  <c:v>10.091450962560902</c:v>
                </c:pt>
                <c:pt idx="501">
                  <c:v>10.18033252079351</c:v>
                </c:pt>
                <c:pt idx="502">
                  <c:v>10.267542232020761</c:v>
                </c:pt>
                <c:pt idx="503">
                  <c:v>10.353033757049809</c:v>
                </c:pt>
                <c:pt idx="504">
                  <c:v>10.436761785843803</c:v>
                </c:pt>
                <c:pt idx="505">
                  <c:v>10.518682077939843</c:v>
                </c:pt>
                <c:pt idx="506">
                  <c:v>10.598751501614363</c:v>
                </c:pt>
                <c:pt idx="507">
                  <c:v>10.676928071751982</c:v>
                </c:pt>
                <c:pt idx="508">
                  <c:v>10.753170986370343</c:v>
                </c:pt>
                <c:pt idx="509">
                  <c:v>10.827440661759123</c:v>
                </c:pt>
                <c:pt idx="510">
                  <c:v>10.89969876619608</c:v>
                </c:pt>
                <c:pt idx="511">
                  <c:v>10.969908252197889</c:v>
                </c:pt>
                <c:pt idx="512">
                  <c:v>11.03803338727473</c:v>
                </c:pt>
                <c:pt idx="513">
                  <c:v>11.10403978315504</c:v>
                </c:pt>
                <c:pt idx="514">
                  <c:v>11.167894423448873</c:v>
                </c:pt>
                <c:pt idx="515">
                  <c:v>11.229565689725094</c:v>
                </c:pt>
                <c:pt idx="516">
                  <c:v>11.289023385975948</c:v>
                </c:pt>
                <c:pt idx="517">
                  <c:v>11.346238761447317</c:v>
                </c:pt>
                <c:pt idx="518">
                  <c:v>11.401184531816167</c:v>
                </c:pt>
                <c:pt idx="519">
                  <c:v>11.453834898695689</c:v>
                </c:pt>
                <c:pt idx="520">
                  <c:v>11.50416556745785</c:v>
                </c:pt>
                <c:pt idx="521">
                  <c:v>11.552153763358529</c:v>
                </c:pt>
                <c:pt idx="522">
                  <c:v>11.597778245957731</c:v>
                </c:pt>
                <c:pt idx="523">
                  <c:v>11.641019321828832</c:v>
                </c:pt>
                <c:pt idx="524">
                  <c:v>11.681858855552466</c:v>
                </c:pt>
                <c:pt idx="525">
                  <c:v>11.72028027899443</c:v>
                </c:pt>
                <c:pt idx="526">
                  <c:v>11.756268598869509</c:v>
                </c:pt>
                <c:pt idx="527">
                  <c:v>11.789810402593019</c:v>
                </c:pt>
                <c:pt idx="528">
                  <c:v>11.820893862431269</c:v>
                </c:pt>
                <c:pt idx="529">
                  <c:v>11.849508737953295</c:v>
                </c:pt>
                <c:pt idx="530">
                  <c:v>11.875646376800926</c:v>
                </c:pt>
                <c:pt idx="531">
                  <c:v>11.899299713788855</c:v>
                </c:pt>
                <c:pt idx="532">
                  <c:v>11.920463268348801</c:v>
                </c:pt>
                <c:pt idx="533">
                  <c:v>11.939133140339388</c:v>
                </c:pt>
                <c:pt idx="534">
                  <c:v>11.955307004239648</c:v>
                </c:pt>
                <c:pt idx="535">
                  <c:v>11.968984101749573</c:v>
                </c:pt>
                <c:pt idx="536">
                  <c:v>11.9801652328223</c:v>
                </c:pt>
                <c:pt idx="537">
                  <c:v>11.988852745154631</c:v>
                </c:pt>
                <c:pt idx="538">
                  <c:v>11.995050522163863</c:v>
                </c:pt>
                <c:pt idx="539">
                  <c:v>11.998763969482367</c:v>
                </c:pt>
                <c:pt idx="540">
                  <c:v>12</c:v>
                </c:pt>
                <c:pt idx="541">
                  <c:v>11.998767017490874</c:v>
                </c:pt>
                <c:pt idx="542">
                  <c:v>11.995074898857318</c:v>
                </c:pt>
                <c:pt idx="543">
                  <c:v>11.988934975030265</c:v>
                </c:pt>
                <c:pt idx="544">
                  <c:v>11.980360010562231</c:v>
                </c:pt>
                <c:pt idx="545">
                  <c:v>11.969364181954484</c:v>
                </c:pt>
                <c:pt idx="546">
                  <c:v>11.955963054758669</c:v>
                </c:pt>
                <c:pt idx="547">
                  <c:v>11.940173559494704</c:v>
                </c:pt>
                <c:pt idx="548">
                  <c:v>11.922013966429713</c:v>
                </c:pt>
                <c:pt idx="549">
                  <c:v>11.901503859260403</c:v>
                </c:pt>
                <c:pt idx="550">
                  <c:v>11.878664107745454</c:v>
                </c:pt>
                <c:pt idx="551">
                  <c:v>11.853516839334658</c:v>
                </c:pt>
                <c:pt idx="552">
                  <c:v>11.826085409839189</c:v>
                </c:pt>
                <c:pt idx="553">
                  <c:v>11.79639437319403</c:v>
                </c:pt>
                <c:pt idx="554">
                  <c:v>11.76446945035746</c:v>
                </c:pt>
                <c:pt idx="555">
                  <c:v>11.730337497398406</c:v>
                </c:pt>
                <c:pt idx="556">
                  <c:v>11.694026472819308</c:v>
                </c:pt>
                <c:pt idx="557">
                  <c:v>11.655565404165181</c:v>
                </c:pt>
                <c:pt idx="558">
                  <c:v>11.614984353967616</c:v>
                </c:pt>
                <c:pt idx="559">
                  <c:v>11.572314385073234</c:v>
                </c:pt>
                <c:pt idx="560">
                  <c:v>11.527587525406805</c:v>
                </c:pt>
                <c:pt idx="561">
                  <c:v>11.480836732219988</c:v>
                </c:pt>
                <c:pt idx="562">
                  <c:v>11.432095855872744</c:v>
                </c:pt>
                <c:pt idx="563">
                  <c:v>11.381399603199705</c:v>
                </c:pt>
                <c:pt idx="564">
                  <c:v>11.328783500509227</c:v>
                </c:pt>
                <c:pt idx="565">
                  <c:v>11.274283856265191</c:v>
                </c:pt>
                <c:pt idx="566">
                  <c:v>11.21793772349908</c:v>
                </c:pt>
                <c:pt idx="567">
                  <c:v>11.159782862000892</c:v>
                </c:pt>
                <c:pt idx="568">
                  <c:v>11.099857700338278</c:v>
                </c:pt>
                <c:pt idx="569">
                  <c:v>11.03820129774774</c:v>
                </c:pt>
                <c:pt idx="570">
                  <c:v>10.974853305947391</c:v>
                </c:pt>
                <c:pt idx="571">
                  <c:v>10.909853930915297</c:v>
                </c:pt>
                <c:pt idx="572">
                  <c:v>10.843243894678864</c:v>
                </c:pt>
                <c:pt idx="573">
                  <c:v>10.775064397159781</c:v>
                </c:pt>
                <c:pt idx="574">
                  <c:v>10.70535707811738</c:v>
                </c:pt>
                <c:pt idx="575">
                  <c:v>10.634163979232859</c:v>
                </c:pt>
                <c:pt idx="576">
                  <c:v>10.561527506375928</c:v>
                </c:pt>
                <c:pt idx="577">
                  <c:v>10.487490392094527</c:v>
                </c:pt>
                <c:pt idx="578">
                  <c:v>10.412095658366542</c:v>
                </c:pt>
                <c:pt idx="579">
                  <c:v>10.335386579651722</c:v>
                </c:pt>
                <c:pt idx="580">
                  <c:v>10.257406646281792</c:v>
                </c:pt>
                <c:pt idx="581">
                  <c:v>10.178199528223763</c:v>
                </c:pt>
                <c:pt idx="582">
                  <c:v>10.097809039251407</c:v>
                </c:pt>
                <c:pt idx="583">
                  <c:v>10.016279101559727</c:v>
                </c:pt>
                <c:pt idx="584">
                  <c:v>9.9336537108525285</c:v>
                </c:pt>
                <c:pt idx="585">
                  <c:v>9.8499769019365218</c:v>
                </c:pt>
                <c:pt idx="586">
                  <c:v>9.7652927148496858</c:v>
                </c:pt>
                <c:pt idx="587">
                  <c:v>9.6796451615541308</c:v>
                </c:pt>
                <c:pt idx="588">
                  <c:v>9.5930781932191866</c:v>
                </c:pt>
                <c:pt idx="589">
                  <c:v>9.5056356681219381</c:v>
                </c:pt>
                <c:pt idx="590">
                  <c:v>9.4173613201882489</c:v>
                </c:pt>
                <c:pt idx="591">
                  <c:v>9.3282987281988401</c:v>
                </c:pt>
                <c:pt idx="592">
                  <c:v>9.2384912856808015</c:v>
                </c:pt>
                <c:pt idx="593">
                  <c:v>9.1479821715066869</c:v>
                </c:pt>
                <c:pt idx="594">
                  <c:v>9.056814321218825</c:v>
                </c:pt>
                <c:pt idx="595">
                  <c:v>8.9650303990968663</c:v>
                </c:pt>
                <c:pt idx="596">
                  <c:v>8.8726727709863482</c:v>
                </c:pt>
                <c:pt idx="597">
                  <c:v>8.7797834779007609</c:v>
                </c:pt>
                <c:pt idx="598">
                  <c:v>8.6864042104138104</c:v>
                </c:pt>
                <c:pt idx="599">
                  <c:v>8.5925762838520381</c:v>
                </c:pt>
                <c:pt idx="600">
                  <c:v>8.4983406142996571</c:v>
                </c:pt>
                <c:pt idx="601">
                  <c:v>8.4037376954261909</c:v>
                </c:pt>
                <c:pt idx="602">
                  <c:v>8.3088075761438347</c:v>
                </c:pt>
                <c:pt idx="603">
                  <c:v>8.2135898391038786</c:v>
                </c:pt>
                <c:pt idx="604">
                  <c:v>8.1181235800359133</c:v>
                </c:pt>
                <c:pt idx="605">
                  <c:v>8.0224473879371345</c:v>
                </c:pt>
                <c:pt idx="606">
                  <c:v>7.9265993261130481</c:v>
                </c:pt>
                <c:pt idx="607">
                  <c:v>7.8306169140739552</c:v>
                </c:pt>
                <c:pt idx="608">
                  <c:v>7.7345371102871585</c:v>
                </c:pt>
                <c:pt idx="609">
                  <c:v>7.6383962957861229</c:v>
                </c:pt>
                <c:pt idx="610">
                  <c:v>7.5422302586349144</c:v>
                </c:pt>
                <c:pt idx="611">
                  <c:v>7.4460741792464793</c:v>
                </c:pt>
                <c:pt idx="612">
                  <c:v>7.349962616551621</c:v>
                </c:pt>
                <c:pt idx="613">
                  <c:v>7.2539294950146198</c:v>
                </c:pt>
                <c:pt idx="614">
                  <c:v>7.1580080924906788</c:v>
                </c:pt>
                <c:pt idx="615">
                  <c:v>7.0622310289193955</c:v>
                </c:pt>
                <c:pt idx="616">
                  <c:v>6.9666302558469031</c:v>
                </c:pt>
                <c:pt idx="617">
                  <c:v>6.8712370467699211</c:v>
                </c:pt>
                <c:pt idx="618">
                  <c:v>6.7760819882924084</c:v>
                </c:pt>
                <c:pt idx="619">
                  <c:v>6.681194972085696</c:v>
                </c:pt>
                <c:pt idx="620">
                  <c:v>6.5866051876427694</c:v>
                </c:pt>
                <c:pt idx="621">
                  <c:v>6.4923411158139643</c:v>
                </c:pt>
                <c:pt idx="622">
                  <c:v>6.3984305231155663</c:v>
                </c:pt>
                <c:pt idx="623">
                  <c:v>6.3049004567956324</c:v>
                </c:pt>
                <c:pt idx="624">
                  <c:v>6.2117772406471063</c:v>
                </c:pt>
                <c:pt idx="625">
                  <c:v>6.1190864715533939</c:v>
                </c:pt>
                <c:pt idx="626">
                  <c:v>6.0268530167522281</c:v>
                </c:pt>
                <c:pt idx="627">
                  <c:v>5.9351010118041962</c:v>
                </c:pt>
                <c:pt idx="628">
                  <c:v>5.8438538592507516</c:v>
                </c:pt>
                <c:pt idx="629">
                  <c:v>5.7531342279452904</c:v>
                </c:pt>
                <c:pt idx="630">
                  <c:v>5.6629640530427086</c:v>
                </c:pt>
                <c:pt idx="631">
                  <c:v>5.5733645366304012</c:v>
                </c:pt>
                <c:pt idx="632">
                  <c:v>5.4843561489841157</c:v>
                </c:pt>
                <c:pt idx="633">
                  <c:v>5.3959586304323768</c:v>
                </c:pt>
                <c:pt idx="634">
                  <c:v>5.3081909938111025</c:v>
                </c:pt>
                <c:pt idx="635">
                  <c:v>5.2210715274920476</c:v>
                </c:pt>
                <c:pt idx="636">
                  <c:v>5.1346177989667305</c:v>
                </c:pt>
                <c:pt idx="637">
                  <c:v>5.0488466589680128</c:v>
                </c:pt>
                <c:pt idx="638">
                  <c:v>4.9637742461114733</c:v>
                </c:pt>
                <c:pt idx="639">
                  <c:v>4.8794159920380125</c:v>
                </c:pt>
                <c:pt idx="640">
                  <c:v>4.7957866270399085</c:v>
                </c:pt>
                <c:pt idx="641">
                  <c:v>4.712900186151094</c:v>
                </c:pt>
                <c:pt idx="642">
                  <c:v>4.6307700156842131</c:v>
                </c:pt>
                <c:pt idx="643">
                  <c:v>4.5494087801953205</c:v>
                </c:pt>
                <c:pt idx="644">
                  <c:v>4.4688284698577441</c:v>
                </c:pt>
                <c:pt idx="645">
                  <c:v>4.3890404082272116</c:v>
                </c:pt>
                <c:pt idx="646">
                  <c:v>4.310055260379114</c:v>
                </c:pt>
                <c:pt idx="647">
                  <c:v>4.2318830414003106</c:v>
                </c:pt>
                <c:pt idx="648">
                  <c:v>4.1545331252168172</c:v>
                </c:pt>
                <c:pt idx="649">
                  <c:v>4.0780142537393225</c:v>
                </c:pt>
                <c:pt idx="650">
                  <c:v>4.0023345463089655</c:v>
                </c:pt>
                <c:pt idx="651">
                  <c:v>3.9275015094248875</c:v>
                </c:pt>
                <c:pt idx="652">
                  <c:v>3.8535220467365932</c:v>
                </c:pt>
                <c:pt idx="653">
                  <c:v>3.780402469283783</c:v>
                </c:pt>
                <c:pt idx="654">
                  <c:v>3.7081485059651982</c:v>
                </c:pt>
                <c:pt idx="655">
                  <c:v>3.6367653142217349</c:v>
                </c:pt>
                <c:pt idx="656">
                  <c:v>3.566257490914833</c:v>
                </c:pt>
                <c:pt idx="657">
                  <c:v>3.4966290833852325</c:v>
                </c:pt>
                <c:pt idx="658">
                  <c:v>3.4278836006751714</c:v>
                </c:pt>
                <c:pt idx="659">
                  <c:v>3.360024024898653</c:v>
                </c:pt>
                <c:pt idx="660">
                  <c:v>3.2930528227435136</c:v>
                </c:pt>
                <c:pt idx="661">
                  <c:v>3.2269719570907256</c:v>
                </c:pt>
                <c:pt idx="662">
                  <c:v>3.1617828987356864</c:v>
                </c:pt>
                <c:pt idx="663">
                  <c:v>3.097486638196628</c:v>
                </c:pt>
                <c:pt idx="664">
                  <c:v>3.0340836975963867</c:v>
                </c:pt>
                <c:pt idx="665">
                  <c:v>2.9715741426032931</c:v>
                </c:pt>
                <c:pt idx="666">
                  <c:v>2.9099575944176319</c:v>
                </c:pt>
                <c:pt idx="667">
                  <c:v>2.8492332417904902</c:v>
                </c:pt>
                <c:pt idx="668">
                  <c:v>2.7893998530623949</c:v>
                </c:pt>
                <c:pt idx="669">
                  <c:v>2.7304557882087006</c:v>
                </c:pt>
                <c:pt idx="670">
                  <c:v>2.6723990108804605</c:v>
                </c:pt>
                <c:pt idx="671">
                  <c:v>2.6152271004283842</c:v>
                </c:pt>
                <c:pt idx="672">
                  <c:v>2.5589372638988195</c:v>
                </c:pt>
                <c:pt idx="673">
                  <c:v>2.5035263479911345</c:v>
                </c:pt>
                <c:pt idx="674">
                  <c:v>2.4489908509652634</c:v>
                </c:pt>
                <c:pt idx="675">
                  <c:v>2.3953269344900194</c:v>
                </c:pt>
                <c:pt idx="676">
                  <c:v>2.3425304354219909</c:v>
                </c:pt>
                <c:pt idx="677">
                  <c:v>2.2905968775056618</c:v>
                </c:pt>
                <c:pt idx="678">
                  <c:v>2.2395214829859911</c:v>
                </c:pt>
                <c:pt idx="679">
                  <c:v>2.1892991841245895</c:v>
                </c:pt>
                <c:pt idx="680">
                  <c:v>2.1399246346115679</c:v>
                </c:pt>
                <c:pt idx="681">
                  <c:v>2.0913922208650355</c:v>
                </c:pt>
                <c:pt idx="682">
                  <c:v>2.0436960732107727</c:v>
                </c:pt>
                <c:pt idx="683">
                  <c:v>1.9968300769353409</c:v>
                </c:pt>
                <c:pt idx="684">
                  <c:v>1.9507878832053724</c:v>
                </c:pt>
                <c:pt idx="685">
                  <c:v>1.9055629198473785</c:v>
                </c:pt>
                <c:pt idx="686">
                  <c:v>1.8611484019814788</c:v>
                </c:pt>
                <c:pt idx="687">
                  <c:v>1.81753734250395</c:v>
                </c:pt>
                <c:pt idx="688">
                  <c:v>1.77472256241313</c:v>
                </c:pt>
                <c:pt idx="689">
                  <c:v>1.7326967009736807</c:v>
                </c:pt>
                <c:pt idx="690">
                  <c:v>1.6914522257149174</c:v>
                </c:pt>
                <c:pt idx="691">
                  <c:v>1.650981442258743</c:v>
                </c:pt>
                <c:pt idx="692">
                  <c:v>1.6112765039734727</c:v>
                </c:pt>
                <c:pt idx="693">
                  <c:v>1.5723294214498673</c:v>
                </c:pt>
                <c:pt idx="694">
                  <c:v>1.5341320717962414</c:v>
                </c:pt>
                <c:pt idx="695">
                  <c:v>1.4966762077495894</c:v>
                </c:pt>
                <c:pt idx="696">
                  <c:v>1.4599534666001575</c:v>
                </c:pt>
                <c:pt idx="697">
                  <c:v>1.4239553789271775</c:v>
                </c:pt>
                <c:pt idx="698">
                  <c:v>1.388673377143649</c:v>
                </c:pt>
                <c:pt idx="699">
                  <c:v>1.3540988038482973</c:v>
                </c:pt>
                <c:pt idx="700">
                  <c:v>1.320222919983576</c:v>
                </c:pt>
                <c:pt idx="701">
                  <c:v>1.2870369127978691</c:v>
                </c:pt>
                <c:pt idx="702">
                  <c:v>1.2545319036116336</c:v>
                </c:pt>
                <c:pt idx="703">
                  <c:v>1.222698955386178</c:v>
                </c:pt>
                <c:pt idx="704">
                  <c:v>1.1915290800948839</c:v>
                </c:pt>
                <c:pt idx="705">
                  <c:v>1.1610132458964946</c:v>
                </c:pt>
                <c:pt idx="706">
                  <c:v>1.1311423841106061</c:v>
                </c:pt>
                <c:pt idx="707">
                  <c:v>1.1019073959952679</c:v>
                </c:pt>
                <c:pt idx="708">
                  <c:v>1.0732991593273422</c:v>
                </c:pt>
                <c:pt idx="709">
                  <c:v>1.0453085347861444</c:v>
                </c:pt>
                <c:pt idx="710">
                  <c:v>1.0179263721410623</c:v>
                </c:pt>
                <c:pt idx="711">
                  <c:v>0.9911435162441613</c:v>
                </c:pt>
                <c:pt idx="712">
                  <c:v>0.96495081282911177</c:v>
                </c:pt>
                <c:pt idx="713">
                  <c:v>0.9393391141173757</c:v>
                </c:pt>
                <c:pt idx="714">
                  <c:v>0.91429928423346496</c:v>
                </c:pt>
                <c:pt idx="715">
                  <c:v>0.88982220443077698</c:v>
                </c:pt>
                <c:pt idx="716">
                  <c:v>0.86589877812968696</c:v>
                </c:pt>
                <c:pt idx="717">
                  <c:v>0.84251993576992634</c:v>
                </c:pt>
                <c:pt idx="718">
                  <c:v>0.81967663947931246</c:v>
                </c:pt>
                <c:pt idx="719">
                  <c:v>0.79735988756080411</c:v>
                </c:pt>
                <c:pt idx="720">
                  <c:v>0.77556071880034183</c:v>
                </c:pt>
                <c:pt idx="721">
                  <c:v>0.75427021659780735</c:v>
                </c:pt>
                <c:pt idx="722">
                  <c:v>0.73347951292347136</c:v>
                </c:pt>
                <c:pt idx="723">
                  <c:v>0.71317979210270499</c:v>
                </c:pt>
                <c:pt idx="724">
                  <c:v>0.69336229443145092</c:v>
                </c:pt>
                <c:pt idx="725">
                  <c:v>0.67401831962527947</c:v>
                </c:pt>
                <c:pt idx="726">
                  <c:v>0.65513923010482167</c:v>
                </c:pt>
                <c:pt idx="727">
                  <c:v>0.63671645412047173</c:v>
                </c:pt>
                <c:pt idx="728">
                  <c:v>0.61874148871934831</c:v>
                </c:pt>
                <c:pt idx="729">
                  <c:v>0.60120590255743389</c:v>
                </c:pt>
                <c:pt idx="730">
                  <c:v>0.58410133856000046</c:v>
                </c:pt>
                <c:pt idx="731">
                  <c:v>0.56741951643350186</c:v>
                </c:pt>
                <c:pt idx="732">
                  <c:v>0.55115223503185562</c:v>
                </c:pt>
                <c:pt idx="733">
                  <c:v>0.53529137458051579</c:v>
                </c:pt>
                <c:pt idx="734">
                  <c:v>0.51982889876146277</c:v>
                </c:pt>
                <c:pt idx="735">
                  <c:v>0.50475685666219583</c:v>
                </c:pt>
                <c:pt idx="736">
                  <c:v>0.49006738459224086</c:v>
                </c:pt>
                <c:pt idx="737">
                  <c:v>0.47575270777022471</c:v>
                </c:pt>
                <c:pt idx="738">
                  <c:v>0.46180514188479815</c:v>
                </c:pt>
                <c:pt idx="739">
                  <c:v>0.44821709453285097</c:v>
                </c:pt>
                <c:pt idx="740">
                  <c:v>0.43498106653808755</c:v>
                </c:pt>
                <c:pt idx="741">
                  <c:v>0.42208965315337016</c:v>
                </c:pt>
                <c:pt idx="742">
                  <c:v>0.40953554515004237</c:v>
                </c:pt>
                <c:pt idx="743">
                  <c:v>0.39731152979755546</c:v>
                </c:pt>
                <c:pt idx="744">
                  <c:v>0.38541049173650976</c:v>
                </c:pt>
                <c:pt idx="745">
                  <c:v>0.37382541374854905</c:v>
                </c:pt>
                <c:pt idx="746">
                  <c:v>0.36254937742608306</c:v>
                </c:pt>
                <c:pt idx="747">
                  <c:v>0.35157556374521598</c:v>
                </c:pt>
                <c:pt idx="748">
                  <c:v>0.34089725354496081</c:v>
                </c:pt>
                <c:pt idx="749">
                  <c:v>0.33050782791584155</c:v>
                </c:pt>
                <c:pt idx="750">
                  <c:v>0.32040076850106985</c:v>
                </c:pt>
                <c:pt idx="751">
                  <c:v>0.31056965771332579</c:v>
                </c:pt>
                <c:pt idx="752">
                  <c:v>0.30100817887014103</c:v>
                </c:pt>
                <c:pt idx="753">
                  <c:v>0.29171011625096432</c:v>
                </c:pt>
                <c:pt idx="754">
                  <c:v>0.28266935507879237</c:v>
                </c:pt>
                <c:pt idx="755">
                  <c:v>0.27387988142933889</c:v>
                </c:pt>
                <c:pt idx="756">
                  <c:v>0.26533578207058162</c:v>
                </c:pt>
                <c:pt idx="757">
                  <c:v>0.25703124423553425</c:v>
                </c:pt>
                <c:pt idx="758">
                  <c:v>0.24896055533104061</c:v>
                </c:pt>
                <c:pt idx="759">
                  <c:v>0.24111810258528746</c:v>
                </c:pt>
                <c:pt idx="760">
                  <c:v>0.23349837263679513</c:v>
                </c:pt>
                <c:pt idx="761">
                  <c:v>0.22609595106743657</c:v>
                </c:pt>
                <c:pt idx="762">
                  <c:v>0.21890552188217388</c:v>
                </c:pt>
                <c:pt idx="763">
                  <c:v>0.21192186693796825</c:v>
                </c:pt>
                <c:pt idx="764">
                  <c:v>0.20513986532440623</c:v>
                </c:pt>
                <c:pt idx="765">
                  <c:v>0.19855449269842798</c:v>
                </c:pt>
                <c:pt idx="766">
                  <c:v>0.19216082057560913</c:v>
                </c:pt>
                <c:pt idx="767">
                  <c:v>0.18595401558024011</c:v>
                </c:pt>
                <c:pt idx="768">
                  <c:v>0.17992933865653502</c:v>
                </c:pt>
                <c:pt idx="769">
                  <c:v>0.17408214424317914</c:v>
                </c:pt>
                <c:pt idx="770">
                  <c:v>0.16840787941335605</c:v>
                </c:pt>
                <c:pt idx="771">
                  <c:v>0.16290208298239306</c:v>
                </c:pt>
                <c:pt idx="772">
                  <c:v>0.15756038458505309</c:v>
                </c:pt>
                <c:pt idx="773">
                  <c:v>0.15237850372450665</c:v>
                </c:pt>
                <c:pt idx="774">
                  <c:v>0.14735224879489084</c:v>
                </c:pt>
                <c:pt idx="775">
                  <c:v>0.14247751607936668</c:v>
                </c:pt>
                <c:pt idx="776">
                  <c:v>0.13775028872551504</c:v>
                </c:pt>
                <c:pt idx="777">
                  <c:v>0.13316663569985804</c:v>
                </c:pt>
                <c:pt idx="778">
                  <c:v>0.12872271072318051</c:v>
                </c:pt>
                <c:pt idx="779">
                  <c:v>0.12441475118842452</c:v>
                </c:pt>
                <c:pt idx="780">
                  <c:v>0.12023907706268033</c:v>
                </c:pt>
                <c:pt idx="781">
                  <c:v>0.11619208977489855</c:v>
                </c:pt>
                <c:pt idx="782">
                  <c:v>0.11227027109083826</c:v>
                </c:pt>
                <c:pt idx="783">
                  <c:v>0.10847018197669184</c:v>
                </c:pt>
                <c:pt idx="784">
                  <c:v>0.10478846145280969</c:v>
                </c:pt>
                <c:pt idx="785">
                  <c:v>0.10122182543892125</c:v>
                </c:pt>
                <c:pt idx="786">
                  <c:v>9.7767065592113789E-2</c:v>
                </c:pt>
                <c:pt idx="787">
                  <c:v>9.442104813887342E-2</c:v>
                </c:pt>
                <c:pt idx="788">
                  <c:v>9.1180712702394612E-2</c:v>
                </c:pt>
                <c:pt idx="789">
                  <c:v>8.8043071126336622E-2</c:v>
                </c:pt>
                <c:pt idx="790">
                  <c:v>8.5005206296121488E-2</c:v>
                </c:pt>
                <c:pt idx="791">
                  <c:v>8.2064270958899704E-2</c:v>
                </c:pt>
                <c:pt idx="792">
                  <c:v>7.9217486543175453E-2</c:v>
                </c:pt>
                <c:pt idx="793">
                  <c:v>7.6462141979099812E-2</c:v>
                </c:pt>
                <c:pt idx="794">
                  <c:v>7.3795592520373973E-2</c:v>
                </c:pt>
                <c:pt idx="795">
                  <c:v>7.1215258568672168E-2</c:v>
                </c:pt>
                <c:pt idx="796">
                  <c:v>6.8718624501428557E-2</c:v>
                </c:pt>
                <c:pt idx="797">
                  <c:v>6.6303237503830159E-2</c:v>
                </c:pt>
                <c:pt idx="798">
                  <c:v>6.396670640579441E-2</c:v>
                </c:pt>
                <c:pt idx="799">
                  <c:v>6.1706700524653969E-2</c:v>
                </c:pt>
                <c:pt idx="800">
                  <c:v>5.9520948514280289E-2</c:v>
                </c:pt>
                <c:pt idx="801">
                  <c:v>5.7407237221305973E-2</c:v>
                </c:pt>
                <c:pt idx="802">
                  <c:v>5.5363410549065045E-2</c:v>
                </c:pt>
                <c:pt idx="803">
                  <c:v>5.338736832986761E-2</c:v>
                </c:pt>
                <c:pt idx="804">
                  <c:v>5.1477065206162589E-2</c:v>
                </c:pt>
                <c:pt idx="805">
                  <c:v>4.963050952111632E-2</c:v>
                </c:pt>
                <c:pt idx="806">
                  <c:v>4.7845762219113498E-2</c:v>
                </c:pt>
                <c:pt idx="807">
                  <c:v>4.6120935756636151E-2</c:v>
                </c:pt>
                <c:pt idx="808">
                  <c:v>4.445419302396808E-2</c:v>
                </c:pt>
                <c:pt idx="809">
                  <c:v>4.2843746278118842E-2</c:v>
                </c:pt>
                <c:pt idx="810">
                  <c:v>4.1287856087358486E-2</c:v>
                </c:pt>
                <c:pt idx="811">
                  <c:v>3.9784830287701078E-2</c:v>
                </c:pt>
                <c:pt idx="812">
                  <c:v>3.8333022951669141E-2</c:v>
                </c:pt>
                <c:pt idx="813">
                  <c:v>3.693083336963246E-2</c:v>
                </c:pt>
                <c:pt idx="814">
                  <c:v>3.5576705043990041E-2</c:v>
                </c:pt>
                <c:pt idx="815">
                  <c:v>3.426912469645535E-2</c:v>
                </c:pt>
                <c:pt idx="816">
                  <c:v>3.3006621288654621E-2</c:v>
                </c:pt>
                <c:pt idx="817">
                  <c:v>3.1787765056249903E-2</c:v>
                </c:pt>
                <c:pt idx="818">
                  <c:v>3.0611166556764248E-2</c:v>
                </c:pt>
                <c:pt idx="819">
                  <c:v>2.9475475731272467E-2</c:v>
                </c:pt>
                <c:pt idx="820">
                  <c:v>2.8379380980086931E-2</c:v>
                </c:pt>
                <c:pt idx="821">
                  <c:v>2.7321608252571031E-2</c:v>
                </c:pt>
                <c:pt idx="822">
                  <c:v>2.6300920151175342E-2</c:v>
                </c:pt>
                <c:pt idx="823">
                  <c:v>2.5316115049775857E-2</c:v>
                </c:pt>
                <c:pt idx="824">
                  <c:v>2.436602622639384E-2</c:v>
                </c:pt>
                <c:pt idx="825">
                  <c:v>2.3449521010334262E-2</c:v>
                </c:pt>
                <c:pt idx="826">
                  <c:v>2.2565499943783866E-2</c:v>
                </c:pt>
                <c:pt idx="827">
                  <c:v>2.1712895957890922E-2</c:v>
                </c:pt>
                <c:pt idx="828">
                  <c:v>2.0890673563327571E-2</c:v>
                </c:pt>
                <c:pt idx="829">
                  <c:v>2.0097828055326415E-2</c:v>
                </c:pt>
                <c:pt idx="830">
                  <c:v>1.9333384733176105E-2</c:v>
                </c:pt>
                <c:pt idx="831">
                  <c:v>1.8596398134136619E-2</c:v>
                </c:pt>
                <c:pt idx="832">
                  <c:v>1.7885951281732645E-2</c:v>
                </c:pt>
                <c:pt idx="833">
                  <c:v>1.7201154948366992E-2</c:v>
                </c:pt>
                <c:pt idx="834">
                  <c:v>1.6541146932188461E-2</c:v>
                </c:pt>
                <c:pt idx="835">
                  <c:v>1.5905091348138795E-2</c:v>
                </c:pt>
                <c:pt idx="836">
                  <c:v>1.5292177933088701E-2</c:v>
                </c:pt>
                <c:pt idx="837">
                  <c:v>1.4701621364974165E-2</c:v>
                </c:pt>
                <c:pt idx="838">
                  <c:v>1.4132660595823493E-2</c:v>
                </c:pt>
                <c:pt idx="839">
                  <c:v>1.3584558198568662E-2</c:v>
                </c:pt>
                <c:pt idx="840">
                  <c:v>1.3056599727521583E-2</c:v>
                </c:pt>
                <c:pt idx="841">
                  <c:v>1.2548093092388088E-2</c:v>
                </c:pt>
                <c:pt idx="842">
                  <c:v>1.2058367945689943E-2</c:v>
                </c:pt>
                <c:pt idx="843">
                  <c:v>1.1586775083457601E-2</c:v>
                </c:pt>
                <c:pt idx="844">
                  <c:v>1.1132685859049404E-2</c:v>
                </c:pt>
                <c:pt idx="845">
                  <c:v>1.0695491609947719E-2</c:v>
                </c:pt>
                <c:pt idx="846">
                  <c:v>1.0274603097383369E-2</c:v>
                </c:pt>
                <c:pt idx="847">
                  <c:v>9.8694499586251781E-3</c:v>
                </c:pt>
                <c:pt idx="848">
                  <c:v>9.4794801717784215E-3</c:v>
                </c:pt>
                <c:pt idx="849">
                  <c:v>9.1041595329243302E-3</c:v>
                </c:pt>
                <c:pt idx="850">
                  <c:v>8.7429711454325883E-3</c:v>
                </c:pt>
                <c:pt idx="851">
                  <c:v>8.3954149212773638E-3</c:v>
                </c:pt>
                <c:pt idx="852">
                  <c:v>8.061007094180863E-3</c:v>
                </c:pt>
                <c:pt idx="853">
                  <c:v>7.7392797444103033E-3</c:v>
                </c:pt>
                <c:pt idx="854">
                  <c:v>7.4297803350487999E-3</c:v>
                </c:pt>
                <c:pt idx="855">
                  <c:v>7.1320712595603544E-3</c:v>
                </c:pt>
                <c:pt idx="856">
                  <c:v>6.8457294004689358E-3</c:v>
                </c:pt>
                <c:pt idx="857">
                  <c:v>6.5703456989673129E-3</c:v>
                </c:pt>
                <c:pt idx="858">
                  <c:v>6.305524735273604E-3</c:v>
                </c:pt>
                <c:pt idx="859">
                  <c:v>6.0508843195498842E-3</c:v>
                </c:pt>
                <c:pt idx="860">
                  <c:v>5.806055093198796E-3</c:v>
                </c:pt>
                <c:pt idx="861">
                  <c:v>5.5706801403539487E-3</c:v>
                </c:pt>
                <c:pt idx="862">
                  <c:v>5.3444146093763805E-3</c:v>
                </c:pt>
                <c:pt idx="863">
                  <c:v>5.1269253441747287E-3</c:v>
                </c:pt>
                <c:pt idx="864">
                  <c:v>4.9178905251627625E-3</c:v>
                </c:pt>
                <c:pt idx="865">
                  <c:v>4.7169993196693009E-3</c:v>
                </c:pt>
                <c:pt idx="866">
                  <c:v>4.5239515416187585E-3</c:v>
                </c:pt>
                <c:pt idx="867">
                  <c:v>4.3384573202973811E-3</c:v>
                </c:pt>
                <c:pt idx="868">
                  <c:v>4.1602367780233674E-3</c:v>
                </c:pt>
                <c:pt idx="869">
                  <c:v>3.9890197165413704E-3</c:v>
                </c:pt>
                <c:pt idx="870">
                  <c:v>3.8245453119586685E-3</c:v>
                </c:pt>
                <c:pt idx="871">
                  <c:v>3.6665618180470156E-3</c:v>
                </c:pt>
                <c:pt idx="872">
                  <c:v>3.5148262777316402E-3</c:v>
                </c:pt>
                <c:pt idx="873">
                  <c:v>3.3691042425917856E-3</c:v>
                </c:pt>
                <c:pt idx="874">
                  <c:v>3.2291695001990172E-3</c:v>
                </c:pt>
                <c:pt idx="875">
                  <c:v>3.0948038091205884E-3</c:v>
                </c:pt>
                <c:pt idx="876">
                  <c:v>2.9657966414180312E-3</c:v>
                </c:pt>
                <c:pt idx="877">
                  <c:v>2.8419449324709562E-3</c:v>
                </c:pt>
                <c:pt idx="878">
                  <c:v>2.7230528379606866E-3</c:v>
                </c:pt>
                <c:pt idx="879">
                  <c:v>2.6089314978481092E-3</c:v>
                </c:pt>
                <c:pt idx="880">
                  <c:v>2.4993988071834949E-3</c:v>
                </c:pt>
                <c:pt idx="881">
                  <c:v>2.3942791935872105E-3</c:v>
                </c:pt>
                <c:pt idx="882">
                  <c:v>2.2934034012439424E-3</c:v>
                </c:pt>
                <c:pt idx="883">
                  <c:v>2.1966082812532222E-3</c:v>
                </c:pt>
                <c:pt idx="884">
                  <c:v>2.1037365881830176E-3</c:v>
                </c:pt>
                <c:pt idx="885">
                  <c:v>2.0146367826747837E-3</c:v>
                </c:pt>
                <c:pt idx="886">
                  <c:v>1.9291628399505964E-3</c:v>
                </c:pt>
                <c:pt idx="887">
                  <c:v>1.8471740640754325E-3</c:v>
                </c:pt>
                <c:pt idx="888">
                  <c:v>1.7685349078305997E-3</c:v>
                </c:pt>
                <c:pt idx="889">
                  <c:v>1.6931147980555955E-3</c:v>
                </c:pt>
                <c:pt idx="890">
                  <c:v>1.6207879663192645E-3</c:v>
                </c:pt>
                <c:pt idx="891">
                  <c:v>1.5514332847827894E-3</c:v>
                </c:pt>
                <c:pt idx="892">
                  <c:v>1.4849341071199646E-3</c:v>
                </c:pt>
                <c:pt idx="893">
                  <c:v>1.4211781143620506E-3</c:v>
                </c:pt>
                <c:pt idx="894">
                  <c:v>1.3600571655380527E-3</c:v>
                </c:pt>
                <c:pt idx="895">
                  <c:v>1.3014671529822321E-3</c:v>
                </c:pt>
                <c:pt idx="896">
                  <c:v>1.2453078621843254E-3</c:v>
                </c:pt>
                <c:pt idx="897">
                  <c:v>1.1914828360601879E-3</c:v>
                </c:pt>
                <c:pt idx="898">
                  <c:v>1.1398992435221809E-3</c:v>
                </c:pt>
                <c:pt idx="899">
                  <c:v>1.090467752232318E-3</c:v>
                </c:pt>
                <c:pt idx="900">
                  <c:v>1.043102405422451E-3</c:v>
                </c:pt>
                <c:pt idx="901">
                  <c:v>9.9772050266907315E-4</c:v>
                </c:pt>
                <c:pt idx="902">
                  <c:v>9.5424248451207402E-4</c:v>
                </c:pt>
                <c:pt idx="903">
                  <c:v>9.1259182080946719E-4</c:v>
                </c:pt>
                <c:pt idx="904">
                  <c:v>8.726949027225003E-4</c:v>
                </c:pt>
                <c:pt idx="905">
                  <c:v>8.3448093822756451E-4</c:v>
                </c:pt>
                <c:pt idx="906">
                  <c:v>7.9788185105406821E-4</c:v>
                </c:pt>
                <c:pt idx="907">
                  <c:v>7.6283218294942662E-4</c:v>
                </c:pt>
                <c:pt idx="908">
                  <c:v>7.2926899917454674E-4</c:v>
                </c:pt>
                <c:pt idx="909">
                  <c:v>6.971317971357949E-4</c:v>
                </c:pt>
                <c:pt idx="910">
                  <c:v>6.6636241806103164E-4</c:v>
                </c:pt>
                <c:pt idx="911">
                  <c:v>6.3690496163019972E-4</c:v>
                </c:pt>
                <c:pt idx="912">
                  <c:v>6.0870570347251827E-4</c:v>
                </c:pt>
                <c:pt idx="913">
                  <c:v>5.8171301544462245E-4</c:v>
                </c:pt>
                <c:pt idx="914">
                  <c:v>5.5587728860637001E-4</c:v>
                </c:pt>
                <c:pt idx="915">
                  <c:v>5.3115085881270312E-4</c:v>
                </c:pt>
                <c:pt idx="916">
                  <c:v>5.0748793484205982E-4</c:v>
                </c:pt>
                <c:pt idx="917">
                  <c:v>4.8484452898420069E-4</c:v>
                </c:pt>
                <c:pt idx="918">
                  <c:v>4.631783900117318E-4</c:v>
                </c:pt>
                <c:pt idx="919">
                  <c:v>4.424489384618838E-4</c:v>
                </c:pt>
                <c:pt idx="920">
                  <c:v>4.2261720415701239E-4</c:v>
                </c:pt>
                <c:pt idx="921">
                  <c:v>4.0364576589400723E-4</c:v>
                </c:pt>
                <c:pt idx="922">
                  <c:v>3.8549869323465193E-4</c:v>
                </c:pt>
                <c:pt idx="923">
                  <c:v>3.6814149033094707E-4</c:v>
                </c:pt>
                <c:pt idx="924">
                  <c:v>3.5154104172097441E-4</c:v>
                </c:pt>
                <c:pt idx="925">
                  <c:v>3.3566556003267504E-4</c:v>
                </c:pt>
                <c:pt idx="926">
                  <c:v>3.2048453553473586E-4</c:v>
                </c:pt>
                <c:pt idx="927">
                  <c:v>3.0596868747530205E-4</c:v>
                </c:pt>
                <c:pt idx="928">
                  <c:v>2.9208991715084641E-4</c:v>
                </c:pt>
                <c:pt idx="929">
                  <c:v>2.7882126264932553E-4</c:v>
                </c:pt>
                <c:pt idx="930">
                  <c:v>2.6613685521312464E-4</c:v>
                </c:pt>
                <c:pt idx="931">
                  <c:v>2.5401187716886874E-4</c:v>
                </c:pt>
                <c:pt idx="932">
                  <c:v>2.4242252137277232E-4</c:v>
                </c:pt>
                <c:pt idx="933">
                  <c:v>2.3134595212158802E-4</c:v>
                </c:pt>
                <c:pt idx="934">
                  <c:v>2.2076026748060697E-4</c:v>
                </c:pt>
                <c:pt idx="935">
                  <c:v>2.1064446298171976E-4</c:v>
                </c:pt>
                <c:pt idx="936">
                  <c:v>2.0097839664579397E-4</c:v>
                </c:pt>
                <c:pt idx="937">
                  <c:v>1.917427552849502E-4</c:v>
                </c:pt>
                <c:pt idx="938">
                  <c:v>1.8291902204177284E-4</c:v>
                </c:pt>
                <c:pt idx="939">
                  <c:v>1.7448944512361839E-4</c:v>
                </c:pt>
                <c:pt idx="940">
                  <c:v>1.6643700769149419E-4</c:v>
                </c:pt>
                <c:pt idx="941">
                  <c:v>1.5874539886421874E-4</c:v>
                </c:pt>
                <c:pt idx="942">
                  <c:v>1.5139898579975331E-4</c:v>
                </c:pt>
                <c:pt idx="943">
                  <c:v>1.4438278681669706E-4</c:v>
                </c:pt>
                <c:pt idx="944">
                  <c:v>1.3768244552016837E-4</c:v>
                </c:pt>
                <c:pt idx="945">
                  <c:v>1.3128420589730844E-4</c:v>
                </c:pt>
                <c:pt idx="946">
                  <c:v>1.2517488834878736E-4</c:v>
                </c:pt>
                <c:pt idx="947">
                  <c:v>1.1934186662366416E-4</c:v>
                </c:pt>
                <c:pt idx="948">
                  <c:v>1.1377304562605514E-4</c:v>
                </c:pt>
                <c:pt idx="949">
                  <c:v>1.0845684006299827E-4</c:v>
                </c:pt>
                <c:pt idx="950">
                  <c:v>1.0338215390388341E-4</c:v>
                </c:pt>
                <c:pt idx="951">
                  <c:v>9.8538360622774302E-5</c:v>
                </c:pt>
                <c:pt idx="952">
                  <c:v>9.3915284195844048E-5</c:v>
                </c:pt>
                <c:pt idx="953">
                  <c:v>8.950318082704839E-5</c:v>
                </c:pt>
                <c:pt idx="954">
                  <c:v>8.5292721376028285E-5</c:v>
                </c:pt>
                <c:pt idx="955">
                  <c:v>8.1274974463058159E-5</c:v>
                </c:pt>
                <c:pt idx="956">
                  <c:v>7.7441390226711451E-5</c:v>
                </c:pt>
                <c:pt idx="957">
                  <c:v>7.3783784710671044E-5</c:v>
                </c:pt>
                <c:pt idx="958">
                  <c:v>7.0294324856910837E-5</c:v>
                </c:pt>
                <c:pt idx="959">
                  <c:v>6.6965514083218615E-5</c:v>
                </c:pt>
                <c:pt idx="960">
                  <c:v>6.3790178423779126E-5</c:v>
                </c:pt>
                <c:pt idx="961">
                  <c:v>6.0761453212188051E-5</c:v>
                </c:pt>
                <c:pt idx="962">
                  <c:v>5.7872770287049644E-5</c:v>
                </c:pt>
                <c:pt idx="963">
                  <c:v>5.5117845700889033E-5</c:v>
                </c:pt>
                <c:pt idx="964">
                  <c:v>5.2490667913805542E-5</c:v>
                </c:pt>
                <c:pt idx="965">
                  <c:v>4.9985486453930499E-5</c:v>
                </c:pt>
                <c:pt idx="966">
                  <c:v>4.7596801027330698E-5</c:v>
                </c:pt>
                <c:pt idx="967">
                  <c:v>4.5319351060608715E-5</c:v>
                </c:pt>
                <c:pt idx="968">
                  <c:v>4.3148105660043555E-5</c:v>
                </c:pt>
                <c:pt idx="969">
                  <c:v>4.1078253971637288E-5</c:v>
                </c:pt>
                <c:pt idx="970">
                  <c:v>3.9105195926998725E-5</c:v>
                </c:pt>
                <c:pt idx="971">
                  <c:v>3.722453336050971E-5</c:v>
                </c:pt>
                <c:pt idx="972">
                  <c:v>3.5432061483732916E-5</c:v>
                </c:pt>
                <c:pt idx="973">
                  <c:v>3.3723760703500844E-5</c:v>
                </c:pt>
                <c:pt idx="974">
                  <c:v>3.2095788770609758E-5</c:v>
                </c:pt>
                <c:pt idx="975">
                  <c:v>3.0544473246512451E-5</c:v>
                </c:pt>
                <c:pt idx="976">
                  <c:v>2.9066304275822335E-5</c:v>
                </c:pt>
                <c:pt idx="977">
                  <c:v>2.7657927652907099E-5</c:v>
                </c:pt>
                <c:pt idx="978">
                  <c:v>2.6316138171249456E-5</c:v>
                </c:pt>
                <c:pt idx="979">
                  <c:v>2.5037873244655969E-5</c:v>
                </c:pt>
                <c:pt idx="980">
                  <c:v>2.3820206789799069E-5</c:v>
                </c:pt>
                <c:pt idx="981">
                  <c:v>2.2660343359950745E-5</c:v>
                </c:pt>
                <c:pt idx="982">
                  <c:v>2.1555612520126938E-5</c:v>
                </c:pt>
                <c:pt idx="983">
                  <c:v>2.0503463454228411E-5</c:v>
                </c:pt>
                <c:pt idx="984">
                  <c:v>1.9501459795100491E-5</c:v>
                </c:pt>
                <c:pt idx="985">
                  <c:v>1.8547274668763517E-5</c:v>
                </c:pt>
                <c:pt idx="986">
                  <c:v>1.7638685944392557E-5</c:v>
                </c:pt>
                <c:pt idx="987">
                  <c:v>1.6773571681933597E-5</c:v>
                </c:pt>
                <c:pt idx="988">
                  <c:v>1.5949905769536708E-5</c:v>
                </c:pt>
                <c:pt idx="989">
                  <c:v>1.5165753743288111E-5</c:v>
                </c:pt>
                <c:pt idx="990">
                  <c:v>1.4419268781989868E-5</c:v>
                </c:pt>
                <c:pt idx="991">
                  <c:v>1.3708687870015134E-5</c:v>
                </c:pt>
                <c:pt idx="992">
                  <c:v>1.3032328121526128E-5</c:v>
                </c:pt>
                <c:pt idx="993">
                  <c:v>1.2388583259589337E-5</c:v>
                </c:pt>
                <c:pt idx="994">
                  <c:v>1.1775920243972136E-5</c:v>
                </c:pt>
                <c:pt idx="995">
                  <c:v>1.1192876041635893E-5</c:v>
                </c:pt>
                <c:pt idx="996">
                  <c:v>1.0638054534167887E-5</c:v>
                </c:pt>
                <c:pt idx="997">
                  <c:v>1.0110123556613972E-5</c:v>
                </c:pt>
                <c:pt idx="998">
                  <c:v>9.607812062385863E-6</c:v>
                </c:pt>
                <c:pt idx="999">
                  <c:v>9.1299074091168775E-6</c:v>
                </c:pt>
                <c:pt idx="1000">
                  <c:v>8.6752527605404972E-6</c:v>
                </c:pt>
                <c:pt idx="1001">
                  <c:v>8.2427445996545798E-6</c:v>
                </c:pt>
                <c:pt idx="1002">
                  <c:v>7.831330348615191E-6</c:v>
                </c:pt>
                <c:pt idx="1003">
                  <c:v>7.4400060909799119E-6</c:v>
                </c:pt>
                <c:pt idx="1004">
                  <c:v>7.0678143920959731E-6</c:v>
                </c:pt>
                <c:pt idx="1005">
                  <c:v>6.7138422135829354E-6</c:v>
                </c:pt>
                <c:pt idx="1006">
                  <c:v>6.3772189180255854E-6</c:v>
                </c:pt>
                <c:pt idx="1007">
                  <c:v>6.0571143601415286E-6</c:v>
                </c:pt>
                <c:pt idx="1008">
                  <c:v>5.7527370608335619E-6</c:v>
                </c:pt>
                <c:pt idx="1009">
                  <c:v>5.4633324606799187E-6</c:v>
                </c:pt>
                <c:pt idx="1010">
                  <c:v>5.1881812495514343E-6</c:v>
                </c:pt>
                <c:pt idx="1011">
                  <c:v>4.926597769173786E-6</c:v>
                </c:pt>
                <c:pt idx="1012">
                  <c:v>4.6779284855808753E-6</c:v>
                </c:pt>
                <c:pt idx="1013">
                  <c:v>4.441550528527583E-6</c:v>
                </c:pt>
                <c:pt idx="1014">
                  <c:v>4.216870295043522E-6</c:v>
                </c:pt>
                <c:pt idx="1015">
                  <c:v>4.0033221144268502E-6</c:v>
                </c:pt>
                <c:pt idx="1016">
                  <c:v>3.8003669720807888E-6</c:v>
                </c:pt>
                <c:pt idx="1017">
                  <c:v>3.6074912897045538E-6</c:v>
                </c:pt>
                <c:pt idx="1018">
                  <c:v>3.4242057594457989E-6</c:v>
                </c:pt>
                <c:pt idx="1019">
                  <c:v>3.2500442297222019E-6</c:v>
                </c:pt>
                <c:pt idx="1020">
                  <c:v>3.084562640511464E-6</c:v>
                </c:pt>
                <c:pt idx="1021">
                  <c:v>2.9273380059967211E-6</c:v>
                </c:pt>
                <c:pt idx="1022">
                  <c:v>2.7779674425428945E-6</c:v>
                </c:pt>
                <c:pt idx="1023">
                  <c:v>2.6360672400608303E-6</c:v>
                </c:pt>
                <c:pt idx="1024">
                  <c:v>2.5012719748951184E-6</c:v>
                </c:pt>
                <c:pt idx="1025">
                  <c:v>2.3732336624487969E-6</c:v>
                </c:pt>
                <c:pt idx="1026">
                  <c:v>2.2516209478315132E-6</c:v>
                </c:pt>
                <c:pt idx="1027">
                  <c:v>2.1361183328876996E-6</c:v>
                </c:pt>
                <c:pt idx="1028">
                  <c:v>2.0264254380292641E-6</c:v>
                </c:pt>
                <c:pt idx="1029">
                  <c:v>1.9222562973639107E-6</c:v>
                </c:pt>
                <c:pt idx="1030">
                  <c:v>1.8233386856700679E-6</c:v>
                </c:pt>
                <c:pt idx="1031">
                  <c:v>1.7294134758328987E-6</c:v>
                </c:pt>
                <c:pt idx="1032">
                  <c:v>1.6402340254108174E-6</c:v>
                </c:pt>
                <c:pt idx="1033">
                  <c:v>1.555565591059467E-6</c:v>
                </c:pt>
                <c:pt idx="1034">
                  <c:v>1.4751847695922831E-6</c:v>
                </c:pt>
                <c:pt idx="1035">
                  <c:v>1.398878964508548E-6</c:v>
                </c:pt>
                <c:pt idx="1036">
                  <c:v>1.3264458768691633E-6</c:v>
                </c:pt>
                <c:pt idx="1037">
                  <c:v>1.2576930194466947E-6</c:v>
                </c:pt>
                <c:pt idx="1038">
                  <c:v>1.1924372531229834E-6</c:v>
                </c:pt>
                <c:pt idx="1039">
                  <c:v>1.1305043445496754E-6</c:v>
                </c:pt>
                <c:pt idx="1040">
                  <c:v>1.0717285441298813E-6</c:v>
                </c:pt>
                <c:pt idx="1041">
                  <c:v>1.0159521834187487E-6</c:v>
                </c:pt>
                <c:pt idx="1042">
                  <c:v>9.6302529107919068E-7</c:v>
                </c:pt>
                <c:pt idx="1043">
                  <c:v>9.12805226566083E-7</c:v>
                </c:pt>
                <c:pt idx="1044">
                  <c:v>8.6515633074755049E-7</c:v>
                </c:pt>
                <c:pt idx="1045">
                  <c:v>8.1994959270578415E-7</c:v>
                </c:pt>
                <c:pt idx="1046">
                  <c:v>7.7706233199281662E-7</c:v>
                </c:pt>
                <c:pt idx="1047">
                  <c:v>7.363778956473837E-7</c:v>
                </c:pt>
                <c:pt idx="1048">
                  <c:v>6.9778536930914573E-7</c:v>
                </c:pt>
                <c:pt idx="1049">
                  <c:v>6.6117930179558554E-7</c:v>
                </c:pt>
                <c:pt idx="1050">
                  <c:v>6.2645944253392478E-7</c:v>
                </c:pt>
                <c:pt idx="1051">
                  <c:v>5.9353049126693066E-7</c:v>
                </c:pt>
                <c:pt idx="1052">
                  <c:v>5.623018594771421E-7</c:v>
                </c:pt>
                <c:pt idx="1053">
                  <c:v>5.3268744299776423E-7</c:v>
                </c:pt>
                <c:pt idx="1054">
                  <c:v>5.0460540530193349E-7</c:v>
                </c:pt>
                <c:pt idx="1055">
                  <c:v>4.7797797098450612E-7</c:v>
                </c:pt>
                <c:pt idx="1056">
                  <c:v>4.527312289715305E-7</c:v>
                </c:pt>
                <c:pt idx="1057">
                  <c:v>4.2879494501312415E-7</c:v>
                </c:pt>
                <c:pt idx="1058">
                  <c:v>4.0610238303512178E-7</c:v>
                </c:pt>
                <c:pt idx="1059">
                  <c:v>3.8459013494354906E-7</c:v>
                </c:pt>
                <c:pt idx="1060">
                  <c:v>3.641979584938048E-7</c:v>
                </c:pt>
                <c:pt idx="1061">
                  <c:v>3.4486862285388996E-7</c:v>
                </c:pt>
                <c:pt idx="1062">
                  <c:v>3.2654776150728951E-7</c:v>
                </c:pt>
                <c:pt idx="1063">
                  <c:v>3.0918373215681174E-7</c:v>
                </c:pt>
                <c:pt idx="1064">
                  <c:v>2.9272748330606411E-7</c:v>
                </c:pt>
                <c:pt idx="1065">
                  <c:v>2.7713242720940715E-7</c:v>
                </c:pt>
                <c:pt idx="1066">
                  <c:v>2.6235431889514517E-7</c:v>
                </c:pt>
                <c:pt idx="1067">
                  <c:v>2.4835114098001143E-7</c:v>
                </c:pt>
                <c:pt idx="1068">
                  <c:v>2.3508299400558573E-7</c:v>
                </c:pt>
                <c:pt idx="1069">
                  <c:v>2.2251199203938827E-7</c:v>
                </c:pt>
                <c:pt idx="1070">
                  <c:v>2.1060216329505668E-7</c:v>
                </c:pt>
                <c:pt idx="1071">
                  <c:v>1.9931935553707882E-7</c:v>
                </c:pt>
                <c:pt idx="1072">
                  <c:v>1.8863114604604102E-7</c:v>
                </c:pt>
                <c:pt idx="1073">
                  <c:v>1.7850675593072987E-7</c:v>
                </c:pt>
                <c:pt idx="1074">
                  <c:v>1.6891696858292375E-7</c:v>
                </c:pt>
                <c:pt idx="1075">
                  <c:v>1.5983405208006352E-7</c:v>
                </c:pt>
                <c:pt idx="1076">
                  <c:v>1.5123168534990093E-7</c:v>
                </c:pt>
                <c:pt idx="1077">
                  <c:v>1.4308488791964284E-7</c:v>
                </c:pt>
                <c:pt idx="1078">
                  <c:v>1.35369953080263E-7</c:v>
                </c:pt>
                <c:pt idx="1079">
                  <c:v>1.280643843043928E-7</c:v>
                </c:pt>
                <c:pt idx="1080">
                  <c:v>1.2114683476360962E-7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8-07AB-439E-B53A-3AF750E485ED}"/>
            </c:ext>
          </c:extLst>
        </c:ser>
        <c:ser>
          <c:idx val="9"/>
          <c:order val="9"/>
          <c:tx>
            <c:strRef>
              <c:f>Sheet1!$T$3</c:f>
              <c:strCache>
                <c:ptCount val="1"/>
                <c:pt idx="0">
                  <c:v>Qp = 15.0 L/s</c:v>
                </c:pt>
              </c:strCache>
            </c:strRef>
          </c:tx>
          <c:spPr>
            <a:ln w="19050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xVal>
            <c:numRef>
              <c:f>Sheet1!$J$4:$J$1084</c:f>
              <c:numCache>
                <c:formatCode>General</c:formatCode>
                <c:ptCount val="1081"/>
                <c:pt idx="0">
                  <c:v>0</c:v>
                </c:pt>
                <c:pt idx="1">
                  <c:v>2.7777777777777775E-3</c:v>
                </c:pt>
                <c:pt idx="2">
                  <c:v>5.5555555555555549E-3</c:v>
                </c:pt>
                <c:pt idx="3">
                  <c:v>8.3333333333333332E-3</c:v>
                </c:pt>
                <c:pt idx="4">
                  <c:v>1.111111111111111E-2</c:v>
                </c:pt>
                <c:pt idx="5">
                  <c:v>1.388888888888889E-2</c:v>
                </c:pt>
                <c:pt idx="6">
                  <c:v>1.6666666666666666E-2</c:v>
                </c:pt>
                <c:pt idx="7">
                  <c:v>1.9444444444444445E-2</c:v>
                </c:pt>
                <c:pt idx="8">
                  <c:v>2.222222222222222E-2</c:v>
                </c:pt>
                <c:pt idx="9">
                  <c:v>2.5000000000000001E-2</c:v>
                </c:pt>
                <c:pt idx="10">
                  <c:v>2.777777777777778E-2</c:v>
                </c:pt>
                <c:pt idx="11">
                  <c:v>3.0555555555555555E-2</c:v>
                </c:pt>
                <c:pt idx="12">
                  <c:v>3.3333333333333333E-2</c:v>
                </c:pt>
                <c:pt idx="13">
                  <c:v>3.6111111111111108E-2</c:v>
                </c:pt>
                <c:pt idx="14">
                  <c:v>3.888888888888889E-2</c:v>
                </c:pt>
                <c:pt idx="15">
                  <c:v>4.1666666666666664E-2</c:v>
                </c:pt>
                <c:pt idx="16">
                  <c:v>4.4444444444444439E-2</c:v>
                </c:pt>
                <c:pt idx="17">
                  <c:v>4.7222222222222228E-2</c:v>
                </c:pt>
                <c:pt idx="18">
                  <c:v>0.05</c:v>
                </c:pt>
                <c:pt idx="19">
                  <c:v>5.2777777777777778E-2</c:v>
                </c:pt>
                <c:pt idx="20">
                  <c:v>5.5555555555555559E-2</c:v>
                </c:pt>
                <c:pt idx="21">
                  <c:v>5.8333333333333334E-2</c:v>
                </c:pt>
                <c:pt idx="22">
                  <c:v>6.1111111111111109E-2</c:v>
                </c:pt>
                <c:pt idx="23">
                  <c:v>6.3888888888888898E-2</c:v>
                </c:pt>
                <c:pt idx="24">
                  <c:v>6.6666666666666666E-2</c:v>
                </c:pt>
                <c:pt idx="25">
                  <c:v>6.9444444444444448E-2</c:v>
                </c:pt>
                <c:pt idx="26">
                  <c:v>7.2222222222222215E-2</c:v>
                </c:pt>
                <c:pt idx="27">
                  <c:v>7.4999999999999997E-2</c:v>
                </c:pt>
                <c:pt idx="28">
                  <c:v>7.7777777777777779E-2</c:v>
                </c:pt>
                <c:pt idx="29">
                  <c:v>8.0555555555555547E-2</c:v>
                </c:pt>
                <c:pt idx="30">
                  <c:v>8.3333333333333329E-2</c:v>
                </c:pt>
                <c:pt idx="31">
                  <c:v>8.611111111111111E-2</c:v>
                </c:pt>
                <c:pt idx="32">
                  <c:v>8.8888888888888878E-2</c:v>
                </c:pt>
                <c:pt idx="33">
                  <c:v>9.166666666666666E-2</c:v>
                </c:pt>
                <c:pt idx="34">
                  <c:v>9.4444444444444456E-2</c:v>
                </c:pt>
                <c:pt idx="35">
                  <c:v>9.7222222222222224E-2</c:v>
                </c:pt>
                <c:pt idx="36">
                  <c:v>0.1</c:v>
                </c:pt>
                <c:pt idx="37">
                  <c:v>0.10277777777777779</c:v>
                </c:pt>
                <c:pt idx="38">
                  <c:v>0.10555555555555556</c:v>
                </c:pt>
                <c:pt idx="39">
                  <c:v>0.10833333333333334</c:v>
                </c:pt>
                <c:pt idx="40">
                  <c:v>0.11111111111111112</c:v>
                </c:pt>
                <c:pt idx="41">
                  <c:v>0.11388888888888889</c:v>
                </c:pt>
                <c:pt idx="42">
                  <c:v>0.11666666666666667</c:v>
                </c:pt>
                <c:pt idx="43">
                  <c:v>0.11944444444444445</c:v>
                </c:pt>
                <c:pt idx="44">
                  <c:v>0.12222222222222222</c:v>
                </c:pt>
                <c:pt idx="45">
                  <c:v>0.125</c:v>
                </c:pt>
                <c:pt idx="46">
                  <c:v>0.1277777777777778</c:v>
                </c:pt>
                <c:pt idx="47">
                  <c:v>0.13055555555555556</c:v>
                </c:pt>
                <c:pt idx="48">
                  <c:v>0.13333333333333333</c:v>
                </c:pt>
                <c:pt idx="49">
                  <c:v>0.1361111111111111</c:v>
                </c:pt>
                <c:pt idx="50">
                  <c:v>0.1388888888888889</c:v>
                </c:pt>
                <c:pt idx="51">
                  <c:v>0.14166666666666666</c:v>
                </c:pt>
                <c:pt idx="52">
                  <c:v>0.14444444444444443</c:v>
                </c:pt>
                <c:pt idx="53">
                  <c:v>0.14722222222222223</c:v>
                </c:pt>
                <c:pt idx="54">
                  <c:v>0.15</c:v>
                </c:pt>
                <c:pt idx="55">
                  <c:v>0.15277777777777776</c:v>
                </c:pt>
                <c:pt idx="56">
                  <c:v>0.15555555555555556</c:v>
                </c:pt>
                <c:pt idx="57">
                  <c:v>0.15833333333333333</c:v>
                </c:pt>
                <c:pt idx="58">
                  <c:v>0.16111111111111109</c:v>
                </c:pt>
                <c:pt idx="59">
                  <c:v>0.16388888888888889</c:v>
                </c:pt>
                <c:pt idx="60">
                  <c:v>0.16666666666666666</c:v>
                </c:pt>
                <c:pt idx="61">
                  <c:v>0.16944444444444443</c:v>
                </c:pt>
                <c:pt idx="62">
                  <c:v>0.17222222222222222</c:v>
                </c:pt>
                <c:pt idx="63">
                  <c:v>0.17499999999999999</c:v>
                </c:pt>
                <c:pt idx="64">
                  <c:v>0.17777777777777776</c:v>
                </c:pt>
                <c:pt idx="65">
                  <c:v>0.18055555555555555</c:v>
                </c:pt>
                <c:pt idx="66">
                  <c:v>0.18333333333333332</c:v>
                </c:pt>
                <c:pt idx="67">
                  <c:v>0.18611111111111109</c:v>
                </c:pt>
                <c:pt idx="68">
                  <c:v>0.18888888888888891</c:v>
                </c:pt>
                <c:pt idx="69">
                  <c:v>0.19166666666666668</c:v>
                </c:pt>
                <c:pt idx="70">
                  <c:v>0.19444444444444445</c:v>
                </c:pt>
                <c:pt idx="71">
                  <c:v>0.19722222222222224</c:v>
                </c:pt>
                <c:pt idx="72">
                  <c:v>0.2</c:v>
                </c:pt>
                <c:pt idx="73">
                  <c:v>0.20277777777777778</c:v>
                </c:pt>
                <c:pt idx="74">
                  <c:v>0.20555555555555557</c:v>
                </c:pt>
                <c:pt idx="75">
                  <c:v>0.20833333333333334</c:v>
                </c:pt>
                <c:pt idx="76">
                  <c:v>0.21111111111111111</c:v>
                </c:pt>
                <c:pt idx="77">
                  <c:v>0.21388888888888891</c:v>
                </c:pt>
                <c:pt idx="78">
                  <c:v>0.21666666666666667</c:v>
                </c:pt>
                <c:pt idx="79">
                  <c:v>0.21944444444444444</c:v>
                </c:pt>
                <c:pt idx="80">
                  <c:v>0.22222222222222224</c:v>
                </c:pt>
                <c:pt idx="81">
                  <c:v>0.22500000000000001</c:v>
                </c:pt>
                <c:pt idx="82">
                  <c:v>0.22777777777777777</c:v>
                </c:pt>
                <c:pt idx="83">
                  <c:v>0.23055555555555557</c:v>
                </c:pt>
                <c:pt idx="84">
                  <c:v>0.23333333333333334</c:v>
                </c:pt>
                <c:pt idx="85">
                  <c:v>0.2361111111111111</c:v>
                </c:pt>
                <c:pt idx="86">
                  <c:v>0.2388888888888889</c:v>
                </c:pt>
                <c:pt idx="87">
                  <c:v>0.24166666666666667</c:v>
                </c:pt>
                <c:pt idx="88">
                  <c:v>0.24444444444444444</c:v>
                </c:pt>
                <c:pt idx="89">
                  <c:v>0.24722222222222223</c:v>
                </c:pt>
                <c:pt idx="90">
                  <c:v>0.25</c:v>
                </c:pt>
                <c:pt idx="91">
                  <c:v>0.25277777777777777</c:v>
                </c:pt>
                <c:pt idx="92">
                  <c:v>0.25555555555555559</c:v>
                </c:pt>
                <c:pt idx="93">
                  <c:v>0.25833333333333336</c:v>
                </c:pt>
                <c:pt idx="94">
                  <c:v>0.26111111111111113</c:v>
                </c:pt>
                <c:pt idx="95">
                  <c:v>0.2638888888888889</c:v>
                </c:pt>
                <c:pt idx="96">
                  <c:v>0.26666666666666666</c:v>
                </c:pt>
                <c:pt idx="97">
                  <c:v>0.26944444444444449</c:v>
                </c:pt>
                <c:pt idx="98">
                  <c:v>0.2722222222222222</c:v>
                </c:pt>
                <c:pt idx="99">
                  <c:v>0.27500000000000002</c:v>
                </c:pt>
                <c:pt idx="100">
                  <c:v>0.27777777777777779</c:v>
                </c:pt>
                <c:pt idx="101">
                  <c:v>0.28055555555555556</c:v>
                </c:pt>
                <c:pt idx="102">
                  <c:v>0.28333333333333333</c:v>
                </c:pt>
                <c:pt idx="103">
                  <c:v>0.28611111111111115</c:v>
                </c:pt>
                <c:pt idx="104">
                  <c:v>0.28888888888888886</c:v>
                </c:pt>
                <c:pt idx="105">
                  <c:v>0.29166666666666669</c:v>
                </c:pt>
                <c:pt idx="106">
                  <c:v>0.29444444444444445</c:v>
                </c:pt>
                <c:pt idx="107">
                  <c:v>0.29722222222222222</c:v>
                </c:pt>
                <c:pt idx="108">
                  <c:v>0.3</c:v>
                </c:pt>
                <c:pt idx="109">
                  <c:v>0.30277777777777781</c:v>
                </c:pt>
                <c:pt idx="110">
                  <c:v>0.30555555555555552</c:v>
                </c:pt>
                <c:pt idx="111">
                  <c:v>0.30833333333333335</c:v>
                </c:pt>
                <c:pt idx="112">
                  <c:v>0.31111111111111112</c:v>
                </c:pt>
                <c:pt idx="113">
                  <c:v>0.31388888888888888</c:v>
                </c:pt>
                <c:pt idx="114">
                  <c:v>0.31666666666666665</c:v>
                </c:pt>
                <c:pt idx="115">
                  <c:v>0.31944444444444448</c:v>
                </c:pt>
                <c:pt idx="116">
                  <c:v>0.32222222222222219</c:v>
                </c:pt>
                <c:pt idx="117">
                  <c:v>0.32500000000000001</c:v>
                </c:pt>
                <c:pt idx="118">
                  <c:v>0.32777777777777778</c:v>
                </c:pt>
                <c:pt idx="119">
                  <c:v>0.33055555555555555</c:v>
                </c:pt>
                <c:pt idx="120">
                  <c:v>0.33333333333333331</c:v>
                </c:pt>
                <c:pt idx="121">
                  <c:v>0.33611111111111114</c:v>
                </c:pt>
                <c:pt idx="122">
                  <c:v>0.33888888888888885</c:v>
                </c:pt>
                <c:pt idx="123">
                  <c:v>0.34166666666666667</c:v>
                </c:pt>
                <c:pt idx="124">
                  <c:v>0.34444444444444444</c:v>
                </c:pt>
                <c:pt idx="125">
                  <c:v>0.34722222222222221</c:v>
                </c:pt>
                <c:pt idx="126">
                  <c:v>0.35</c:v>
                </c:pt>
                <c:pt idx="127">
                  <c:v>0.3527777777777778</c:v>
                </c:pt>
                <c:pt idx="128">
                  <c:v>0.35555555555555551</c:v>
                </c:pt>
                <c:pt idx="129">
                  <c:v>0.35833333333333334</c:v>
                </c:pt>
                <c:pt idx="130">
                  <c:v>0.3611111111111111</c:v>
                </c:pt>
                <c:pt idx="131">
                  <c:v>0.36388888888888887</c:v>
                </c:pt>
                <c:pt idx="132">
                  <c:v>0.36666666666666664</c:v>
                </c:pt>
                <c:pt idx="133">
                  <c:v>0.36944444444444446</c:v>
                </c:pt>
                <c:pt idx="134">
                  <c:v>0.37222222222222218</c:v>
                </c:pt>
                <c:pt idx="135">
                  <c:v>0.375</c:v>
                </c:pt>
                <c:pt idx="136">
                  <c:v>0.37777777777777782</c:v>
                </c:pt>
                <c:pt idx="137">
                  <c:v>0.38055555555555554</c:v>
                </c:pt>
                <c:pt idx="138">
                  <c:v>0.38333333333333336</c:v>
                </c:pt>
                <c:pt idx="139">
                  <c:v>0.38611111111111113</c:v>
                </c:pt>
                <c:pt idx="140">
                  <c:v>0.3888888888888889</c:v>
                </c:pt>
                <c:pt idx="141">
                  <c:v>0.39166666666666666</c:v>
                </c:pt>
                <c:pt idx="142">
                  <c:v>0.39444444444444449</c:v>
                </c:pt>
                <c:pt idx="143">
                  <c:v>0.3972222222222222</c:v>
                </c:pt>
                <c:pt idx="144">
                  <c:v>0.4</c:v>
                </c:pt>
                <c:pt idx="145">
                  <c:v>0.40277777777777779</c:v>
                </c:pt>
                <c:pt idx="146">
                  <c:v>0.40555555555555556</c:v>
                </c:pt>
                <c:pt idx="147">
                  <c:v>0.40833333333333333</c:v>
                </c:pt>
                <c:pt idx="148">
                  <c:v>0.41111111111111115</c:v>
                </c:pt>
                <c:pt idx="149">
                  <c:v>0.41388888888888886</c:v>
                </c:pt>
                <c:pt idx="150">
                  <c:v>0.41666666666666669</c:v>
                </c:pt>
                <c:pt idx="151">
                  <c:v>0.41944444444444445</c:v>
                </c:pt>
                <c:pt idx="152">
                  <c:v>0.42222222222222222</c:v>
                </c:pt>
                <c:pt idx="153">
                  <c:v>0.42499999999999999</c:v>
                </c:pt>
                <c:pt idx="154">
                  <c:v>0.42777777777777781</c:v>
                </c:pt>
                <c:pt idx="155">
                  <c:v>0.43055555555555552</c:v>
                </c:pt>
                <c:pt idx="156">
                  <c:v>0.43333333333333335</c:v>
                </c:pt>
                <c:pt idx="157">
                  <c:v>0.43611111111111112</c:v>
                </c:pt>
                <c:pt idx="158">
                  <c:v>0.43888888888888888</c:v>
                </c:pt>
                <c:pt idx="159">
                  <c:v>0.44166666666666665</c:v>
                </c:pt>
                <c:pt idx="160">
                  <c:v>0.44444444444444448</c:v>
                </c:pt>
                <c:pt idx="161">
                  <c:v>0.44722222222222219</c:v>
                </c:pt>
                <c:pt idx="162">
                  <c:v>0.45</c:v>
                </c:pt>
                <c:pt idx="163">
                  <c:v>0.45277777777777778</c:v>
                </c:pt>
                <c:pt idx="164">
                  <c:v>0.45555555555555555</c:v>
                </c:pt>
                <c:pt idx="165">
                  <c:v>0.45833333333333331</c:v>
                </c:pt>
                <c:pt idx="166">
                  <c:v>0.46111111111111114</c:v>
                </c:pt>
                <c:pt idx="167">
                  <c:v>0.46388888888888885</c:v>
                </c:pt>
                <c:pt idx="168">
                  <c:v>0.46666666666666667</c:v>
                </c:pt>
                <c:pt idx="169">
                  <c:v>0.46944444444444444</c:v>
                </c:pt>
                <c:pt idx="170">
                  <c:v>0.47222222222222221</c:v>
                </c:pt>
                <c:pt idx="171">
                  <c:v>0.47499999999999998</c:v>
                </c:pt>
                <c:pt idx="172">
                  <c:v>0.4777777777777778</c:v>
                </c:pt>
                <c:pt idx="173">
                  <c:v>0.48055555555555551</c:v>
                </c:pt>
                <c:pt idx="174">
                  <c:v>0.48333333333333334</c:v>
                </c:pt>
                <c:pt idx="175">
                  <c:v>0.4861111111111111</c:v>
                </c:pt>
                <c:pt idx="176">
                  <c:v>0.48888888888888887</c:v>
                </c:pt>
                <c:pt idx="177">
                  <c:v>0.49166666666666664</c:v>
                </c:pt>
                <c:pt idx="178">
                  <c:v>0.49444444444444446</c:v>
                </c:pt>
                <c:pt idx="179">
                  <c:v>0.49722222222222218</c:v>
                </c:pt>
                <c:pt idx="180">
                  <c:v>0.5</c:v>
                </c:pt>
                <c:pt idx="181">
                  <c:v>0.50277777777777777</c:v>
                </c:pt>
                <c:pt idx="182">
                  <c:v>0.50555555555555554</c:v>
                </c:pt>
                <c:pt idx="183">
                  <c:v>0.5083333333333333</c:v>
                </c:pt>
                <c:pt idx="184">
                  <c:v>0.51111111111111118</c:v>
                </c:pt>
                <c:pt idx="185">
                  <c:v>0.51388888888888884</c:v>
                </c:pt>
                <c:pt idx="186">
                  <c:v>0.51666666666666672</c:v>
                </c:pt>
                <c:pt idx="187">
                  <c:v>0.51944444444444449</c:v>
                </c:pt>
                <c:pt idx="188">
                  <c:v>0.52222222222222225</c:v>
                </c:pt>
                <c:pt idx="189">
                  <c:v>0.52500000000000002</c:v>
                </c:pt>
                <c:pt idx="190">
                  <c:v>0.52777777777777779</c:v>
                </c:pt>
                <c:pt idx="191">
                  <c:v>0.53055555555555556</c:v>
                </c:pt>
                <c:pt idx="192">
                  <c:v>0.53333333333333333</c:v>
                </c:pt>
                <c:pt idx="193">
                  <c:v>0.53611111111111109</c:v>
                </c:pt>
                <c:pt idx="194">
                  <c:v>0.53888888888888897</c:v>
                </c:pt>
                <c:pt idx="195">
                  <c:v>0.54166666666666663</c:v>
                </c:pt>
                <c:pt idx="196">
                  <c:v>0.5444444444444444</c:v>
                </c:pt>
                <c:pt idx="197">
                  <c:v>0.54722222222222228</c:v>
                </c:pt>
                <c:pt idx="198">
                  <c:v>0.55000000000000004</c:v>
                </c:pt>
                <c:pt idx="199">
                  <c:v>0.5527777777777777</c:v>
                </c:pt>
                <c:pt idx="200">
                  <c:v>0.55555555555555558</c:v>
                </c:pt>
                <c:pt idx="201">
                  <c:v>0.55833333333333335</c:v>
                </c:pt>
                <c:pt idx="202">
                  <c:v>0.56111111111111112</c:v>
                </c:pt>
                <c:pt idx="203">
                  <c:v>0.56388888888888888</c:v>
                </c:pt>
                <c:pt idx="204">
                  <c:v>0.56666666666666665</c:v>
                </c:pt>
                <c:pt idx="205">
                  <c:v>0.56944444444444442</c:v>
                </c:pt>
                <c:pt idx="206">
                  <c:v>0.5722222222222223</c:v>
                </c:pt>
                <c:pt idx="207">
                  <c:v>0.57499999999999996</c:v>
                </c:pt>
                <c:pt idx="208">
                  <c:v>0.57777777777777772</c:v>
                </c:pt>
                <c:pt idx="209">
                  <c:v>0.5805555555555556</c:v>
                </c:pt>
                <c:pt idx="210">
                  <c:v>0.58333333333333337</c:v>
                </c:pt>
                <c:pt idx="211">
                  <c:v>0.58611111111111103</c:v>
                </c:pt>
                <c:pt idx="212">
                  <c:v>0.58888888888888891</c:v>
                </c:pt>
                <c:pt idx="213">
                  <c:v>0.59166666666666667</c:v>
                </c:pt>
                <c:pt idx="214">
                  <c:v>0.59444444444444444</c:v>
                </c:pt>
                <c:pt idx="215">
                  <c:v>0.59722222222222221</c:v>
                </c:pt>
                <c:pt idx="216">
                  <c:v>0.6</c:v>
                </c:pt>
                <c:pt idx="217">
                  <c:v>0.60277777777777775</c:v>
                </c:pt>
                <c:pt idx="218">
                  <c:v>0.60555555555555562</c:v>
                </c:pt>
                <c:pt idx="219">
                  <c:v>0.60833333333333328</c:v>
                </c:pt>
                <c:pt idx="220">
                  <c:v>0.61111111111111105</c:v>
                </c:pt>
                <c:pt idx="221">
                  <c:v>0.61388888888888893</c:v>
                </c:pt>
                <c:pt idx="222">
                  <c:v>0.6166666666666667</c:v>
                </c:pt>
                <c:pt idx="223">
                  <c:v>0.61944444444444435</c:v>
                </c:pt>
                <c:pt idx="224">
                  <c:v>0.62222222222222223</c:v>
                </c:pt>
                <c:pt idx="225">
                  <c:v>0.625</c:v>
                </c:pt>
                <c:pt idx="226">
                  <c:v>0.62777777777777777</c:v>
                </c:pt>
                <c:pt idx="227">
                  <c:v>0.63055555555555565</c:v>
                </c:pt>
                <c:pt idx="228">
                  <c:v>0.6333333333333333</c:v>
                </c:pt>
                <c:pt idx="229">
                  <c:v>0.63611111111111107</c:v>
                </c:pt>
                <c:pt idx="230">
                  <c:v>0.63888888888888895</c:v>
                </c:pt>
                <c:pt idx="231">
                  <c:v>0.64166666666666672</c:v>
                </c:pt>
                <c:pt idx="232">
                  <c:v>0.64444444444444438</c:v>
                </c:pt>
                <c:pt idx="233">
                  <c:v>0.64722222222222225</c:v>
                </c:pt>
                <c:pt idx="234">
                  <c:v>0.65</c:v>
                </c:pt>
                <c:pt idx="235">
                  <c:v>0.65277777777777779</c:v>
                </c:pt>
                <c:pt idx="236">
                  <c:v>0.65555555555555556</c:v>
                </c:pt>
                <c:pt idx="237">
                  <c:v>0.65833333333333333</c:v>
                </c:pt>
                <c:pt idx="238">
                  <c:v>0.66111111111111109</c:v>
                </c:pt>
                <c:pt idx="239">
                  <c:v>0.66388888888888897</c:v>
                </c:pt>
                <c:pt idx="240">
                  <c:v>0.66666666666666663</c:v>
                </c:pt>
                <c:pt idx="241">
                  <c:v>0.6694444444444444</c:v>
                </c:pt>
                <c:pt idx="242">
                  <c:v>0.67222222222222228</c:v>
                </c:pt>
                <c:pt idx="243">
                  <c:v>0.67500000000000004</c:v>
                </c:pt>
                <c:pt idx="244">
                  <c:v>0.6777777777777777</c:v>
                </c:pt>
                <c:pt idx="245">
                  <c:v>0.68055555555555558</c:v>
                </c:pt>
                <c:pt idx="246">
                  <c:v>0.68333333333333335</c:v>
                </c:pt>
                <c:pt idx="247">
                  <c:v>0.68611111111111112</c:v>
                </c:pt>
                <c:pt idx="248">
                  <c:v>0.68888888888888888</c:v>
                </c:pt>
                <c:pt idx="249">
                  <c:v>0.69166666666666665</c:v>
                </c:pt>
                <c:pt idx="250">
                  <c:v>0.69444444444444442</c:v>
                </c:pt>
                <c:pt idx="251">
                  <c:v>0.6972222222222223</c:v>
                </c:pt>
                <c:pt idx="252">
                  <c:v>0.7</c:v>
                </c:pt>
                <c:pt idx="253">
                  <c:v>0.70277777777777772</c:v>
                </c:pt>
                <c:pt idx="254">
                  <c:v>0.7055555555555556</c:v>
                </c:pt>
                <c:pt idx="255">
                  <c:v>0.70833333333333337</c:v>
                </c:pt>
                <c:pt idx="256">
                  <c:v>0.71111111111111103</c:v>
                </c:pt>
                <c:pt idx="257">
                  <c:v>0.71388888888888891</c:v>
                </c:pt>
                <c:pt idx="258">
                  <c:v>0.71666666666666667</c:v>
                </c:pt>
                <c:pt idx="259">
                  <c:v>0.71944444444444444</c:v>
                </c:pt>
                <c:pt idx="260">
                  <c:v>0.72222222222222221</c:v>
                </c:pt>
                <c:pt idx="261">
                  <c:v>0.72499999999999998</c:v>
                </c:pt>
                <c:pt idx="262">
                  <c:v>0.72777777777777775</c:v>
                </c:pt>
                <c:pt idx="263">
                  <c:v>0.73055555555555562</c:v>
                </c:pt>
                <c:pt idx="264">
                  <c:v>0.73333333333333328</c:v>
                </c:pt>
                <c:pt idx="265">
                  <c:v>0.73611111111111105</c:v>
                </c:pt>
                <c:pt idx="266">
                  <c:v>0.73888888888888893</c:v>
                </c:pt>
                <c:pt idx="267">
                  <c:v>0.7416666666666667</c:v>
                </c:pt>
                <c:pt idx="268">
                  <c:v>0.74444444444444435</c:v>
                </c:pt>
                <c:pt idx="269">
                  <c:v>0.74722222222222223</c:v>
                </c:pt>
                <c:pt idx="270">
                  <c:v>0.75</c:v>
                </c:pt>
                <c:pt idx="271">
                  <c:v>0.75277777777777777</c:v>
                </c:pt>
                <c:pt idx="272">
                  <c:v>0.75555555555555565</c:v>
                </c:pt>
                <c:pt idx="273">
                  <c:v>0.7583333333333333</c:v>
                </c:pt>
                <c:pt idx="274">
                  <c:v>0.76111111111111107</c:v>
                </c:pt>
                <c:pt idx="275">
                  <c:v>0.76388888888888895</c:v>
                </c:pt>
                <c:pt idx="276">
                  <c:v>0.76666666666666672</c:v>
                </c:pt>
                <c:pt idx="277">
                  <c:v>0.76944444444444438</c:v>
                </c:pt>
                <c:pt idx="278">
                  <c:v>0.77222222222222225</c:v>
                </c:pt>
                <c:pt idx="279">
                  <c:v>0.77500000000000002</c:v>
                </c:pt>
                <c:pt idx="280">
                  <c:v>0.77777777777777779</c:v>
                </c:pt>
                <c:pt idx="281">
                  <c:v>0.78055555555555556</c:v>
                </c:pt>
                <c:pt idx="282">
                  <c:v>0.78333333333333333</c:v>
                </c:pt>
                <c:pt idx="283">
                  <c:v>0.78611111111111109</c:v>
                </c:pt>
                <c:pt idx="284">
                  <c:v>0.78888888888888897</c:v>
                </c:pt>
                <c:pt idx="285">
                  <c:v>0.79166666666666663</c:v>
                </c:pt>
                <c:pt idx="286">
                  <c:v>0.7944444444444444</c:v>
                </c:pt>
                <c:pt idx="287">
                  <c:v>0.79722222222222228</c:v>
                </c:pt>
                <c:pt idx="288">
                  <c:v>0.8</c:v>
                </c:pt>
                <c:pt idx="289">
                  <c:v>0.8027777777777777</c:v>
                </c:pt>
                <c:pt idx="290">
                  <c:v>0.80555555555555558</c:v>
                </c:pt>
                <c:pt idx="291">
                  <c:v>0.80833333333333335</c:v>
                </c:pt>
                <c:pt idx="292">
                  <c:v>0.81111111111111112</c:v>
                </c:pt>
                <c:pt idx="293">
                  <c:v>0.81388888888888888</c:v>
                </c:pt>
                <c:pt idx="294">
                  <c:v>0.81666666666666665</c:v>
                </c:pt>
                <c:pt idx="295">
                  <c:v>0.81944444444444442</c:v>
                </c:pt>
                <c:pt idx="296">
                  <c:v>0.8222222222222223</c:v>
                </c:pt>
                <c:pt idx="297">
                  <c:v>0.82499999999999996</c:v>
                </c:pt>
                <c:pt idx="298">
                  <c:v>0.82777777777777772</c:v>
                </c:pt>
                <c:pt idx="299">
                  <c:v>0.8305555555555556</c:v>
                </c:pt>
                <c:pt idx="300">
                  <c:v>0.83333333333333337</c:v>
                </c:pt>
                <c:pt idx="301">
                  <c:v>0.83611111111111103</c:v>
                </c:pt>
                <c:pt idx="302">
                  <c:v>0.83888888888888891</c:v>
                </c:pt>
                <c:pt idx="303">
                  <c:v>0.84166666666666667</c:v>
                </c:pt>
                <c:pt idx="304">
                  <c:v>0.84444444444444444</c:v>
                </c:pt>
                <c:pt idx="305">
                  <c:v>0.84722222222222221</c:v>
                </c:pt>
                <c:pt idx="306">
                  <c:v>0.85</c:v>
                </c:pt>
                <c:pt idx="307">
                  <c:v>0.85277777777777775</c:v>
                </c:pt>
                <c:pt idx="308">
                  <c:v>0.85555555555555562</c:v>
                </c:pt>
                <c:pt idx="309">
                  <c:v>0.85833333333333328</c:v>
                </c:pt>
                <c:pt idx="310">
                  <c:v>0.86111111111111105</c:v>
                </c:pt>
                <c:pt idx="311">
                  <c:v>0.86388888888888893</c:v>
                </c:pt>
                <c:pt idx="312">
                  <c:v>0.8666666666666667</c:v>
                </c:pt>
                <c:pt idx="313">
                  <c:v>0.86944444444444435</c:v>
                </c:pt>
                <c:pt idx="314">
                  <c:v>0.87222222222222223</c:v>
                </c:pt>
                <c:pt idx="315">
                  <c:v>0.875</c:v>
                </c:pt>
                <c:pt idx="316">
                  <c:v>0.87777777777777777</c:v>
                </c:pt>
                <c:pt idx="317">
                  <c:v>0.88055555555555565</c:v>
                </c:pt>
                <c:pt idx="318">
                  <c:v>0.8833333333333333</c:v>
                </c:pt>
                <c:pt idx="319">
                  <c:v>0.88611111111111107</c:v>
                </c:pt>
                <c:pt idx="320">
                  <c:v>0.88888888888888895</c:v>
                </c:pt>
                <c:pt idx="321">
                  <c:v>0.89166666666666672</c:v>
                </c:pt>
                <c:pt idx="322">
                  <c:v>0.89444444444444438</c:v>
                </c:pt>
                <c:pt idx="323">
                  <c:v>0.89722222222222225</c:v>
                </c:pt>
                <c:pt idx="324">
                  <c:v>0.9</c:v>
                </c:pt>
                <c:pt idx="325">
                  <c:v>0.90277777777777779</c:v>
                </c:pt>
                <c:pt idx="326">
                  <c:v>0.90555555555555556</c:v>
                </c:pt>
                <c:pt idx="327">
                  <c:v>0.90833333333333333</c:v>
                </c:pt>
                <c:pt idx="328">
                  <c:v>0.91111111111111109</c:v>
                </c:pt>
                <c:pt idx="329">
                  <c:v>0.91388888888888897</c:v>
                </c:pt>
                <c:pt idx="330">
                  <c:v>0.91666666666666663</c:v>
                </c:pt>
                <c:pt idx="331">
                  <c:v>0.9194444444444444</c:v>
                </c:pt>
                <c:pt idx="332">
                  <c:v>0.92222222222222228</c:v>
                </c:pt>
                <c:pt idx="333">
                  <c:v>0.92500000000000004</c:v>
                </c:pt>
                <c:pt idx="334">
                  <c:v>0.9277777777777777</c:v>
                </c:pt>
                <c:pt idx="335">
                  <c:v>0.93055555555555558</c:v>
                </c:pt>
                <c:pt idx="336">
                  <c:v>0.93333333333333335</c:v>
                </c:pt>
                <c:pt idx="337">
                  <c:v>0.93611111111111112</c:v>
                </c:pt>
                <c:pt idx="338">
                  <c:v>0.93888888888888888</c:v>
                </c:pt>
                <c:pt idx="339">
                  <c:v>0.94166666666666665</c:v>
                </c:pt>
                <c:pt idx="340">
                  <c:v>0.94444444444444442</c:v>
                </c:pt>
                <c:pt idx="341">
                  <c:v>0.9472222222222223</c:v>
                </c:pt>
                <c:pt idx="342">
                  <c:v>0.95</c:v>
                </c:pt>
                <c:pt idx="343">
                  <c:v>0.95277777777777772</c:v>
                </c:pt>
                <c:pt idx="344">
                  <c:v>0.9555555555555556</c:v>
                </c:pt>
                <c:pt idx="345">
                  <c:v>0.95833333333333337</c:v>
                </c:pt>
                <c:pt idx="346">
                  <c:v>0.96111111111111103</c:v>
                </c:pt>
                <c:pt idx="347">
                  <c:v>0.96388888888888891</c:v>
                </c:pt>
                <c:pt idx="348">
                  <c:v>0.96666666666666667</c:v>
                </c:pt>
                <c:pt idx="349">
                  <c:v>0.96944444444444444</c:v>
                </c:pt>
                <c:pt idx="350">
                  <c:v>0.97222222222222221</c:v>
                </c:pt>
                <c:pt idx="351">
                  <c:v>0.97499999999999998</c:v>
                </c:pt>
                <c:pt idx="352">
                  <c:v>0.97777777777777775</c:v>
                </c:pt>
                <c:pt idx="353">
                  <c:v>0.98055555555555562</c:v>
                </c:pt>
                <c:pt idx="354">
                  <c:v>0.98333333333333328</c:v>
                </c:pt>
                <c:pt idx="355">
                  <c:v>0.98611111111111105</c:v>
                </c:pt>
                <c:pt idx="356">
                  <c:v>0.98888888888888893</c:v>
                </c:pt>
                <c:pt idx="357">
                  <c:v>0.9916666666666667</c:v>
                </c:pt>
                <c:pt idx="358">
                  <c:v>0.99444444444444435</c:v>
                </c:pt>
                <c:pt idx="359">
                  <c:v>0.99722222222222223</c:v>
                </c:pt>
                <c:pt idx="360">
                  <c:v>1</c:v>
                </c:pt>
                <c:pt idx="361">
                  <c:v>1.0027777777777778</c:v>
                </c:pt>
                <c:pt idx="362">
                  <c:v>1.0055555555555555</c:v>
                </c:pt>
                <c:pt idx="363">
                  <c:v>1.0083333333333333</c:v>
                </c:pt>
                <c:pt idx="364">
                  <c:v>1.0111111111111111</c:v>
                </c:pt>
                <c:pt idx="365">
                  <c:v>1.0138888888888888</c:v>
                </c:pt>
                <c:pt idx="366">
                  <c:v>1.0166666666666666</c:v>
                </c:pt>
                <c:pt idx="367">
                  <c:v>1.0194444444444444</c:v>
                </c:pt>
                <c:pt idx="368">
                  <c:v>1.0222222222222224</c:v>
                </c:pt>
                <c:pt idx="369">
                  <c:v>1.0249999999999999</c:v>
                </c:pt>
                <c:pt idx="370">
                  <c:v>1.0277777777777777</c:v>
                </c:pt>
                <c:pt idx="371">
                  <c:v>1.0305555555555557</c:v>
                </c:pt>
                <c:pt idx="372">
                  <c:v>1.0333333333333334</c:v>
                </c:pt>
                <c:pt idx="373">
                  <c:v>1.036111111111111</c:v>
                </c:pt>
                <c:pt idx="374">
                  <c:v>1.038888888888889</c:v>
                </c:pt>
                <c:pt idx="375">
                  <c:v>1.0416666666666667</c:v>
                </c:pt>
                <c:pt idx="376">
                  <c:v>1.0444444444444445</c:v>
                </c:pt>
                <c:pt idx="377">
                  <c:v>1.0472222222222223</c:v>
                </c:pt>
                <c:pt idx="378">
                  <c:v>1.05</c:v>
                </c:pt>
                <c:pt idx="379">
                  <c:v>1.0527777777777778</c:v>
                </c:pt>
                <c:pt idx="380">
                  <c:v>1.0555555555555556</c:v>
                </c:pt>
                <c:pt idx="381">
                  <c:v>1.0583333333333333</c:v>
                </c:pt>
                <c:pt idx="382">
                  <c:v>1.0611111111111111</c:v>
                </c:pt>
                <c:pt idx="383">
                  <c:v>1.0638888888888889</c:v>
                </c:pt>
                <c:pt idx="384">
                  <c:v>1.0666666666666667</c:v>
                </c:pt>
                <c:pt idx="385">
                  <c:v>1.0694444444444444</c:v>
                </c:pt>
                <c:pt idx="386">
                  <c:v>1.0722222222222222</c:v>
                </c:pt>
                <c:pt idx="387">
                  <c:v>1.075</c:v>
                </c:pt>
                <c:pt idx="388">
                  <c:v>1.0777777777777779</c:v>
                </c:pt>
                <c:pt idx="389">
                  <c:v>1.0805555555555555</c:v>
                </c:pt>
                <c:pt idx="390">
                  <c:v>1.0833333333333333</c:v>
                </c:pt>
                <c:pt idx="391">
                  <c:v>1.0861111111111112</c:v>
                </c:pt>
                <c:pt idx="392">
                  <c:v>1.0888888888888888</c:v>
                </c:pt>
                <c:pt idx="393">
                  <c:v>1.0916666666666666</c:v>
                </c:pt>
                <c:pt idx="394">
                  <c:v>1.0944444444444446</c:v>
                </c:pt>
                <c:pt idx="395">
                  <c:v>1.0972222222222221</c:v>
                </c:pt>
                <c:pt idx="396">
                  <c:v>1.1000000000000001</c:v>
                </c:pt>
                <c:pt idx="397">
                  <c:v>1.1027777777777779</c:v>
                </c:pt>
                <c:pt idx="398">
                  <c:v>1.1055555555555554</c:v>
                </c:pt>
                <c:pt idx="399">
                  <c:v>1.1083333333333334</c:v>
                </c:pt>
                <c:pt idx="400">
                  <c:v>1.1111111111111112</c:v>
                </c:pt>
                <c:pt idx="401">
                  <c:v>1.1138888888888887</c:v>
                </c:pt>
                <c:pt idx="402">
                  <c:v>1.1166666666666667</c:v>
                </c:pt>
                <c:pt idx="403">
                  <c:v>1.1194444444444445</c:v>
                </c:pt>
                <c:pt idx="404">
                  <c:v>1.1222222222222222</c:v>
                </c:pt>
                <c:pt idx="405">
                  <c:v>1.125</c:v>
                </c:pt>
                <c:pt idx="406">
                  <c:v>1.1277777777777778</c:v>
                </c:pt>
                <c:pt idx="407">
                  <c:v>1.1305555555555555</c:v>
                </c:pt>
                <c:pt idx="408">
                  <c:v>1.1333333333333333</c:v>
                </c:pt>
                <c:pt idx="409">
                  <c:v>1.1361111111111113</c:v>
                </c:pt>
                <c:pt idx="410">
                  <c:v>1.1388888888888888</c:v>
                </c:pt>
                <c:pt idx="411">
                  <c:v>1.1416666666666666</c:v>
                </c:pt>
                <c:pt idx="412">
                  <c:v>1.1444444444444446</c:v>
                </c:pt>
                <c:pt idx="413">
                  <c:v>1.1472222222222221</c:v>
                </c:pt>
                <c:pt idx="414">
                  <c:v>1.1499999999999999</c:v>
                </c:pt>
                <c:pt idx="415">
                  <c:v>1.1527777777777779</c:v>
                </c:pt>
                <c:pt idx="416">
                  <c:v>1.1555555555555554</c:v>
                </c:pt>
                <c:pt idx="417">
                  <c:v>1.1583333333333334</c:v>
                </c:pt>
                <c:pt idx="418">
                  <c:v>1.1611111111111112</c:v>
                </c:pt>
                <c:pt idx="419">
                  <c:v>1.1638888888888888</c:v>
                </c:pt>
                <c:pt idx="420">
                  <c:v>1.1666666666666667</c:v>
                </c:pt>
                <c:pt idx="421">
                  <c:v>1.1694444444444445</c:v>
                </c:pt>
                <c:pt idx="422">
                  <c:v>1.1722222222222221</c:v>
                </c:pt>
                <c:pt idx="423">
                  <c:v>1.175</c:v>
                </c:pt>
                <c:pt idx="424">
                  <c:v>1.1777777777777778</c:v>
                </c:pt>
                <c:pt idx="425">
                  <c:v>1.1805555555555556</c:v>
                </c:pt>
                <c:pt idx="426">
                  <c:v>1.1833333333333333</c:v>
                </c:pt>
                <c:pt idx="427">
                  <c:v>1.1861111111111111</c:v>
                </c:pt>
                <c:pt idx="428">
                  <c:v>1.1888888888888889</c:v>
                </c:pt>
                <c:pt idx="429">
                  <c:v>1.1916666666666667</c:v>
                </c:pt>
                <c:pt idx="430">
                  <c:v>1.1944444444444444</c:v>
                </c:pt>
                <c:pt idx="431">
                  <c:v>1.1972222222222222</c:v>
                </c:pt>
                <c:pt idx="432">
                  <c:v>1.2</c:v>
                </c:pt>
                <c:pt idx="433">
                  <c:v>1.2027777777777779</c:v>
                </c:pt>
                <c:pt idx="434">
                  <c:v>1.2055555555555555</c:v>
                </c:pt>
                <c:pt idx="435">
                  <c:v>1.2083333333333333</c:v>
                </c:pt>
                <c:pt idx="436">
                  <c:v>1.2111111111111112</c:v>
                </c:pt>
                <c:pt idx="437">
                  <c:v>1.2138888888888888</c:v>
                </c:pt>
                <c:pt idx="438">
                  <c:v>1.2166666666666666</c:v>
                </c:pt>
                <c:pt idx="439">
                  <c:v>1.2194444444444446</c:v>
                </c:pt>
                <c:pt idx="440">
                  <c:v>1.2222222222222221</c:v>
                </c:pt>
                <c:pt idx="441">
                  <c:v>1.2250000000000001</c:v>
                </c:pt>
                <c:pt idx="442">
                  <c:v>1.2277777777777779</c:v>
                </c:pt>
                <c:pt idx="443">
                  <c:v>1.2305555555555554</c:v>
                </c:pt>
                <c:pt idx="444">
                  <c:v>1.2333333333333334</c:v>
                </c:pt>
                <c:pt idx="445">
                  <c:v>1.2361111111111112</c:v>
                </c:pt>
                <c:pt idx="446">
                  <c:v>1.2388888888888887</c:v>
                </c:pt>
                <c:pt idx="447">
                  <c:v>1.2416666666666667</c:v>
                </c:pt>
                <c:pt idx="448">
                  <c:v>1.2444444444444445</c:v>
                </c:pt>
                <c:pt idx="449">
                  <c:v>1.2472222222222222</c:v>
                </c:pt>
                <c:pt idx="450">
                  <c:v>1.25</c:v>
                </c:pt>
                <c:pt idx="451">
                  <c:v>1.2527777777777778</c:v>
                </c:pt>
                <c:pt idx="452">
                  <c:v>1.2555555555555555</c:v>
                </c:pt>
                <c:pt idx="453">
                  <c:v>1.2583333333333333</c:v>
                </c:pt>
                <c:pt idx="454">
                  <c:v>1.2611111111111113</c:v>
                </c:pt>
                <c:pt idx="455">
                  <c:v>1.2638888888888888</c:v>
                </c:pt>
                <c:pt idx="456">
                  <c:v>1.2666666666666666</c:v>
                </c:pt>
                <c:pt idx="457">
                  <c:v>1.2694444444444446</c:v>
                </c:pt>
                <c:pt idx="458">
                  <c:v>1.2722222222222221</c:v>
                </c:pt>
                <c:pt idx="459">
                  <c:v>1.2749999999999999</c:v>
                </c:pt>
                <c:pt idx="460">
                  <c:v>1.2777777777777779</c:v>
                </c:pt>
                <c:pt idx="461">
                  <c:v>1.2805555555555554</c:v>
                </c:pt>
                <c:pt idx="462">
                  <c:v>1.2833333333333334</c:v>
                </c:pt>
                <c:pt idx="463">
                  <c:v>1.2861111111111112</c:v>
                </c:pt>
                <c:pt idx="464">
                  <c:v>1.2888888888888888</c:v>
                </c:pt>
                <c:pt idx="465">
                  <c:v>1.2916666666666667</c:v>
                </c:pt>
                <c:pt idx="466">
                  <c:v>1.2944444444444445</c:v>
                </c:pt>
                <c:pt idx="467">
                  <c:v>1.2972222222222221</c:v>
                </c:pt>
                <c:pt idx="468">
                  <c:v>1.3</c:v>
                </c:pt>
                <c:pt idx="469">
                  <c:v>1.3027777777777778</c:v>
                </c:pt>
                <c:pt idx="470">
                  <c:v>1.3055555555555556</c:v>
                </c:pt>
                <c:pt idx="471">
                  <c:v>1.3083333333333333</c:v>
                </c:pt>
                <c:pt idx="472">
                  <c:v>1.3111111111111111</c:v>
                </c:pt>
                <c:pt idx="473">
                  <c:v>1.3138888888888889</c:v>
                </c:pt>
                <c:pt idx="474">
                  <c:v>1.3166666666666667</c:v>
                </c:pt>
                <c:pt idx="475">
                  <c:v>1.3194444444444444</c:v>
                </c:pt>
                <c:pt idx="476">
                  <c:v>1.3222222222222222</c:v>
                </c:pt>
                <c:pt idx="477">
                  <c:v>1.325</c:v>
                </c:pt>
                <c:pt idx="478">
                  <c:v>1.3277777777777779</c:v>
                </c:pt>
                <c:pt idx="479">
                  <c:v>1.3305555555555555</c:v>
                </c:pt>
                <c:pt idx="480">
                  <c:v>1.3333333333333333</c:v>
                </c:pt>
                <c:pt idx="481">
                  <c:v>1.3361111111111112</c:v>
                </c:pt>
                <c:pt idx="482">
                  <c:v>1.3388888888888888</c:v>
                </c:pt>
                <c:pt idx="483">
                  <c:v>1.3416666666666666</c:v>
                </c:pt>
                <c:pt idx="484">
                  <c:v>1.3444444444444446</c:v>
                </c:pt>
                <c:pt idx="485">
                  <c:v>1.3472222222222221</c:v>
                </c:pt>
                <c:pt idx="486">
                  <c:v>1.35</c:v>
                </c:pt>
                <c:pt idx="487">
                  <c:v>1.3527777777777779</c:v>
                </c:pt>
                <c:pt idx="488">
                  <c:v>1.3555555555555554</c:v>
                </c:pt>
                <c:pt idx="489">
                  <c:v>1.3583333333333334</c:v>
                </c:pt>
                <c:pt idx="490">
                  <c:v>1.3611111111111112</c:v>
                </c:pt>
                <c:pt idx="491">
                  <c:v>1.3638888888888887</c:v>
                </c:pt>
                <c:pt idx="492">
                  <c:v>1.3666666666666667</c:v>
                </c:pt>
                <c:pt idx="493">
                  <c:v>1.3694444444444445</c:v>
                </c:pt>
                <c:pt idx="494">
                  <c:v>1.3722222222222222</c:v>
                </c:pt>
                <c:pt idx="495">
                  <c:v>1.375</c:v>
                </c:pt>
                <c:pt idx="496">
                  <c:v>1.3777777777777778</c:v>
                </c:pt>
                <c:pt idx="497">
                  <c:v>1.3805555555555555</c:v>
                </c:pt>
                <c:pt idx="498">
                  <c:v>1.3833333333333333</c:v>
                </c:pt>
                <c:pt idx="499">
                  <c:v>1.3861111111111113</c:v>
                </c:pt>
                <c:pt idx="500">
                  <c:v>1.3888888888888888</c:v>
                </c:pt>
                <c:pt idx="501">
                  <c:v>1.3916666666666666</c:v>
                </c:pt>
                <c:pt idx="502">
                  <c:v>1.3944444444444446</c:v>
                </c:pt>
                <c:pt idx="503">
                  <c:v>1.3972222222222221</c:v>
                </c:pt>
                <c:pt idx="504">
                  <c:v>1.4</c:v>
                </c:pt>
                <c:pt idx="505">
                  <c:v>1.4027777777777779</c:v>
                </c:pt>
                <c:pt idx="506">
                  <c:v>1.4055555555555554</c:v>
                </c:pt>
                <c:pt idx="507">
                  <c:v>1.4083333333333334</c:v>
                </c:pt>
                <c:pt idx="508">
                  <c:v>1.4111111111111112</c:v>
                </c:pt>
                <c:pt idx="509">
                  <c:v>1.4138888888888888</c:v>
                </c:pt>
                <c:pt idx="510">
                  <c:v>1.4166666666666667</c:v>
                </c:pt>
                <c:pt idx="511">
                  <c:v>1.4194444444444445</c:v>
                </c:pt>
                <c:pt idx="512">
                  <c:v>1.4222222222222221</c:v>
                </c:pt>
                <c:pt idx="513">
                  <c:v>1.425</c:v>
                </c:pt>
                <c:pt idx="514">
                  <c:v>1.4277777777777778</c:v>
                </c:pt>
                <c:pt idx="515">
                  <c:v>1.4305555555555556</c:v>
                </c:pt>
                <c:pt idx="516">
                  <c:v>1.4333333333333333</c:v>
                </c:pt>
                <c:pt idx="517">
                  <c:v>1.4361111111111111</c:v>
                </c:pt>
                <c:pt idx="518">
                  <c:v>1.4388888888888889</c:v>
                </c:pt>
                <c:pt idx="519">
                  <c:v>1.4416666666666667</c:v>
                </c:pt>
                <c:pt idx="520">
                  <c:v>1.4444444444444444</c:v>
                </c:pt>
                <c:pt idx="521">
                  <c:v>1.4472222222222222</c:v>
                </c:pt>
                <c:pt idx="522">
                  <c:v>1.45</c:v>
                </c:pt>
                <c:pt idx="523">
                  <c:v>1.4527777777777779</c:v>
                </c:pt>
                <c:pt idx="524">
                  <c:v>1.4555555555555555</c:v>
                </c:pt>
                <c:pt idx="525">
                  <c:v>1.4583333333333333</c:v>
                </c:pt>
                <c:pt idx="526">
                  <c:v>1.4611111111111112</c:v>
                </c:pt>
                <c:pt idx="527">
                  <c:v>1.4638888888888888</c:v>
                </c:pt>
                <c:pt idx="528">
                  <c:v>1.4666666666666666</c:v>
                </c:pt>
                <c:pt idx="529">
                  <c:v>1.4694444444444446</c:v>
                </c:pt>
                <c:pt idx="530">
                  <c:v>1.4722222222222221</c:v>
                </c:pt>
                <c:pt idx="531">
                  <c:v>1.4750000000000001</c:v>
                </c:pt>
                <c:pt idx="532">
                  <c:v>1.4777777777777779</c:v>
                </c:pt>
                <c:pt idx="533">
                  <c:v>1.4805555555555554</c:v>
                </c:pt>
                <c:pt idx="534">
                  <c:v>1.4833333333333334</c:v>
                </c:pt>
                <c:pt idx="535">
                  <c:v>1.4861111111111112</c:v>
                </c:pt>
                <c:pt idx="536">
                  <c:v>1.4888888888888887</c:v>
                </c:pt>
                <c:pt idx="537">
                  <c:v>1.4916666666666667</c:v>
                </c:pt>
                <c:pt idx="538">
                  <c:v>1.4944444444444445</c:v>
                </c:pt>
                <c:pt idx="539">
                  <c:v>1.4972222222222222</c:v>
                </c:pt>
                <c:pt idx="540">
                  <c:v>1.5</c:v>
                </c:pt>
                <c:pt idx="541">
                  <c:v>1.5027777777777778</c:v>
                </c:pt>
                <c:pt idx="542">
                  <c:v>1.5055555555555555</c:v>
                </c:pt>
                <c:pt idx="543">
                  <c:v>1.5083333333333333</c:v>
                </c:pt>
                <c:pt idx="544">
                  <c:v>1.5111111111111113</c:v>
                </c:pt>
                <c:pt idx="545">
                  <c:v>1.5138888888888888</c:v>
                </c:pt>
                <c:pt idx="546">
                  <c:v>1.5166666666666666</c:v>
                </c:pt>
                <c:pt idx="547">
                  <c:v>1.5194444444444446</c:v>
                </c:pt>
                <c:pt idx="548">
                  <c:v>1.5222222222222221</c:v>
                </c:pt>
                <c:pt idx="549">
                  <c:v>1.5249999999999999</c:v>
                </c:pt>
                <c:pt idx="550">
                  <c:v>1.5277777777777779</c:v>
                </c:pt>
                <c:pt idx="551">
                  <c:v>1.5305555555555554</c:v>
                </c:pt>
                <c:pt idx="552">
                  <c:v>1.5333333333333334</c:v>
                </c:pt>
                <c:pt idx="553">
                  <c:v>1.5361111111111112</c:v>
                </c:pt>
                <c:pt idx="554">
                  <c:v>1.5388888888888888</c:v>
                </c:pt>
                <c:pt idx="555">
                  <c:v>1.5416666666666667</c:v>
                </c:pt>
                <c:pt idx="556">
                  <c:v>1.5444444444444445</c:v>
                </c:pt>
                <c:pt idx="557">
                  <c:v>1.5472222222222221</c:v>
                </c:pt>
                <c:pt idx="558">
                  <c:v>1.55</c:v>
                </c:pt>
                <c:pt idx="559">
                  <c:v>1.5527777777777778</c:v>
                </c:pt>
                <c:pt idx="560">
                  <c:v>1.5555555555555556</c:v>
                </c:pt>
                <c:pt idx="561">
                  <c:v>1.5583333333333333</c:v>
                </c:pt>
                <c:pt idx="562">
                  <c:v>1.5611111111111111</c:v>
                </c:pt>
                <c:pt idx="563">
                  <c:v>1.5638888888888889</c:v>
                </c:pt>
                <c:pt idx="564">
                  <c:v>1.5666666666666667</c:v>
                </c:pt>
                <c:pt idx="565">
                  <c:v>1.5694444444444444</c:v>
                </c:pt>
                <c:pt idx="566">
                  <c:v>1.5722222222222222</c:v>
                </c:pt>
                <c:pt idx="567">
                  <c:v>1.575</c:v>
                </c:pt>
                <c:pt idx="568">
                  <c:v>1.5777777777777779</c:v>
                </c:pt>
                <c:pt idx="569">
                  <c:v>1.5805555555555555</c:v>
                </c:pt>
                <c:pt idx="570">
                  <c:v>1.5833333333333333</c:v>
                </c:pt>
                <c:pt idx="571">
                  <c:v>1.5861111111111112</c:v>
                </c:pt>
                <c:pt idx="572">
                  <c:v>1.5888888888888888</c:v>
                </c:pt>
                <c:pt idx="573">
                  <c:v>1.5916666666666666</c:v>
                </c:pt>
                <c:pt idx="574">
                  <c:v>1.5944444444444446</c:v>
                </c:pt>
                <c:pt idx="575">
                  <c:v>1.5972222222222221</c:v>
                </c:pt>
                <c:pt idx="576">
                  <c:v>1.6</c:v>
                </c:pt>
                <c:pt idx="577">
                  <c:v>1.6027777777777779</c:v>
                </c:pt>
                <c:pt idx="578">
                  <c:v>1.6055555555555554</c:v>
                </c:pt>
                <c:pt idx="579">
                  <c:v>1.6083333333333334</c:v>
                </c:pt>
                <c:pt idx="580">
                  <c:v>1.6111111111111112</c:v>
                </c:pt>
                <c:pt idx="581">
                  <c:v>1.6138888888888887</c:v>
                </c:pt>
                <c:pt idx="582">
                  <c:v>1.6166666666666667</c:v>
                </c:pt>
                <c:pt idx="583">
                  <c:v>1.6194444444444445</c:v>
                </c:pt>
                <c:pt idx="584">
                  <c:v>1.6222222222222222</c:v>
                </c:pt>
                <c:pt idx="585">
                  <c:v>1.625</c:v>
                </c:pt>
                <c:pt idx="586">
                  <c:v>1.6277777777777778</c:v>
                </c:pt>
                <c:pt idx="587">
                  <c:v>1.6305555555555555</c:v>
                </c:pt>
                <c:pt idx="588">
                  <c:v>1.6333333333333333</c:v>
                </c:pt>
                <c:pt idx="589">
                  <c:v>1.6361111111111113</c:v>
                </c:pt>
                <c:pt idx="590">
                  <c:v>1.6388888888888888</c:v>
                </c:pt>
                <c:pt idx="591">
                  <c:v>1.6416666666666666</c:v>
                </c:pt>
                <c:pt idx="592">
                  <c:v>1.6444444444444446</c:v>
                </c:pt>
                <c:pt idx="593">
                  <c:v>1.6472222222222221</c:v>
                </c:pt>
                <c:pt idx="594">
                  <c:v>1.65</c:v>
                </c:pt>
                <c:pt idx="595">
                  <c:v>1.6527777777777779</c:v>
                </c:pt>
                <c:pt idx="596">
                  <c:v>1.6555555555555554</c:v>
                </c:pt>
                <c:pt idx="597">
                  <c:v>1.6583333333333334</c:v>
                </c:pt>
                <c:pt idx="598">
                  <c:v>1.6611111111111112</c:v>
                </c:pt>
                <c:pt idx="599">
                  <c:v>1.6638888888888888</c:v>
                </c:pt>
                <c:pt idx="600">
                  <c:v>1.6666666666666667</c:v>
                </c:pt>
                <c:pt idx="601">
                  <c:v>1.6694444444444445</c:v>
                </c:pt>
                <c:pt idx="602">
                  <c:v>1.6722222222222221</c:v>
                </c:pt>
                <c:pt idx="603">
                  <c:v>1.675</c:v>
                </c:pt>
                <c:pt idx="604">
                  <c:v>1.6777777777777778</c:v>
                </c:pt>
                <c:pt idx="605">
                  <c:v>1.6805555555555556</c:v>
                </c:pt>
                <c:pt idx="606">
                  <c:v>1.6833333333333333</c:v>
                </c:pt>
                <c:pt idx="607">
                  <c:v>1.6861111111111111</c:v>
                </c:pt>
                <c:pt idx="608">
                  <c:v>1.6888888888888889</c:v>
                </c:pt>
                <c:pt idx="609">
                  <c:v>1.6916666666666667</c:v>
                </c:pt>
                <c:pt idx="610">
                  <c:v>1.6944444444444444</c:v>
                </c:pt>
                <c:pt idx="611">
                  <c:v>1.6972222222222222</c:v>
                </c:pt>
                <c:pt idx="612">
                  <c:v>1.7</c:v>
                </c:pt>
                <c:pt idx="613">
                  <c:v>1.7027777777777779</c:v>
                </c:pt>
                <c:pt idx="614">
                  <c:v>1.7055555555555555</c:v>
                </c:pt>
                <c:pt idx="615">
                  <c:v>1.7083333333333333</c:v>
                </c:pt>
                <c:pt idx="616">
                  <c:v>1.7111111111111112</c:v>
                </c:pt>
                <c:pt idx="617">
                  <c:v>1.7138888888888888</c:v>
                </c:pt>
                <c:pt idx="618">
                  <c:v>1.7166666666666666</c:v>
                </c:pt>
                <c:pt idx="619">
                  <c:v>1.7194444444444446</c:v>
                </c:pt>
                <c:pt idx="620">
                  <c:v>1.7222222222222221</c:v>
                </c:pt>
                <c:pt idx="621">
                  <c:v>1.7250000000000001</c:v>
                </c:pt>
                <c:pt idx="622">
                  <c:v>1.7277777777777779</c:v>
                </c:pt>
                <c:pt idx="623">
                  <c:v>1.7305555555555554</c:v>
                </c:pt>
                <c:pt idx="624">
                  <c:v>1.7333333333333334</c:v>
                </c:pt>
                <c:pt idx="625">
                  <c:v>1.7361111111111112</c:v>
                </c:pt>
                <c:pt idx="626">
                  <c:v>1.7388888888888887</c:v>
                </c:pt>
                <c:pt idx="627">
                  <c:v>1.7416666666666667</c:v>
                </c:pt>
                <c:pt idx="628">
                  <c:v>1.7444444444444445</c:v>
                </c:pt>
                <c:pt idx="629">
                  <c:v>1.7472222222222222</c:v>
                </c:pt>
                <c:pt idx="630">
                  <c:v>1.75</c:v>
                </c:pt>
                <c:pt idx="631">
                  <c:v>1.7527777777777778</c:v>
                </c:pt>
                <c:pt idx="632">
                  <c:v>1.7555555555555555</c:v>
                </c:pt>
                <c:pt idx="633">
                  <c:v>1.7583333333333333</c:v>
                </c:pt>
                <c:pt idx="634">
                  <c:v>1.7611111111111113</c:v>
                </c:pt>
                <c:pt idx="635">
                  <c:v>1.7638888888888888</c:v>
                </c:pt>
                <c:pt idx="636">
                  <c:v>1.7666666666666666</c:v>
                </c:pt>
                <c:pt idx="637">
                  <c:v>1.7694444444444446</c:v>
                </c:pt>
                <c:pt idx="638">
                  <c:v>1.7722222222222221</c:v>
                </c:pt>
                <c:pt idx="639">
                  <c:v>1.7749999999999999</c:v>
                </c:pt>
                <c:pt idx="640">
                  <c:v>1.7777777777777779</c:v>
                </c:pt>
                <c:pt idx="641">
                  <c:v>1.7805555555555554</c:v>
                </c:pt>
                <c:pt idx="642">
                  <c:v>1.7833333333333334</c:v>
                </c:pt>
                <c:pt idx="643">
                  <c:v>1.7861111111111112</c:v>
                </c:pt>
                <c:pt idx="644">
                  <c:v>1.7888888888888888</c:v>
                </c:pt>
                <c:pt idx="645">
                  <c:v>1.7916666666666667</c:v>
                </c:pt>
                <c:pt idx="646">
                  <c:v>1.7944444444444445</c:v>
                </c:pt>
                <c:pt idx="647">
                  <c:v>1.7972222222222221</c:v>
                </c:pt>
                <c:pt idx="648">
                  <c:v>1.8</c:v>
                </c:pt>
                <c:pt idx="649">
                  <c:v>1.8027777777777778</c:v>
                </c:pt>
                <c:pt idx="650">
                  <c:v>1.8055555555555556</c:v>
                </c:pt>
                <c:pt idx="651">
                  <c:v>1.8083333333333333</c:v>
                </c:pt>
                <c:pt idx="652">
                  <c:v>1.8111111111111111</c:v>
                </c:pt>
                <c:pt idx="653">
                  <c:v>1.8138888888888889</c:v>
                </c:pt>
                <c:pt idx="654">
                  <c:v>1.8166666666666667</c:v>
                </c:pt>
                <c:pt idx="655">
                  <c:v>1.8194444444444444</c:v>
                </c:pt>
                <c:pt idx="656">
                  <c:v>1.8222222222222222</c:v>
                </c:pt>
                <c:pt idx="657">
                  <c:v>1.825</c:v>
                </c:pt>
                <c:pt idx="658">
                  <c:v>1.8277777777777779</c:v>
                </c:pt>
                <c:pt idx="659">
                  <c:v>1.8305555555555555</c:v>
                </c:pt>
                <c:pt idx="660">
                  <c:v>1.8333333333333333</c:v>
                </c:pt>
                <c:pt idx="661">
                  <c:v>1.8361111111111112</c:v>
                </c:pt>
                <c:pt idx="662">
                  <c:v>1.8388888888888888</c:v>
                </c:pt>
                <c:pt idx="663">
                  <c:v>1.8416666666666666</c:v>
                </c:pt>
                <c:pt idx="664">
                  <c:v>1.8444444444444446</c:v>
                </c:pt>
                <c:pt idx="665">
                  <c:v>1.8472222222222221</c:v>
                </c:pt>
                <c:pt idx="666">
                  <c:v>1.85</c:v>
                </c:pt>
                <c:pt idx="667">
                  <c:v>1.8527777777777779</c:v>
                </c:pt>
                <c:pt idx="668">
                  <c:v>1.8555555555555554</c:v>
                </c:pt>
                <c:pt idx="669">
                  <c:v>1.8583333333333334</c:v>
                </c:pt>
                <c:pt idx="670">
                  <c:v>1.8611111111111112</c:v>
                </c:pt>
                <c:pt idx="671">
                  <c:v>1.8638888888888887</c:v>
                </c:pt>
                <c:pt idx="672">
                  <c:v>1.8666666666666667</c:v>
                </c:pt>
                <c:pt idx="673">
                  <c:v>1.8694444444444445</c:v>
                </c:pt>
                <c:pt idx="674">
                  <c:v>1.8722222222222222</c:v>
                </c:pt>
                <c:pt idx="675">
                  <c:v>1.875</c:v>
                </c:pt>
                <c:pt idx="676">
                  <c:v>1.8777777777777778</c:v>
                </c:pt>
                <c:pt idx="677">
                  <c:v>1.8805555555555555</c:v>
                </c:pt>
                <c:pt idx="678">
                  <c:v>1.8833333333333333</c:v>
                </c:pt>
                <c:pt idx="679">
                  <c:v>1.8861111111111113</c:v>
                </c:pt>
                <c:pt idx="680">
                  <c:v>1.8888888888888888</c:v>
                </c:pt>
                <c:pt idx="681">
                  <c:v>1.8916666666666666</c:v>
                </c:pt>
                <c:pt idx="682">
                  <c:v>1.8944444444444446</c:v>
                </c:pt>
                <c:pt idx="683">
                  <c:v>1.8972222222222221</c:v>
                </c:pt>
                <c:pt idx="684">
                  <c:v>1.9</c:v>
                </c:pt>
                <c:pt idx="685">
                  <c:v>1.9027777777777779</c:v>
                </c:pt>
                <c:pt idx="686">
                  <c:v>1.9055555555555554</c:v>
                </c:pt>
                <c:pt idx="687">
                  <c:v>1.9083333333333334</c:v>
                </c:pt>
                <c:pt idx="688">
                  <c:v>1.9111111111111112</c:v>
                </c:pt>
                <c:pt idx="689">
                  <c:v>1.9138888888888888</c:v>
                </c:pt>
                <c:pt idx="690">
                  <c:v>1.9166666666666667</c:v>
                </c:pt>
                <c:pt idx="691">
                  <c:v>1.9194444444444445</c:v>
                </c:pt>
                <c:pt idx="692">
                  <c:v>1.9222222222222221</c:v>
                </c:pt>
                <c:pt idx="693">
                  <c:v>1.925</c:v>
                </c:pt>
                <c:pt idx="694">
                  <c:v>1.9277777777777778</c:v>
                </c:pt>
                <c:pt idx="695">
                  <c:v>1.9305555555555556</c:v>
                </c:pt>
                <c:pt idx="696">
                  <c:v>1.9333333333333333</c:v>
                </c:pt>
                <c:pt idx="697">
                  <c:v>1.9361111111111111</c:v>
                </c:pt>
                <c:pt idx="698">
                  <c:v>1.9388888888888889</c:v>
                </c:pt>
                <c:pt idx="699">
                  <c:v>1.9416666666666667</c:v>
                </c:pt>
                <c:pt idx="700">
                  <c:v>1.9444444444444444</c:v>
                </c:pt>
                <c:pt idx="701">
                  <c:v>1.9472222222222222</c:v>
                </c:pt>
                <c:pt idx="702">
                  <c:v>1.95</c:v>
                </c:pt>
                <c:pt idx="703">
                  <c:v>1.9527777777777779</c:v>
                </c:pt>
                <c:pt idx="704">
                  <c:v>1.9555555555555555</c:v>
                </c:pt>
                <c:pt idx="705">
                  <c:v>1.9583333333333333</c:v>
                </c:pt>
                <c:pt idx="706">
                  <c:v>1.9611111111111112</c:v>
                </c:pt>
                <c:pt idx="707">
                  <c:v>1.9638888888888888</c:v>
                </c:pt>
                <c:pt idx="708">
                  <c:v>1.9666666666666666</c:v>
                </c:pt>
                <c:pt idx="709">
                  <c:v>1.9694444444444446</c:v>
                </c:pt>
                <c:pt idx="710">
                  <c:v>1.9722222222222221</c:v>
                </c:pt>
                <c:pt idx="711">
                  <c:v>1.9750000000000001</c:v>
                </c:pt>
                <c:pt idx="712">
                  <c:v>1.9777777777777779</c:v>
                </c:pt>
                <c:pt idx="713">
                  <c:v>1.9805555555555554</c:v>
                </c:pt>
                <c:pt idx="714">
                  <c:v>1.9833333333333334</c:v>
                </c:pt>
                <c:pt idx="715">
                  <c:v>1.9861111111111112</c:v>
                </c:pt>
                <c:pt idx="716">
                  <c:v>1.9888888888888887</c:v>
                </c:pt>
                <c:pt idx="717">
                  <c:v>1.9916666666666667</c:v>
                </c:pt>
                <c:pt idx="718">
                  <c:v>1.9944444444444445</c:v>
                </c:pt>
                <c:pt idx="719">
                  <c:v>1.9972222222222222</c:v>
                </c:pt>
                <c:pt idx="720">
                  <c:v>2</c:v>
                </c:pt>
                <c:pt idx="721">
                  <c:v>2.0027777777777778</c:v>
                </c:pt>
                <c:pt idx="722">
                  <c:v>2.0055555555555555</c:v>
                </c:pt>
                <c:pt idx="723">
                  <c:v>2.0083333333333333</c:v>
                </c:pt>
                <c:pt idx="724">
                  <c:v>2.0111111111111111</c:v>
                </c:pt>
                <c:pt idx="725">
                  <c:v>2.0138888888888888</c:v>
                </c:pt>
                <c:pt idx="726">
                  <c:v>2.0166666666666666</c:v>
                </c:pt>
                <c:pt idx="727">
                  <c:v>2.0194444444444444</c:v>
                </c:pt>
                <c:pt idx="728">
                  <c:v>2.0222222222222221</c:v>
                </c:pt>
                <c:pt idx="729">
                  <c:v>2.0249999999999999</c:v>
                </c:pt>
                <c:pt idx="730">
                  <c:v>2.0277777777777777</c:v>
                </c:pt>
                <c:pt idx="731">
                  <c:v>2.0305555555555554</c:v>
                </c:pt>
                <c:pt idx="732">
                  <c:v>2.0333333333333332</c:v>
                </c:pt>
                <c:pt idx="733">
                  <c:v>2.036111111111111</c:v>
                </c:pt>
                <c:pt idx="734">
                  <c:v>2.0388888888888888</c:v>
                </c:pt>
                <c:pt idx="735">
                  <c:v>2.0416666666666665</c:v>
                </c:pt>
                <c:pt idx="736">
                  <c:v>2.0444444444444447</c:v>
                </c:pt>
                <c:pt idx="737">
                  <c:v>2.0472222222222221</c:v>
                </c:pt>
                <c:pt idx="738">
                  <c:v>2.0499999999999998</c:v>
                </c:pt>
                <c:pt idx="739">
                  <c:v>2.052777777777778</c:v>
                </c:pt>
                <c:pt idx="740">
                  <c:v>2.0555555555555554</c:v>
                </c:pt>
                <c:pt idx="741">
                  <c:v>2.0583333333333331</c:v>
                </c:pt>
                <c:pt idx="742">
                  <c:v>2.0611111111111113</c:v>
                </c:pt>
                <c:pt idx="743">
                  <c:v>2.0638888888888887</c:v>
                </c:pt>
                <c:pt idx="744">
                  <c:v>2.0666666666666669</c:v>
                </c:pt>
                <c:pt idx="745">
                  <c:v>2.0694444444444446</c:v>
                </c:pt>
                <c:pt idx="746">
                  <c:v>2.072222222222222</c:v>
                </c:pt>
                <c:pt idx="747">
                  <c:v>2.0750000000000002</c:v>
                </c:pt>
                <c:pt idx="748">
                  <c:v>2.0777777777777779</c:v>
                </c:pt>
                <c:pt idx="749">
                  <c:v>2.0805555555555553</c:v>
                </c:pt>
                <c:pt idx="750">
                  <c:v>2.0833333333333335</c:v>
                </c:pt>
                <c:pt idx="751">
                  <c:v>2.0861111111111112</c:v>
                </c:pt>
                <c:pt idx="752">
                  <c:v>2.088888888888889</c:v>
                </c:pt>
                <c:pt idx="753">
                  <c:v>2.0916666666666668</c:v>
                </c:pt>
                <c:pt idx="754">
                  <c:v>2.0944444444444446</c:v>
                </c:pt>
                <c:pt idx="755">
                  <c:v>2.0972222222222223</c:v>
                </c:pt>
                <c:pt idx="756">
                  <c:v>2.1</c:v>
                </c:pt>
                <c:pt idx="757">
                  <c:v>2.1027777777777779</c:v>
                </c:pt>
                <c:pt idx="758">
                  <c:v>2.1055555555555556</c:v>
                </c:pt>
                <c:pt idx="759">
                  <c:v>2.1083333333333334</c:v>
                </c:pt>
                <c:pt idx="760">
                  <c:v>2.1111111111111112</c:v>
                </c:pt>
                <c:pt idx="761">
                  <c:v>2.1138888888888889</c:v>
                </c:pt>
                <c:pt idx="762">
                  <c:v>2.1166666666666667</c:v>
                </c:pt>
                <c:pt idx="763">
                  <c:v>2.1194444444444445</c:v>
                </c:pt>
                <c:pt idx="764">
                  <c:v>2.1222222222222222</c:v>
                </c:pt>
                <c:pt idx="765">
                  <c:v>2.125</c:v>
                </c:pt>
                <c:pt idx="766">
                  <c:v>2.1277777777777778</c:v>
                </c:pt>
                <c:pt idx="767">
                  <c:v>2.1305555555555555</c:v>
                </c:pt>
                <c:pt idx="768">
                  <c:v>2.1333333333333333</c:v>
                </c:pt>
                <c:pt idx="769">
                  <c:v>2.1361111111111111</c:v>
                </c:pt>
                <c:pt idx="770">
                  <c:v>2.1388888888888888</c:v>
                </c:pt>
                <c:pt idx="771">
                  <c:v>2.1416666666666666</c:v>
                </c:pt>
                <c:pt idx="772">
                  <c:v>2.1444444444444444</c:v>
                </c:pt>
                <c:pt idx="773">
                  <c:v>2.1472222222222226</c:v>
                </c:pt>
                <c:pt idx="774">
                  <c:v>2.15</c:v>
                </c:pt>
                <c:pt idx="775">
                  <c:v>2.1527777777777777</c:v>
                </c:pt>
                <c:pt idx="776">
                  <c:v>2.1555555555555559</c:v>
                </c:pt>
                <c:pt idx="777">
                  <c:v>2.1583333333333332</c:v>
                </c:pt>
                <c:pt idx="778">
                  <c:v>2.161111111111111</c:v>
                </c:pt>
                <c:pt idx="779">
                  <c:v>2.1638888888888892</c:v>
                </c:pt>
                <c:pt idx="780">
                  <c:v>2.1666666666666665</c:v>
                </c:pt>
                <c:pt idx="781">
                  <c:v>2.1694444444444443</c:v>
                </c:pt>
                <c:pt idx="782">
                  <c:v>2.1722222222222225</c:v>
                </c:pt>
                <c:pt idx="783">
                  <c:v>2.1749999999999998</c:v>
                </c:pt>
                <c:pt idx="784">
                  <c:v>2.1777777777777776</c:v>
                </c:pt>
                <c:pt idx="785">
                  <c:v>2.1805555555555558</c:v>
                </c:pt>
                <c:pt idx="786">
                  <c:v>2.1833333333333331</c:v>
                </c:pt>
                <c:pt idx="787">
                  <c:v>2.1861111111111109</c:v>
                </c:pt>
                <c:pt idx="788">
                  <c:v>2.1888888888888891</c:v>
                </c:pt>
                <c:pt idx="789">
                  <c:v>2.1916666666666669</c:v>
                </c:pt>
                <c:pt idx="790">
                  <c:v>2.1944444444444442</c:v>
                </c:pt>
                <c:pt idx="791">
                  <c:v>2.1972222222222224</c:v>
                </c:pt>
                <c:pt idx="792">
                  <c:v>2.2000000000000002</c:v>
                </c:pt>
                <c:pt idx="793">
                  <c:v>2.2027777777777775</c:v>
                </c:pt>
                <c:pt idx="794">
                  <c:v>2.2055555555555557</c:v>
                </c:pt>
                <c:pt idx="795">
                  <c:v>2.2083333333333335</c:v>
                </c:pt>
                <c:pt idx="796">
                  <c:v>2.2111111111111108</c:v>
                </c:pt>
                <c:pt idx="797">
                  <c:v>2.213888888888889</c:v>
                </c:pt>
                <c:pt idx="798">
                  <c:v>2.2166666666666668</c:v>
                </c:pt>
                <c:pt idx="799">
                  <c:v>2.2194444444444441</c:v>
                </c:pt>
                <c:pt idx="800">
                  <c:v>2.2222222222222223</c:v>
                </c:pt>
                <c:pt idx="801">
                  <c:v>2.2250000000000001</c:v>
                </c:pt>
                <c:pt idx="802">
                  <c:v>2.2277777777777774</c:v>
                </c:pt>
                <c:pt idx="803">
                  <c:v>2.2305555555555556</c:v>
                </c:pt>
                <c:pt idx="804">
                  <c:v>2.2333333333333334</c:v>
                </c:pt>
                <c:pt idx="805">
                  <c:v>2.2361111111111112</c:v>
                </c:pt>
                <c:pt idx="806">
                  <c:v>2.2388888888888889</c:v>
                </c:pt>
                <c:pt idx="807">
                  <c:v>2.2416666666666667</c:v>
                </c:pt>
                <c:pt idx="808">
                  <c:v>2.2444444444444445</c:v>
                </c:pt>
                <c:pt idx="809">
                  <c:v>2.2472222222222222</c:v>
                </c:pt>
                <c:pt idx="810">
                  <c:v>2.25</c:v>
                </c:pt>
                <c:pt idx="811">
                  <c:v>2.2527777777777778</c:v>
                </c:pt>
                <c:pt idx="812">
                  <c:v>2.2555555555555555</c:v>
                </c:pt>
                <c:pt idx="813">
                  <c:v>2.2583333333333333</c:v>
                </c:pt>
                <c:pt idx="814">
                  <c:v>2.2611111111111111</c:v>
                </c:pt>
                <c:pt idx="815">
                  <c:v>2.2638888888888888</c:v>
                </c:pt>
                <c:pt idx="816">
                  <c:v>2.2666666666666666</c:v>
                </c:pt>
                <c:pt idx="817">
                  <c:v>2.2694444444444444</c:v>
                </c:pt>
                <c:pt idx="818">
                  <c:v>2.2722222222222226</c:v>
                </c:pt>
                <c:pt idx="819">
                  <c:v>2.2749999999999999</c:v>
                </c:pt>
                <c:pt idx="820">
                  <c:v>2.2777777777777777</c:v>
                </c:pt>
                <c:pt idx="821">
                  <c:v>2.2805555555555559</c:v>
                </c:pt>
                <c:pt idx="822">
                  <c:v>2.2833333333333332</c:v>
                </c:pt>
                <c:pt idx="823">
                  <c:v>2.286111111111111</c:v>
                </c:pt>
                <c:pt idx="824">
                  <c:v>2.2888888888888892</c:v>
                </c:pt>
                <c:pt idx="825">
                  <c:v>2.2916666666666665</c:v>
                </c:pt>
                <c:pt idx="826">
                  <c:v>2.2944444444444443</c:v>
                </c:pt>
                <c:pt idx="827">
                  <c:v>2.2972222222222225</c:v>
                </c:pt>
                <c:pt idx="828">
                  <c:v>2.2999999999999998</c:v>
                </c:pt>
                <c:pt idx="829">
                  <c:v>2.3027777777777776</c:v>
                </c:pt>
                <c:pt idx="830">
                  <c:v>2.3055555555555558</c:v>
                </c:pt>
                <c:pt idx="831">
                  <c:v>2.3083333333333331</c:v>
                </c:pt>
                <c:pt idx="832">
                  <c:v>2.3111111111111109</c:v>
                </c:pt>
                <c:pt idx="833">
                  <c:v>2.3138888888888891</c:v>
                </c:pt>
                <c:pt idx="834">
                  <c:v>2.3166666666666669</c:v>
                </c:pt>
                <c:pt idx="835">
                  <c:v>2.3194444444444442</c:v>
                </c:pt>
                <c:pt idx="836">
                  <c:v>2.3222222222222224</c:v>
                </c:pt>
                <c:pt idx="837">
                  <c:v>2.3250000000000002</c:v>
                </c:pt>
                <c:pt idx="838">
                  <c:v>2.3277777777777775</c:v>
                </c:pt>
                <c:pt idx="839">
                  <c:v>2.3305555555555557</c:v>
                </c:pt>
                <c:pt idx="840">
                  <c:v>2.3333333333333335</c:v>
                </c:pt>
                <c:pt idx="841">
                  <c:v>2.3361111111111108</c:v>
                </c:pt>
                <c:pt idx="842">
                  <c:v>2.338888888888889</c:v>
                </c:pt>
                <c:pt idx="843">
                  <c:v>2.3416666666666668</c:v>
                </c:pt>
                <c:pt idx="844">
                  <c:v>2.3444444444444441</c:v>
                </c:pt>
                <c:pt idx="845">
                  <c:v>2.3472222222222223</c:v>
                </c:pt>
                <c:pt idx="846">
                  <c:v>2.35</c:v>
                </c:pt>
                <c:pt idx="847">
                  <c:v>2.3527777777777774</c:v>
                </c:pt>
                <c:pt idx="848">
                  <c:v>2.3555555555555556</c:v>
                </c:pt>
                <c:pt idx="849">
                  <c:v>2.3583333333333334</c:v>
                </c:pt>
                <c:pt idx="850">
                  <c:v>2.3611111111111112</c:v>
                </c:pt>
                <c:pt idx="851">
                  <c:v>2.3638888888888889</c:v>
                </c:pt>
                <c:pt idx="852">
                  <c:v>2.3666666666666667</c:v>
                </c:pt>
                <c:pt idx="853">
                  <c:v>2.3694444444444445</c:v>
                </c:pt>
                <c:pt idx="854">
                  <c:v>2.3722222222222222</c:v>
                </c:pt>
                <c:pt idx="855">
                  <c:v>2.375</c:v>
                </c:pt>
                <c:pt idx="856">
                  <c:v>2.3777777777777778</c:v>
                </c:pt>
                <c:pt idx="857">
                  <c:v>2.3805555555555555</c:v>
                </c:pt>
                <c:pt idx="858">
                  <c:v>2.3833333333333333</c:v>
                </c:pt>
                <c:pt idx="859">
                  <c:v>2.3861111111111111</c:v>
                </c:pt>
                <c:pt idx="860">
                  <c:v>2.3888888888888888</c:v>
                </c:pt>
                <c:pt idx="861">
                  <c:v>2.3916666666666666</c:v>
                </c:pt>
                <c:pt idx="862">
                  <c:v>2.3944444444444444</c:v>
                </c:pt>
                <c:pt idx="863">
                  <c:v>2.3972222222222226</c:v>
                </c:pt>
                <c:pt idx="864">
                  <c:v>2.4</c:v>
                </c:pt>
                <c:pt idx="865">
                  <c:v>2.4027777777777777</c:v>
                </c:pt>
                <c:pt idx="866">
                  <c:v>2.4055555555555559</c:v>
                </c:pt>
                <c:pt idx="867">
                  <c:v>2.4083333333333332</c:v>
                </c:pt>
                <c:pt idx="868">
                  <c:v>2.411111111111111</c:v>
                </c:pt>
                <c:pt idx="869">
                  <c:v>2.4138888888888892</c:v>
                </c:pt>
                <c:pt idx="870">
                  <c:v>2.4166666666666665</c:v>
                </c:pt>
                <c:pt idx="871">
                  <c:v>2.4194444444444443</c:v>
                </c:pt>
                <c:pt idx="872">
                  <c:v>2.4222222222222225</c:v>
                </c:pt>
                <c:pt idx="873">
                  <c:v>2.4249999999999998</c:v>
                </c:pt>
                <c:pt idx="874">
                  <c:v>2.4277777777777776</c:v>
                </c:pt>
                <c:pt idx="875">
                  <c:v>2.4305555555555558</c:v>
                </c:pt>
                <c:pt idx="876">
                  <c:v>2.4333333333333331</c:v>
                </c:pt>
                <c:pt idx="877">
                  <c:v>2.4361111111111109</c:v>
                </c:pt>
                <c:pt idx="878">
                  <c:v>2.4388888888888891</c:v>
                </c:pt>
                <c:pt idx="879">
                  <c:v>2.4416666666666669</c:v>
                </c:pt>
                <c:pt idx="880">
                  <c:v>2.4444444444444442</c:v>
                </c:pt>
                <c:pt idx="881">
                  <c:v>2.4472222222222224</c:v>
                </c:pt>
                <c:pt idx="882">
                  <c:v>2.4500000000000002</c:v>
                </c:pt>
                <c:pt idx="883">
                  <c:v>2.4527777777777775</c:v>
                </c:pt>
                <c:pt idx="884">
                  <c:v>2.4555555555555557</c:v>
                </c:pt>
                <c:pt idx="885">
                  <c:v>2.4583333333333335</c:v>
                </c:pt>
                <c:pt idx="886">
                  <c:v>2.4611111111111108</c:v>
                </c:pt>
                <c:pt idx="887">
                  <c:v>2.463888888888889</c:v>
                </c:pt>
                <c:pt idx="888">
                  <c:v>2.4666666666666668</c:v>
                </c:pt>
                <c:pt idx="889">
                  <c:v>2.4694444444444441</c:v>
                </c:pt>
                <c:pt idx="890">
                  <c:v>2.4722222222222223</c:v>
                </c:pt>
                <c:pt idx="891">
                  <c:v>2.4750000000000001</c:v>
                </c:pt>
                <c:pt idx="892">
                  <c:v>2.4777777777777774</c:v>
                </c:pt>
                <c:pt idx="893">
                  <c:v>2.4805555555555556</c:v>
                </c:pt>
                <c:pt idx="894">
                  <c:v>2.4833333333333334</c:v>
                </c:pt>
                <c:pt idx="895">
                  <c:v>2.4861111111111112</c:v>
                </c:pt>
                <c:pt idx="896">
                  <c:v>2.4888888888888889</c:v>
                </c:pt>
                <c:pt idx="897">
                  <c:v>2.4916666666666667</c:v>
                </c:pt>
                <c:pt idx="898">
                  <c:v>2.4944444444444445</c:v>
                </c:pt>
                <c:pt idx="899">
                  <c:v>2.4972222222222222</c:v>
                </c:pt>
                <c:pt idx="900">
                  <c:v>2.5</c:v>
                </c:pt>
                <c:pt idx="901">
                  <c:v>2.5027777777777778</c:v>
                </c:pt>
                <c:pt idx="902">
                  <c:v>2.5055555555555555</c:v>
                </c:pt>
                <c:pt idx="903">
                  <c:v>2.5083333333333333</c:v>
                </c:pt>
                <c:pt idx="904">
                  <c:v>2.5111111111111111</c:v>
                </c:pt>
                <c:pt idx="905">
                  <c:v>2.5138888888888888</c:v>
                </c:pt>
                <c:pt idx="906">
                  <c:v>2.5166666666666666</c:v>
                </c:pt>
                <c:pt idx="907">
                  <c:v>2.5194444444444444</c:v>
                </c:pt>
                <c:pt idx="908">
                  <c:v>2.5222222222222226</c:v>
                </c:pt>
                <c:pt idx="909">
                  <c:v>2.5249999999999999</c:v>
                </c:pt>
                <c:pt idx="910">
                  <c:v>2.5277777777777777</c:v>
                </c:pt>
                <c:pt idx="911">
                  <c:v>2.5305555555555559</c:v>
                </c:pt>
                <c:pt idx="912">
                  <c:v>2.5333333333333332</c:v>
                </c:pt>
                <c:pt idx="913">
                  <c:v>2.536111111111111</c:v>
                </c:pt>
                <c:pt idx="914">
                  <c:v>2.5388888888888892</c:v>
                </c:pt>
                <c:pt idx="915">
                  <c:v>2.5416666666666665</c:v>
                </c:pt>
                <c:pt idx="916">
                  <c:v>2.5444444444444443</c:v>
                </c:pt>
                <c:pt idx="917">
                  <c:v>2.5472222222222225</c:v>
                </c:pt>
                <c:pt idx="918">
                  <c:v>2.5499999999999998</c:v>
                </c:pt>
                <c:pt idx="919">
                  <c:v>2.5527777777777776</c:v>
                </c:pt>
                <c:pt idx="920">
                  <c:v>2.5555555555555558</c:v>
                </c:pt>
                <c:pt idx="921">
                  <c:v>2.5583333333333331</c:v>
                </c:pt>
                <c:pt idx="922">
                  <c:v>2.5611111111111109</c:v>
                </c:pt>
                <c:pt idx="923">
                  <c:v>2.5638888888888891</c:v>
                </c:pt>
                <c:pt idx="924">
                  <c:v>2.5666666666666669</c:v>
                </c:pt>
                <c:pt idx="925">
                  <c:v>2.5694444444444442</c:v>
                </c:pt>
                <c:pt idx="926">
                  <c:v>2.5722222222222224</c:v>
                </c:pt>
                <c:pt idx="927">
                  <c:v>2.5750000000000002</c:v>
                </c:pt>
                <c:pt idx="928">
                  <c:v>2.5777777777777775</c:v>
                </c:pt>
                <c:pt idx="929">
                  <c:v>2.5805555555555557</c:v>
                </c:pt>
                <c:pt idx="930">
                  <c:v>2.5833333333333335</c:v>
                </c:pt>
                <c:pt idx="931">
                  <c:v>2.5861111111111108</c:v>
                </c:pt>
                <c:pt idx="932">
                  <c:v>2.588888888888889</c:v>
                </c:pt>
                <c:pt idx="933">
                  <c:v>2.5916666666666668</c:v>
                </c:pt>
                <c:pt idx="934">
                  <c:v>2.5944444444444441</c:v>
                </c:pt>
                <c:pt idx="935">
                  <c:v>2.5972222222222223</c:v>
                </c:pt>
                <c:pt idx="936">
                  <c:v>2.6</c:v>
                </c:pt>
                <c:pt idx="937">
                  <c:v>2.6027777777777774</c:v>
                </c:pt>
                <c:pt idx="938">
                  <c:v>2.6055555555555556</c:v>
                </c:pt>
                <c:pt idx="939">
                  <c:v>2.6083333333333334</c:v>
                </c:pt>
                <c:pt idx="940">
                  <c:v>2.6111111111111112</c:v>
                </c:pt>
                <c:pt idx="941">
                  <c:v>2.6138888888888889</c:v>
                </c:pt>
                <c:pt idx="942">
                  <c:v>2.6166666666666667</c:v>
                </c:pt>
                <c:pt idx="943">
                  <c:v>2.6194444444444445</c:v>
                </c:pt>
                <c:pt idx="944">
                  <c:v>2.6222222222222222</c:v>
                </c:pt>
                <c:pt idx="945">
                  <c:v>2.625</c:v>
                </c:pt>
                <c:pt idx="946">
                  <c:v>2.6277777777777778</c:v>
                </c:pt>
                <c:pt idx="947">
                  <c:v>2.6305555555555555</c:v>
                </c:pt>
                <c:pt idx="948">
                  <c:v>2.6333333333333333</c:v>
                </c:pt>
                <c:pt idx="949">
                  <c:v>2.6361111111111111</c:v>
                </c:pt>
                <c:pt idx="950">
                  <c:v>2.6388888888888888</c:v>
                </c:pt>
                <c:pt idx="951">
                  <c:v>2.6416666666666666</c:v>
                </c:pt>
                <c:pt idx="952">
                  <c:v>2.6444444444444444</c:v>
                </c:pt>
                <c:pt idx="953">
                  <c:v>2.6472222222222226</c:v>
                </c:pt>
                <c:pt idx="954">
                  <c:v>2.65</c:v>
                </c:pt>
                <c:pt idx="955">
                  <c:v>2.6527777777777777</c:v>
                </c:pt>
                <c:pt idx="956">
                  <c:v>2.6555555555555559</c:v>
                </c:pt>
                <c:pt idx="957">
                  <c:v>2.6583333333333332</c:v>
                </c:pt>
                <c:pt idx="958">
                  <c:v>2.661111111111111</c:v>
                </c:pt>
                <c:pt idx="959">
                  <c:v>2.6638888888888892</c:v>
                </c:pt>
                <c:pt idx="960">
                  <c:v>2.6666666666666665</c:v>
                </c:pt>
                <c:pt idx="961">
                  <c:v>2.6694444444444443</c:v>
                </c:pt>
                <c:pt idx="962">
                  <c:v>2.6722222222222225</c:v>
                </c:pt>
                <c:pt idx="963">
                  <c:v>2.6749999999999998</c:v>
                </c:pt>
                <c:pt idx="964">
                  <c:v>2.6777777777777776</c:v>
                </c:pt>
                <c:pt idx="965">
                  <c:v>2.6805555555555558</c:v>
                </c:pt>
                <c:pt idx="966">
                  <c:v>2.6833333333333331</c:v>
                </c:pt>
                <c:pt idx="967">
                  <c:v>2.6861111111111109</c:v>
                </c:pt>
                <c:pt idx="968">
                  <c:v>2.6888888888888891</c:v>
                </c:pt>
                <c:pt idx="969">
                  <c:v>2.6916666666666669</c:v>
                </c:pt>
                <c:pt idx="970">
                  <c:v>2.6944444444444442</c:v>
                </c:pt>
                <c:pt idx="971">
                  <c:v>2.6972222222222224</c:v>
                </c:pt>
                <c:pt idx="972">
                  <c:v>2.7</c:v>
                </c:pt>
                <c:pt idx="973">
                  <c:v>2.7027777777777775</c:v>
                </c:pt>
                <c:pt idx="974">
                  <c:v>2.7055555555555557</c:v>
                </c:pt>
                <c:pt idx="975">
                  <c:v>2.7083333333333335</c:v>
                </c:pt>
                <c:pt idx="976">
                  <c:v>2.7111111111111108</c:v>
                </c:pt>
                <c:pt idx="977">
                  <c:v>2.713888888888889</c:v>
                </c:pt>
                <c:pt idx="978">
                  <c:v>2.7166666666666668</c:v>
                </c:pt>
                <c:pt idx="979">
                  <c:v>2.7194444444444441</c:v>
                </c:pt>
                <c:pt idx="980">
                  <c:v>2.7222222222222223</c:v>
                </c:pt>
                <c:pt idx="981">
                  <c:v>2.7250000000000001</c:v>
                </c:pt>
                <c:pt idx="982">
                  <c:v>2.7277777777777774</c:v>
                </c:pt>
                <c:pt idx="983">
                  <c:v>2.7305555555555556</c:v>
                </c:pt>
                <c:pt idx="984">
                  <c:v>2.7333333333333334</c:v>
                </c:pt>
                <c:pt idx="985">
                  <c:v>2.7361111111111112</c:v>
                </c:pt>
                <c:pt idx="986">
                  <c:v>2.7388888888888889</c:v>
                </c:pt>
                <c:pt idx="987">
                  <c:v>2.7416666666666667</c:v>
                </c:pt>
                <c:pt idx="988">
                  <c:v>2.7444444444444445</c:v>
                </c:pt>
                <c:pt idx="989">
                  <c:v>2.7472222222222222</c:v>
                </c:pt>
                <c:pt idx="990">
                  <c:v>2.75</c:v>
                </c:pt>
                <c:pt idx="991">
                  <c:v>2.7527777777777778</c:v>
                </c:pt>
                <c:pt idx="992">
                  <c:v>2.7555555555555555</c:v>
                </c:pt>
                <c:pt idx="993">
                  <c:v>2.7583333333333333</c:v>
                </c:pt>
                <c:pt idx="994">
                  <c:v>2.7611111111111111</c:v>
                </c:pt>
                <c:pt idx="995">
                  <c:v>2.7638888888888888</c:v>
                </c:pt>
                <c:pt idx="996">
                  <c:v>2.7666666666666666</c:v>
                </c:pt>
                <c:pt idx="997">
                  <c:v>2.7694444444444444</c:v>
                </c:pt>
                <c:pt idx="998">
                  <c:v>2.7722222222222226</c:v>
                </c:pt>
                <c:pt idx="999">
                  <c:v>2.7749999999999999</c:v>
                </c:pt>
                <c:pt idx="1000">
                  <c:v>2.7777777777777777</c:v>
                </c:pt>
                <c:pt idx="1001">
                  <c:v>2.7805555555555559</c:v>
                </c:pt>
                <c:pt idx="1002">
                  <c:v>2.7833333333333332</c:v>
                </c:pt>
                <c:pt idx="1003">
                  <c:v>2.786111111111111</c:v>
                </c:pt>
                <c:pt idx="1004">
                  <c:v>2.7888888888888892</c:v>
                </c:pt>
                <c:pt idx="1005">
                  <c:v>2.7916666666666665</c:v>
                </c:pt>
                <c:pt idx="1006">
                  <c:v>2.7944444444444443</c:v>
                </c:pt>
                <c:pt idx="1007">
                  <c:v>2.7972222222222225</c:v>
                </c:pt>
                <c:pt idx="1008">
                  <c:v>2.8</c:v>
                </c:pt>
                <c:pt idx="1009">
                  <c:v>2.8027777777777776</c:v>
                </c:pt>
                <c:pt idx="1010">
                  <c:v>2.8055555555555558</c:v>
                </c:pt>
                <c:pt idx="1011">
                  <c:v>2.8083333333333331</c:v>
                </c:pt>
                <c:pt idx="1012">
                  <c:v>2.8111111111111109</c:v>
                </c:pt>
                <c:pt idx="1013">
                  <c:v>2.8138888888888891</c:v>
                </c:pt>
                <c:pt idx="1014">
                  <c:v>2.8166666666666669</c:v>
                </c:pt>
                <c:pt idx="1015">
                  <c:v>2.8194444444444442</c:v>
                </c:pt>
                <c:pt idx="1016">
                  <c:v>2.8222222222222224</c:v>
                </c:pt>
                <c:pt idx="1017">
                  <c:v>2.8250000000000002</c:v>
                </c:pt>
                <c:pt idx="1018">
                  <c:v>2.8277777777777775</c:v>
                </c:pt>
                <c:pt idx="1019">
                  <c:v>2.8305555555555557</c:v>
                </c:pt>
                <c:pt idx="1020">
                  <c:v>2.8333333333333335</c:v>
                </c:pt>
                <c:pt idx="1021">
                  <c:v>2.8361111111111108</c:v>
                </c:pt>
                <c:pt idx="1022">
                  <c:v>2.838888888888889</c:v>
                </c:pt>
                <c:pt idx="1023">
                  <c:v>2.8416666666666668</c:v>
                </c:pt>
                <c:pt idx="1024">
                  <c:v>2.8444444444444441</c:v>
                </c:pt>
                <c:pt idx="1025">
                  <c:v>2.8472222222222223</c:v>
                </c:pt>
                <c:pt idx="1026">
                  <c:v>2.85</c:v>
                </c:pt>
                <c:pt idx="1027">
                  <c:v>2.8527777777777774</c:v>
                </c:pt>
                <c:pt idx="1028">
                  <c:v>2.8555555555555556</c:v>
                </c:pt>
                <c:pt idx="1029">
                  <c:v>2.8583333333333334</c:v>
                </c:pt>
                <c:pt idx="1030">
                  <c:v>2.8611111111111112</c:v>
                </c:pt>
                <c:pt idx="1031">
                  <c:v>2.8638888888888889</c:v>
                </c:pt>
                <c:pt idx="1032">
                  <c:v>2.8666666666666667</c:v>
                </c:pt>
                <c:pt idx="1033">
                  <c:v>2.8694444444444445</c:v>
                </c:pt>
                <c:pt idx="1034">
                  <c:v>2.8722222222222222</c:v>
                </c:pt>
                <c:pt idx="1035">
                  <c:v>2.875</c:v>
                </c:pt>
                <c:pt idx="1036">
                  <c:v>2.8777777777777778</c:v>
                </c:pt>
                <c:pt idx="1037">
                  <c:v>2.8805555555555555</c:v>
                </c:pt>
                <c:pt idx="1038">
                  <c:v>2.8833333333333333</c:v>
                </c:pt>
                <c:pt idx="1039">
                  <c:v>2.8861111111111111</c:v>
                </c:pt>
                <c:pt idx="1040">
                  <c:v>2.8888888888888888</c:v>
                </c:pt>
                <c:pt idx="1041">
                  <c:v>2.8916666666666666</c:v>
                </c:pt>
                <c:pt idx="1042">
                  <c:v>2.8944444444444444</c:v>
                </c:pt>
                <c:pt idx="1043">
                  <c:v>2.8972222222222226</c:v>
                </c:pt>
                <c:pt idx="1044">
                  <c:v>2.9</c:v>
                </c:pt>
                <c:pt idx="1045">
                  <c:v>2.9027777777777777</c:v>
                </c:pt>
                <c:pt idx="1046">
                  <c:v>2.9055555555555559</c:v>
                </c:pt>
                <c:pt idx="1047">
                  <c:v>2.9083333333333332</c:v>
                </c:pt>
                <c:pt idx="1048">
                  <c:v>2.911111111111111</c:v>
                </c:pt>
                <c:pt idx="1049">
                  <c:v>2.9138888888888892</c:v>
                </c:pt>
                <c:pt idx="1050">
                  <c:v>2.9166666666666665</c:v>
                </c:pt>
                <c:pt idx="1051">
                  <c:v>2.9194444444444443</c:v>
                </c:pt>
                <c:pt idx="1052">
                  <c:v>2.9222222222222225</c:v>
                </c:pt>
                <c:pt idx="1053">
                  <c:v>2.9249999999999998</c:v>
                </c:pt>
                <c:pt idx="1054">
                  <c:v>2.9277777777777776</c:v>
                </c:pt>
                <c:pt idx="1055">
                  <c:v>2.9305555555555558</c:v>
                </c:pt>
                <c:pt idx="1056">
                  <c:v>2.9333333333333331</c:v>
                </c:pt>
                <c:pt idx="1057">
                  <c:v>2.9361111111111109</c:v>
                </c:pt>
                <c:pt idx="1058">
                  <c:v>2.9388888888888891</c:v>
                </c:pt>
                <c:pt idx="1059">
                  <c:v>2.9416666666666669</c:v>
                </c:pt>
                <c:pt idx="1060">
                  <c:v>2.9444444444444442</c:v>
                </c:pt>
                <c:pt idx="1061">
                  <c:v>2.9472222222222224</c:v>
                </c:pt>
                <c:pt idx="1062">
                  <c:v>2.95</c:v>
                </c:pt>
                <c:pt idx="1063">
                  <c:v>2.9527777777777775</c:v>
                </c:pt>
                <c:pt idx="1064">
                  <c:v>2.9555555555555557</c:v>
                </c:pt>
                <c:pt idx="1065">
                  <c:v>2.9583333333333335</c:v>
                </c:pt>
                <c:pt idx="1066">
                  <c:v>2.9611111111111108</c:v>
                </c:pt>
                <c:pt idx="1067">
                  <c:v>2.963888888888889</c:v>
                </c:pt>
                <c:pt idx="1068">
                  <c:v>2.9666666666666668</c:v>
                </c:pt>
                <c:pt idx="1069">
                  <c:v>2.9694444444444441</c:v>
                </c:pt>
                <c:pt idx="1070">
                  <c:v>2.9722222222222223</c:v>
                </c:pt>
                <c:pt idx="1071">
                  <c:v>2.9750000000000001</c:v>
                </c:pt>
                <c:pt idx="1072">
                  <c:v>2.9777777777777774</c:v>
                </c:pt>
                <c:pt idx="1073">
                  <c:v>2.9805555555555556</c:v>
                </c:pt>
                <c:pt idx="1074">
                  <c:v>2.9833333333333334</c:v>
                </c:pt>
                <c:pt idx="1075">
                  <c:v>2.9861111111111112</c:v>
                </c:pt>
                <c:pt idx="1076">
                  <c:v>2.9888888888888889</c:v>
                </c:pt>
                <c:pt idx="1077">
                  <c:v>2.9916666666666667</c:v>
                </c:pt>
                <c:pt idx="1078">
                  <c:v>2.9944444444444445</c:v>
                </c:pt>
                <c:pt idx="1079">
                  <c:v>2.9972222222222222</c:v>
                </c:pt>
                <c:pt idx="1080">
                  <c:v>3</c:v>
                </c:pt>
              </c:numCache>
            </c:numRef>
          </c:xVal>
          <c:yVal>
            <c:numRef>
              <c:f>Sheet1!$T$4:$T$1084</c:f>
              <c:numCache>
                <c:formatCode>0.00</c:formatCode>
                <c:ptCount val="1081"/>
                <c:pt idx="0">
                  <c:v>0</c:v>
                </c:pt>
                <c:pt idx="1">
                  <c:v>1.7453383900889972E-137</c:v>
                </c:pt>
                <c:pt idx="2">
                  <c:v>1.8006298228225669E-119</c:v>
                </c:pt>
                <c:pt idx="3">
                  <c:v>5.9244090918077931E-109</c:v>
                </c:pt>
                <c:pt idx="4">
                  <c:v>1.6623187129344663E-101</c:v>
                </c:pt>
                <c:pt idx="5">
                  <c:v>9.7064435213270911E-96</c:v>
                </c:pt>
                <c:pt idx="6">
                  <c:v>4.8941801615245718E-91</c:v>
                </c:pt>
                <c:pt idx="7">
                  <c:v>4.5523158596807346E-87</c:v>
                </c:pt>
                <c:pt idx="8">
                  <c:v>1.2288369562227042E-83</c:v>
                </c:pt>
                <c:pt idx="9">
                  <c:v>1.2894089141757816E-80</c:v>
                </c:pt>
                <c:pt idx="10">
                  <c:v>6.4207411160101496E-78</c:v>
                </c:pt>
                <c:pt idx="11">
                  <c:v>1.749408879684461E-75</c:v>
                </c:pt>
                <c:pt idx="12">
                  <c:v>2.8970102882149276E-73</c:v>
                </c:pt>
                <c:pt idx="13">
                  <c:v>3.1580679532946652E-71</c:v>
                </c:pt>
                <c:pt idx="14">
                  <c:v>2.4112793699617589E-69</c:v>
                </c:pt>
                <c:pt idx="15">
                  <c:v>1.3545217739345199E-67</c:v>
                </c:pt>
                <c:pt idx="16">
                  <c:v>5.8244438693392299E-66</c:v>
                </c:pt>
                <c:pt idx="17">
                  <c:v>1.9803221504236213E-64</c:v>
                </c:pt>
                <c:pt idx="18">
                  <c:v>5.4688489244242688E-63</c:v>
                </c:pt>
                <c:pt idx="19">
                  <c:v>1.2546041934254716E-61</c:v>
                </c:pt>
                <c:pt idx="20">
                  <c:v>2.4368874707598621E-60</c:v>
                </c:pt>
                <c:pt idx="21">
                  <c:v>4.0732257142268962E-59</c:v>
                </c:pt>
                <c:pt idx="22">
                  <c:v>5.9413713772110072E-58</c:v>
                </c:pt>
                <c:pt idx="23">
                  <c:v>7.6549272728497437E-57</c:v>
                </c:pt>
                <c:pt idx="24">
                  <c:v>8.8042115258200528E-56</c:v>
                </c:pt>
                <c:pt idx="25">
                  <c:v>9.1235014068012983E-55</c:v>
                </c:pt>
                <c:pt idx="26">
                  <c:v>8.5882951030487826E-54</c:v>
                </c:pt>
                <c:pt idx="27">
                  <c:v>7.3973639705090691E-53</c:v>
                </c:pt>
                <c:pt idx="28">
                  <c:v>5.8678374728148163E-52</c:v>
                </c:pt>
                <c:pt idx="29">
                  <c:v>4.3114278944531219E-51</c:v>
                </c:pt>
                <c:pt idx="30">
                  <c:v>2.9495896049302642E-50</c:v>
                </c:pt>
                <c:pt idx="31">
                  <c:v>1.8877000985059058E-49</c:v>
                </c:pt>
                <c:pt idx="32">
                  <c:v>1.1349458082352269E-48</c:v>
                </c:pt>
                <c:pt idx="33">
                  <c:v>6.4351381711730858E-48</c:v>
                </c:pt>
                <c:pt idx="34">
                  <c:v>3.453039637584703E-47</c:v>
                </c:pt>
                <c:pt idx="35">
                  <c:v>1.7591151128137252E-46</c:v>
                </c:pt>
                <c:pt idx="36">
                  <c:v>8.533097388890082E-46</c:v>
                </c:pt>
                <c:pt idx="37">
                  <c:v>3.9518928231808912E-45</c:v>
                </c:pt>
                <c:pt idx="38">
                  <c:v>1.7517114486694842E-44</c:v>
                </c:pt>
                <c:pt idx="39">
                  <c:v>7.4484901974003801E-44</c:v>
                </c:pt>
                <c:pt idx="40">
                  <c:v>3.0446429264093591E-43</c:v>
                </c:pt>
                <c:pt idx="41">
                  <c:v>1.1987078441085984E-42</c:v>
                </c:pt>
                <c:pt idx="42">
                  <c:v>4.5539098136902251E-42</c:v>
                </c:pt>
                <c:pt idx="43">
                  <c:v>1.6721660203399652E-41</c:v>
                </c:pt>
                <c:pt idx="44">
                  <c:v>5.9439850160876718E-41</c:v>
                </c:pt>
                <c:pt idx="45">
                  <c:v>2.0483916691285831E-40</c:v>
                </c:pt>
                <c:pt idx="46">
                  <c:v>6.8529432093950892E-40</c:v>
                </c:pt>
                <c:pt idx="47">
                  <c:v>2.2285570979046035E-39</c:v>
                </c:pt>
                <c:pt idx="48">
                  <c:v>7.0529627411085621E-39</c:v>
                </c:pt>
                <c:pt idx="49">
                  <c:v>2.1747393180117112E-38</c:v>
                </c:pt>
                <c:pt idx="50">
                  <c:v>6.5401501996318815E-38</c:v>
                </c:pt>
                <c:pt idx="51">
                  <c:v>1.9201850568585676E-37</c:v>
                </c:pt>
                <c:pt idx="52">
                  <c:v>5.5090687913123462E-37</c:v>
                </c:pt>
                <c:pt idx="53">
                  <c:v>1.5458765559966135E-36</c:v>
                </c:pt>
                <c:pt idx="54">
                  <c:v>4.2461299549120359E-36</c:v>
                </c:pt>
                <c:pt idx="55">
                  <c:v>1.1425471193231393E-35</c:v>
                </c:pt>
                <c:pt idx="56">
                  <c:v>3.0139734892047805E-35</c:v>
                </c:pt>
                <c:pt idx="57">
                  <c:v>7.7999928664253259E-35</c:v>
                </c:pt>
                <c:pt idx="58">
                  <c:v>1.9816526687511425E-34</c:v>
                </c:pt>
                <c:pt idx="59">
                  <c:v>4.9455395443286503E-34</c:v>
                </c:pt>
                <c:pt idx="60">
                  <c:v>1.2131459728376115E-33</c:v>
                </c:pt>
                <c:pt idx="61">
                  <c:v>2.9266662278086074E-33</c:v>
                </c:pt>
                <c:pt idx="62">
                  <c:v>6.9475154761890361E-33</c:v>
                </c:pt>
                <c:pt idx="63">
                  <c:v>1.6237014471938744E-32</c:v>
                </c:pt>
                <c:pt idx="64">
                  <c:v>3.7378055724195788E-32</c:v>
                </c:pt>
                <c:pt idx="65">
                  <c:v>8.4793922188387069E-32</c:v>
                </c:pt>
                <c:pt idx="66">
                  <c:v>1.8964636188863565E-31</c:v>
                </c:pt>
                <c:pt idx="67">
                  <c:v>4.1835176237772947E-31</c:v>
                </c:pt>
                <c:pt idx="68">
                  <c:v>9.1061177278339286E-31</c:v>
                </c:pt>
                <c:pt idx="69">
                  <c:v>1.9565412120032242E-30</c:v>
                </c:pt>
                <c:pt idx="70">
                  <c:v>4.1511747339506296E-30</c:v>
                </c:pt>
                <c:pt idx="71">
                  <c:v>8.7003073360071099E-30</c:v>
                </c:pt>
                <c:pt idx="72">
                  <c:v>1.8018909934830611E-29</c:v>
                </c:pt>
                <c:pt idx="73">
                  <c:v>3.6888873529703585E-29</c:v>
                </c:pt>
                <c:pt idx="74">
                  <c:v>7.4674449150705215E-29</c:v>
                </c:pt>
                <c:pt idx="75">
                  <c:v>1.4951670059686E-28</c:v>
                </c:pt>
                <c:pt idx="76">
                  <c:v>2.9619279896972734E-28</c:v>
                </c:pt>
                <c:pt idx="77">
                  <c:v>5.80694251511827E-28</c:v>
                </c:pt>
                <c:pt idx="78">
                  <c:v>1.1270034239365108E-27</c:v>
                </c:pt>
                <c:pt idx="79">
                  <c:v>2.165806281854836E-27</c:v>
                </c:pt>
                <c:pt idx="80">
                  <c:v>4.1222887459820001E-27</c:v>
                </c:pt>
                <c:pt idx="81">
                  <c:v>7.7729411472678746E-27</c:v>
                </c:pt>
                <c:pt idx="82">
                  <c:v>1.4523137439941653E-26</c:v>
                </c:pt>
                <c:pt idx="83">
                  <c:v>2.6894278908744846E-26</c:v>
                </c:pt>
                <c:pt idx="84">
                  <c:v>4.9371529675979551E-26</c:v>
                </c:pt>
                <c:pt idx="85">
                  <c:v>8.9866953615592464E-26</c:v>
                </c:pt>
                <c:pt idx="86">
                  <c:v>1.6222456160211585E-25</c:v>
                </c:pt>
                <c:pt idx="87">
                  <c:v>2.9047566140700401E-25</c:v>
                </c:pt>
                <c:pt idx="88">
                  <c:v>5.1601221070412201E-25</c:v>
                </c:pt>
                <c:pt idx="89">
                  <c:v>9.0958880384381128E-25</c:v>
                </c:pt>
                <c:pt idx="90">
                  <c:v>1.5912570148605297E-24</c:v>
                </c:pt>
                <c:pt idx="91">
                  <c:v>2.7632384390036342E-24</c:v>
                </c:pt>
                <c:pt idx="92">
                  <c:v>4.7637561308281238E-24</c:v>
                </c:pt>
                <c:pt idx="93">
                  <c:v>8.1545847518492679E-24</c:v>
                </c:pt>
                <c:pt idx="94">
                  <c:v>1.3862488889757087E-23</c:v>
                </c:pt>
                <c:pt idx="95">
                  <c:v>2.3406224702995375E-23</c:v>
                </c:pt>
                <c:pt idx="96">
                  <c:v>3.9258535315842916E-23</c:v>
                </c:pt>
                <c:pt idx="97">
                  <c:v>6.5419801762984898E-23</c:v>
                </c:pt>
                <c:pt idx="98">
                  <c:v>1.0832152533415322E-22</c:v>
                </c:pt>
                <c:pt idx="99">
                  <c:v>1.782407327098891E-22</c:v>
                </c:pt>
                <c:pt idx="100">
                  <c:v>2.915011956899589E-22</c:v>
                </c:pt>
                <c:pt idx="101">
                  <c:v>4.7387939467881555E-22</c:v>
                </c:pt>
                <c:pt idx="102">
                  <c:v>7.6584478846398395E-22</c:v>
                </c:pt>
                <c:pt idx="103">
                  <c:v>1.2305775718885992E-21</c:v>
                </c:pt>
                <c:pt idx="104">
                  <c:v>1.9661693814986186E-21</c:v>
                </c:pt>
                <c:pt idx="105">
                  <c:v>3.1240902576790018E-21</c:v>
                </c:pt>
                <c:pt idx="106">
                  <c:v>4.9369940269617569E-21</c:v>
                </c:pt>
                <c:pt idx="107">
                  <c:v>7.7603695796411034E-21</c:v>
                </c:pt>
                <c:pt idx="108">
                  <c:v>1.2134618587806756E-20</c:v>
                </c:pt>
                <c:pt idx="109">
                  <c:v>1.8877119932170328E-20</c:v>
                </c:pt>
                <c:pt idx="110">
                  <c:v>2.9218103668289134E-20</c:v>
                </c:pt>
                <c:pt idx="111">
                  <c:v>4.5000226625716862E-20</c:v>
                </c:pt>
                <c:pt idx="112">
                  <c:v>6.8970343905692093E-20</c:v>
                </c:pt>
                <c:pt idx="113">
                  <c:v>1.0520410786239139E-19</c:v>
                </c:pt>
                <c:pt idx="114">
                  <c:v>1.5972107576350311E-19</c:v>
                </c:pt>
                <c:pt idx="115">
                  <c:v>2.4137185339482407E-19</c:v>
                </c:pt>
                <c:pt idx="116">
                  <c:v>3.6311201138350937E-19</c:v>
                </c:pt>
                <c:pt idx="117">
                  <c:v>5.4382356670627106E-19</c:v>
                </c:pt>
                <c:pt idx="118">
                  <c:v>8.1090842963817888E-19</c:v>
                </c:pt>
                <c:pt idx="119">
                  <c:v>1.2039657094591139E-18</c:v>
                </c:pt>
                <c:pt idx="120">
                  <c:v>1.7799846400569224E-18</c:v>
                </c:pt>
                <c:pt idx="121">
                  <c:v>2.6206484649532107E-18</c:v>
                </c:pt>
                <c:pt idx="122">
                  <c:v>3.8425669888270269E-18</c:v>
                </c:pt>
                <c:pt idx="123">
                  <c:v>5.6115566410836136E-18</c:v>
                </c:pt>
                <c:pt idx="124">
                  <c:v>8.1624931877249552E-18</c:v>
                </c:pt>
                <c:pt idx="125">
                  <c:v>1.1826808374301409E-17</c:v>
                </c:pt>
                <c:pt idx="126">
                  <c:v>1.7070433272451552E-17</c:v>
                </c:pt>
                <c:pt idx="127">
                  <c:v>2.4545967347088784E-17</c:v>
                </c:pt>
                <c:pt idx="128">
                  <c:v>3.5164150588805452E-17</c:v>
                </c:pt>
                <c:pt idx="129">
                  <c:v>5.019143676934081E-17</c:v>
                </c:pt>
                <c:pt idx="130">
                  <c:v>7.1382738640764508E-17</c:v>
                </c:pt>
                <c:pt idx="131">
                  <c:v>1.0116140777335606E-16</c:v>
                </c:pt>
                <c:pt idx="132">
                  <c:v>1.4286243725304613E-16</c:v>
                </c:pt>
                <c:pt idx="133">
                  <c:v>2.0106000925801238E-16</c:v>
                </c:pt>
                <c:pt idx="134">
                  <c:v>2.8200720201199263E-16</c:v>
                </c:pt>
                <c:pt idx="135">
                  <c:v>3.9422436747041656E-16</c:v>
                </c:pt>
                <c:pt idx="136">
                  <c:v>5.4928395748792313E-16</c:v>
                </c:pt>
                <c:pt idx="137">
                  <c:v>7.6285412657338338E-16</c:v>
                </c:pt>
                <c:pt idx="138">
                  <c:v>1.0560821740720582E-15</c:v>
                </c:pt>
                <c:pt idx="139">
                  <c:v>1.4574229391562156E-15</c:v>
                </c:pt>
                <c:pt idx="140">
                  <c:v>2.0050480459051639E-15</c:v>
                </c:pt>
                <c:pt idx="141">
                  <c:v>2.7500111838840175E-15</c:v>
                </c:pt>
                <c:pt idx="142">
                  <c:v>3.7603946079260834E-15</c:v>
                </c:pt>
                <c:pt idx="143">
                  <c:v>5.126725489402555E-15</c:v>
                </c:pt>
                <c:pt idx="144">
                  <c:v>6.9690310442974162E-15</c:v>
                </c:pt>
                <c:pt idx="145">
                  <c:v>9.4460026936512951E-15</c:v>
                </c:pt>
                <c:pt idx="146">
                  <c:v>1.2766867044559917E-14</c:v>
                </c:pt>
                <c:pt idx="147">
                  <c:v>1.7206721560876352E-14</c:v>
                </c:pt>
                <c:pt idx="148">
                  <c:v>2.3126293198128819E-14</c:v>
                </c:pt>
                <c:pt idx="149">
                  <c:v>3.0997328510333818E-14</c:v>
                </c:pt>
                <c:pt idx="150">
                  <c:v>4.1435135381681851E-14</c:v>
                </c:pt>
                <c:pt idx="151">
                  <c:v>5.5240183678292563E-14</c:v>
                </c:pt>
                <c:pt idx="152">
                  <c:v>7.345115183588332E-14</c:v>
                </c:pt>
                <c:pt idx="153">
                  <c:v>9.7412399362237268E-14</c:v>
                </c:pt>
                <c:pt idx="154">
                  <c:v>1.2885957637471319E-13</c:v>
                </c:pt>
                <c:pt idx="155">
                  <c:v>1.7002798062976421E-13</c:v>
                </c:pt>
                <c:pt idx="156">
                  <c:v>2.2378937608006081E-13</c:v>
                </c:pt>
                <c:pt idx="157">
                  <c:v>2.9382433799797816E-13</c:v>
                </c:pt>
                <c:pt idx="158">
                  <c:v>3.8483883974112191E-13</c:v>
                </c:pt>
                <c:pt idx="159">
                  <c:v>5.0283580684190105E-13</c:v>
                </c:pt>
                <c:pt idx="160">
                  <c:v>6.5545480847861374E-13</c:v>
                </c:pt>
                <c:pt idx="161">
                  <c:v>8.5239602140510255E-13</c:v>
                </c:pt>
                <c:pt idx="162">
                  <c:v>1.1059481899516889E-12</c:v>
                </c:pt>
                <c:pt idx="163">
                  <c:v>1.431644639295941E-12</c:v>
                </c:pt>
                <c:pt idx="164">
                  <c:v>1.849076621108209E-12</c:v>
                </c:pt>
                <c:pt idx="165">
                  <c:v>2.3828995494126937E-12</c:v>
                </c:pt>
                <c:pt idx="166">
                  <c:v>3.0640752178378329E-12</c:v>
                </c:pt>
                <c:pt idx="167">
                  <c:v>3.9314021089597647E-12</c:v>
                </c:pt>
                <c:pt idx="168">
                  <c:v>5.0333966828005471E-12</c:v>
                </c:pt>
                <c:pt idx="169">
                  <c:v>6.4306013802950267E-12</c:v>
                </c:pt>
                <c:pt idx="170">
                  <c:v>8.1984103658843394E-12</c:v>
                </c:pt>
                <c:pt idx="171">
                  <c:v>1.0430522187667838E-11</c:v>
                </c:pt>
                <c:pt idx="172">
                  <c:v>1.3243150047785252E-11</c:v>
                </c:pt>
                <c:pt idx="173">
                  <c:v>1.6780145821132506E-11</c:v>
                </c:pt>
                <c:pt idx="174">
                  <c:v>2.1219223996330666E-11</c:v>
                </c:pt>
                <c:pt idx="175">
                  <c:v>2.6779507098147493E-11</c:v>
                </c:pt>
                <c:pt idx="176">
                  <c:v>3.3730655757764927E-11</c:v>
                </c:pt>
                <c:pt idx="177">
                  <c:v>4.2403895426937256E-11</c:v>
                </c:pt>
                <c:pt idx="178">
                  <c:v>5.3205308929620898E-11</c:v>
                </c:pt>
                <c:pt idx="179">
                  <c:v>6.6631830918510235E-11</c:v>
                </c:pt>
                <c:pt idx="180">
                  <c:v>8.329045834587492E-11</c:v>
                </c:pt>
                <c:pt idx="181">
                  <c:v>1.0392128196582163E-10</c:v>
                </c:pt>
                <c:pt idx="182">
                  <c:v>1.2942504958649201E-10</c:v>
                </c:pt>
                <c:pt idx="183">
                  <c:v>1.6089609447103853E-10</c:v>
                </c:pt>
                <c:pt idx="184">
                  <c:v>1.9966160441789659E-10</c:v>
                </c:pt>
                <c:pt idx="185">
                  <c:v>2.4732837142535585E-10</c:v>
                </c:pt>
                <c:pt idx="186">
                  <c:v>3.0583835160905266E-10</c:v>
                </c:pt>
                <c:pt idx="187">
                  <c:v>3.7753458373236587E-10</c:v>
                </c:pt>
                <c:pt idx="188">
                  <c:v>4.6523926630257715E-10</c:v>
                </c:pt>
                <c:pt idx="189">
                  <c:v>5.7234608213206424E-10</c:v>
                </c:pt>
                <c:pt idx="190">
                  <c:v>7.0292919054435141E-10</c:v>
                </c:pt>
                <c:pt idx="191">
                  <c:v>8.6187168657926925E-10</c:v>
                </c:pt>
                <c:pt idx="192">
                  <c:v>1.0550167598155929E-9</c:v>
                </c:pt>
                <c:pt idx="193">
                  <c:v>1.2893452796746651E-9</c:v>
                </c:pt>
                <c:pt idx="194">
                  <c:v>1.5731840969445995E-9</c:v>
                </c:pt>
                <c:pt idx="195">
                  <c:v>1.9164499912505727E-9</c:v>
                </c:pt>
                <c:pt idx="196">
                  <c:v>2.3309349206683337E-9</c:v>
                </c:pt>
                <c:pt idx="197">
                  <c:v>2.8306390529883043E-9</c:v>
                </c:pt>
                <c:pt idx="198">
                  <c:v>3.4321589896953859E-9</c:v>
                </c:pt>
                <c:pt idx="199">
                  <c:v>4.1551396460814333E-9</c:v>
                </c:pt>
                <c:pt idx="200">
                  <c:v>5.0227994378318327E-9</c:v>
                </c:pt>
                <c:pt idx="201">
                  <c:v>6.0625397610186231E-9</c:v>
                </c:pt>
                <c:pt idx="202">
                  <c:v>7.3066512552099361E-9</c:v>
                </c:pt>
                <c:pt idx="203">
                  <c:v>8.793131026385811E-9</c:v>
                </c:pt>
                <c:pt idx="204">
                  <c:v>1.056662689719592E-8</c:v>
                </c:pt>
                <c:pt idx="205">
                  <c:v>1.2679526868157368E-8</c:v>
                </c:pt>
                <c:pt idx="206">
                  <c:v>1.5193214337880249E-8</c:v>
                </c:pt>
                <c:pt idx="207">
                  <c:v>1.8179512268452479E-8</c:v>
                </c:pt>
                <c:pt idx="208">
                  <c:v>2.1722342420911385E-8</c:v>
                </c:pt>
                <c:pt idx="209">
                  <c:v>2.5919629054582341E-8</c:v>
                </c:pt>
                <c:pt idx="210">
                  <c:v>3.0885480114649902E-8</c:v>
                </c:pt>
                <c:pt idx="211">
                  <c:v>3.675268295855264E-8</c:v>
                </c:pt>
                <c:pt idx="212">
                  <c:v>4.3675556130177421E-8</c:v>
                </c:pt>
                <c:pt idx="213">
                  <c:v>5.1833203620427553E-8</c:v>
                </c:pt>
                <c:pt idx="214">
                  <c:v>6.1433223495242515E-8</c:v>
                </c:pt>
                <c:pt idx="215">
                  <c:v>7.2715928772130159E-8</c:v>
                </c:pt>
                <c:pt idx="216">
                  <c:v>8.5959145031049639E-8</c:v>
                </c:pt>
                <c:pt idx="217">
                  <c:v>1.0148365650543236E-7</c:v>
                </c:pt>
                <c:pt idx="218">
                  <c:v>1.1965938036750078E-7</c:v>
                </c:pt>
                <c:pt idx="219">
                  <c:v>1.4091235765526385E-7</c:v>
                </c:pt>
                <c:pt idx="220">
                  <c:v>1.6573265884614832E-7</c:v>
                </c:pt>
                <c:pt idx="221">
                  <c:v>1.9468331252663706E-7</c:v>
                </c:pt>
                <c:pt idx="222">
                  <c:v>2.2841037700448624E-7</c:v>
                </c:pt>
                <c:pt idx="223">
                  <c:v>2.6765428712874613E-7</c:v>
                </c:pt>
                <c:pt idx="224">
                  <c:v>3.1326262209503887E-7</c:v>
                </c:pt>
                <c:pt idx="225">
                  <c:v>3.662044546941715E-7</c:v>
                </c:pt>
                <c:pt idx="226">
                  <c:v>4.275864583894928E-7</c:v>
                </c:pt>
                <c:pt idx="227">
                  <c:v>4.9867096586259528E-7</c:v>
                </c:pt>
                <c:pt idx="228">
                  <c:v>5.8089619133236267E-7</c:v>
                </c:pt>
                <c:pt idx="229">
                  <c:v>6.7589884911431156E-7</c:v>
                </c:pt>
                <c:pt idx="230">
                  <c:v>7.8553942263415821E-7</c:v>
                </c:pt>
                <c:pt idx="231">
                  <c:v>9.1193036153268634E-7</c:v>
                </c:pt>
                <c:pt idx="232">
                  <c:v>1.0574675096891335E-6</c:v>
                </c:pt>
                <c:pt idx="233">
                  <c:v>1.2248650940430413E-6</c:v>
                </c:pt>
                <c:pt idx="234">
                  <c:v>1.4171946331023625E-6</c:v>
                </c:pt>
                <c:pt idx="235">
                  <c:v>1.6379281550870313E-6</c:v>
                </c:pt>
                <c:pt idx="236">
                  <c:v>1.8909861488640176E-6</c:v>
                </c:pt>
                <c:pt idx="237">
                  <c:v>2.1807907062825773E-6</c:v>
                </c:pt>
                <c:pt idx="238">
                  <c:v>2.5123243523056437E-6</c:v>
                </c:pt>
                <c:pt idx="239">
                  <c:v>2.8911950995547207E-6</c:v>
                </c:pt>
                <c:pt idx="240">
                  <c:v>3.3237083066263253E-6</c:v>
                </c:pt>
                <c:pt idx="241">
                  <c:v>3.8169459648910839E-6</c:v>
                </c:pt>
                <c:pt idx="242">
                  <c:v>4.3788540865329779E-6</c:v>
                </c:pt>
                <c:pt idx="243">
                  <c:v>5.0183389174095907E-6</c:v>
                </c:pt>
                <c:pt idx="244">
                  <c:v>5.7453727519868103E-6</c:v>
                </c:pt>
                <c:pt idx="245">
                  <c:v>6.5711101841939334E-6</c:v>
                </c:pt>
                <c:pt idx="246">
                  <c:v>7.5080156876179323E-6</c:v>
                </c:pt>
                <c:pt idx="247">
                  <c:v>8.570003481064291E-6</c:v>
                </c:pt>
                <c:pt idx="248">
                  <c:v>9.7725907011988896E-6</c:v>
                </c:pt>
                <c:pt idx="249">
                  <c:v>1.1133064972784023E-5</c:v>
                </c:pt>
                <c:pt idx="250">
                  <c:v>1.2670667538957551E-5</c:v>
                </c:pt>
                <c:pt idx="251">
                  <c:v>1.4406793189087237E-5</c:v>
                </c:pt>
                <c:pt idx="252">
                  <c:v>1.6365208299947566E-5</c:v>
                </c:pt>
                <c:pt idx="253">
                  <c:v>1.8572288387320972E-5</c:v>
                </c:pt>
                <c:pt idx="254">
                  <c:v>2.1057276649543733E-5</c:v>
                </c:pt>
                <c:pt idx="255">
                  <c:v>2.3852565071990245E-5</c:v>
                </c:pt>
                <c:pt idx="256">
                  <c:v>2.6993999751911262E-5</c:v>
                </c:pt>
                <c:pt idx="257">
                  <c:v>3.0521212196332562E-5</c:v>
                </c:pt>
                <c:pt idx="258">
                  <c:v>3.4477978441770912E-5</c:v>
                </c:pt>
                <c:pt idx="259">
                  <c:v>3.8912607943192766E-5</c:v>
                </c:pt>
                <c:pt idx="260">
                  <c:v>4.3878364280757247E-5</c:v>
                </c:pt>
                <c:pt idx="261">
                  <c:v>4.9433919836277797E-5</c:v>
                </c:pt>
                <c:pt idx="262">
                  <c:v>5.5643846696798464E-5</c:v>
                </c:pt>
                <c:pt idx="263">
                  <c:v>6.2579146149923976E-5</c:v>
                </c:pt>
                <c:pt idx="264">
                  <c:v>7.0317819244378348E-5</c:v>
                </c:pt>
                <c:pt idx="265">
                  <c:v>7.8945480999323159E-5</c:v>
                </c:pt>
                <c:pt idx="266">
                  <c:v>8.855602095692963E-5</c:v>
                </c:pt>
                <c:pt idx="267">
                  <c:v>9.9252312884266433E-5</c:v>
                </c:pt>
                <c:pt idx="268">
                  <c:v>1.1114697654223318E-4</c:v>
                </c:pt>
                <c:pt idx="269">
                  <c:v>1.2436319455073975E-4</c:v>
                </c:pt>
                <c:pt idx="270">
                  <c:v>1.3903558748999979E-4</c:v>
                </c:pt>
                <c:pt idx="271">
                  <c:v>1.5531115048736166E-4</c:v>
                </c:pt>
                <c:pt idx="272">
                  <c:v>1.733502546468065E-4</c:v>
                </c:pt>
                <c:pt idx="273">
                  <c:v>1.9332771678369376E-4</c:v>
                </c:pt>
                <c:pt idx="274">
                  <c:v>2.1543394102989532E-4</c:v>
                </c:pt>
                <c:pt idx="275">
                  <c:v>2.3987613597348448E-4</c:v>
                </c:pt>
                <c:pt idx="276">
                  <c:v>2.6687961109186844E-4</c:v>
                </c:pt>
                <c:pt idx="277">
                  <c:v>2.966891563273528E-4</c:v>
                </c:pt>
                <c:pt idx="278">
                  <c:v>3.2957050873825297E-4</c:v>
                </c:pt>
                <c:pt idx="279">
                  <c:v>3.6581191023675176E-4</c:v>
                </c:pt>
                <c:pt idx="280">
                  <c:v>4.0572576049538759E-4</c:v>
                </c:pt>
                <c:pt idx="281">
                  <c:v>4.4965036916697656E-4</c:v>
                </c:pt>
                <c:pt idx="282">
                  <c:v>4.9795181161666239E-4</c:v>
                </c:pt>
                <c:pt idx="283">
                  <c:v>5.5102589240920373E-4</c:v>
                </c:pt>
                <c:pt idx="284">
                  <c:v>6.0930022082841915E-4</c:v>
                </c:pt>
                <c:pt idx="285">
                  <c:v>6.7323640272784393E-4</c:v>
                </c:pt>
                <c:pt idx="286">
                  <c:v>7.4333235302197133E-4</c:v>
                </c:pt>
                <c:pt idx="287">
                  <c:v>8.2012473312367416E-4</c:v>
                </c:pt>
                <c:pt idx="288">
                  <c:v>9.04191517616189E-4</c:v>
                </c:pt>
                <c:pt idx="289">
                  <c:v>9.9615469441501937E-4</c:v>
                </c:pt>
                <c:pt idx="290">
                  <c:v>1.0966831026263135E-3</c:v>
                </c:pt>
                <c:pt idx="291">
                  <c:v>1.206495412242293E-3</c:v>
                </c:pt>
                <c:pt idx="292">
                  <c:v>1.3263632497303882E-3</c:v>
                </c:pt>
                <c:pt idx="293">
                  <c:v>1.4571144734694366E-3</c:v>
                </c:pt>
                <c:pt idx="294">
                  <c:v>1.5996366028640226E-3</c:v>
                </c:pt>
                <c:pt idx="295">
                  <c:v>1.7548804048242779E-3</c:v>
                </c:pt>
                <c:pt idx="296">
                  <c:v>1.9238636411328871E-3</c:v>
                </c:pt>
                <c:pt idx="297">
                  <c:v>2.1076749800343587E-3</c:v>
                </c:pt>
                <c:pt idx="298">
                  <c:v>2.3074780751700698E-3</c:v>
                </c:pt>
                <c:pt idx="299">
                  <c:v>2.5245158147476558E-3</c:v>
                </c:pt>
                <c:pt idx="300">
                  <c:v>2.7601147435747904E-3</c:v>
                </c:pt>
                <c:pt idx="301">
                  <c:v>3.01568966030113E-3</c:v>
                </c:pt>
                <c:pt idx="302">
                  <c:v>3.2927483919027696E-3</c:v>
                </c:pt>
                <c:pt idx="303">
                  <c:v>3.5928967471044429E-3</c:v>
                </c:pt>
                <c:pt idx="304">
                  <c:v>3.9178436500730022E-3</c:v>
                </c:pt>
                <c:pt idx="305">
                  <c:v>4.2694064553209969E-3</c:v>
                </c:pt>
                <c:pt idx="306">
                  <c:v>4.6495164443429281E-3</c:v>
                </c:pt>
                <c:pt idx="307">
                  <c:v>5.0602245040571366E-3</c:v>
                </c:pt>
                <c:pt idx="308">
                  <c:v>5.5037069866532484E-3</c:v>
                </c:pt>
                <c:pt idx="309">
                  <c:v>5.9822717499407128E-3</c:v>
                </c:pt>
                <c:pt idx="310">
                  <c:v>6.4983643767630474E-3</c:v>
                </c:pt>
                <c:pt idx="311">
                  <c:v>7.0545745714858978E-3</c:v>
                </c:pt>
                <c:pt idx="312">
                  <c:v>7.6536427309762557E-3</c:v>
                </c:pt>
                <c:pt idx="313">
                  <c:v>8.298466686883171E-3</c:v>
                </c:pt>
                <c:pt idx="314">
                  <c:v>8.9921086153847314E-3</c:v>
                </c:pt>
                <c:pt idx="315">
                  <c:v>9.7378021099059162E-3</c:v>
                </c:pt>
                <c:pt idx="316">
                  <c:v>1.0538959411616934E-2</c:v>
                </c:pt>
                <c:pt idx="317">
                  <c:v>1.1399178791811683E-2</c:v>
                </c:pt>
                <c:pt idx="318">
                  <c:v>1.2322252079524299E-2</c:v>
                </c:pt>
                <c:pt idx="319">
                  <c:v>1.3312172326985776E-2</c:v>
                </c:pt>
                <c:pt idx="320">
                  <c:v>1.4373141604741554E-2</c:v>
                </c:pt>
                <c:pt idx="321">
                  <c:v>1.5509578917451656E-2</c:v>
                </c:pt>
                <c:pt idx="322">
                  <c:v>1.6726128230580072E-2</c:v>
                </c:pt>
                <c:pt idx="323">
                  <c:v>1.8027666597347791E-2</c:v>
                </c:pt>
                <c:pt idx="324">
                  <c:v>1.9419312374476725E-2</c:v>
                </c:pt>
                <c:pt idx="325">
                  <c:v>2.0906433514399969E-2</c:v>
                </c:pt>
                <c:pt idx="326">
                  <c:v>2.2494655920736777E-2</c:v>
                </c:pt>
                <c:pt idx="327">
                  <c:v>2.4189871852969627E-2</c:v>
                </c:pt>
                <c:pt idx="328">
                  <c:v>2.5998248365370871E-2</c:v>
                </c:pt>
                <c:pt idx="329">
                  <c:v>2.7926235764348262E-2</c:v>
                </c:pt>
                <c:pt idx="330">
                  <c:v>2.9980576067504223E-2</c:v>
                </c:pt>
                <c:pt idx="331">
                  <c:v>3.2168311446813175E-2</c:v>
                </c:pt>
                <c:pt idx="332">
                  <c:v>3.4496792637463226E-2</c:v>
                </c:pt>
                <c:pt idx="333">
                  <c:v>3.6973687293034053E-2</c:v>
                </c:pt>
                <c:pt idx="334">
                  <c:v>3.9606988266840594E-2</c:v>
                </c:pt>
                <c:pt idx="335">
                  <c:v>4.2405021798433522E-2</c:v>
                </c:pt>
                <c:pt idx="336">
                  <c:v>4.5376455583425526E-2</c:v>
                </c:pt>
                <c:pt idx="337">
                  <c:v>4.8530306704031391E-2</c:v>
                </c:pt>
                <c:pt idx="338">
                  <c:v>5.1875949396917094E-2</c:v>
                </c:pt>
                <c:pt idx="339">
                  <c:v>5.5423122634245856E-2</c:v>
                </c:pt>
                <c:pt idx="340">
                  <c:v>5.9181937493051728E-2</c:v>
                </c:pt>
                <c:pt idx="341">
                  <c:v>6.316288428745527E-2</c:v>
                </c:pt>
                <c:pt idx="342">
                  <c:v>6.7376839437550046E-2</c:v>
                </c:pt>
                <c:pt idx="343">
                  <c:v>7.1835072048224188E-2</c:v>
                </c:pt>
                <c:pt idx="344">
                  <c:v>7.6549250170635214E-2</c:v>
                </c:pt>
                <c:pt idx="345">
                  <c:v>8.1531446718543454E-2</c:v>
                </c:pt>
                <c:pt idx="346">
                  <c:v>8.6794145011285129E-2</c:v>
                </c:pt>
                <c:pt idx="347">
                  <c:v>9.2350243914762487E-2</c:v>
                </c:pt>
                <c:pt idx="348">
                  <c:v>9.8213062551516211E-2</c:v>
                </c:pt>
                <c:pt idx="349">
                  <c:v>0.10439634455066196</c:v>
                </c:pt>
                <c:pt idx="350">
                  <c:v>0.11091426180829718</c:v>
                </c:pt>
                <c:pt idx="351">
                  <c:v>0.1177814177288265</c:v>
                </c:pt>
                <c:pt idx="352">
                  <c:v>0.12501284991763109</c:v>
                </c:pt>
                <c:pt idx="353">
                  <c:v>0.13262403229548014</c:v>
                </c:pt>
                <c:pt idx="354">
                  <c:v>0.14063087660522769</c:v>
                </c:pt>
                <c:pt idx="355">
                  <c:v>0.14904973328145962</c:v>
                </c:pt>
                <c:pt idx="356">
                  <c:v>0.15789739165404634</c:v>
                </c:pt>
                <c:pt idx="357">
                  <c:v>0.16719107945690218</c:v>
                </c:pt>
                <c:pt idx="358">
                  <c:v>0.17694846161363451</c:v>
                </c:pt>
                <c:pt idx="359">
                  <c:v>0.18718763827231646</c:v>
                </c:pt>
                <c:pt idx="360">
                  <c:v>0.19792714206222425</c:v>
                </c:pt>
                <c:pt idx="361">
                  <c:v>0.20918593454604115</c:v>
                </c:pt>
                <c:pt idx="362">
                  <c:v>0.22098340184183757</c:v>
                </c:pt>
                <c:pt idx="363">
                  <c:v>0.2333393493899858</c:v>
                </c:pt>
                <c:pt idx="364">
                  <c:v>0.24627399584119666</c:v>
                </c:pt>
                <c:pt idx="365">
                  <c:v>0.25980796604284695</c:v>
                </c:pt>
                <c:pt idx="366">
                  <c:v>0.27396228310195142</c:v>
                </c:pt>
                <c:pt idx="367">
                  <c:v>0.28875835950441409</c:v>
                </c:pt>
                <c:pt idx="368">
                  <c:v>0.30421798727147553</c:v>
                </c:pt>
                <c:pt idx="369">
                  <c:v>0.3203633271356916</c:v>
                </c:pt>
                <c:pt idx="370">
                  <c:v>0.33721689672038929</c:v>
                </c:pt>
                <c:pt idx="371">
                  <c:v>0.35480155770797434</c:v>
                </c:pt>
                <c:pt idx="372">
                  <c:v>0.37314050198436599</c:v>
                </c:pt>
                <c:pt idx="373">
                  <c:v>0.39225723674838686</c:v>
                </c:pt>
                <c:pt idx="374">
                  <c:v>0.41217556857695453</c:v>
                </c:pt>
                <c:pt idx="375">
                  <c:v>0.43291958643872519</c:v>
                </c:pt>
                <c:pt idx="376">
                  <c:v>0.45451364365098201</c:v>
                </c:pt>
                <c:pt idx="377">
                  <c:v>0.47698233877641083</c:v>
                </c:pt>
                <c:pt idx="378">
                  <c:v>0.50035049545879184</c:v>
                </c:pt>
                <c:pt idx="379">
                  <c:v>0.52464314119868793</c:v>
                </c:pt>
                <c:pt idx="380">
                  <c:v>0.54988548507243062</c:v>
                </c:pt>
                <c:pt idx="381">
                  <c:v>0.57610289440023155</c:v>
                </c:pt>
                <c:pt idx="382">
                  <c:v>0.60332087037127413</c:v>
                </c:pt>
                <c:pt idx="383">
                  <c:v>0.63156502263643888</c:v>
                </c:pt>
                <c:pt idx="384">
                  <c:v>0.66086104288141012</c:v>
                </c:pt>
                <c:pt idx="385">
                  <c:v>0.69123467739550537</c:v>
                </c:pt>
                <c:pt idx="386">
                  <c:v>0.72271169865434604</c:v>
                </c:pt>
                <c:pt idx="387">
                  <c:v>0.75531787593640243</c:v>
                </c:pt>
                <c:pt idx="388">
                  <c:v>0.78907894499662323</c:v>
                </c:pt>
                <c:pt idx="389">
                  <c:v>0.82402057682254526</c:v>
                </c:pt>
                <c:pt idx="390">
                  <c:v>0.86016834550088861</c:v>
                </c:pt>
                <c:pt idx="391">
                  <c:v>0.89754769522521805</c:v>
                </c:pt>
                <c:pt idx="392">
                  <c:v>0.93618390647776661</c:v>
                </c:pt>
                <c:pt idx="393">
                  <c:v>0.97610206142115896</c:v>
                </c:pt>
                <c:pt idx="394">
                  <c:v>1.0173270085379058</c:v>
                </c:pt>
                <c:pt idx="395">
                  <c:v>1.0598833265584433</c:v>
                </c:pt>
                <c:pt idx="396">
                  <c:v>1.1037952877207138</c:v>
                </c:pt>
                <c:pt idx="397">
                  <c:v>1.1490868204063314</c:v>
                </c:pt>
                <c:pt idx="398">
                  <c:v>1.1957814712014794</c:v>
                </c:pt>
                <c:pt idx="399">
                  <c:v>1.2439023664320688</c:v>
                </c:pt>
                <c:pt idx="400">
                  <c:v>1.2934721732254708</c:v>
                </c:pt>
                <c:pt idx="401">
                  <c:v>1.3445130601529991</c:v>
                </c:pt>
                <c:pt idx="402">
                  <c:v>1.3970466575096037</c:v>
                </c:pt>
                <c:pt idx="403">
                  <c:v>1.451094017288544</c:v>
                </c:pt>
                <c:pt idx="404">
                  <c:v>1.5066755729116683</c:v>
                </c:pt>
                <c:pt idx="405">
                  <c:v>1.5638110987769107</c:v>
                </c:pt>
                <c:pt idx="406">
                  <c:v>1.6225196696863193</c:v>
                </c:pt>
                <c:pt idx="407">
                  <c:v>1.6828196202199273</c:v>
                </c:pt>
                <c:pt idx="408">
                  <c:v>1.7447285041219349</c:v>
                </c:pt>
                <c:pt idx="409">
                  <c:v>1.8082630537666486</c:v>
                </c:pt>
                <c:pt idx="410">
                  <c:v>1.8734391397734671</c:v>
                </c:pt>
                <c:pt idx="411">
                  <c:v>1.9402717308407929</c:v>
                </c:pt>
                <c:pt idx="412">
                  <c:v>2.0087748538695651</c:v>
                </c:pt>
                <c:pt idx="413">
                  <c:v>2.0789615544484046</c:v>
                </c:pt>
                <c:pt idx="414">
                  <c:v>2.150843857772323</c:v>
                </c:pt>
                <c:pt idx="415">
                  <c:v>2.2244327300680076</c:v>
                </c:pt>
                <c:pt idx="416">
                  <c:v>2.2997380405985086</c:v>
                </c:pt>
                <c:pt idx="417">
                  <c:v>2.3767685243208789</c:v>
                </c:pt>
                <c:pt idx="418">
                  <c:v>2.4555317452696244</c:v>
                </c:pt>
                <c:pt idx="419">
                  <c:v>2.5360340607394041</c:v>
                </c:pt>
                <c:pt idx="420">
                  <c:v>2.6182805863396679</c:v>
                </c:pt>
                <c:pt idx="421">
                  <c:v>2.7022751619935561</c:v>
                </c:pt>
                <c:pt idx="422">
                  <c:v>2.7880203189526584</c:v>
                </c:pt>
                <c:pt idx="423">
                  <c:v>2.8755172478988671</c:v>
                </c:pt>
                <c:pt idx="424">
                  <c:v>2.9647657682029447</c:v>
                </c:pt>
                <c:pt idx="425">
                  <c:v>3.0557642984088917</c:v>
                </c:pt>
                <c:pt idx="426">
                  <c:v>3.1485098280115977</c:v>
                </c:pt>
                <c:pt idx="427">
                  <c:v>3.2429978905941024</c:v>
                </c:pt>
                <c:pt idx="428">
                  <c:v>3.3392225383886496</c:v>
                </c:pt>
                <c:pt idx="429">
                  <c:v>3.4371763183250237</c:v>
                </c:pt>
                <c:pt idx="430">
                  <c:v>3.5368502496262191</c:v>
                </c:pt>
                <c:pt idx="431">
                  <c:v>3.6382338030115964</c:v>
                </c:pt>
                <c:pt idx="432">
                  <c:v>3.7413148815626998</c:v>
                </c:pt>
                <c:pt idx="433">
                  <c:v>3.846079803307628</c:v>
                </c:pt>
                <c:pt idx="434">
                  <c:v>3.9525132855747644</c:v>
                </c:pt>
                <c:pt idx="435">
                  <c:v>4.0605984311660084</c:v>
                </c:pt>
                <c:pt idx="436">
                  <c:v>4.1703167163958232</c:v>
                </c:pt>
                <c:pt idx="437">
                  <c:v>4.2816479810393835</c:v>
                </c:pt>
                <c:pt idx="438">
                  <c:v>4.3945704202318652</c:v>
                </c:pt>
                <c:pt idx="439">
                  <c:v>4.50906057835551</c:v>
                </c:pt>
                <c:pt idx="440">
                  <c:v>4.6250933449495975</c:v>
                </c:pt>
                <c:pt idx="441">
                  <c:v>4.742641952674493</c:v>
                </c:pt>
                <c:pt idx="442">
                  <c:v>4.8616779773580703</c:v>
                </c:pt>
                <c:pt idx="443">
                  <c:v>4.9821713401484624</c:v>
                </c:pt>
                <c:pt idx="444">
                  <c:v>5.1040903117950611</c:v>
                </c:pt>
                <c:pt idx="445">
                  <c:v>5.2274015190740464</c:v>
                </c:pt>
                <c:pt idx="446">
                  <c:v>5.3520699533737757</c:v>
                </c:pt>
                <c:pt idx="447">
                  <c:v>5.4780589814482408</c:v>
                </c:pt>
                <c:pt idx="448">
                  <c:v>5.605330358347473</c:v>
                </c:pt>
                <c:pt idx="449">
                  <c:v>5.733844242525068</c:v>
                </c:pt>
                <c:pt idx="450">
                  <c:v>5.8635592131231187</c:v>
                </c:pt>
                <c:pt idx="451">
                  <c:v>5.9944322894299127</c:v>
                </c:pt>
                <c:pt idx="452">
                  <c:v>6.1264189524996153</c:v>
                </c:pt>
                <c:pt idx="453">
                  <c:v>6.259473168924405</c:v>
                </c:pt>
                <c:pt idx="454">
                  <c:v>6.3935474167397128</c:v>
                </c:pt>
                <c:pt idx="455">
                  <c:v>6.5285927134439703</c:v>
                </c:pt>
                <c:pt idx="456">
                  <c:v>6.6645586461091062</c:v>
                </c:pt>
                <c:pt idx="457">
                  <c:v>6.8013934035523107</c:v>
                </c:pt>
                <c:pt idx="458">
                  <c:v>6.9390438105403787</c:v>
                </c:pt>
                <c:pt idx="459">
                  <c:v>7.0774553639887694</c:v>
                </c:pt>
                <c:pt idx="460">
                  <c:v>7.2165722711186842</c:v>
                </c:pt>
                <c:pt idx="461">
                  <c:v>7.3563374895287783</c:v>
                </c:pt>
                <c:pt idx="462">
                  <c:v>7.4966927691375949</c:v>
                </c:pt>
                <c:pt idx="463">
                  <c:v>7.6375786959443905</c:v>
                </c:pt>
                <c:pt idx="464">
                  <c:v>7.7789347375607765</c:v>
                </c:pt>
                <c:pt idx="465">
                  <c:v>7.9206992904527969</c:v>
                </c:pt>
                <c:pt idx="466">
                  <c:v>8.0628097288385128</c:v>
                </c:pt>
                <c:pt idx="467">
                  <c:v>8.2052024551776999</c:v>
                </c:pt>
                <c:pt idx="468">
                  <c:v>8.347812952189992</c:v>
                </c:pt>
                <c:pt idx="469">
                  <c:v>8.4905758363337469</c:v>
                </c:pt>
                <c:pt idx="470">
                  <c:v>8.6334249126764444</c:v>
                </c:pt>
                <c:pt idx="471">
                  <c:v>8.7762932310839155</c:v>
                </c:pt>
                <c:pt idx="472">
                  <c:v>8.9191131436537461</c:v>
                </c:pt>
                <c:pt idx="473">
                  <c:v>9.0618163633167281</c:v>
                </c:pt>
                <c:pt idx="474">
                  <c:v>9.2043340235265561</c:v>
                </c:pt>
                <c:pt idx="475">
                  <c:v>9.346596738957496</c:v>
                </c:pt>
                <c:pt idx="476">
                  <c:v>9.488534667127583</c:v>
                </c:pt>
                <c:pt idx="477">
                  <c:v>9.6300775708623316</c:v>
                </c:pt>
                <c:pt idx="478">
                  <c:v>9.7711548815150486</c:v>
                </c:pt>
                <c:pt idx="479">
                  <c:v>9.9116957628553539</c:v>
                </c:pt>
                <c:pt idx="480">
                  <c:v>10.051629175537979</c:v>
                </c:pt>
                <c:pt idx="481">
                  <c:v>10.190883942064223</c:v>
                </c:pt>
                <c:pt idx="482">
                  <c:v>10.329388812144936</c:v>
                </c:pt>
                <c:pt idx="483">
                  <c:v>10.467072528375612</c:v>
                </c:pt>
                <c:pt idx="484">
                  <c:v>10.603863892132427</c:v>
                </c:pt>
                <c:pt idx="485">
                  <c:v>10.739691829598238</c:v>
                </c:pt>
                <c:pt idx="486">
                  <c:v>10.874485457827385</c:v>
                </c:pt>
                <c:pt idx="487">
                  <c:v>11.008174150758801</c:v>
                </c:pt>
                <c:pt idx="488">
                  <c:v>11.140687605085033</c:v>
                </c:pt>
                <c:pt idx="489">
                  <c:v>11.271955905889101</c:v>
                </c:pt>
                <c:pt idx="490">
                  <c:v>11.401909591956388</c:v>
                </c:pt>
                <c:pt idx="491">
                  <c:v>11.530479720676331</c:v>
                </c:pt>
                <c:pt idx="492">
                  <c:v>11.657597932439993</c:v>
                </c:pt>
                <c:pt idx="493">
                  <c:v>11.783196514452632</c:v>
                </c:pt>
                <c:pt idx="494">
                  <c:v>11.907208463870619</c:v>
                </c:pt>
                <c:pt idx="495">
                  <c:v>12.029567550179149</c:v>
                </c:pt>
                <c:pt idx="496">
                  <c:v>12.150208376728866</c:v>
                </c:pt>
                <c:pt idx="497">
                  <c:v>12.269066441347777</c:v>
                </c:pt>
                <c:pt idx="498">
                  <c:v>12.386078195950573</c:v>
                </c:pt>
                <c:pt idx="499">
                  <c:v>12.501181105064649</c:v>
                </c:pt>
                <c:pt idx="500">
                  <c:v>12.614313703201129</c:v>
                </c:pt>
                <c:pt idx="501">
                  <c:v>12.725415650991886</c:v>
                </c:pt>
                <c:pt idx="502">
                  <c:v>12.83442779002595</c:v>
                </c:pt>
                <c:pt idx="503">
                  <c:v>12.941292196312261</c:v>
                </c:pt>
                <c:pt idx="504">
                  <c:v>13.045952232304755</c:v>
                </c:pt>
                <c:pt idx="505">
                  <c:v>13.148352597424806</c:v>
                </c:pt>
                <c:pt idx="506">
                  <c:v>13.248439377017952</c:v>
                </c:pt>
                <c:pt idx="507">
                  <c:v>13.346160089689979</c:v>
                </c:pt>
                <c:pt idx="508">
                  <c:v>13.441463732962928</c:v>
                </c:pt>
                <c:pt idx="509">
                  <c:v>13.534300827198905</c:v>
                </c:pt>
                <c:pt idx="510">
                  <c:v>13.6246234577451</c:v>
                </c:pt>
                <c:pt idx="511">
                  <c:v>13.712385315247362</c:v>
                </c:pt>
                <c:pt idx="512">
                  <c:v>13.797541734093414</c:v>
                </c:pt>
                <c:pt idx="513">
                  <c:v>13.880049728943799</c:v>
                </c:pt>
                <c:pt idx="514">
                  <c:v>13.959868029311091</c:v>
                </c:pt>
                <c:pt idx="515">
                  <c:v>14.036957112156369</c:v>
                </c:pt>
                <c:pt idx="516">
                  <c:v>14.111279232469936</c:v>
                </c:pt>
                <c:pt idx="517">
                  <c:v>14.182798451809147</c:v>
                </c:pt>
                <c:pt idx="518">
                  <c:v>14.251480664770209</c:v>
                </c:pt>
                <c:pt idx="519">
                  <c:v>14.317293623369611</c:v>
                </c:pt>
                <c:pt idx="520">
                  <c:v>14.380206959322313</c:v>
                </c:pt>
                <c:pt idx="521">
                  <c:v>14.44019220419816</c:v>
                </c:pt>
                <c:pt idx="522">
                  <c:v>14.497222807447164</c:v>
                </c:pt>
                <c:pt idx="523">
                  <c:v>14.551274152286041</c:v>
                </c:pt>
                <c:pt idx="524">
                  <c:v>14.602323569440584</c:v>
                </c:pt>
                <c:pt idx="525">
                  <c:v>14.650350348743038</c:v>
                </c:pt>
                <c:pt idx="526">
                  <c:v>14.695335748586887</c:v>
                </c:pt>
                <c:pt idx="527">
                  <c:v>14.737263003241274</c:v>
                </c:pt>
                <c:pt idx="528">
                  <c:v>14.776117328039085</c:v>
                </c:pt>
                <c:pt idx="529">
                  <c:v>14.81188592244162</c:v>
                </c:pt>
                <c:pt idx="530">
                  <c:v>14.844557971001157</c:v>
                </c:pt>
                <c:pt idx="531">
                  <c:v>14.874124642236067</c:v>
                </c:pt>
                <c:pt idx="532">
                  <c:v>14.900579085436</c:v>
                </c:pt>
                <c:pt idx="533">
                  <c:v>14.923916425424235</c:v>
                </c:pt>
                <c:pt idx="534">
                  <c:v>14.944133755299561</c:v>
                </c:pt>
                <c:pt idx="535">
                  <c:v>14.961230127186967</c:v>
                </c:pt>
                <c:pt idx="536">
                  <c:v>14.975206541027875</c:v>
                </c:pt>
                <c:pt idx="537">
                  <c:v>14.986065931443289</c:v>
                </c:pt>
                <c:pt idx="538">
                  <c:v>14.99381315270483</c:v>
                </c:pt>
                <c:pt idx="539">
                  <c:v>14.998454961852959</c:v>
                </c:pt>
                <c:pt idx="540">
                  <c:v>15</c:v>
                </c:pt>
                <c:pt idx="541">
                  <c:v>14.998458771863593</c:v>
                </c:pt>
                <c:pt idx="542">
                  <c:v>14.993843623571648</c:v>
                </c:pt>
                <c:pt idx="543">
                  <c:v>14.98616871878783</c:v>
                </c:pt>
                <c:pt idx="544">
                  <c:v>14.97545001320279</c:v>
                </c:pt>
                <c:pt idx="545">
                  <c:v>14.961705227443106</c:v>
                </c:pt>
                <c:pt idx="546">
                  <c:v>14.944953818448337</c:v>
                </c:pt>
                <c:pt idx="547">
                  <c:v>14.92521694936838</c:v>
                </c:pt>
                <c:pt idx="548">
                  <c:v>14.90251745803714</c:v>
                </c:pt>
                <c:pt idx="549">
                  <c:v>14.876879824075504</c:v>
                </c:pt>
                <c:pt idx="550">
                  <c:v>14.848330134681817</c:v>
                </c:pt>
                <c:pt idx="551">
                  <c:v>14.816896049168323</c:v>
                </c:pt>
                <c:pt idx="552">
                  <c:v>14.782606762298988</c:v>
                </c:pt>
                <c:pt idx="553">
                  <c:v>14.745492966492538</c:v>
                </c:pt>
                <c:pt idx="554">
                  <c:v>14.705586812946823</c:v>
                </c:pt>
                <c:pt idx="555">
                  <c:v>14.662921871748008</c:v>
                </c:pt>
                <c:pt idx="556">
                  <c:v>14.617533091024134</c:v>
                </c:pt>
                <c:pt idx="557">
                  <c:v>14.569456755206474</c:v>
                </c:pt>
                <c:pt idx="558">
                  <c:v>14.518730442459519</c:v>
                </c:pt>
                <c:pt idx="559">
                  <c:v>14.465392981341544</c:v>
                </c:pt>
                <c:pt idx="560">
                  <c:v>14.409484406758507</c:v>
                </c:pt>
                <c:pt idx="561">
                  <c:v>14.351045915274984</c:v>
                </c:pt>
                <c:pt idx="562">
                  <c:v>14.290119819840928</c:v>
                </c:pt>
                <c:pt idx="563">
                  <c:v>14.226749503999631</c:v>
                </c:pt>
                <c:pt idx="564">
                  <c:v>14.160979375636535</c:v>
                </c:pt>
                <c:pt idx="565">
                  <c:v>14.092854820331487</c:v>
                </c:pt>
                <c:pt idx="566">
                  <c:v>14.022422154373851</c:v>
                </c:pt>
                <c:pt idx="567">
                  <c:v>13.949728577501114</c:v>
                </c:pt>
                <c:pt idx="568">
                  <c:v>13.874822125422849</c:v>
                </c:pt>
                <c:pt idx="569">
                  <c:v>13.797751622184673</c:v>
                </c:pt>
                <c:pt idx="570">
                  <c:v>13.718566632434237</c:v>
                </c:pt>
                <c:pt idx="571">
                  <c:v>13.637317413644123</c:v>
                </c:pt>
                <c:pt idx="572">
                  <c:v>13.55405486834858</c:v>
                </c:pt>
                <c:pt idx="573">
                  <c:v>13.468830496449726</c:v>
                </c:pt>
                <c:pt idx="574">
                  <c:v>13.381696347646727</c:v>
                </c:pt>
                <c:pt idx="575">
                  <c:v>13.292704974041076</c:v>
                </c:pt>
                <c:pt idx="576">
                  <c:v>13.201909382969911</c:v>
                </c:pt>
                <c:pt idx="577">
                  <c:v>13.109362990118159</c:v>
                </c:pt>
                <c:pt idx="578">
                  <c:v>13.015119572958179</c:v>
                </c:pt>
                <c:pt idx="579">
                  <c:v>12.919233224564653</c:v>
                </c:pt>
                <c:pt idx="580">
                  <c:v>12.821758307852239</c:v>
                </c:pt>
                <c:pt idx="581">
                  <c:v>12.722749410279704</c:v>
                </c:pt>
                <c:pt idx="582">
                  <c:v>12.62226129906426</c:v>
                </c:pt>
                <c:pt idx="583">
                  <c:v>12.520348876949658</c:v>
                </c:pt>
                <c:pt idx="584">
                  <c:v>12.41706713856566</c:v>
                </c:pt>
                <c:pt idx="585">
                  <c:v>12.312471127420652</c:v>
                </c:pt>
                <c:pt idx="586">
                  <c:v>12.206615893562109</c:v>
                </c:pt>
                <c:pt idx="587">
                  <c:v>12.099556451942664</c:v>
                </c:pt>
                <c:pt idx="588">
                  <c:v>11.991347741523983</c:v>
                </c:pt>
                <c:pt idx="589">
                  <c:v>11.882044585152421</c:v>
                </c:pt>
                <c:pt idx="590">
                  <c:v>11.771701650235313</c:v>
                </c:pt>
                <c:pt idx="591">
                  <c:v>11.66037341024855</c:v>
                </c:pt>
                <c:pt idx="592">
                  <c:v>11.548114107101002</c:v>
                </c:pt>
                <c:pt idx="593">
                  <c:v>11.434977714383358</c:v>
                </c:pt>
                <c:pt idx="594">
                  <c:v>11.321017901523531</c:v>
                </c:pt>
                <c:pt idx="595">
                  <c:v>11.206287998871083</c:v>
                </c:pt>
                <c:pt idx="596">
                  <c:v>11.090840963732935</c:v>
                </c:pt>
                <c:pt idx="597">
                  <c:v>10.974729347375952</c:v>
                </c:pt>
                <c:pt idx="598">
                  <c:v>10.858005263017263</c:v>
                </c:pt>
                <c:pt idx="599">
                  <c:v>10.740720354815048</c:v>
                </c:pt>
                <c:pt idx="600">
                  <c:v>10.622925767874573</c:v>
                </c:pt>
                <c:pt idx="601">
                  <c:v>10.504672119282738</c:v>
                </c:pt>
                <c:pt idx="602">
                  <c:v>10.386009470179792</c:v>
                </c:pt>
                <c:pt idx="603">
                  <c:v>10.266987298879849</c:v>
                </c:pt>
                <c:pt idx="604">
                  <c:v>10.14765447504489</c:v>
                </c:pt>
                <c:pt idx="605">
                  <c:v>10.028059234921418</c:v>
                </c:pt>
                <c:pt idx="606">
                  <c:v>9.9082491576413094</c:v>
                </c:pt>
                <c:pt idx="607">
                  <c:v>9.7882711425924445</c:v>
                </c:pt>
                <c:pt idx="608">
                  <c:v>9.6681713878589477</c:v>
                </c:pt>
                <c:pt idx="609">
                  <c:v>9.5479953697326536</c:v>
                </c:pt>
                <c:pt idx="610">
                  <c:v>9.4277878232936434</c:v>
                </c:pt>
                <c:pt idx="611">
                  <c:v>9.3075927240580985</c:v>
                </c:pt>
                <c:pt idx="612">
                  <c:v>9.1874532706895256</c:v>
                </c:pt>
                <c:pt idx="613">
                  <c:v>9.067411868768275</c:v>
                </c:pt>
                <c:pt idx="614">
                  <c:v>8.9475101156133494</c:v>
                </c:pt>
                <c:pt idx="615">
                  <c:v>8.8277887861492452</c:v>
                </c:pt>
                <c:pt idx="616">
                  <c:v>8.7082878198086284</c:v>
                </c:pt>
                <c:pt idx="617">
                  <c:v>8.589046308462402</c:v>
                </c:pt>
                <c:pt idx="618">
                  <c:v>8.4701024853655102</c:v>
                </c:pt>
                <c:pt idx="619">
                  <c:v>8.3514937151071198</c:v>
                </c:pt>
                <c:pt idx="620">
                  <c:v>8.2332564845534613</c:v>
                </c:pt>
                <c:pt idx="621">
                  <c:v>8.1154263947674554</c:v>
                </c:pt>
                <c:pt idx="622">
                  <c:v>7.9980381538944574</c:v>
                </c:pt>
                <c:pt idx="623">
                  <c:v>7.8811255709945405</c:v>
                </c:pt>
                <c:pt idx="624">
                  <c:v>7.7647215508088827</c:v>
                </c:pt>
                <c:pt idx="625">
                  <c:v>7.6488580894417426</c:v>
                </c:pt>
                <c:pt idx="626">
                  <c:v>7.5335662709402849</c:v>
                </c:pt>
                <c:pt idx="627">
                  <c:v>7.4188762647552453</c:v>
                </c:pt>
                <c:pt idx="628">
                  <c:v>7.30481732406344</c:v>
                </c:pt>
                <c:pt idx="629">
                  <c:v>7.1914177849316134</c:v>
                </c:pt>
                <c:pt idx="630">
                  <c:v>7.0787050663033861</c:v>
                </c:pt>
                <c:pt idx="631">
                  <c:v>6.9667056707880022</c:v>
                </c:pt>
                <c:pt idx="632">
                  <c:v>6.8554451862301446</c:v>
                </c:pt>
                <c:pt idx="633">
                  <c:v>6.7449482880404714</c:v>
                </c:pt>
                <c:pt idx="634">
                  <c:v>6.635238742263879</c:v>
                </c:pt>
                <c:pt idx="635">
                  <c:v>6.5263394093650602</c:v>
                </c:pt>
                <c:pt idx="636">
                  <c:v>6.418272248708413</c:v>
                </c:pt>
                <c:pt idx="637">
                  <c:v>6.3110583237100162</c:v>
                </c:pt>
                <c:pt idx="638">
                  <c:v>6.2047178076393426</c:v>
                </c:pt>
                <c:pt idx="639">
                  <c:v>6.0992699900475156</c:v>
                </c:pt>
                <c:pt idx="640">
                  <c:v>5.9947332837998859</c:v>
                </c:pt>
                <c:pt idx="641">
                  <c:v>5.8911252326888679</c:v>
                </c:pt>
                <c:pt idx="642">
                  <c:v>5.7884625196052664</c:v>
                </c:pt>
                <c:pt idx="643">
                  <c:v>5.6867609752441508</c:v>
                </c:pt>
                <c:pt idx="644">
                  <c:v>5.5860355873221801</c:v>
                </c:pt>
                <c:pt idx="645">
                  <c:v>5.486300510284015</c:v>
                </c:pt>
                <c:pt idx="646">
                  <c:v>5.387569075473893</c:v>
                </c:pt>
                <c:pt idx="647">
                  <c:v>5.2898538017503878</c:v>
                </c:pt>
                <c:pt idx="648">
                  <c:v>5.1931664065210219</c:v>
                </c:pt>
                <c:pt idx="649">
                  <c:v>5.0975178171741531</c:v>
                </c:pt>
                <c:pt idx="650">
                  <c:v>5.0029181828862068</c:v>
                </c:pt>
                <c:pt idx="651">
                  <c:v>4.909376886781109</c:v>
                </c:pt>
                <c:pt idx="652">
                  <c:v>4.8169025584207414</c:v>
                </c:pt>
                <c:pt idx="653">
                  <c:v>4.7255030866047285</c:v>
                </c:pt>
                <c:pt idx="654">
                  <c:v>4.6351856324564977</c:v>
                </c:pt>
                <c:pt idx="655">
                  <c:v>4.5459566427771687</c:v>
                </c:pt>
                <c:pt idx="656">
                  <c:v>4.4578218636435416</c:v>
                </c:pt>
                <c:pt idx="657">
                  <c:v>4.3707863542315408</c:v>
                </c:pt>
                <c:pt idx="658">
                  <c:v>4.2848545008439647</c:v>
                </c:pt>
                <c:pt idx="659">
                  <c:v>4.2000300311233163</c:v>
                </c:pt>
                <c:pt idx="660">
                  <c:v>4.1163160284293916</c:v>
                </c:pt>
                <c:pt idx="661">
                  <c:v>4.033714946363407</c:v>
                </c:pt>
                <c:pt idx="662">
                  <c:v>3.9522286234196078</c:v>
                </c:pt>
                <c:pt idx="663">
                  <c:v>3.8718582977457854</c:v>
                </c:pt>
                <c:pt idx="664">
                  <c:v>3.792604621995483</c:v>
                </c:pt>
                <c:pt idx="665">
                  <c:v>3.7144676782541168</c:v>
                </c:pt>
                <c:pt idx="666">
                  <c:v>3.6374469930220394</c:v>
                </c:pt>
                <c:pt idx="667">
                  <c:v>3.5615415522381126</c:v>
                </c:pt>
                <c:pt idx="668">
                  <c:v>3.4867498163279933</c:v>
                </c:pt>
                <c:pt idx="669">
                  <c:v>3.4130697352608759</c:v>
                </c:pt>
                <c:pt idx="670">
                  <c:v>3.3404987636005758</c:v>
                </c:pt>
                <c:pt idx="671">
                  <c:v>3.26903387553548</c:v>
                </c:pt>
                <c:pt idx="672">
                  <c:v>3.1986715798735239</c:v>
                </c:pt>
                <c:pt idx="673">
                  <c:v>3.1294079349889183</c:v>
                </c:pt>
                <c:pt idx="674">
                  <c:v>3.0612385637065791</c:v>
                </c:pt>
                <c:pt idx="675">
                  <c:v>2.9941586681125245</c:v>
                </c:pt>
                <c:pt idx="676">
                  <c:v>2.9281630442774884</c:v>
                </c:pt>
                <c:pt idx="677">
                  <c:v>2.8632460968820772</c:v>
                </c:pt>
                <c:pt idx="678">
                  <c:v>2.7994018537324887</c:v>
                </c:pt>
                <c:pt idx="679">
                  <c:v>2.7366239801557368</c:v>
                </c:pt>
                <c:pt idx="680">
                  <c:v>2.6749057932644598</c:v>
                </c:pt>
                <c:pt idx="681">
                  <c:v>2.6142402760812939</c:v>
                </c:pt>
                <c:pt idx="682">
                  <c:v>2.5546200915134656</c:v>
                </c:pt>
                <c:pt idx="683">
                  <c:v>2.4960375961691761</c:v>
                </c:pt>
                <c:pt idx="684">
                  <c:v>2.4384848540067154</c:v>
                </c:pt>
                <c:pt idx="685">
                  <c:v>2.3819536498092231</c:v>
                </c:pt>
                <c:pt idx="686">
                  <c:v>2.3264355024768482</c:v>
                </c:pt>
                <c:pt idx="687">
                  <c:v>2.2719216781299374</c:v>
                </c:pt>
                <c:pt idx="688">
                  <c:v>2.2184032030164125</c:v>
                </c:pt>
                <c:pt idx="689">
                  <c:v>2.1658708762171006</c:v>
                </c:pt>
                <c:pt idx="690">
                  <c:v>2.1143152821436466</c:v>
                </c:pt>
                <c:pt idx="691">
                  <c:v>2.0637268028234286</c:v>
                </c:pt>
                <c:pt idx="692">
                  <c:v>2.0140956299668407</c:v>
                </c:pt>
                <c:pt idx="693">
                  <c:v>1.9654117768123343</c:v>
                </c:pt>
                <c:pt idx="694">
                  <c:v>1.9176650897453016</c:v>
                </c:pt>
                <c:pt idx="695">
                  <c:v>1.8708452596869869</c:v>
                </c:pt>
                <c:pt idx="696">
                  <c:v>1.824941833250197</c:v>
                </c:pt>
                <c:pt idx="697">
                  <c:v>1.779944223658972</c:v>
                </c:pt>
                <c:pt idx="698">
                  <c:v>1.7358417214295612</c:v>
                </c:pt>
                <c:pt idx="699">
                  <c:v>1.6926235048103717</c:v>
                </c:pt>
                <c:pt idx="700">
                  <c:v>1.6502786499794702</c:v>
                </c:pt>
                <c:pt idx="701">
                  <c:v>1.6087961409973364</c:v>
                </c:pt>
                <c:pt idx="702">
                  <c:v>1.568164879514542</c:v>
                </c:pt>
                <c:pt idx="703">
                  <c:v>1.5283736942327224</c:v>
                </c:pt>
                <c:pt idx="704">
                  <c:v>1.489411350118605</c:v>
                </c:pt>
                <c:pt idx="705">
                  <c:v>1.451266557370618</c:v>
                </c:pt>
                <c:pt idx="706">
                  <c:v>1.4139279801382578</c:v>
                </c:pt>
                <c:pt idx="707">
                  <c:v>1.377384244994085</c:v>
                </c:pt>
                <c:pt idx="708">
                  <c:v>1.3416239491591777</c:v>
                </c:pt>
                <c:pt idx="709">
                  <c:v>1.3066356684826805</c:v>
                </c:pt>
                <c:pt idx="710">
                  <c:v>1.2724079651763278</c:v>
                </c:pt>
                <c:pt idx="711">
                  <c:v>1.2389293953052016</c:v>
                </c:pt>
                <c:pt idx="712">
                  <c:v>1.2061885160363899</c:v>
                </c:pt>
                <c:pt idx="713">
                  <c:v>1.1741738926467196</c:v>
                </c:pt>
                <c:pt idx="714">
                  <c:v>1.1428741052918312</c:v>
                </c:pt>
                <c:pt idx="715">
                  <c:v>1.1122777555384713</c:v>
                </c:pt>
                <c:pt idx="716">
                  <c:v>1.0823734726621086</c:v>
                </c:pt>
                <c:pt idx="717">
                  <c:v>1.0531499197124079</c:v>
                </c:pt>
                <c:pt idx="718">
                  <c:v>1.0245957993491406</c:v>
                </c:pt>
                <c:pt idx="719">
                  <c:v>0.99669985945100503</c:v>
                </c:pt>
                <c:pt idx="720">
                  <c:v>0.96945089850042732</c:v>
                </c:pt>
                <c:pt idx="721">
                  <c:v>0.94283777074725916</c:v>
                </c:pt>
                <c:pt idx="722">
                  <c:v>0.91684939115433917</c:v>
                </c:pt>
                <c:pt idx="723">
                  <c:v>0.89147474012838124</c:v>
                </c:pt>
                <c:pt idx="724">
                  <c:v>0.86670286803931362</c:v>
                </c:pt>
                <c:pt idx="725">
                  <c:v>0.84252289953159931</c:v>
                </c:pt>
                <c:pt idx="726">
                  <c:v>0.81892403763102717</c:v>
                </c:pt>
                <c:pt idx="727">
                  <c:v>0.79589556765058977</c:v>
                </c:pt>
                <c:pt idx="728">
                  <c:v>0.77342686089918533</c:v>
                </c:pt>
                <c:pt idx="729">
                  <c:v>0.75150737819679236</c:v>
                </c:pt>
                <c:pt idx="730">
                  <c:v>0.73012667320000058</c:v>
                </c:pt>
                <c:pt idx="731">
                  <c:v>0.70927439554187743</c:v>
                </c:pt>
                <c:pt idx="732">
                  <c:v>0.68894029378981947</c:v>
                </c:pt>
                <c:pt idx="733">
                  <c:v>0.66911421822564465</c:v>
                </c:pt>
                <c:pt idx="734">
                  <c:v>0.64978612345182851</c:v>
                </c:pt>
                <c:pt idx="735">
                  <c:v>0.63094607082774479</c:v>
                </c:pt>
                <c:pt idx="736">
                  <c:v>0.61258423074030099</c:v>
                </c:pt>
                <c:pt idx="737">
                  <c:v>0.59469088471278087</c:v>
                </c:pt>
                <c:pt idx="738">
                  <c:v>0.57725642735599769</c:v>
                </c:pt>
                <c:pt idx="739">
                  <c:v>0.56027136816606371</c:v>
                </c:pt>
                <c:pt idx="740">
                  <c:v>0.54372633317260943</c:v>
                </c:pt>
                <c:pt idx="741">
                  <c:v>0.52761206644171266</c:v>
                </c:pt>
                <c:pt idx="742">
                  <c:v>0.51191943143755292</c:v>
                </c:pt>
                <c:pt idx="743">
                  <c:v>0.49663941224694436</c:v>
                </c:pt>
                <c:pt idx="744">
                  <c:v>0.4817631146706372</c:v>
                </c:pt>
                <c:pt idx="745">
                  <c:v>0.46728176718568631</c:v>
                </c:pt>
                <c:pt idx="746">
                  <c:v>0.45318672178260383</c:v>
                </c:pt>
                <c:pt idx="747">
                  <c:v>0.43946945468151993</c:v>
                </c:pt>
                <c:pt idx="748">
                  <c:v>0.42612156693120096</c:v>
                </c:pt>
                <c:pt idx="749">
                  <c:v>0.41313478489480188</c:v>
                </c:pt>
                <c:pt idx="750">
                  <c:v>0.40050096062633728</c:v>
                </c:pt>
                <c:pt idx="751">
                  <c:v>0.38821207214165721</c:v>
                </c:pt>
                <c:pt idx="752">
                  <c:v>0.37626022358767625</c:v>
                </c:pt>
                <c:pt idx="753">
                  <c:v>0.36463764531370546</c:v>
                </c:pt>
                <c:pt idx="754">
                  <c:v>0.35333669384849048</c:v>
                </c:pt>
                <c:pt idx="755">
                  <c:v>0.3423498517866736</c:v>
                </c:pt>
                <c:pt idx="756">
                  <c:v>0.33166972758822699</c:v>
                </c:pt>
                <c:pt idx="757">
                  <c:v>0.32128905529441776</c:v>
                </c:pt>
                <c:pt idx="758">
                  <c:v>0.31120069416380075</c:v>
                </c:pt>
                <c:pt idx="759">
                  <c:v>0.30139762823160932</c:v>
                </c:pt>
                <c:pt idx="760">
                  <c:v>0.29187296579599387</c:v>
                </c:pt>
                <c:pt idx="761">
                  <c:v>0.2826199388342957</c:v>
                </c:pt>
                <c:pt idx="762">
                  <c:v>0.27363190235271734</c:v>
                </c:pt>
                <c:pt idx="763">
                  <c:v>0.2649023336724603</c:v>
                </c:pt>
                <c:pt idx="764">
                  <c:v>0.25642483165550778</c:v>
                </c:pt>
                <c:pt idx="765">
                  <c:v>0.24819311587303497</c:v>
                </c:pt>
                <c:pt idx="766">
                  <c:v>0.24020102571951144</c:v>
                </c:pt>
                <c:pt idx="767">
                  <c:v>0.23244251947530015</c:v>
                </c:pt>
                <c:pt idx="768">
                  <c:v>0.22491167332066878</c:v>
                </c:pt>
                <c:pt idx="769">
                  <c:v>0.21760268030397395</c:v>
                </c:pt>
                <c:pt idx="770">
                  <c:v>0.21050984926669508</c:v>
                </c:pt>
                <c:pt idx="771">
                  <c:v>0.20362760372799135</c:v>
                </c:pt>
                <c:pt idx="772">
                  <c:v>0.19695048073131635</c:v>
                </c:pt>
                <c:pt idx="773">
                  <c:v>0.19047312965563332</c:v>
                </c:pt>
                <c:pt idx="774">
                  <c:v>0.18419031099361355</c:v>
                </c:pt>
                <c:pt idx="775">
                  <c:v>0.17809689509920834</c:v>
                </c:pt>
                <c:pt idx="776">
                  <c:v>0.17218786090689378</c:v>
                </c:pt>
                <c:pt idx="777">
                  <c:v>0.16645829462482256</c:v>
                </c:pt>
                <c:pt idx="778">
                  <c:v>0.16090338840397564</c:v>
                </c:pt>
                <c:pt idx="779">
                  <c:v>0.15551843898553067</c:v>
                </c:pt>
                <c:pt idx="780">
                  <c:v>0.15029884632835042</c:v>
                </c:pt>
                <c:pt idx="781">
                  <c:v>0.14524011221862318</c:v>
                </c:pt>
                <c:pt idx="782">
                  <c:v>0.14033783886354784</c:v>
                </c:pt>
                <c:pt idx="783">
                  <c:v>0.13558772747086478</c:v>
                </c:pt>
                <c:pt idx="784">
                  <c:v>0.13098557681601211</c:v>
                </c:pt>
                <c:pt idx="785">
                  <c:v>0.12652728179865155</c:v>
                </c:pt>
                <c:pt idx="786">
                  <c:v>0.12220883199014222</c:v>
                </c:pt>
                <c:pt idx="787">
                  <c:v>0.11802631017359178</c:v>
                </c:pt>
                <c:pt idx="788">
                  <c:v>0.11397589087799327</c:v>
                </c:pt>
                <c:pt idx="789">
                  <c:v>0.11005383890792078</c:v>
                </c:pt>
                <c:pt idx="790">
                  <c:v>0.10625650787015185</c:v>
                </c:pt>
                <c:pt idx="791">
                  <c:v>0.10258033869862462</c:v>
                </c:pt>
                <c:pt idx="792">
                  <c:v>9.902185817896933E-2</c:v>
                </c:pt>
                <c:pt idx="793">
                  <c:v>9.5577677473874773E-2</c:v>
                </c:pt>
                <c:pt idx="794">
                  <c:v>9.224449065046747E-2</c:v>
                </c:pt>
                <c:pt idx="795">
                  <c:v>8.9019073210840197E-2</c:v>
                </c:pt>
                <c:pt idx="796">
                  <c:v>8.58982806267857E-2</c:v>
                </c:pt>
                <c:pt idx="797">
                  <c:v>8.2879046879787699E-2</c:v>
                </c:pt>
                <c:pt idx="798">
                  <c:v>7.9958383007243006E-2</c:v>
                </c:pt>
                <c:pt idx="799">
                  <c:v>7.713337565581746E-2</c:v>
                </c:pt>
                <c:pt idx="800">
                  <c:v>7.4401185642850351E-2</c:v>
                </c:pt>
                <c:pt idx="801">
                  <c:v>7.1759046526632467E-2</c:v>
                </c:pt>
                <c:pt idx="802">
                  <c:v>6.92042631863313E-2</c:v>
                </c:pt>
                <c:pt idx="803">
                  <c:v>6.6734210412334516E-2</c:v>
                </c:pt>
                <c:pt idx="804">
                  <c:v>6.4346331507703233E-2</c:v>
                </c:pt>
                <c:pt idx="805">
                  <c:v>6.2038136901395396E-2</c:v>
                </c:pt>
                <c:pt idx="806">
                  <c:v>5.9807202773891871E-2</c:v>
                </c:pt>
                <c:pt idx="807">
                  <c:v>5.7651169695795187E-2</c:v>
                </c:pt>
                <c:pt idx="808">
                  <c:v>5.5567741279960101E-2</c:v>
                </c:pt>
                <c:pt idx="809">
                  <c:v>5.3554682847648555E-2</c:v>
                </c:pt>
                <c:pt idx="810">
                  <c:v>5.160982010919811E-2</c:v>
                </c:pt>
                <c:pt idx="811">
                  <c:v>4.9731037859626355E-2</c:v>
                </c:pt>
                <c:pt idx="812">
                  <c:v>4.7916278689586422E-2</c:v>
                </c:pt>
                <c:pt idx="813">
                  <c:v>4.6163541712040582E-2</c:v>
                </c:pt>
                <c:pt idx="814">
                  <c:v>4.4470881304987546E-2</c:v>
                </c:pt>
                <c:pt idx="815">
                  <c:v>4.2836405870569187E-2</c:v>
                </c:pt>
                <c:pt idx="816">
                  <c:v>4.1258276610818274E-2</c:v>
                </c:pt>
                <c:pt idx="817">
                  <c:v>3.9734706320312382E-2</c:v>
                </c:pt>
                <c:pt idx="818">
                  <c:v>3.8263958195955315E-2</c:v>
                </c:pt>
                <c:pt idx="819">
                  <c:v>3.6844344664090582E-2</c:v>
                </c:pt>
                <c:pt idx="820">
                  <c:v>3.5474226225108665E-2</c:v>
                </c:pt>
                <c:pt idx="821">
                  <c:v>3.4152010315713785E-2</c:v>
                </c:pt>
                <c:pt idx="822">
                  <c:v>3.2876150188969173E-2</c:v>
                </c:pt>
                <c:pt idx="823">
                  <c:v>3.1645143812219827E-2</c:v>
                </c:pt>
                <c:pt idx="824">
                  <c:v>3.0457532782992298E-2</c:v>
                </c:pt>
                <c:pt idx="825">
                  <c:v>2.9311901262917824E-2</c:v>
                </c:pt>
                <c:pt idx="826">
                  <c:v>2.8206874929729831E-2</c:v>
                </c:pt>
                <c:pt idx="827">
                  <c:v>2.7141119947363651E-2</c:v>
                </c:pt>
                <c:pt idx="828">
                  <c:v>2.6113341954159461E-2</c:v>
                </c:pt>
                <c:pt idx="829">
                  <c:v>2.5122285069158017E-2</c:v>
                </c:pt>
                <c:pt idx="830">
                  <c:v>2.416673091647013E-2</c:v>
                </c:pt>
                <c:pt idx="831">
                  <c:v>2.3245497667670773E-2</c:v>
                </c:pt>
                <c:pt idx="832">
                  <c:v>2.2357439102165807E-2</c:v>
                </c:pt>
                <c:pt idx="833">
                  <c:v>2.1501443685458737E-2</c:v>
                </c:pt>
                <c:pt idx="834">
                  <c:v>2.0676433665235576E-2</c:v>
                </c:pt>
                <c:pt idx="835">
                  <c:v>1.9881364185173493E-2</c:v>
                </c:pt>
                <c:pt idx="836">
                  <c:v>1.9115222416360874E-2</c:v>
                </c:pt>
                <c:pt idx="837">
                  <c:v>1.8377026706217707E-2</c:v>
                </c:pt>
                <c:pt idx="838">
                  <c:v>1.7665825744779366E-2</c:v>
                </c:pt>
                <c:pt idx="839">
                  <c:v>1.6980697748210826E-2</c:v>
                </c:pt>
                <c:pt idx="840">
                  <c:v>1.632074965940198E-2</c:v>
                </c:pt>
                <c:pt idx="841">
                  <c:v>1.568511636548511E-2</c:v>
                </c:pt>
                <c:pt idx="842">
                  <c:v>1.5072959932112431E-2</c:v>
                </c:pt>
                <c:pt idx="843">
                  <c:v>1.4483468854322001E-2</c:v>
                </c:pt>
                <c:pt idx="844">
                  <c:v>1.3915857323811755E-2</c:v>
                </c:pt>
                <c:pt idx="845">
                  <c:v>1.3369364512434647E-2</c:v>
                </c:pt>
                <c:pt idx="846">
                  <c:v>1.284325387172921E-2</c:v>
                </c:pt>
                <c:pt idx="847">
                  <c:v>1.2336812448281472E-2</c:v>
                </c:pt>
                <c:pt idx="848">
                  <c:v>1.1849350214723027E-2</c:v>
                </c:pt>
                <c:pt idx="849">
                  <c:v>1.1380199416155413E-2</c:v>
                </c:pt>
                <c:pt idx="850">
                  <c:v>1.0928713931790736E-2</c:v>
                </c:pt>
                <c:pt idx="851">
                  <c:v>1.0494268651596705E-2</c:v>
                </c:pt>
                <c:pt idx="852">
                  <c:v>1.007625886772608E-2</c:v>
                </c:pt>
                <c:pt idx="853">
                  <c:v>9.6740996805128789E-3</c:v>
                </c:pt>
                <c:pt idx="854">
                  <c:v>9.2872254188109994E-3</c:v>
                </c:pt>
                <c:pt idx="855">
                  <c:v>8.9150890744504416E-3</c:v>
                </c:pt>
                <c:pt idx="856">
                  <c:v>8.5571617505861685E-3</c:v>
                </c:pt>
                <c:pt idx="857">
                  <c:v>8.2129321237091411E-3</c:v>
                </c:pt>
                <c:pt idx="858">
                  <c:v>7.8819059190920037E-3</c:v>
                </c:pt>
                <c:pt idx="859">
                  <c:v>7.5636053994373557E-3</c:v>
                </c:pt>
                <c:pt idx="860">
                  <c:v>7.2575688664984952E-3</c:v>
                </c:pt>
                <c:pt idx="861">
                  <c:v>6.963350175442435E-3</c:v>
                </c:pt>
                <c:pt idx="862">
                  <c:v>6.6805182617204759E-3</c:v>
                </c:pt>
                <c:pt idx="863">
                  <c:v>6.4086566802184115E-3</c:v>
                </c:pt>
                <c:pt idx="864">
                  <c:v>6.1473631564534529E-3</c:v>
                </c:pt>
                <c:pt idx="865">
                  <c:v>5.896249149586627E-3</c:v>
                </c:pt>
                <c:pt idx="866">
                  <c:v>5.6549394270234482E-3</c:v>
                </c:pt>
                <c:pt idx="867">
                  <c:v>5.4230716503717259E-3</c:v>
                </c:pt>
                <c:pt idx="868">
                  <c:v>5.2002959725292088E-3</c:v>
                </c:pt>
                <c:pt idx="869">
                  <c:v>4.9862746456767132E-3</c:v>
                </c:pt>
                <c:pt idx="870">
                  <c:v>4.7806816399483349E-3</c:v>
                </c:pt>
                <c:pt idx="871">
                  <c:v>4.5832022725587696E-3</c:v>
                </c:pt>
                <c:pt idx="872">
                  <c:v>4.3935328471645498E-3</c:v>
                </c:pt>
                <c:pt idx="873">
                  <c:v>4.2113803032397317E-3</c:v>
                </c:pt>
                <c:pt idx="874">
                  <c:v>4.0364618752487718E-3</c:v>
                </c:pt>
                <c:pt idx="875">
                  <c:v>3.8685047614007355E-3</c:v>
                </c:pt>
                <c:pt idx="876">
                  <c:v>3.7072458017725386E-3</c:v>
                </c:pt>
                <c:pt idx="877">
                  <c:v>3.5524311655886951E-3</c:v>
                </c:pt>
                <c:pt idx="878">
                  <c:v>3.4038160474508584E-3</c:v>
                </c:pt>
                <c:pt idx="879">
                  <c:v>3.2611643723101367E-3</c:v>
                </c:pt>
                <c:pt idx="880">
                  <c:v>3.1242485089793682E-3</c:v>
                </c:pt>
                <c:pt idx="881">
                  <c:v>2.9928489919840134E-3</c:v>
                </c:pt>
                <c:pt idx="882">
                  <c:v>2.8667542515549279E-3</c:v>
                </c:pt>
                <c:pt idx="883">
                  <c:v>2.7457603515665279E-3</c:v>
                </c:pt>
                <c:pt idx="884">
                  <c:v>2.6296707352287721E-3</c:v>
                </c:pt>
                <c:pt idx="885">
                  <c:v>2.5182959783434794E-3</c:v>
                </c:pt>
                <c:pt idx="886">
                  <c:v>2.4114535499382456E-3</c:v>
                </c:pt>
                <c:pt idx="887">
                  <c:v>2.3089675800942906E-3</c:v>
                </c:pt>
                <c:pt idx="888">
                  <c:v>2.2106686347882496E-3</c:v>
                </c:pt>
                <c:pt idx="889">
                  <c:v>2.1163934975694946E-3</c:v>
                </c:pt>
                <c:pt idx="890">
                  <c:v>2.0259849578990806E-3</c:v>
                </c:pt>
                <c:pt idx="891">
                  <c:v>1.9392916059784869E-3</c:v>
                </c:pt>
                <c:pt idx="892">
                  <c:v>1.8561676338999557E-3</c:v>
                </c:pt>
                <c:pt idx="893">
                  <c:v>1.7764726429525632E-3</c:v>
                </c:pt>
                <c:pt idx="894">
                  <c:v>1.7000714569225658E-3</c:v>
                </c:pt>
                <c:pt idx="895">
                  <c:v>1.62683394122779E-3</c:v>
                </c:pt>
                <c:pt idx="896">
                  <c:v>1.5566348277304067E-3</c:v>
                </c:pt>
                <c:pt idx="897">
                  <c:v>1.4893535450752348E-3</c:v>
                </c:pt>
                <c:pt idx="898">
                  <c:v>1.424874054402726E-3</c:v>
                </c:pt>
                <c:pt idx="899">
                  <c:v>1.3630846902903976E-3</c:v>
                </c:pt>
                <c:pt idx="900">
                  <c:v>1.3038780067780636E-3</c:v>
                </c:pt>
                <c:pt idx="901">
                  <c:v>1.2471506283363413E-3</c:v>
                </c:pt>
                <c:pt idx="902">
                  <c:v>1.1928031056400927E-3</c:v>
                </c:pt>
                <c:pt idx="903">
                  <c:v>1.140739776011834E-3</c:v>
                </c:pt>
                <c:pt idx="904">
                  <c:v>1.0908686284031254E-3</c:v>
                </c:pt>
                <c:pt idx="905">
                  <c:v>1.0431011727844556E-3</c:v>
                </c:pt>
                <c:pt idx="906">
                  <c:v>9.9735231381758538E-4</c:v>
                </c:pt>
                <c:pt idx="907">
                  <c:v>9.5354022868678328E-4</c:v>
                </c:pt>
                <c:pt idx="908">
                  <c:v>9.1158624896818345E-4</c:v>
                </c:pt>
                <c:pt idx="909">
                  <c:v>8.7141474641974355E-4</c:v>
                </c:pt>
                <c:pt idx="910">
                  <c:v>8.3295302257628957E-4</c:v>
                </c:pt>
                <c:pt idx="911">
                  <c:v>7.9613120203774965E-4</c:v>
                </c:pt>
                <c:pt idx="912">
                  <c:v>7.6088212934064794E-4</c:v>
                </c:pt>
                <c:pt idx="913">
                  <c:v>7.2714126930577803E-4</c:v>
                </c:pt>
                <c:pt idx="914">
                  <c:v>6.9484661075796248E-4</c:v>
                </c:pt>
                <c:pt idx="915">
                  <c:v>6.6393857351587898E-4</c:v>
                </c:pt>
                <c:pt idx="916">
                  <c:v>6.3435991855257474E-4</c:v>
                </c:pt>
                <c:pt idx="917">
                  <c:v>6.0605566123025088E-4</c:v>
                </c:pt>
                <c:pt idx="918">
                  <c:v>5.7897298751466474E-4</c:v>
                </c:pt>
                <c:pt idx="919">
                  <c:v>5.5306117307735473E-4</c:v>
                </c:pt>
                <c:pt idx="920">
                  <c:v>5.2827150519626554E-4</c:v>
                </c:pt>
                <c:pt idx="921">
                  <c:v>5.04557207367509E-4</c:v>
                </c:pt>
                <c:pt idx="922">
                  <c:v>4.8187336654331486E-4</c:v>
                </c:pt>
                <c:pt idx="923">
                  <c:v>4.6017686291368378E-4</c:v>
                </c:pt>
                <c:pt idx="924">
                  <c:v>4.3942630215121803E-4</c:v>
                </c:pt>
                <c:pt idx="925">
                  <c:v>4.1958195004084377E-4</c:v>
                </c:pt>
                <c:pt idx="926">
                  <c:v>4.0060566941841984E-4</c:v>
                </c:pt>
                <c:pt idx="927">
                  <c:v>3.8246085934412759E-4</c:v>
                </c:pt>
                <c:pt idx="928">
                  <c:v>3.6511239643855799E-4</c:v>
                </c:pt>
                <c:pt idx="929">
                  <c:v>3.4852657831165691E-4</c:v>
                </c:pt>
                <c:pt idx="930">
                  <c:v>3.326710690164058E-4</c:v>
                </c:pt>
                <c:pt idx="931">
                  <c:v>3.1751484646108593E-4</c:v>
                </c:pt>
                <c:pt idx="932">
                  <c:v>3.0302815171596537E-4</c:v>
                </c:pt>
                <c:pt idx="933">
                  <c:v>2.8918244015198503E-4</c:v>
                </c:pt>
                <c:pt idx="934">
                  <c:v>2.7595033435075868E-4</c:v>
                </c:pt>
                <c:pt idx="935">
                  <c:v>2.6330557872714967E-4</c:v>
                </c:pt>
                <c:pt idx="936">
                  <c:v>2.5122299580724244E-4</c:v>
                </c:pt>
                <c:pt idx="937">
                  <c:v>2.3967844410618778E-4</c:v>
                </c:pt>
                <c:pt idx="938">
                  <c:v>2.2864877755221602E-4</c:v>
                </c:pt>
                <c:pt idx="939">
                  <c:v>2.1811180640452296E-4</c:v>
                </c:pt>
                <c:pt idx="940">
                  <c:v>2.0804625961436774E-4</c:v>
                </c:pt>
                <c:pt idx="941">
                  <c:v>1.9843174858027342E-4</c:v>
                </c:pt>
                <c:pt idx="942">
                  <c:v>1.8924873224969164E-4</c:v>
                </c:pt>
                <c:pt idx="943">
                  <c:v>1.8047848352087132E-4</c:v>
                </c:pt>
                <c:pt idx="944">
                  <c:v>1.7210305690021046E-4</c:v>
                </c:pt>
                <c:pt idx="945">
                  <c:v>1.6410525737163556E-4</c:v>
                </c:pt>
                <c:pt idx="946">
                  <c:v>1.5646861043598417E-4</c:v>
                </c:pt>
                <c:pt idx="947">
                  <c:v>1.4917733327958019E-4</c:v>
                </c:pt>
                <c:pt idx="948">
                  <c:v>1.4221630703256893E-4</c:v>
                </c:pt>
                <c:pt idx="949">
                  <c:v>1.3557105007874784E-4</c:v>
                </c:pt>
                <c:pt idx="950">
                  <c:v>1.2922769237985426E-4</c:v>
                </c:pt>
                <c:pt idx="951">
                  <c:v>1.231729507784679E-4</c:v>
                </c:pt>
                <c:pt idx="952">
                  <c:v>1.1739410524480505E-4</c:v>
                </c:pt>
                <c:pt idx="953">
                  <c:v>1.118789760338105E-4</c:v>
                </c:pt>
                <c:pt idx="954">
                  <c:v>1.0661590172003536E-4</c:v>
                </c:pt>
                <c:pt idx="955">
                  <c:v>1.015937180788227E-4</c:v>
                </c:pt>
                <c:pt idx="956">
                  <c:v>9.680173778338931E-5</c:v>
                </c:pt>
                <c:pt idx="957">
                  <c:v>9.2229730888338798E-5</c:v>
                </c:pt>
                <c:pt idx="958">
                  <c:v>8.7867906071138546E-5</c:v>
                </c:pt>
                <c:pt idx="959">
                  <c:v>8.3706892604023262E-5</c:v>
                </c:pt>
                <c:pt idx="960">
                  <c:v>7.9737723029723901E-5</c:v>
                </c:pt>
                <c:pt idx="961">
                  <c:v>7.5951816515235069E-5</c:v>
                </c:pt>
                <c:pt idx="962">
                  <c:v>7.2340962858812052E-5</c:v>
                </c:pt>
                <c:pt idx="963">
                  <c:v>6.8897307126111287E-5</c:v>
                </c:pt>
                <c:pt idx="964">
                  <c:v>6.5613334892256935E-5</c:v>
                </c:pt>
                <c:pt idx="965">
                  <c:v>6.248185806741313E-5</c:v>
                </c:pt>
                <c:pt idx="966">
                  <c:v>5.9496001284163369E-5</c:v>
                </c:pt>
                <c:pt idx="967">
                  <c:v>5.6649188825760894E-5</c:v>
                </c:pt>
                <c:pt idx="968">
                  <c:v>5.3935132075054443E-5</c:v>
                </c:pt>
                <c:pt idx="969">
                  <c:v>5.134781746454661E-5</c:v>
                </c:pt>
                <c:pt idx="970">
                  <c:v>4.8881494908748404E-5</c:v>
                </c:pt>
                <c:pt idx="971">
                  <c:v>4.6530666700637138E-5</c:v>
                </c:pt>
                <c:pt idx="972">
                  <c:v>4.4290076854666143E-5</c:v>
                </c:pt>
                <c:pt idx="973">
                  <c:v>4.2154700879376051E-5</c:v>
                </c:pt>
                <c:pt idx="974">
                  <c:v>4.0119735963262196E-5</c:v>
                </c:pt>
                <c:pt idx="975">
                  <c:v>3.818059155814057E-5</c:v>
                </c:pt>
                <c:pt idx="976">
                  <c:v>3.6332880344777915E-5</c:v>
                </c:pt>
                <c:pt idx="977">
                  <c:v>3.4572409566133877E-5</c:v>
                </c:pt>
                <c:pt idx="978">
                  <c:v>3.2895172714061819E-5</c:v>
                </c:pt>
                <c:pt idx="979">
                  <c:v>3.1297341555819959E-5</c:v>
                </c:pt>
                <c:pt idx="980">
                  <c:v>2.977525848724884E-5</c:v>
                </c:pt>
                <c:pt idx="981">
                  <c:v>2.8325429199938432E-5</c:v>
                </c:pt>
                <c:pt idx="982">
                  <c:v>2.6944515650158672E-5</c:v>
                </c:pt>
                <c:pt idx="983">
                  <c:v>2.5629329317785516E-5</c:v>
                </c:pt>
                <c:pt idx="984">
                  <c:v>2.4376824743875612E-5</c:v>
                </c:pt>
                <c:pt idx="985">
                  <c:v>2.3184093335954393E-5</c:v>
                </c:pt>
                <c:pt idx="986">
                  <c:v>2.2048357430490695E-5</c:v>
                </c:pt>
                <c:pt idx="987">
                  <c:v>2.0966964602416997E-5</c:v>
                </c:pt>
                <c:pt idx="988">
                  <c:v>1.9937382211920888E-5</c:v>
                </c:pt>
                <c:pt idx="989">
                  <c:v>1.8957192179110138E-5</c:v>
                </c:pt>
                <c:pt idx="990">
                  <c:v>1.8024085977487336E-5</c:v>
                </c:pt>
                <c:pt idx="991">
                  <c:v>1.7135859837518915E-5</c:v>
                </c:pt>
                <c:pt idx="992">
                  <c:v>1.6290410151907661E-5</c:v>
                </c:pt>
                <c:pt idx="993">
                  <c:v>1.548572907448667E-5</c:v>
                </c:pt>
                <c:pt idx="994">
                  <c:v>1.4719900304965171E-5</c:v>
                </c:pt>
                <c:pt idx="995">
                  <c:v>1.3991095052044867E-5</c:v>
                </c:pt>
                <c:pt idx="996">
                  <c:v>1.3297568167709859E-5</c:v>
                </c:pt>
                <c:pt idx="997">
                  <c:v>1.2637654445767467E-5</c:v>
                </c:pt>
                <c:pt idx="998">
                  <c:v>1.2009765077982328E-5</c:v>
                </c:pt>
                <c:pt idx="999">
                  <c:v>1.1412384261396096E-5</c:v>
                </c:pt>
                <c:pt idx="1000">
                  <c:v>1.0844065950675622E-5</c:v>
                </c:pt>
                <c:pt idx="1001">
                  <c:v>1.0303430749568224E-5</c:v>
                </c:pt>
                <c:pt idx="1002">
                  <c:v>9.7891629357689883E-6</c:v>
                </c:pt>
                <c:pt idx="1003">
                  <c:v>9.3000076137248911E-6</c:v>
                </c:pt>
                <c:pt idx="1004">
                  <c:v>8.8347679901199651E-6</c:v>
                </c:pt>
                <c:pt idx="1005">
                  <c:v>8.3923027669786688E-6</c:v>
                </c:pt>
                <c:pt idx="1006">
                  <c:v>7.9715236475319813E-6</c:v>
                </c:pt>
                <c:pt idx="1007">
                  <c:v>7.5713929501769106E-6</c:v>
                </c:pt>
                <c:pt idx="1008">
                  <c:v>7.1909213260419532E-6</c:v>
                </c:pt>
                <c:pt idx="1009">
                  <c:v>6.8291655758498984E-6</c:v>
                </c:pt>
                <c:pt idx="1010">
                  <c:v>6.4852265619392938E-6</c:v>
                </c:pt>
                <c:pt idx="1011">
                  <c:v>6.1582472114672327E-6</c:v>
                </c:pt>
                <c:pt idx="1012">
                  <c:v>5.8474106069760935E-6</c:v>
                </c:pt>
                <c:pt idx="1013">
                  <c:v>5.5519381606594792E-6</c:v>
                </c:pt>
                <c:pt idx="1014">
                  <c:v>5.2710878688044016E-6</c:v>
                </c:pt>
                <c:pt idx="1015">
                  <c:v>5.0041526430335626E-6</c:v>
                </c:pt>
                <c:pt idx="1016">
                  <c:v>4.7504587151009857E-6</c:v>
                </c:pt>
                <c:pt idx="1017">
                  <c:v>4.5093641121306919E-6</c:v>
                </c:pt>
                <c:pt idx="1018">
                  <c:v>4.2802571993072483E-6</c:v>
                </c:pt>
                <c:pt idx="1019">
                  <c:v>4.0625552871527522E-6</c:v>
                </c:pt>
                <c:pt idx="1020">
                  <c:v>3.8557033006393302E-6</c:v>
                </c:pt>
                <c:pt idx="1021">
                  <c:v>3.6591725074959013E-6</c:v>
                </c:pt>
                <c:pt idx="1022">
                  <c:v>3.4724593031786177E-6</c:v>
                </c:pt>
                <c:pt idx="1023">
                  <c:v>3.2950840500760381E-6</c:v>
                </c:pt>
                <c:pt idx="1024">
                  <c:v>3.1265899686188981E-6</c:v>
                </c:pt>
                <c:pt idx="1025">
                  <c:v>2.9665420780609964E-6</c:v>
                </c:pt>
                <c:pt idx="1026">
                  <c:v>2.8145261847893915E-6</c:v>
                </c:pt>
                <c:pt idx="1027">
                  <c:v>2.6701479161096241E-6</c:v>
                </c:pt>
                <c:pt idx="1028">
                  <c:v>2.5330317975365803E-6</c:v>
                </c:pt>
                <c:pt idx="1029">
                  <c:v>2.4028203717048881E-6</c:v>
                </c:pt>
                <c:pt idx="1030">
                  <c:v>2.2791733570875848E-6</c:v>
                </c:pt>
                <c:pt idx="1031">
                  <c:v>2.1617668447911235E-6</c:v>
                </c:pt>
                <c:pt idx="1032">
                  <c:v>2.0502925317635216E-6</c:v>
                </c:pt>
                <c:pt idx="1033">
                  <c:v>1.9444569888243337E-6</c:v>
                </c:pt>
                <c:pt idx="1034">
                  <c:v>1.8439809619903538E-6</c:v>
                </c:pt>
                <c:pt idx="1035">
                  <c:v>1.7485987056356848E-6</c:v>
                </c:pt>
                <c:pt idx="1036">
                  <c:v>1.658057346086454E-6</c:v>
                </c:pt>
                <c:pt idx="1037">
                  <c:v>1.5721162743083684E-6</c:v>
                </c:pt>
                <c:pt idx="1038">
                  <c:v>1.4905465664037293E-6</c:v>
                </c:pt>
                <c:pt idx="1039">
                  <c:v>1.4131304306870944E-6</c:v>
                </c:pt>
                <c:pt idx="1040">
                  <c:v>1.3396606801623516E-6</c:v>
                </c:pt>
                <c:pt idx="1041">
                  <c:v>1.2699402292734358E-6</c:v>
                </c:pt>
                <c:pt idx="1042">
                  <c:v>1.2037816138489882E-6</c:v>
                </c:pt>
                <c:pt idx="1043">
                  <c:v>1.1410065332076036E-6</c:v>
                </c:pt>
                <c:pt idx="1044">
                  <c:v>1.0814454134344381E-6</c:v>
                </c:pt>
                <c:pt idx="1045">
                  <c:v>1.0249369908822302E-6</c:v>
                </c:pt>
                <c:pt idx="1046">
                  <c:v>9.7132791499102067E-7</c:v>
                </c:pt>
                <c:pt idx="1047">
                  <c:v>9.2047236955922952E-7</c:v>
                </c:pt>
                <c:pt idx="1048">
                  <c:v>8.7223171163643211E-7</c:v>
                </c:pt>
                <c:pt idx="1049">
                  <c:v>8.2647412724448198E-7</c:v>
                </c:pt>
                <c:pt idx="1050">
                  <c:v>7.8307430316740593E-7</c:v>
                </c:pt>
                <c:pt idx="1051">
                  <c:v>7.4191311408366343E-7</c:v>
                </c:pt>
                <c:pt idx="1052">
                  <c:v>7.0287732434642757E-7</c:v>
                </c:pt>
                <c:pt idx="1053">
                  <c:v>6.6585930374720537E-7</c:v>
                </c:pt>
                <c:pt idx="1054">
                  <c:v>6.3075675662741689E-7</c:v>
                </c:pt>
                <c:pt idx="1055">
                  <c:v>5.9747246373063257E-7</c:v>
                </c:pt>
                <c:pt idx="1056">
                  <c:v>5.659140362144131E-7</c:v>
                </c:pt>
                <c:pt idx="1057">
                  <c:v>5.3599368126640519E-7</c:v>
                </c:pt>
                <c:pt idx="1058">
                  <c:v>5.0762797879390225E-7</c:v>
                </c:pt>
                <c:pt idx="1059">
                  <c:v>4.8073766867943632E-7</c:v>
                </c:pt>
                <c:pt idx="1060">
                  <c:v>4.5524744811725605E-7</c:v>
                </c:pt>
                <c:pt idx="1061">
                  <c:v>4.3108577856736248E-7</c:v>
                </c:pt>
                <c:pt idx="1062">
                  <c:v>4.0818470188411187E-7</c:v>
                </c:pt>
                <c:pt idx="1063">
                  <c:v>3.8647966519601471E-7</c:v>
                </c:pt>
                <c:pt idx="1064">
                  <c:v>3.659093541325801E-7</c:v>
                </c:pt>
                <c:pt idx="1065">
                  <c:v>3.4641553401175899E-7</c:v>
                </c:pt>
                <c:pt idx="1066">
                  <c:v>3.2794289861893152E-7</c:v>
                </c:pt>
                <c:pt idx="1067">
                  <c:v>3.1043892622501429E-7</c:v>
                </c:pt>
                <c:pt idx="1068">
                  <c:v>2.9385374250698217E-7</c:v>
                </c:pt>
                <c:pt idx="1069">
                  <c:v>2.7813999004923537E-7</c:v>
                </c:pt>
                <c:pt idx="1070">
                  <c:v>2.6325270411882088E-7</c:v>
                </c:pt>
                <c:pt idx="1071">
                  <c:v>2.4914919442134851E-7</c:v>
                </c:pt>
                <c:pt idx="1072">
                  <c:v>2.3578893255755127E-7</c:v>
                </c:pt>
                <c:pt idx="1073">
                  <c:v>2.2313344491341236E-7</c:v>
                </c:pt>
                <c:pt idx="1074">
                  <c:v>2.1114621072865466E-7</c:v>
                </c:pt>
                <c:pt idx="1075">
                  <c:v>1.9979256510007941E-7</c:v>
                </c:pt>
                <c:pt idx="1076">
                  <c:v>1.8903960668737616E-7</c:v>
                </c:pt>
                <c:pt idx="1077">
                  <c:v>1.7885610989955356E-7</c:v>
                </c:pt>
                <c:pt idx="1078">
                  <c:v>1.6921244135032878E-7</c:v>
                </c:pt>
                <c:pt idx="1079">
                  <c:v>1.6008048038049102E-7</c:v>
                </c:pt>
                <c:pt idx="1080">
                  <c:v>1.5143354345451202E-7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9-07AB-439E-B53A-3AF750E485ED}"/>
            </c:ext>
          </c:extLst>
        </c:ser>
        <c:ser>
          <c:idx val="10"/>
          <c:order val="10"/>
          <c:tx>
            <c:strRef>
              <c:f>Sheet1!$U$3</c:f>
              <c:strCache>
                <c:ptCount val="1"/>
                <c:pt idx="0">
                  <c:v>Qp = 20.0 L/s</c:v>
                </c:pt>
              </c:strCache>
            </c:strRef>
          </c:tx>
          <c:spPr>
            <a:ln w="19050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xVal>
            <c:numRef>
              <c:f>Sheet1!$J$4:$J$1084</c:f>
              <c:numCache>
                <c:formatCode>General</c:formatCode>
                <c:ptCount val="1081"/>
                <c:pt idx="0">
                  <c:v>0</c:v>
                </c:pt>
                <c:pt idx="1">
                  <c:v>2.7777777777777775E-3</c:v>
                </c:pt>
                <c:pt idx="2">
                  <c:v>5.5555555555555549E-3</c:v>
                </c:pt>
                <c:pt idx="3">
                  <c:v>8.3333333333333332E-3</c:v>
                </c:pt>
                <c:pt idx="4">
                  <c:v>1.111111111111111E-2</c:v>
                </c:pt>
                <c:pt idx="5">
                  <c:v>1.388888888888889E-2</c:v>
                </c:pt>
                <c:pt idx="6">
                  <c:v>1.6666666666666666E-2</c:v>
                </c:pt>
                <c:pt idx="7">
                  <c:v>1.9444444444444445E-2</c:v>
                </c:pt>
                <c:pt idx="8">
                  <c:v>2.222222222222222E-2</c:v>
                </c:pt>
                <c:pt idx="9">
                  <c:v>2.5000000000000001E-2</c:v>
                </c:pt>
                <c:pt idx="10">
                  <c:v>2.777777777777778E-2</c:v>
                </c:pt>
                <c:pt idx="11">
                  <c:v>3.0555555555555555E-2</c:v>
                </c:pt>
                <c:pt idx="12">
                  <c:v>3.3333333333333333E-2</c:v>
                </c:pt>
                <c:pt idx="13">
                  <c:v>3.6111111111111108E-2</c:v>
                </c:pt>
                <c:pt idx="14">
                  <c:v>3.888888888888889E-2</c:v>
                </c:pt>
                <c:pt idx="15">
                  <c:v>4.1666666666666664E-2</c:v>
                </c:pt>
                <c:pt idx="16">
                  <c:v>4.4444444444444439E-2</c:v>
                </c:pt>
                <c:pt idx="17">
                  <c:v>4.7222222222222228E-2</c:v>
                </c:pt>
                <c:pt idx="18">
                  <c:v>0.05</c:v>
                </c:pt>
                <c:pt idx="19">
                  <c:v>5.2777777777777778E-2</c:v>
                </c:pt>
                <c:pt idx="20">
                  <c:v>5.5555555555555559E-2</c:v>
                </c:pt>
                <c:pt idx="21">
                  <c:v>5.8333333333333334E-2</c:v>
                </c:pt>
                <c:pt idx="22">
                  <c:v>6.1111111111111109E-2</c:v>
                </c:pt>
                <c:pt idx="23">
                  <c:v>6.3888888888888898E-2</c:v>
                </c:pt>
                <c:pt idx="24">
                  <c:v>6.6666666666666666E-2</c:v>
                </c:pt>
                <c:pt idx="25">
                  <c:v>6.9444444444444448E-2</c:v>
                </c:pt>
                <c:pt idx="26">
                  <c:v>7.2222222222222215E-2</c:v>
                </c:pt>
                <c:pt idx="27">
                  <c:v>7.4999999999999997E-2</c:v>
                </c:pt>
                <c:pt idx="28">
                  <c:v>7.7777777777777779E-2</c:v>
                </c:pt>
                <c:pt idx="29">
                  <c:v>8.0555555555555547E-2</c:v>
                </c:pt>
                <c:pt idx="30">
                  <c:v>8.3333333333333329E-2</c:v>
                </c:pt>
                <c:pt idx="31">
                  <c:v>8.611111111111111E-2</c:v>
                </c:pt>
                <c:pt idx="32">
                  <c:v>8.8888888888888878E-2</c:v>
                </c:pt>
                <c:pt idx="33">
                  <c:v>9.166666666666666E-2</c:v>
                </c:pt>
                <c:pt idx="34">
                  <c:v>9.4444444444444456E-2</c:v>
                </c:pt>
                <c:pt idx="35">
                  <c:v>9.7222222222222224E-2</c:v>
                </c:pt>
                <c:pt idx="36">
                  <c:v>0.1</c:v>
                </c:pt>
                <c:pt idx="37">
                  <c:v>0.10277777777777779</c:v>
                </c:pt>
                <c:pt idx="38">
                  <c:v>0.10555555555555556</c:v>
                </c:pt>
                <c:pt idx="39">
                  <c:v>0.10833333333333334</c:v>
                </c:pt>
                <c:pt idx="40">
                  <c:v>0.11111111111111112</c:v>
                </c:pt>
                <c:pt idx="41">
                  <c:v>0.11388888888888889</c:v>
                </c:pt>
                <c:pt idx="42">
                  <c:v>0.11666666666666667</c:v>
                </c:pt>
                <c:pt idx="43">
                  <c:v>0.11944444444444445</c:v>
                </c:pt>
                <c:pt idx="44">
                  <c:v>0.12222222222222222</c:v>
                </c:pt>
                <c:pt idx="45">
                  <c:v>0.125</c:v>
                </c:pt>
                <c:pt idx="46">
                  <c:v>0.1277777777777778</c:v>
                </c:pt>
                <c:pt idx="47">
                  <c:v>0.13055555555555556</c:v>
                </c:pt>
                <c:pt idx="48">
                  <c:v>0.13333333333333333</c:v>
                </c:pt>
                <c:pt idx="49">
                  <c:v>0.1361111111111111</c:v>
                </c:pt>
                <c:pt idx="50">
                  <c:v>0.1388888888888889</c:v>
                </c:pt>
                <c:pt idx="51">
                  <c:v>0.14166666666666666</c:v>
                </c:pt>
                <c:pt idx="52">
                  <c:v>0.14444444444444443</c:v>
                </c:pt>
                <c:pt idx="53">
                  <c:v>0.14722222222222223</c:v>
                </c:pt>
                <c:pt idx="54">
                  <c:v>0.15</c:v>
                </c:pt>
                <c:pt idx="55">
                  <c:v>0.15277777777777776</c:v>
                </c:pt>
                <c:pt idx="56">
                  <c:v>0.15555555555555556</c:v>
                </c:pt>
                <c:pt idx="57">
                  <c:v>0.15833333333333333</c:v>
                </c:pt>
                <c:pt idx="58">
                  <c:v>0.16111111111111109</c:v>
                </c:pt>
                <c:pt idx="59">
                  <c:v>0.16388888888888889</c:v>
                </c:pt>
                <c:pt idx="60">
                  <c:v>0.16666666666666666</c:v>
                </c:pt>
                <c:pt idx="61">
                  <c:v>0.16944444444444443</c:v>
                </c:pt>
                <c:pt idx="62">
                  <c:v>0.17222222222222222</c:v>
                </c:pt>
                <c:pt idx="63">
                  <c:v>0.17499999999999999</c:v>
                </c:pt>
                <c:pt idx="64">
                  <c:v>0.17777777777777776</c:v>
                </c:pt>
                <c:pt idx="65">
                  <c:v>0.18055555555555555</c:v>
                </c:pt>
                <c:pt idx="66">
                  <c:v>0.18333333333333332</c:v>
                </c:pt>
                <c:pt idx="67">
                  <c:v>0.18611111111111109</c:v>
                </c:pt>
                <c:pt idx="68">
                  <c:v>0.18888888888888891</c:v>
                </c:pt>
                <c:pt idx="69">
                  <c:v>0.19166666666666668</c:v>
                </c:pt>
                <c:pt idx="70">
                  <c:v>0.19444444444444445</c:v>
                </c:pt>
                <c:pt idx="71">
                  <c:v>0.19722222222222224</c:v>
                </c:pt>
                <c:pt idx="72">
                  <c:v>0.2</c:v>
                </c:pt>
                <c:pt idx="73">
                  <c:v>0.20277777777777778</c:v>
                </c:pt>
                <c:pt idx="74">
                  <c:v>0.20555555555555557</c:v>
                </c:pt>
                <c:pt idx="75">
                  <c:v>0.20833333333333334</c:v>
                </c:pt>
                <c:pt idx="76">
                  <c:v>0.21111111111111111</c:v>
                </c:pt>
                <c:pt idx="77">
                  <c:v>0.21388888888888891</c:v>
                </c:pt>
                <c:pt idx="78">
                  <c:v>0.21666666666666667</c:v>
                </c:pt>
                <c:pt idx="79">
                  <c:v>0.21944444444444444</c:v>
                </c:pt>
                <c:pt idx="80">
                  <c:v>0.22222222222222224</c:v>
                </c:pt>
                <c:pt idx="81">
                  <c:v>0.22500000000000001</c:v>
                </c:pt>
                <c:pt idx="82">
                  <c:v>0.22777777777777777</c:v>
                </c:pt>
                <c:pt idx="83">
                  <c:v>0.23055555555555557</c:v>
                </c:pt>
                <c:pt idx="84">
                  <c:v>0.23333333333333334</c:v>
                </c:pt>
                <c:pt idx="85">
                  <c:v>0.2361111111111111</c:v>
                </c:pt>
                <c:pt idx="86">
                  <c:v>0.2388888888888889</c:v>
                </c:pt>
                <c:pt idx="87">
                  <c:v>0.24166666666666667</c:v>
                </c:pt>
                <c:pt idx="88">
                  <c:v>0.24444444444444444</c:v>
                </c:pt>
                <c:pt idx="89">
                  <c:v>0.24722222222222223</c:v>
                </c:pt>
                <c:pt idx="90">
                  <c:v>0.25</c:v>
                </c:pt>
                <c:pt idx="91">
                  <c:v>0.25277777777777777</c:v>
                </c:pt>
                <c:pt idx="92">
                  <c:v>0.25555555555555559</c:v>
                </c:pt>
                <c:pt idx="93">
                  <c:v>0.25833333333333336</c:v>
                </c:pt>
                <c:pt idx="94">
                  <c:v>0.26111111111111113</c:v>
                </c:pt>
                <c:pt idx="95">
                  <c:v>0.2638888888888889</c:v>
                </c:pt>
                <c:pt idx="96">
                  <c:v>0.26666666666666666</c:v>
                </c:pt>
                <c:pt idx="97">
                  <c:v>0.26944444444444449</c:v>
                </c:pt>
                <c:pt idx="98">
                  <c:v>0.2722222222222222</c:v>
                </c:pt>
                <c:pt idx="99">
                  <c:v>0.27500000000000002</c:v>
                </c:pt>
                <c:pt idx="100">
                  <c:v>0.27777777777777779</c:v>
                </c:pt>
                <c:pt idx="101">
                  <c:v>0.28055555555555556</c:v>
                </c:pt>
                <c:pt idx="102">
                  <c:v>0.28333333333333333</c:v>
                </c:pt>
                <c:pt idx="103">
                  <c:v>0.28611111111111115</c:v>
                </c:pt>
                <c:pt idx="104">
                  <c:v>0.28888888888888886</c:v>
                </c:pt>
                <c:pt idx="105">
                  <c:v>0.29166666666666669</c:v>
                </c:pt>
                <c:pt idx="106">
                  <c:v>0.29444444444444445</c:v>
                </c:pt>
                <c:pt idx="107">
                  <c:v>0.29722222222222222</c:v>
                </c:pt>
                <c:pt idx="108">
                  <c:v>0.3</c:v>
                </c:pt>
                <c:pt idx="109">
                  <c:v>0.30277777777777781</c:v>
                </c:pt>
                <c:pt idx="110">
                  <c:v>0.30555555555555552</c:v>
                </c:pt>
                <c:pt idx="111">
                  <c:v>0.30833333333333335</c:v>
                </c:pt>
                <c:pt idx="112">
                  <c:v>0.31111111111111112</c:v>
                </c:pt>
                <c:pt idx="113">
                  <c:v>0.31388888888888888</c:v>
                </c:pt>
                <c:pt idx="114">
                  <c:v>0.31666666666666665</c:v>
                </c:pt>
                <c:pt idx="115">
                  <c:v>0.31944444444444448</c:v>
                </c:pt>
                <c:pt idx="116">
                  <c:v>0.32222222222222219</c:v>
                </c:pt>
                <c:pt idx="117">
                  <c:v>0.32500000000000001</c:v>
                </c:pt>
                <c:pt idx="118">
                  <c:v>0.32777777777777778</c:v>
                </c:pt>
                <c:pt idx="119">
                  <c:v>0.33055555555555555</c:v>
                </c:pt>
                <c:pt idx="120">
                  <c:v>0.33333333333333331</c:v>
                </c:pt>
                <c:pt idx="121">
                  <c:v>0.33611111111111114</c:v>
                </c:pt>
                <c:pt idx="122">
                  <c:v>0.33888888888888885</c:v>
                </c:pt>
                <c:pt idx="123">
                  <c:v>0.34166666666666667</c:v>
                </c:pt>
                <c:pt idx="124">
                  <c:v>0.34444444444444444</c:v>
                </c:pt>
                <c:pt idx="125">
                  <c:v>0.34722222222222221</c:v>
                </c:pt>
                <c:pt idx="126">
                  <c:v>0.35</c:v>
                </c:pt>
                <c:pt idx="127">
                  <c:v>0.3527777777777778</c:v>
                </c:pt>
                <c:pt idx="128">
                  <c:v>0.35555555555555551</c:v>
                </c:pt>
                <c:pt idx="129">
                  <c:v>0.35833333333333334</c:v>
                </c:pt>
                <c:pt idx="130">
                  <c:v>0.3611111111111111</c:v>
                </c:pt>
                <c:pt idx="131">
                  <c:v>0.36388888888888887</c:v>
                </c:pt>
                <c:pt idx="132">
                  <c:v>0.36666666666666664</c:v>
                </c:pt>
                <c:pt idx="133">
                  <c:v>0.36944444444444446</c:v>
                </c:pt>
                <c:pt idx="134">
                  <c:v>0.37222222222222218</c:v>
                </c:pt>
                <c:pt idx="135">
                  <c:v>0.375</c:v>
                </c:pt>
                <c:pt idx="136">
                  <c:v>0.37777777777777782</c:v>
                </c:pt>
                <c:pt idx="137">
                  <c:v>0.38055555555555554</c:v>
                </c:pt>
                <c:pt idx="138">
                  <c:v>0.38333333333333336</c:v>
                </c:pt>
                <c:pt idx="139">
                  <c:v>0.38611111111111113</c:v>
                </c:pt>
                <c:pt idx="140">
                  <c:v>0.3888888888888889</c:v>
                </c:pt>
                <c:pt idx="141">
                  <c:v>0.39166666666666666</c:v>
                </c:pt>
                <c:pt idx="142">
                  <c:v>0.39444444444444449</c:v>
                </c:pt>
                <c:pt idx="143">
                  <c:v>0.3972222222222222</c:v>
                </c:pt>
                <c:pt idx="144">
                  <c:v>0.4</c:v>
                </c:pt>
                <c:pt idx="145">
                  <c:v>0.40277777777777779</c:v>
                </c:pt>
                <c:pt idx="146">
                  <c:v>0.40555555555555556</c:v>
                </c:pt>
                <c:pt idx="147">
                  <c:v>0.40833333333333333</c:v>
                </c:pt>
                <c:pt idx="148">
                  <c:v>0.41111111111111115</c:v>
                </c:pt>
                <c:pt idx="149">
                  <c:v>0.41388888888888886</c:v>
                </c:pt>
                <c:pt idx="150">
                  <c:v>0.41666666666666669</c:v>
                </c:pt>
                <c:pt idx="151">
                  <c:v>0.41944444444444445</c:v>
                </c:pt>
                <c:pt idx="152">
                  <c:v>0.42222222222222222</c:v>
                </c:pt>
                <c:pt idx="153">
                  <c:v>0.42499999999999999</c:v>
                </c:pt>
                <c:pt idx="154">
                  <c:v>0.42777777777777781</c:v>
                </c:pt>
                <c:pt idx="155">
                  <c:v>0.43055555555555552</c:v>
                </c:pt>
                <c:pt idx="156">
                  <c:v>0.43333333333333335</c:v>
                </c:pt>
                <c:pt idx="157">
                  <c:v>0.43611111111111112</c:v>
                </c:pt>
                <c:pt idx="158">
                  <c:v>0.43888888888888888</c:v>
                </c:pt>
                <c:pt idx="159">
                  <c:v>0.44166666666666665</c:v>
                </c:pt>
                <c:pt idx="160">
                  <c:v>0.44444444444444448</c:v>
                </c:pt>
                <c:pt idx="161">
                  <c:v>0.44722222222222219</c:v>
                </c:pt>
                <c:pt idx="162">
                  <c:v>0.45</c:v>
                </c:pt>
                <c:pt idx="163">
                  <c:v>0.45277777777777778</c:v>
                </c:pt>
                <c:pt idx="164">
                  <c:v>0.45555555555555555</c:v>
                </c:pt>
                <c:pt idx="165">
                  <c:v>0.45833333333333331</c:v>
                </c:pt>
                <c:pt idx="166">
                  <c:v>0.46111111111111114</c:v>
                </c:pt>
                <c:pt idx="167">
                  <c:v>0.46388888888888885</c:v>
                </c:pt>
                <c:pt idx="168">
                  <c:v>0.46666666666666667</c:v>
                </c:pt>
                <c:pt idx="169">
                  <c:v>0.46944444444444444</c:v>
                </c:pt>
                <c:pt idx="170">
                  <c:v>0.47222222222222221</c:v>
                </c:pt>
                <c:pt idx="171">
                  <c:v>0.47499999999999998</c:v>
                </c:pt>
                <c:pt idx="172">
                  <c:v>0.4777777777777778</c:v>
                </c:pt>
                <c:pt idx="173">
                  <c:v>0.48055555555555551</c:v>
                </c:pt>
                <c:pt idx="174">
                  <c:v>0.48333333333333334</c:v>
                </c:pt>
                <c:pt idx="175">
                  <c:v>0.4861111111111111</c:v>
                </c:pt>
                <c:pt idx="176">
                  <c:v>0.48888888888888887</c:v>
                </c:pt>
                <c:pt idx="177">
                  <c:v>0.49166666666666664</c:v>
                </c:pt>
                <c:pt idx="178">
                  <c:v>0.49444444444444446</c:v>
                </c:pt>
                <c:pt idx="179">
                  <c:v>0.49722222222222218</c:v>
                </c:pt>
                <c:pt idx="180">
                  <c:v>0.5</c:v>
                </c:pt>
                <c:pt idx="181">
                  <c:v>0.50277777777777777</c:v>
                </c:pt>
                <c:pt idx="182">
                  <c:v>0.50555555555555554</c:v>
                </c:pt>
                <c:pt idx="183">
                  <c:v>0.5083333333333333</c:v>
                </c:pt>
                <c:pt idx="184">
                  <c:v>0.51111111111111118</c:v>
                </c:pt>
                <c:pt idx="185">
                  <c:v>0.51388888888888884</c:v>
                </c:pt>
                <c:pt idx="186">
                  <c:v>0.51666666666666672</c:v>
                </c:pt>
                <c:pt idx="187">
                  <c:v>0.51944444444444449</c:v>
                </c:pt>
                <c:pt idx="188">
                  <c:v>0.52222222222222225</c:v>
                </c:pt>
                <c:pt idx="189">
                  <c:v>0.52500000000000002</c:v>
                </c:pt>
                <c:pt idx="190">
                  <c:v>0.52777777777777779</c:v>
                </c:pt>
                <c:pt idx="191">
                  <c:v>0.53055555555555556</c:v>
                </c:pt>
                <c:pt idx="192">
                  <c:v>0.53333333333333333</c:v>
                </c:pt>
                <c:pt idx="193">
                  <c:v>0.53611111111111109</c:v>
                </c:pt>
                <c:pt idx="194">
                  <c:v>0.53888888888888897</c:v>
                </c:pt>
                <c:pt idx="195">
                  <c:v>0.54166666666666663</c:v>
                </c:pt>
                <c:pt idx="196">
                  <c:v>0.5444444444444444</c:v>
                </c:pt>
                <c:pt idx="197">
                  <c:v>0.54722222222222228</c:v>
                </c:pt>
                <c:pt idx="198">
                  <c:v>0.55000000000000004</c:v>
                </c:pt>
                <c:pt idx="199">
                  <c:v>0.5527777777777777</c:v>
                </c:pt>
                <c:pt idx="200">
                  <c:v>0.55555555555555558</c:v>
                </c:pt>
                <c:pt idx="201">
                  <c:v>0.55833333333333335</c:v>
                </c:pt>
                <c:pt idx="202">
                  <c:v>0.56111111111111112</c:v>
                </c:pt>
                <c:pt idx="203">
                  <c:v>0.56388888888888888</c:v>
                </c:pt>
                <c:pt idx="204">
                  <c:v>0.56666666666666665</c:v>
                </c:pt>
                <c:pt idx="205">
                  <c:v>0.56944444444444442</c:v>
                </c:pt>
                <c:pt idx="206">
                  <c:v>0.5722222222222223</c:v>
                </c:pt>
                <c:pt idx="207">
                  <c:v>0.57499999999999996</c:v>
                </c:pt>
                <c:pt idx="208">
                  <c:v>0.57777777777777772</c:v>
                </c:pt>
                <c:pt idx="209">
                  <c:v>0.5805555555555556</c:v>
                </c:pt>
                <c:pt idx="210">
                  <c:v>0.58333333333333337</c:v>
                </c:pt>
                <c:pt idx="211">
                  <c:v>0.58611111111111103</c:v>
                </c:pt>
                <c:pt idx="212">
                  <c:v>0.58888888888888891</c:v>
                </c:pt>
                <c:pt idx="213">
                  <c:v>0.59166666666666667</c:v>
                </c:pt>
                <c:pt idx="214">
                  <c:v>0.59444444444444444</c:v>
                </c:pt>
                <c:pt idx="215">
                  <c:v>0.59722222222222221</c:v>
                </c:pt>
                <c:pt idx="216">
                  <c:v>0.6</c:v>
                </c:pt>
                <c:pt idx="217">
                  <c:v>0.60277777777777775</c:v>
                </c:pt>
                <c:pt idx="218">
                  <c:v>0.60555555555555562</c:v>
                </c:pt>
                <c:pt idx="219">
                  <c:v>0.60833333333333328</c:v>
                </c:pt>
                <c:pt idx="220">
                  <c:v>0.61111111111111105</c:v>
                </c:pt>
                <c:pt idx="221">
                  <c:v>0.61388888888888893</c:v>
                </c:pt>
                <c:pt idx="222">
                  <c:v>0.6166666666666667</c:v>
                </c:pt>
                <c:pt idx="223">
                  <c:v>0.61944444444444435</c:v>
                </c:pt>
                <c:pt idx="224">
                  <c:v>0.62222222222222223</c:v>
                </c:pt>
                <c:pt idx="225">
                  <c:v>0.625</c:v>
                </c:pt>
                <c:pt idx="226">
                  <c:v>0.62777777777777777</c:v>
                </c:pt>
                <c:pt idx="227">
                  <c:v>0.63055555555555565</c:v>
                </c:pt>
                <c:pt idx="228">
                  <c:v>0.6333333333333333</c:v>
                </c:pt>
                <c:pt idx="229">
                  <c:v>0.63611111111111107</c:v>
                </c:pt>
                <c:pt idx="230">
                  <c:v>0.63888888888888895</c:v>
                </c:pt>
                <c:pt idx="231">
                  <c:v>0.64166666666666672</c:v>
                </c:pt>
                <c:pt idx="232">
                  <c:v>0.64444444444444438</c:v>
                </c:pt>
                <c:pt idx="233">
                  <c:v>0.64722222222222225</c:v>
                </c:pt>
                <c:pt idx="234">
                  <c:v>0.65</c:v>
                </c:pt>
                <c:pt idx="235">
                  <c:v>0.65277777777777779</c:v>
                </c:pt>
                <c:pt idx="236">
                  <c:v>0.65555555555555556</c:v>
                </c:pt>
                <c:pt idx="237">
                  <c:v>0.65833333333333333</c:v>
                </c:pt>
                <c:pt idx="238">
                  <c:v>0.66111111111111109</c:v>
                </c:pt>
                <c:pt idx="239">
                  <c:v>0.66388888888888897</c:v>
                </c:pt>
                <c:pt idx="240">
                  <c:v>0.66666666666666663</c:v>
                </c:pt>
                <c:pt idx="241">
                  <c:v>0.6694444444444444</c:v>
                </c:pt>
                <c:pt idx="242">
                  <c:v>0.67222222222222228</c:v>
                </c:pt>
                <c:pt idx="243">
                  <c:v>0.67500000000000004</c:v>
                </c:pt>
                <c:pt idx="244">
                  <c:v>0.6777777777777777</c:v>
                </c:pt>
                <c:pt idx="245">
                  <c:v>0.68055555555555558</c:v>
                </c:pt>
                <c:pt idx="246">
                  <c:v>0.68333333333333335</c:v>
                </c:pt>
                <c:pt idx="247">
                  <c:v>0.68611111111111112</c:v>
                </c:pt>
                <c:pt idx="248">
                  <c:v>0.68888888888888888</c:v>
                </c:pt>
                <c:pt idx="249">
                  <c:v>0.69166666666666665</c:v>
                </c:pt>
                <c:pt idx="250">
                  <c:v>0.69444444444444442</c:v>
                </c:pt>
                <c:pt idx="251">
                  <c:v>0.6972222222222223</c:v>
                </c:pt>
                <c:pt idx="252">
                  <c:v>0.7</c:v>
                </c:pt>
                <c:pt idx="253">
                  <c:v>0.70277777777777772</c:v>
                </c:pt>
                <c:pt idx="254">
                  <c:v>0.7055555555555556</c:v>
                </c:pt>
                <c:pt idx="255">
                  <c:v>0.70833333333333337</c:v>
                </c:pt>
                <c:pt idx="256">
                  <c:v>0.71111111111111103</c:v>
                </c:pt>
                <c:pt idx="257">
                  <c:v>0.71388888888888891</c:v>
                </c:pt>
                <c:pt idx="258">
                  <c:v>0.71666666666666667</c:v>
                </c:pt>
                <c:pt idx="259">
                  <c:v>0.71944444444444444</c:v>
                </c:pt>
                <c:pt idx="260">
                  <c:v>0.72222222222222221</c:v>
                </c:pt>
                <c:pt idx="261">
                  <c:v>0.72499999999999998</c:v>
                </c:pt>
                <c:pt idx="262">
                  <c:v>0.72777777777777775</c:v>
                </c:pt>
                <c:pt idx="263">
                  <c:v>0.73055555555555562</c:v>
                </c:pt>
                <c:pt idx="264">
                  <c:v>0.73333333333333328</c:v>
                </c:pt>
                <c:pt idx="265">
                  <c:v>0.73611111111111105</c:v>
                </c:pt>
                <c:pt idx="266">
                  <c:v>0.73888888888888893</c:v>
                </c:pt>
                <c:pt idx="267">
                  <c:v>0.7416666666666667</c:v>
                </c:pt>
                <c:pt idx="268">
                  <c:v>0.74444444444444435</c:v>
                </c:pt>
                <c:pt idx="269">
                  <c:v>0.74722222222222223</c:v>
                </c:pt>
                <c:pt idx="270">
                  <c:v>0.75</c:v>
                </c:pt>
                <c:pt idx="271">
                  <c:v>0.75277777777777777</c:v>
                </c:pt>
                <c:pt idx="272">
                  <c:v>0.75555555555555565</c:v>
                </c:pt>
                <c:pt idx="273">
                  <c:v>0.7583333333333333</c:v>
                </c:pt>
                <c:pt idx="274">
                  <c:v>0.76111111111111107</c:v>
                </c:pt>
                <c:pt idx="275">
                  <c:v>0.76388888888888895</c:v>
                </c:pt>
                <c:pt idx="276">
                  <c:v>0.76666666666666672</c:v>
                </c:pt>
                <c:pt idx="277">
                  <c:v>0.76944444444444438</c:v>
                </c:pt>
                <c:pt idx="278">
                  <c:v>0.77222222222222225</c:v>
                </c:pt>
                <c:pt idx="279">
                  <c:v>0.77500000000000002</c:v>
                </c:pt>
                <c:pt idx="280">
                  <c:v>0.77777777777777779</c:v>
                </c:pt>
                <c:pt idx="281">
                  <c:v>0.78055555555555556</c:v>
                </c:pt>
                <c:pt idx="282">
                  <c:v>0.78333333333333333</c:v>
                </c:pt>
                <c:pt idx="283">
                  <c:v>0.78611111111111109</c:v>
                </c:pt>
                <c:pt idx="284">
                  <c:v>0.78888888888888897</c:v>
                </c:pt>
                <c:pt idx="285">
                  <c:v>0.79166666666666663</c:v>
                </c:pt>
                <c:pt idx="286">
                  <c:v>0.7944444444444444</c:v>
                </c:pt>
                <c:pt idx="287">
                  <c:v>0.79722222222222228</c:v>
                </c:pt>
                <c:pt idx="288">
                  <c:v>0.8</c:v>
                </c:pt>
                <c:pt idx="289">
                  <c:v>0.8027777777777777</c:v>
                </c:pt>
                <c:pt idx="290">
                  <c:v>0.80555555555555558</c:v>
                </c:pt>
                <c:pt idx="291">
                  <c:v>0.80833333333333335</c:v>
                </c:pt>
                <c:pt idx="292">
                  <c:v>0.81111111111111112</c:v>
                </c:pt>
                <c:pt idx="293">
                  <c:v>0.81388888888888888</c:v>
                </c:pt>
                <c:pt idx="294">
                  <c:v>0.81666666666666665</c:v>
                </c:pt>
                <c:pt idx="295">
                  <c:v>0.81944444444444442</c:v>
                </c:pt>
                <c:pt idx="296">
                  <c:v>0.8222222222222223</c:v>
                </c:pt>
                <c:pt idx="297">
                  <c:v>0.82499999999999996</c:v>
                </c:pt>
                <c:pt idx="298">
                  <c:v>0.82777777777777772</c:v>
                </c:pt>
                <c:pt idx="299">
                  <c:v>0.8305555555555556</c:v>
                </c:pt>
                <c:pt idx="300">
                  <c:v>0.83333333333333337</c:v>
                </c:pt>
                <c:pt idx="301">
                  <c:v>0.83611111111111103</c:v>
                </c:pt>
                <c:pt idx="302">
                  <c:v>0.83888888888888891</c:v>
                </c:pt>
                <c:pt idx="303">
                  <c:v>0.84166666666666667</c:v>
                </c:pt>
                <c:pt idx="304">
                  <c:v>0.84444444444444444</c:v>
                </c:pt>
                <c:pt idx="305">
                  <c:v>0.84722222222222221</c:v>
                </c:pt>
                <c:pt idx="306">
                  <c:v>0.85</c:v>
                </c:pt>
                <c:pt idx="307">
                  <c:v>0.85277777777777775</c:v>
                </c:pt>
                <c:pt idx="308">
                  <c:v>0.85555555555555562</c:v>
                </c:pt>
                <c:pt idx="309">
                  <c:v>0.85833333333333328</c:v>
                </c:pt>
                <c:pt idx="310">
                  <c:v>0.86111111111111105</c:v>
                </c:pt>
                <c:pt idx="311">
                  <c:v>0.86388888888888893</c:v>
                </c:pt>
                <c:pt idx="312">
                  <c:v>0.8666666666666667</c:v>
                </c:pt>
                <c:pt idx="313">
                  <c:v>0.86944444444444435</c:v>
                </c:pt>
                <c:pt idx="314">
                  <c:v>0.87222222222222223</c:v>
                </c:pt>
                <c:pt idx="315">
                  <c:v>0.875</c:v>
                </c:pt>
                <c:pt idx="316">
                  <c:v>0.87777777777777777</c:v>
                </c:pt>
                <c:pt idx="317">
                  <c:v>0.88055555555555565</c:v>
                </c:pt>
                <c:pt idx="318">
                  <c:v>0.8833333333333333</c:v>
                </c:pt>
                <c:pt idx="319">
                  <c:v>0.88611111111111107</c:v>
                </c:pt>
                <c:pt idx="320">
                  <c:v>0.88888888888888895</c:v>
                </c:pt>
                <c:pt idx="321">
                  <c:v>0.89166666666666672</c:v>
                </c:pt>
                <c:pt idx="322">
                  <c:v>0.89444444444444438</c:v>
                </c:pt>
                <c:pt idx="323">
                  <c:v>0.89722222222222225</c:v>
                </c:pt>
                <c:pt idx="324">
                  <c:v>0.9</c:v>
                </c:pt>
                <c:pt idx="325">
                  <c:v>0.90277777777777779</c:v>
                </c:pt>
                <c:pt idx="326">
                  <c:v>0.90555555555555556</c:v>
                </c:pt>
                <c:pt idx="327">
                  <c:v>0.90833333333333333</c:v>
                </c:pt>
                <c:pt idx="328">
                  <c:v>0.91111111111111109</c:v>
                </c:pt>
                <c:pt idx="329">
                  <c:v>0.91388888888888897</c:v>
                </c:pt>
                <c:pt idx="330">
                  <c:v>0.91666666666666663</c:v>
                </c:pt>
                <c:pt idx="331">
                  <c:v>0.9194444444444444</c:v>
                </c:pt>
                <c:pt idx="332">
                  <c:v>0.92222222222222228</c:v>
                </c:pt>
                <c:pt idx="333">
                  <c:v>0.92500000000000004</c:v>
                </c:pt>
                <c:pt idx="334">
                  <c:v>0.9277777777777777</c:v>
                </c:pt>
                <c:pt idx="335">
                  <c:v>0.93055555555555558</c:v>
                </c:pt>
                <c:pt idx="336">
                  <c:v>0.93333333333333335</c:v>
                </c:pt>
                <c:pt idx="337">
                  <c:v>0.93611111111111112</c:v>
                </c:pt>
                <c:pt idx="338">
                  <c:v>0.93888888888888888</c:v>
                </c:pt>
                <c:pt idx="339">
                  <c:v>0.94166666666666665</c:v>
                </c:pt>
                <c:pt idx="340">
                  <c:v>0.94444444444444442</c:v>
                </c:pt>
                <c:pt idx="341">
                  <c:v>0.9472222222222223</c:v>
                </c:pt>
                <c:pt idx="342">
                  <c:v>0.95</c:v>
                </c:pt>
                <c:pt idx="343">
                  <c:v>0.95277777777777772</c:v>
                </c:pt>
                <c:pt idx="344">
                  <c:v>0.9555555555555556</c:v>
                </c:pt>
                <c:pt idx="345">
                  <c:v>0.95833333333333337</c:v>
                </c:pt>
                <c:pt idx="346">
                  <c:v>0.96111111111111103</c:v>
                </c:pt>
                <c:pt idx="347">
                  <c:v>0.96388888888888891</c:v>
                </c:pt>
                <c:pt idx="348">
                  <c:v>0.96666666666666667</c:v>
                </c:pt>
                <c:pt idx="349">
                  <c:v>0.96944444444444444</c:v>
                </c:pt>
                <c:pt idx="350">
                  <c:v>0.97222222222222221</c:v>
                </c:pt>
                <c:pt idx="351">
                  <c:v>0.97499999999999998</c:v>
                </c:pt>
                <c:pt idx="352">
                  <c:v>0.97777777777777775</c:v>
                </c:pt>
                <c:pt idx="353">
                  <c:v>0.98055555555555562</c:v>
                </c:pt>
                <c:pt idx="354">
                  <c:v>0.98333333333333328</c:v>
                </c:pt>
                <c:pt idx="355">
                  <c:v>0.98611111111111105</c:v>
                </c:pt>
                <c:pt idx="356">
                  <c:v>0.98888888888888893</c:v>
                </c:pt>
                <c:pt idx="357">
                  <c:v>0.9916666666666667</c:v>
                </c:pt>
                <c:pt idx="358">
                  <c:v>0.99444444444444435</c:v>
                </c:pt>
                <c:pt idx="359">
                  <c:v>0.99722222222222223</c:v>
                </c:pt>
                <c:pt idx="360">
                  <c:v>1</c:v>
                </c:pt>
                <c:pt idx="361">
                  <c:v>1.0027777777777778</c:v>
                </c:pt>
                <c:pt idx="362">
                  <c:v>1.0055555555555555</c:v>
                </c:pt>
                <c:pt idx="363">
                  <c:v>1.0083333333333333</c:v>
                </c:pt>
                <c:pt idx="364">
                  <c:v>1.0111111111111111</c:v>
                </c:pt>
                <c:pt idx="365">
                  <c:v>1.0138888888888888</c:v>
                </c:pt>
                <c:pt idx="366">
                  <c:v>1.0166666666666666</c:v>
                </c:pt>
                <c:pt idx="367">
                  <c:v>1.0194444444444444</c:v>
                </c:pt>
                <c:pt idx="368">
                  <c:v>1.0222222222222224</c:v>
                </c:pt>
                <c:pt idx="369">
                  <c:v>1.0249999999999999</c:v>
                </c:pt>
                <c:pt idx="370">
                  <c:v>1.0277777777777777</c:v>
                </c:pt>
                <c:pt idx="371">
                  <c:v>1.0305555555555557</c:v>
                </c:pt>
                <c:pt idx="372">
                  <c:v>1.0333333333333334</c:v>
                </c:pt>
                <c:pt idx="373">
                  <c:v>1.036111111111111</c:v>
                </c:pt>
                <c:pt idx="374">
                  <c:v>1.038888888888889</c:v>
                </c:pt>
                <c:pt idx="375">
                  <c:v>1.0416666666666667</c:v>
                </c:pt>
                <c:pt idx="376">
                  <c:v>1.0444444444444445</c:v>
                </c:pt>
                <c:pt idx="377">
                  <c:v>1.0472222222222223</c:v>
                </c:pt>
                <c:pt idx="378">
                  <c:v>1.05</c:v>
                </c:pt>
                <c:pt idx="379">
                  <c:v>1.0527777777777778</c:v>
                </c:pt>
                <c:pt idx="380">
                  <c:v>1.0555555555555556</c:v>
                </c:pt>
                <c:pt idx="381">
                  <c:v>1.0583333333333333</c:v>
                </c:pt>
                <c:pt idx="382">
                  <c:v>1.0611111111111111</c:v>
                </c:pt>
                <c:pt idx="383">
                  <c:v>1.0638888888888889</c:v>
                </c:pt>
                <c:pt idx="384">
                  <c:v>1.0666666666666667</c:v>
                </c:pt>
                <c:pt idx="385">
                  <c:v>1.0694444444444444</c:v>
                </c:pt>
                <c:pt idx="386">
                  <c:v>1.0722222222222222</c:v>
                </c:pt>
                <c:pt idx="387">
                  <c:v>1.075</c:v>
                </c:pt>
                <c:pt idx="388">
                  <c:v>1.0777777777777779</c:v>
                </c:pt>
                <c:pt idx="389">
                  <c:v>1.0805555555555555</c:v>
                </c:pt>
                <c:pt idx="390">
                  <c:v>1.0833333333333333</c:v>
                </c:pt>
                <c:pt idx="391">
                  <c:v>1.0861111111111112</c:v>
                </c:pt>
                <c:pt idx="392">
                  <c:v>1.0888888888888888</c:v>
                </c:pt>
                <c:pt idx="393">
                  <c:v>1.0916666666666666</c:v>
                </c:pt>
                <c:pt idx="394">
                  <c:v>1.0944444444444446</c:v>
                </c:pt>
                <c:pt idx="395">
                  <c:v>1.0972222222222221</c:v>
                </c:pt>
                <c:pt idx="396">
                  <c:v>1.1000000000000001</c:v>
                </c:pt>
                <c:pt idx="397">
                  <c:v>1.1027777777777779</c:v>
                </c:pt>
                <c:pt idx="398">
                  <c:v>1.1055555555555554</c:v>
                </c:pt>
                <c:pt idx="399">
                  <c:v>1.1083333333333334</c:v>
                </c:pt>
                <c:pt idx="400">
                  <c:v>1.1111111111111112</c:v>
                </c:pt>
                <c:pt idx="401">
                  <c:v>1.1138888888888887</c:v>
                </c:pt>
                <c:pt idx="402">
                  <c:v>1.1166666666666667</c:v>
                </c:pt>
                <c:pt idx="403">
                  <c:v>1.1194444444444445</c:v>
                </c:pt>
                <c:pt idx="404">
                  <c:v>1.1222222222222222</c:v>
                </c:pt>
                <c:pt idx="405">
                  <c:v>1.125</c:v>
                </c:pt>
                <c:pt idx="406">
                  <c:v>1.1277777777777778</c:v>
                </c:pt>
                <c:pt idx="407">
                  <c:v>1.1305555555555555</c:v>
                </c:pt>
                <c:pt idx="408">
                  <c:v>1.1333333333333333</c:v>
                </c:pt>
                <c:pt idx="409">
                  <c:v>1.1361111111111113</c:v>
                </c:pt>
                <c:pt idx="410">
                  <c:v>1.1388888888888888</c:v>
                </c:pt>
                <c:pt idx="411">
                  <c:v>1.1416666666666666</c:v>
                </c:pt>
                <c:pt idx="412">
                  <c:v>1.1444444444444446</c:v>
                </c:pt>
                <c:pt idx="413">
                  <c:v>1.1472222222222221</c:v>
                </c:pt>
                <c:pt idx="414">
                  <c:v>1.1499999999999999</c:v>
                </c:pt>
                <c:pt idx="415">
                  <c:v>1.1527777777777779</c:v>
                </c:pt>
                <c:pt idx="416">
                  <c:v>1.1555555555555554</c:v>
                </c:pt>
                <c:pt idx="417">
                  <c:v>1.1583333333333334</c:v>
                </c:pt>
                <c:pt idx="418">
                  <c:v>1.1611111111111112</c:v>
                </c:pt>
                <c:pt idx="419">
                  <c:v>1.1638888888888888</c:v>
                </c:pt>
                <c:pt idx="420">
                  <c:v>1.1666666666666667</c:v>
                </c:pt>
                <c:pt idx="421">
                  <c:v>1.1694444444444445</c:v>
                </c:pt>
                <c:pt idx="422">
                  <c:v>1.1722222222222221</c:v>
                </c:pt>
                <c:pt idx="423">
                  <c:v>1.175</c:v>
                </c:pt>
                <c:pt idx="424">
                  <c:v>1.1777777777777778</c:v>
                </c:pt>
                <c:pt idx="425">
                  <c:v>1.1805555555555556</c:v>
                </c:pt>
                <c:pt idx="426">
                  <c:v>1.1833333333333333</c:v>
                </c:pt>
                <c:pt idx="427">
                  <c:v>1.1861111111111111</c:v>
                </c:pt>
                <c:pt idx="428">
                  <c:v>1.1888888888888889</c:v>
                </c:pt>
                <c:pt idx="429">
                  <c:v>1.1916666666666667</c:v>
                </c:pt>
                <c:pt idx="430">
                  <c:v>1.1944444444444444</c:v>
                </c:pt>
                <c:pt idx="431">
                  <c:v>1.1972222222222222</c:v>
                </c:pt>
                <c:pt idx="432">
                  <c:v>1.2</c:v>
                </c:pt>
                <c:pt idx="433">
                  <c:v>1.2027777777777779</c:v>
                </c:pt>
                <c:pt idx="434">
                  <c:v>1.2055555555555555</c:v>
                </c:pt>
                <c:pt idx="435">
                  <c:v>1.2083333333333333</c:v>
                </c:pt>
                <c:pt idx="436">
                  <c:v>1.2111111111111112</c:v>
                </c:pt>
                <c:pt idx="437">
                  <c:v>1.2138888888888888</c:v>
                </c:pt>
                <c:pt idx="438">
                  <c:v>1.2166666666666666</c:v>
                </c:pt>
                <c:pt idx="439">
                  <c:v>1.2194444444444446</c:v>
                </c:pt>
                <c:pt idx="440">
                  <c:v>1.2222222222222221</c:v>
                </c:pt>
                <c:pt idx="441">
                  <c:v>1.2250000000000001</c:v>
                </c:pt>
                <c:pt idx="442">
                  <c:v>1.2277777777777779</c:v>
                </c:pt>
                <c:pt idx="443">
                  <c:v>1.2305555555555554</c:v>
                </c:pt>
                <c:pt idx="444">
                  <c:v>1.2333333333333334</c:v>
                </c:pt>
                <c:pt idx="445">
                  <c:v>1.2361111111111112</c:v>
                </c:pt>
                <c:pt idx="446">
                  <c:v>1.2388888888888887</c:v>
                </c:pt>
                <c:pt idx="447">
                  <c:v>1.2416666666666667</c:v>
                </c:pt>
                <c:pt idx="448">
                  <c:v>1.2444444444444445</c:v>
                </c:pt>
                <c:pt idx="449">
                  <c:v>1.2472222222222222</c:v>
                </c:pt>
                <c:pt idx="450">
                  <c:v>1.25</c:v>
                </c:pt>
                <c:pt idx="451">
                  <c:v>1.2527777777777778</c:v>
                </c:pt>
                <c:pt idx="452">
                  <c:v>1.2555555555555555</c:v>
                </c:pt>
                <c:pt idx="453">
                  <c:v>1.2583333333333333</c:v>
                </c:pt>
                <c:pt idx="454">
                  <c:v>1.2611111111111113</c:v>
                </c:pt>
                <c:pt idx="455">
                  <c:v>1.2638888888888888</c:v>
                </c:pt>
                <c:pt idx="456">
                  <c:v>1.2666666666666666</c:v>
                </c:pt>
                <c:pt idx="457">
                  <c:v>1.2694444444444446</c:v>
                </c:pt>
                <c:pt idx="458">
                  <c:v>1.2722222222222221</c:v>
                </c:pt>
                <c:pt idx="459">
                  <c:v>1.2749999999999999</c:v>
                </c:pt>
                <c:pt idx="460">
                  <c:v>1.2777777777777779</c:v>
                </c:pt>
                <c:pt idx="461">
                  <c:v>1.2805555555555554</c:v>
                </c:pt>
                <c:pt idx="462">
                  <c:v>1.2833333333333334</c:v>
                </c:pt>
                <c:pt idx="463">
                  <c:v>1.2861111111111112</c:v>
                </c:pt>
                <c:pt idx="464">
                  <c:v>1.2888888888888888</c:v>
                </c:pt>
                <c:pt idx="465">
                  <c:v>1.2916666666666667</c:v>
                </c:pt>
                <c:pt idx="466">
                  <c:v>1.2944444444444445</c:v>
                </c:pt>
                <c:pt idx="467">
                  <c:v>1.2972222222222221</c:v>
                </c:pt>
                <c:pt idx="468">
                  <c:v>1.3</c:v>
                </c:pt>
                <c:pt idx="469">
                  <c:v>1.3027777777777778</c:v>
                </c:pt>
                <c:pt idx="470">
                  <c:v>1.3055555555555556</c:v>
                </c:pt>
                <c:pt idx="471">
                  <c:v>1.3083333333333333</c:v>
                </c:pt>
                <c:pt idx="472">
                  <c:v>1.3111111111111111</c:v>
                </c:pt>
                <c:pt idx="473">
                  <c:v>1.3138888888888889</c:v>
                </c:pt>
                <c:pt idx="474">
                  <c:v>1.3166666666666667</c:v>
                </c:pt>
                <c:pt idx="475">
                  <c:v>1.3194444444444444</c:v>
                </c:pt>
                <c:pt idx="476">
                  <c:v>1.3222222222222222</c:v>
                </c:pt>
                <c:pt idx="477">
                  <c:v>1.325</c:v>
                </c:pt>
                <c:pt idx="478">
                  <c:v>1.3277777777777779</c:v>
                </c:pt>
                <c:pt idx="479">
                  <c:v>1.3305555555555555</c:v>
                </c:pt>
                <c:pt idx="480">
                  <c:v>1.3333333333333333</c:v>
                </c:pt>
                <c:pt idx="481">
                  <c:v>1.3361111111111112</c:v>
                </c:pt>
                <c:pt idx="482">
                  <c:v>1.3388888888888888</c:v>
                </c:pt>
                <c:pt idx="483">
                  <c:v>1.3416666666666666</c:v>
                </c:pt>
                <c:pt idx="484">
                  <c:v>1.3444444444444446</c:v>
                </c:pt>
                <c:pt idx="485">
                  <c:v>1.3472222222222221</c:v>
                </c:pt>
                <c:pt idx="486">
                  <c:v>1.35</c:v>
                </c:pt>
                <c:pt idx="487">
                  <c:v>1.3527777777777779</c:v>
                </c:pt>
                <c:pt idx="488">
                  <c:v>1.3555555555555554</c:v>
                </c:pt>
                <c:pt idx="489">
                  <c:v>1.3583333333333334</c:v>
                </c:pt>
                <c:pt idx="490">
                  <c:v>1.3611111111111112</c:v>
                </c:pt>
                <c:pt idx="491">
                  <c:v>1.3638888888888887</c:v>
                </c:pt>
                <c:pt idx="492">
                  <c:v>1.3666666666666667</c:v>
                </c:pt>
                <c:pt idx="493">
                  <c:v>1.3694444444444445</c:v>
                </c:pt>
                <c:pt idx="494">
                  <c:v>1.3722222222222222</c:v>
                </c:pt>
                <c:pt idx="495">
                  <c:v>1.375</c:v>
                </c:pt>
                <c:pt idx="496">
                  <c:v>1.3777777777777778</c:v>
                </c:pt>
                <c:pt idx="497">
                  <c:v>1.3805555555555555</c:v>
                </c:pt>
                <c:pt idx="498">
                  <c:v>1.3833333333333333</c:v>
                </c:pt>
                <c:pt idx="499">
                  <c:v>1.3861111111111113</c:v>
                </c:pt>
                <c:pt idx="500">
                  <c:v>1.3888888888888888</c:v>
                </c:pt>
                <c:pt idx="501">
                  <c:v>1.3916666666666666</c:v>
                </c:pt>
                <c:pt idx="502">
                  <c:v>1.3944444444444446</c:v>
                </c:pt>
                <c:pt idx="503">
                  <c:v>1.3972222222222221</c:v>
                </c:pt>
                <c:pt idx="504">
                  <c:v>1.4</c:v>
                </c:pt>
                <c:pt idx="505">
                  <c:v>1.4027777777777779</c:v>
                </c:pt>
                <c:pt idx="506">
                  <c:v>1.4055555555555554</c:v>
                </c:pt>
                <c:pt idx="507">
                  <c:v>1.4083333333333334</c:v>
                </c:pt>
                <c:pt idx="508">
                  <c:v>1.4111111111111112</c:v>
                </c:pt>
                <c:pt idx="509">
                  <c:v>1.4138888888888888</c:v>
                </c:pt>
                <c:pt idx="510">
                  <c:v>1.4166666666666667</c:v>
                </c:pt>
                <c:pt idx="511">
                  <c:v>1.4194444444444445</c:v>
                </c:pt>
                <c:pt idx="512">
                  <c:v>1.4222222222222221</c:v>
                </c:pt>
                <c:pt idx="513">
                  <c:v>1.425</c:v>
                </c:pt>
                <c:pt idx="514">
                  <c:v>1.4277777777777778</c:v>
                </c:pt>
                <c:pt idx="515">
                  <c:v>1.4305555555555556</c:v>
                </c:pt>
                <c:pt idx="516">
                  <c:v>1.4333333333333333</c:v>
                </c:pt>
                <c:pt idx="517">
                  <c:v>1.4361111111111111</c:v>
                </c:pt>
                <c:pt idx="518">
                  <c:v>1.4388888888888889</c:v>
                </c:pt>
                <c:pt idx="519">
                  <c:v>1.4416666666666667</c:v>
                </c:pt>
                <c:pt idx="520">
                  <c:v>1.4444444444444444</c:v>
                </c:pt>
                <c:pt idx="521">
                  <c:v>1.4472222222222222</c:v>
                </c:pt>
                <c:pt idx="522">
                  <c:v>1.45</c:v>
                </c:pt>
                <c:pt idx="523">
                  <c:v>1.4527777777777779</c:v>
                </c:pt>
                <c:pt idx="524">
                  <c:v>1.4555555555555555</c:v>
                </c:pt>
                <c:pt idx="525">
                  <c:v>1.4583333333333333</c:v>
                </c:pt>
                <c:pt idx="526">
                  <c:v>1.4611111111111112</c:v>
                </c:pt>
                <c:pt idx="527">
                  <c:v>1.4638888888888888</c:v>
                </c:pt>
                <c:pt idx="528">
                  <c:v>1.4666666666666666</c:v>
                </c:pt>
                <c:pt idx="529">
                  <c:v>1.4694444444444446</c:v>
                </c:pt>
                <c:pt idx="530">
                  <c:v>1.4722222222222221</c:v>
                </c:pt>
                <c:pt idx="531">
                  <c:v>1.4750000000000001</c:v>
                </c:pt>
                <c:pt idx="532">
                  <c:v>1.4777777777777779</c:v>
                </c:pt>
                <c:pt idx="533">
                  <c:v>1.4805555555555554</c:v>
                </c:pt>
                <c:pt idx="534">
                  <c:v>1.4833333333333334</c:v>
                </c:pt>
                <c:pt idx="535">
                  <c:v>1.4861111111111112</c:v>
                </c:pt>
                <c:pt idx="536">
                  <c:v>1.4888888888888887</c:v>
                </c:pt>
                <c:pt idx="537">
                  <c:v>1.4916666666666667</c:v>
                </c:pt>
                <c:pt idx="538">
                  <c:v>1.4944444444444445</c:v>
                </c:pt>
                <c:pt idx="539">
                  <c:v>1.4972222222222222</c:v>
                </c:pt>
                <c:pt idx="540">
                  <c:v>1.5</c:v>
                </c:pt>
                <c:pt idx="541">
                  <c:v>1.5027777777777778</c:v>
                </c:pt>
                <c:pt idx="542">
                  <c:v>1.5055555555555555</c:v>
                </c:pt>
                <c:pt idx="543">
                  <c:v>1.5083333333333333</c:v>
                </c:pt>
                <c:pt idx="544">
                  <c:v>1.5111111111111113</c:v>
                </c:pt>
                <c:pt idx="545">
                  <c:v>1.5138888888888888</c:v>
                </c:pt>
                <c:pt idx="546">
                  <c:v>1.5166666666666666</c:v>
                </c:pt>
                <c:pt idx="547">
                  <c:v>1.5194444444444446</c:v>
                </c:pt>
                <c:pt idx="548">
                  <c:v>1.5222222222222221</c:v>
                </c:pt>
                <c:pt idx="549">
                  <c:v>1.5249999999999999</c:v>
                </c:pt>
                <c:pt idx="550">
                  <c:v>1.5277777777777779</c:v>
                </c:pt>
                <c:pt idx="551">
                  <c:v>1.5305555555555554</c:v>
                </c:pt>
                <c:pt idx="552">
                  <c:v>1.5333333333333334</c:v>
                </c:pt>
                <c:pt idx="553">
                  <c:v>1.5361111111111112</c:v>
                </c:pt>
                <c:pt idx="554">
                  <c:v>1.5388888888888888</c:v>
                </c:pt>
                <c:pt idx="555">
                  <c:v>1.5416666666666667</c:v>
                </c:pt>
                <c:pt idx="556">
                  <c:v>1.5444444444444445</c:v>
                </c:pt>
                <c:pt idx="557">
                  <c:v>1.5472222222222221</c:v>
                </c:pt>
                <c:pt idx="558">
                  <c:v>1.55</c:v>
                </c:pt>
                <c:pt idx="559">
                  <c:v>1.5527777777777778</c:v>
                </c:pt>
                <c:pt idx="560">
                  <c:v>1.5555555555555556</c:v>
                </c:pt>
                <c:pt idx="561">
                  <c:v>1.5583333333333333</c:v>
                </c:pt>
                <c:pt idx="562">
                  <c:v>1.5611111111111111</c:v>
                </c:pt>
                <c:pt idx="563">
                  <c:v>1.5638888888888889</c:v>
                </c:pt>
                <c:pt idx="564">
                  <c:v>1.5666666666666667</c:v>
                </c:pt>
                <c:pt idx="565">
                  <c:v>1.5694444444444444</c:v>
                </c:pt>
                <c:pt idx="566">
                  <c:v>1.5722222222222222</c:v>
                </c:pt>
                <c:pt idx="567">
                  <c:v>1.575</c:v>
                </c:pt>
                <c:pt idx="568">
                  <c:v>1.5777777777777779</c:v>
                </c:pt>
                <c:pt idx="569">
                  <c:v>1.5805555555555555</c:v>
                </c:pt>
                <c:pt idx="570">
                  <c:v>1.5833333333333333</c:v>
                </c:pt>
                <c:pt idx="571">
                  <c:v>1.5861111111111112</c:v>
                </c:pt>
                <c:pt idx="572">
                  <c:v>1.5888888888888888</c:v>
                </c:pt>
                <c:pt idx="573">
                  <c:v>1.5916666666666666</c:v>
                </c:pt>
                <c:pt idx="574">
                  <c:v>1.5944444444444446</c:v>
                </c:pt>
                <c:pt idx="575">
                  <c:v>1.5972222222222221</c:v>
                </c:pt>
                <c:pt idx="576">
                  <c:v>1.6</c:v>
                </c:pt>
                <c:pt idx="577">
                  <c:v>1.6027777777777779</c:v>
                </c:pt>
                <c:pt idx="578">
                  <c:v>1.6055555555555554</c:v>
                </c:pt>
                <c:pt idx="579">
                  <c:v>1.6083333333333334</c:v>
                </c:pt>
                <c:pt idx="580">
                  <c:v>1.6111111111111112</c:v>
                </c:pt>
                <c:pt idx="581">
                  <c:v>1.6138888888888887</c:v>
                </c:pt>
                <c:pt idx="582">
                  <c:v>1.6166666666666667</c:v>
                </c:pt>
                <c:pt idx="583">
                  <c:v>1.6194444444444445</c:v>
                </c:pt>
                <c:pt idx="584">
                  <c:v>1.6222222222222222</c:v>
                </c:pt>
                <c:pt idx="585">
                  <c:v>1.625</c:v>
                </c:pt>
                <c:pt idx="586">
                  <c:v>1.6277777777777778</c:v>
                </c:pt>
                <c:pt idx="587">
                  <c:v>1.6305555555555555</c:v>
                </c:pt>
                <c:pt idx="588">
                  <c:v>1.6333333333333333</c:v>
                </c:pt>
                <c:pt idx="589">
                  <c:v>1.6361111111111113</c:v>
                </c:pt>
                <c:pt idx="590">
                  <c:v>1.6388888888888888</c:v>
                </c:pt>
                <c:pt idx="591">
                  <c:v>1.6416666666666666</c:v>
                </c:pt>
                <c:pt idx="592">
                  <c:v>1.6444444444444446</c:v>
                </c:pt>
                <c:pt idx="593">
                  <c:v>1.6472222222222221</c:v>
                </c:pt>
                <c:pt idx="594">
                  <c:v>1.65</c:v>
                </c:pt>
                <c:pt idx="595">
                  <c:v>1.6527777777777779</c:v>
                </c:pt>
                <c:pt idx="596">
                  <c:v>1.6555555555555554</c:v>
                </c:pt>
                <c:pt idx="597">
                  <c:v>1.6583333333333334</c:v>
                </c:pt>
                <c:pt idx="598">
                  <c:v>1.6611111111111112</c:v>
                </c:pt>
                <c:pt idx="599">
                  <c:v>1.6638888888888888</c:v>
                </c:pt>
                <c:pt idx="600">
                  <c:v>1.6666666666666667</c:v>
                </c:pt>
                <c:pt idx="601">
                  <c:v>1.6694444444444445</c:v>
                </c:pt>
                <c:pt idx="602">
                  <c:v>1.6722222222222221</c:v>
                </c:pt>
                <c:pt idx="603">
                  <c:v>1.675</c:v>
                </c:pt>
                <c:pt idx="604">
                  <c:v>1.6777777777777778</c:v>
                </c:pt>
                <c:pt idx="605">
                  <c:v>1.6805555555555556</c:v>
                </c:pt>
                <c:pt idx="606">
                  <c:v>1.6833333333333333</c:v>
                </c:pt>
                <c:pt idx="607">
                  <c:v>1.6861111111111111</c:v>
                </c:pt>
                <c:pt idx="608">
                  <c:v>1.6888888888888889</c:v>
                </c:pt>
                <c:pt idx="609">
                  <c:v>1.6916666666666667</c:v>
                </c:pt>
                <c:pt idx="610">
                  <c:v>1.6944444444444444</c:v>
                </c:pt>
                <c:pt idx="611">
                  <c:v>1.6972222222222222</c:v>
                </c:pt>
                <c:pt idx="612">
                  <c:v>1.7</c:v>
                </c:pt>
                <c:pt idx="613">
                  <c:v>1.7027777777777779</c:v>
                </c:pt>
                <c:pt idx="614">
                  <c:v>1.7055555555555555</c:v>
                </c:pt>
                <c:pt idx="615">
                  <c:v>1.7083333333333333</c:v>
                </c:pt>
                <c:pt idx="616">
                  <c:v>1.7111111111111112</c:v>
                </c:pt>
                <c:pt idx="617">
                  <c:v>1.7138888888888888</c:v>
                </c:pt>
                <c:pt idx="618">
                  <c:v>1.7166666666666666</c:v>
                </c:pt>
                <c:pt idx="619">
                  <c:v>1.7194444444444446</c:v>
                </c:pt>
                <c:pt idx="620">
                  <c:v>1.7222222222222221</c:v>
                </c:pt>
                <c:pt idx="621">
                  <c:v>1.7250000000000001</c:v>
                </c:pt>
                <c:pt idx="622">
                  <c:v>1.7277777777777779</c:v>
                </c:pt>
                <c:pt idx="623">
                  <c:v>1.7305555555555554</c:v>
                </c:pt>
                <c:pt idx="624">
                  <c:v>1.7333333333333334</c:v>
                </c:pt>
                <c:pt idx="625">
                  <c:v>1.7361111111111112</c:v>
                </c:pt>
                <c:pt idx="626">
                  <c:v>1.7388888888888887</c:v>
                </c:pt>
                <c:pt idx="627">
                  <c:v>1.7416666666666667</c:v>
                </c:pt>
                <c:pt idx="628">
                  <c:v>1.7444444444444445</c:v>
                </c:pt>
                <c:pt idx="629">
                  <c:v>1.7472222222222222</c:v>
                </c:pt>
                <c:pt idx="630">
                  <c:v>1.75</c:v>
                </c:pt>
                <c:pt idx="631">
                  <c:v>1.7527777777777778</c:v>
                </c:pt>
                <c:pt idx="632">
                  <c:v>1.7555555555555555</c:v>
                </c:pt>
                <c:pt idx="633">
                  <c:v>1.7583333333333333</c:v>
                </c:pt>
                <c:pt idx="634">
                  <c:v>1.7611111111111113</c:v>
                </c:pt>
                <c:pt idx="635">
                  <c:v>1.7638888888888888</c:v>
                </c:pt>
                <c:pt idx="636">
                  <c:v>1.7666666666666666</c:v>
                </c:pt>
                <c:pt idx="637">
                  <c:v>1.7694444444444446</c:v>
                </c:pt>
                <c:pt idx="638">
                  <c:v>1.7722222222222221</c:v>
                </c:pt>
                <c:pt idx="639">
                  <c:v>1.7749999999999999</c:v>
                </c:pt>
                <c:pt idx="640">
                  <c:v>1.7777777777777779</c:v>
                </c:pt>
                <c:pt idx="641">
                  <c:v>1.7805555555555554</c:v>
                </c:pt>
                <c:pt idx="642">
                  <c:v>1.7833333333333334</c:v>
                </c:pt>
                <c:pt idx="643">
                  <c:v>1.7861111111111112</c:v>
                </c:pt>
                <c:pt idx="644">
                  <c:v>1.7888888888888888</c:v>
                </c:pt>
                <c:pt idx="645">
                  <c:v>1.7916666666666667</c:v>
                </c:pt>
                <c:pt idx="646">
                  <c:v>1.7944444444444445</c:v>
                </c:pt>
                <c:pt idx="647">
                  <c:v>1.7972222222222221</c:v>
                </c:pt>
                <c:pt idx="648">
                  <c:v>1.8</c:v>
                </c:pt>
                <c:pt idx="649">
                  <c:v>1.8027777777777778</c:v>
                </c:pt>
                <c:pt idx="650">
                  <c:v>1.8055555555555556</c:v>
                </c:pt>
                <c:pt idx="651">
                  <c:v>1.8083333333333333</c:v>
                </c:pt>
                <c:pt idx="652">
                  <c:v>1.8111111111111111</c:v>
                </c:pt>
                <c:pt idx="653">
                  <c:v>1.8138888888888889</c:v>
                </c:pt>
                <c:pt idx="654">
                  <c:v>1.8166666666666667</c:v>
                </c:pt>
                <c:pt idx="655">
                  <c:v>1.8194444444444444</c:v>
                </c:pt>
                <c:pt idx="656">
                  <c:v>1.8222222222222222</c:v>
                </c:pt>
                <c:pt idx="657">
                  <c:v>1.825</c:v>
                </c:pt>
                <c:pt idx="658">
                  <c:v>1.8277777777777779</c:v>
                </c:pt>
                <c:pt idx="659">
                  <c:v>1.8305555555555555</c:v>
                </c:pt>
                <c:pt idx="660">
                  <c:v>1.8333333333333333</c:v>
                </c:pt>
                <c:pt idx="661">
                  <c:v>1.8361111111111112</c:v>
                </c:pt>
                <c:pt idx="662">
                  <c:v>1.8388888888888888</c:v>
                </c:pt>
                <c:pt idx="663">
                  <c:v>1.8416666666666666</c:v>
                </c:pt>
                <c:pt idx="664">
                  <c:v>1.8444444444444446</c:v>
                </c:pt>
                <c:pt idx="665">
                  <c:v>1.8472222222222221</c:v>
                </c:pt>
                <c:pt idx="666">
                  <c:v>1.85</c:v>
                </c:pt>
                <c:pt idx="667">
                  <c:v>1.8527777777777779</c:v>
                </c:pt>
                <c:pt idx="668">
                  <c:v>1.8555555555555554</c:v>
                </c:pt>
                <c:pt idx="669">
                  <c:v>1.8583333333333334</c:v>
                </c:pt>
                <c:pt idx="670">
                  <c:v>1.8611111111111112</c:v>
                </c:pt>
                <c:pt idx="671">
                  <c:v>1.8638888888888887</c:v>
                </c:pt>
                <c:pt idx="672">
                  <c:v>1.8666666666666667</c:v>
                </c:pt>
                <c:pt idx="673">
                  <c:v>1.8694444444444445</c:v>
                </c:pt>
                <c:pt idx="674">
                  <c:v>1.8722222222222222</c:v>
                </c:pt>
                <c:pt idx="675">
                  <c:v>1.875</c:v>
                </c:pt>
                <c:pt idx="676">
                  <c:v>1.8777777777777778</c:v>
                </c:pt>
                <c:pt idx="677">
                  <c:v>1.8805555555555555</c:v>
                </c:pt>
                <c:pt idx="678">
                  <c:v>1.8833333333333333</c:v>
                </c:pt>
                <c:pt idx="679">
                  <c:v>1.8861111111111113</c:v>
                </c:pt>
                <c:pt idx="680">
                  <c:v>1.8888888888888888</c:v>
                </c:pt>
                <c:pt idx="681">
                  <c:v>1.8916666666666666</c:v>
                </c:pt>
                <c:pt idx="682">
                  <c:v>1.8944444444444446</c:v>
                </c:pt>
                <c:pt idx="683">
                  <c:v>1.8972222222222221</c:v>
                </c:pt>
                <c:pt idx="684">
                  <c:v>1.9</c:v>
                </c:pt>
                <c:pt idx="685">
                  <c:v>1.9027777777777779</c:v>
                </c:pt>
                <c:pt idx="686">
                  <c:v>1.9055555555555554</c:v>
                </c:pt>
                <c:pt idx="687">
                  <c:v>1.9083333333333334</c:v>
                </c:pt>
                <c:pt idx="688">
                  <c:v>1.9111111111111112</c:v>
                </c:pt>
                <c:pt idx="689">
                  <c:v>1.9138888888888888</c:v>
                </c:pt>
                <c:pt idx="690">
                  <c:v>1.9166666666666667</c:v>
                </c:pt>
                <c:pt idx="691">
                  <c:v>1.9194444444444445</c:v>
                </c:pt>
                <c:pt idx="692">
                  <c:v>1.9222222222222221</c:v>
                </c:pt>
                <c:pt idx="693">
                  <c:v>1.925</c:v>
                </c:pt>
                <c:pt idx="694">
                  <c:v>1.9277777777777778</c:v>
                </c:pt>
                <c:pt idx="695">
                  <c:v>1.9305555555555556</c:v>
                </c:pt>
                <c:pt idx="696">
                  <c:v>1.9333333333333333</c:v>
                </c:pt>
                <c:pt idx="697">
                  <c:v>1.9361111111111111</c:v>
                </c:pt>
                <c:pt idx="698">
                  <c:v>1.9388888888888889</c:v>
                </c:pt>
                <c:pt idx="699">
                  <c:v>1.9416666666666667</c:v>
                </c:pt>
                <c:pt idx="700">
                  <c:v>1.9444444444444444</c:v>
                </c:pt>
                <c:pt idx="701">
                  <c:v>1.9472222222222222</c:v>
                </c:pt>
                <c:pt idx="702">
                  <c:v>1.95</c:v>
                </c:pt>
                <c:pt idx="703">
                  <c:v>1.9527777777777779</c:v>
                </c:pt>
                <c:pt idx="704">
                  <c:v>1.9555555555555555</c:v>
                </c:pt>
                <c:pt idx="705">
                  <c:v>1.9583333333333333</c:v>
                </c:pt>
                <c:pt idx="706">
                  <c:v>1.9611111111111112</c:v>
                </c:pt>
                <c:pt idx="707">
                  <c:v>1.9638888888888888</c:v>
                </c:pt>
                <c:pt idx="708">
                  <c:v>1.9666666666666666</c:v>
                </c:pt>
                <c:pt idx="709">
                  <c:v>1.9694444444444446</c:v>
                </c:pt>
                <c:pt idx="710">
                  <c:v>1.9722222222222221</c:v>
                </c:pt>
                <c:pt idx="711">
                  <c:v>1.9750000000000001</c:v>
                </c:pt>
                <c:pt idx="712">
                  <c:v>1.9777777777777779</c:v>
                </c:pt>
                <c:pt idx="713">
                  <c:v>1.9805555555555554</c:v>
                </c:pt>
                <c:pt idx="714">
                  <c:v>1.9833333333333334</c:v>
                </c:pt>
                <c:pt idx="715">
                  <c:v>1.9861111111111112</c:v>
                </c:pt>
                <c:pt idx="716">
                  <c:v>1.9888888888888887</c:v>
                </c:pt>
                <c:pt idx="717">
                  <c:v>1.9916666666666667</c:v>
                </c:pt>
                <c:pt idx="718">
                  <c:v>1.9944444444444445</c:v>
                </c:pt>
                <c:pt idx="719">
                  <c:v>1.9972222222222222</c:v>
                </c:pt>
                <c:pt idx="720">
                  <c:v>2</c:v>
                </c:pt>
                <c:pt idx="721">
                  <c:v>2.0027777777777778</c:v>
                </c:pt>
                <c:pt idx="722">
                  <c:v>2.0055555555555555</c:v>
                </c:pt>
                <c:pt idx="723">
                  <c:v>2.0083333333333333</c:v>
                </c:pt>
                <c:pt idx="724">
                  <c:v>2.0111111111111111</c:v>
                </c:pt>
                <c:pt idx="725">
                  <c:v>2.0138888888888888</c:v>
                </c:pt>
                <c:pt idx="726">
                  <c:v>2.0166666666666666</c:v>
                </c:pt>
                <c:pt idx="727">
                  <c:v>2.0194444444444444</c:v>
                </c:pt>
                <c:pt idx="728">
                  <c:v>2.0222222222222221</c:v>
                </c:pt>
                <c:pt idx="729">
                  <c:v>2.0249999999999999</c:v>
                </c:pt>
                <c:pt idx="730">
                  <c:v>2.0277777777777777</c:v>
                </c:pt>
                <c:pt idx="731">
                  <c:v>2.0305555555555554</c:v>
                </c:pt>
                <c:pt idx="732">
                  <c:v>2.0333333333333332</c:v>
                </c:pt>
                <c:pt idx="733">
                  <c:v>2.036111111111111</c:v>
                </c:pt>
                <c:pt idx="734">
                  <c:v>2.0388888888888888</c:v>
                </c:pt>
                <c:pt idx="735">
                  <c:v>2.0416666666666665</c:v>
                </c:pt>
                <c:pt idx="736">
                  <c:v>2.0444444444444447</c:v>
                </c:pt>
                <c:pt idx="737">
                  <c:v>2.0472222222222221</c:v>
                </c:pt>
                <c:pt idx="738">
                  <c:v>2.0499999999999998</c:v>
                </c:pt>
                <c:pt idx="739">
                  <c:v>2.052777777777778</c:v>
                </c:pt>
                <c:pt idx="740">
                  <c:v>2.0555555555555554</c:v>
                </c:pt>
                <c:pt idx="741">
                  <c:v>2.0583333333333331</c:v>
                </c:pt>
                <c:pt idx="742">
                  <c:v>2.0611111111111113</c:v>
                </c:pt>
                <c:pt idx="743">
                  <c:v>2.0638888888888887</c:v>
                </c:pt>
                <c:pt idx="744">
                  <c:v>2.0666666666666669</c:v>
                </c:pt>
                <c:pt idx="745">
                  <c:v>2.0694444444444446</c:v>
                </c:pt>
                <c:pt idx="746">
                  <c:v>2.072222222222222</c:v>
                </c:pt>
                <c:pt idx="747">
                  <c:v>2.0750000000000002</c:v>
                </c:pt>
                <c:pt idx="748">
                  <c:v>2.0777777777777779</c:v>
                </c:pt>
                <c:pt idx="749">
                  <c:v>2.0805555555555553</c:v>
                </c:pt>
                <c:pt idx="750">
                  <c:v>2.0833333333333335</c:v>
                </c:pt>
                <c:pt idx="751">
                  <c:v>2.0861111111111112</c:v>
                </c:pt>
                <c:pt idx="752">
                  <c:v>2.088888888888889</c:v>
                </c:pt>
                <c:pt idx="753">
                  <c:v>2.0916666666666668</c:v>
                </c:pt>
                <c:pt idx="754">
                  <c:v>2.0944444444444446</c:v>
                </c:pt>
                <c:pt idx="755">
                  <c:v>2.0972222222222223</c:v>
                </c:pt>
                <c:pt idx="756">
                  <c:v>2.1</c:v>
                </c:pt>
                <c:pt idx="757">
                  <c:v>2.1027777777777779</c:v>
                </c:pt>
                <c:pt idx="758">
                  <c:v>2.1055555555555556</c:v>
                </c:pt>
                <c:pt idx="759">
                  <c:v>2.1083333333333334</c:v>
                </c:pt>
                <c:pt idx="760">
                  <c:v>2.1111111111111112</c:v>
                </c:pt>
                <c:pt idx="761">
                  <c:v>2.1138888888888889</c:v>
                </c:pt>
                <c:pt idx="762">
                  <c:v>2.1166666666666667</c:v>
                </c:pt>
                <c:pt idx="763">
                  <c:v>2.1194444444444445</c:v>
                </c:pt>
                <c:pt idx="764">
                  <c:v>2.1222222222222222</c:v>
                </c:pt>
                <c:pt idx="765">
                  <c:v>2.125</c:v>
                </c:pt>
                <c:pt idx="766">
                  <c:v>2.1277777777777778</c:v>
                </c:pt>
                <c:pt idx="767">
                  <c:v>2.1305555555555555</c:v>
                </c:pt>
                <c:pt idx="768">
                  <c:v>2.1333333333333333</c:v>
                </c:pt>
                <c:pt idx="769">
                  <c:v>2.1361111111111111</c:v>
                </c:pt>
                <c:pt idx="770">
                  <c:v>2.1388888888888888</c:v>
                </c:pt>
                <c:pt idx="771">
                  <c:v>2.1416666666666666</c:v>
                </c:pt>
                <c:pt idx="772">
                  <c:v>2.1444444444444444</c:v>
                </c:pt>
                <c:pt idx="773">
                  <c:v>2.1472222222222226</c:v>
                </c:pt>
                <c:pt idx="774">
                  <c:v>2.15</c:v>
                </c:pt>
                <c:pt idx="775">
                  <c:v>2.1527777777777777</c:v>
                </c:pt>
                <c:pt idx="776">
                  <c:v>2.1555555555555559</c:v>
                </c:pt>
                <c:pt idx="777">
                  <c:v>2.1583333333333332</c:v>
                </c:pt>
                <c:pt idx="778">
                  <c:v>2.161111111111111</c:v>
                </c:pt>
                <c:pt idx="779">
                  <c:v>2.1638888888888892</c:v>
                </c:pt>
                <c:pt idx="780">
                  <c:v>2.1666666666666665</c:v>
                </c:pt>
                <c:pt idx="781">
                  <c:v>2.1694444444444443</c:v>
                </c:pt>
                <c:pt idx="782">
                  <c:v>2.1722222222222225</c:v>
                </c:pt>
                <c:pt idx="783">
                  <c:v>2.1749999999999998</c:v>
                </c:pt>
                <c:pt idx="784">
                  <c:v>2.1777777777777776</c:v>
                </c:pt>
                <c:pt idx="785">
                  <c:v>2.1805555555555558</c:v>
                </c:pt>
                <c:pt idx="786">
                  <c:v>2.1833333333333331</c:v>
                </c:pt>
                <c:pt idx="787">
                  <c:v>2.1861111111111109</c:v>
                </c:pt>
                <c:pt idx="788">
                  <c:v>2.1888888888888891</c:v>
                </c:pt>
                <c:pt idx="789">
                  <c:v>2.1916666666666669</c:v>
                </c:pt>
                <c:pt idx="790">
                  <c:v>2.1944444444444442</c:v>
                </c:pt>
                <c:pt idx="791">
                  <c:v>2.1972222222222224</c:v>
                </c:pt>
                <c:pt idx="792">
                  <c:v>2.2000000000000002</c:v>
                </c:pt>
                <c:pt idx="793">
                  <c:v>2.2027777777777775</c:v>
                </c:pt>
                <c:pt idx="794">
                  <c:v>2.2055555555555557</c:v>
                </c:pt>
                <c:pt idx="795">
                  <c:v>2.2083333333333335</c:v>
                </c:pt>
                <c:pt idx="796">
                  <c:v>2.2111111111111108</c:v>
                </c:pt>
                <c:pt idx="797">
                  <c:v>2.213888888888889</c:v>
                </c:pt>
                <c:pt idx="798">
                  <c:v>2.2166666666666668</c:v>
                </c:pt>
                <c:pt idx="799">
                  <c:v>2.2194444444444441</c:v>
                </c:pt>
                <c:pt idx="800">
                  <c:v>2.2222222222222223</c:v>
                </c:pt>
                <c:pt idx="801">
                  <c:v>2.2250000000000001</c:v>
                </c:pt>
                <c:pt idx="802">
                  <c:v>2.2277777777777774</c:v>
                </c:pt>
                <c:pt idx="803">
                  <c:v>2.2305555555555556</c:v>
                </c:pt>
                <c:pt idx="804">
                  <c:v>2.2333333333333334</c:v>
                </c:pt>
                <c:pt idx="805">
                  <c:v>2.2361111111111112</c:v>
                </c:pt>
                <c:pt idx="806">
                  <c:v>2.2388888888888889</c:v>
                </c:pt>
                <c:pt idx="807">
                  <c:v>2.2416666666666667</c:v>
                </c:pt>
                <c:pt idx="808">
                  <c:v>2.2444444444444445</c:v>
                </c:pt>
                <c:pt idx="809">
                  <c:v>2.2472222222222222</c:v>
                </c:pt>
                <c:pt idx="810">
                  <c:v>2.25</c:v>
                </c:pt>
                <c:pt idx="811">
                  <c:v>2.2527777777777778</c:v>
                </c:pt>
                <c:pt idx="812">
                  <c:v>2.2555555555555555</c:v>
                </c:pt>
                <c:pt idx="813">
                  <c:v>2.2583333333333333</c:v>
                </c:pt>
                <c:pt idx="814">
                  <c:v>2.2611111111111111</c:v>
                </c:pt>
                <c:pt idx="815">
                  <c:v>2.2638888888888888</c:v>
                </c:pt>
                <c:pt idx="816">
                  <c:v>2.2666666666666666</c:v>
                </c:pt>
                <c:pt idx="817">
                  <c:v>2.2694444444444444</c:v>
                </c:pt>
                <c:pt idx="818">
                  <c:v>2.2722222222222226</c:v>
                </c:pt>
                <c:pt idx="819">
                  <c:v>2.2749999999999999</c:v>
                </c:pt>
                <c:pt idx="820">
                  <c:v>2.2777777777777777</c:v>
                </c:pt>
                <c:pt idx="821">
                  <c:v>2.2805555555555559</c:v>
                </c:pt>
                <c:pt idx="822">
                  <c:v>2.2833333333333332</c:v>
                </c:pt>
                <c:pt idx="823">
                  <c:v>2.286111111111111</c:v>
                </c:pt>
                <c:pt idx="824">
                  <c:v>2.2888888888888892</c:v>
                </c:pt>
                <c:pt idx="825">
                  <c:v>2.2916666666666665</c:v>
                </c:pt>
                <c:pt idx="826">
                  <c:v>2.2944444444444443</c:v>
                </c:pt>
                <c:pt idx="827">
                  <c:v>2.2972222222222225</c:v>
                </c:pt>
                <c:pt idx="828">
                  <c:v>2.2999999999999998</c:v>
                </c:pt>
                <c:pt idx="829">
                  <c:v>2.3027777777777776</c:v>
                </c:pt>
                <c:pt idx="830">
                  <c:v>2.3055555555555558</c:v>
                </c:pt>
                <c:pt idx="831">
                  <c:v>2.3083333333333331</c:v>
                </c:pt>
                <c:pt idx="832">
                  <c:v>2.3111111111111109</c:v>
                </c:pt>
                <c:pt idx="833">
                  <c:v>2.3138888888888891</c:v>
                </c:pt>
                <c:pt idx="834">
                  <c:v>2.3166666666666669</c:v>
                </c:pt>
                <c:pt idx="835">
                  <c:v>2.3194444444444442</c:v>
                </c:pt>
                <c:pt idx="836">
                  <c:v>2.3222222222222224</c:v>
                </c:pt>
                <c:pt idx="837">
                  <c:v>2.3250000000000002</c:v>
                </c:pt>
                <c:pt idx="838">
                  <c:v>2.3277777777777775</c:v>
                </c:pt>
                <c:pt idx="839">
                  <c:v>2.3305555555555557</c:v>
                </c:pt>
                <c:pt idx="840">
                  <c:v>2.3333333333333335</c:v>
                </c:pt>
                <c:pt idx="841">
                  <c:v>2.3361111111111108</c:v>
                </c:pt>
                <c:pt idx="842">
                  <c:v>2.338888888888889</c:v>
                </c:pt>
                <c:pt idx="843">
                  <c:v>2.3416666666666668</c:v>
                </c:pt>
                <c:pt idx="844">
                  <c:v>2.3444444444444441</c:v>
                </c:pt>
                <c:pt idx="845">
                  <c:v>2.3472222222222223</c:v>
                </c:pt>
                <c:pt idx="846">
                  <c:v>2.35</c:v>
                </c:pt>
                <c:pt idx="847">
                  <c:v>2.3527777777777774</c:v>
                </c:pt>
                <c:pt idx="848">
                  <c:v>2.3555555555555556</c:v>
                </c:pt>
                <c:pt idx="849">
                  <c:v>2.3583333333333334</c:v>
                </c:pt>
                <c:pt idx="850">
                  <c:v>2.3611111111111112</c:v>
                </c:pt>
                <c:pt idx="851">
                  <c:v>2.3638888888888889</c:v>
                </c:pt>
                <c:pt idx="852">
                  <c:v>2.3666666666666667</c:v>
                </c:pt>
                <c:pt idx="853">
                  <c:v>2.3694444444444445</c:v>
                </c:pt>
                <c:pt idx="854">
                  <c:v>2.3722222222222222</c:v>
                </c:pt>
                <c:pt idx="855">
                  <c:v>2.375</c:v>
                </c:pt>
                <c:pt idx="856">
                  <c:v>2.3777777777777778</c:v>
                </c:pt>
                <c:pt idx="857">
                  <c:v>2.3805555555555555</c:v>
                </c:pt>
                <c:pt idx="858">
                  <c:v>2.3833333333333333</c:v>
                </c:pt>
                <c:pt idx="859">
                  <c:v>2.3861111111111111</c:v>
                </c:pt>
                <c:pt idx="860">
                  <c:v>2.3888888888888888</c:v>
                </c:pt>
                <c:pt idx="861">
                  <c:v>2.3916666666666666</c:v>
                </c:pt>
                <c:pt idx="862">
                  <c:v>2.3944444444444444</c:v>
                </c:pt>
                <c:pt idx="863">
                  <c:v>2.3972222222222226</c:v>
                </c:pt>
                <c:pt idx="864">
                  <c:v>2.4</c:v>
                </c:pt>
                <c:pt idx="865">
                  <c:v>2.4027777777777777</c:v>
                </c:pt>
                <c:pt idx="866">
                  <c:v>2.4055555555555559</c:v>
                </c:pt>
                <c:pt idx="867">
                  <c:v>2.4083333333333332</c:v>
                </c:pt>
                <c:pt idx="868">
                  <c:v>2.411111111111111</c:v>
                </c:pt>
                <c:pt idx="869">
                  <c:v>2.4138888888888892</c:v>
                </c:pt>
                <c:pt idx="870">
                  <c:v>2.4166666666666665</c:v>
                </c:pt>
                <c:pt idx="871">
                  <c:v>2.4194444444444443</c:v>
                </c:pt>
                <c:pt idx="872">
                  <c:v>2.4222222222222225</c:v>
                </c:pt>
                <c:pt idx="873">
                  <c:v>2.4249999999999998</c:v>
                </c:pt>
                <c:pt idx="874">
                  <c:v>2.4277777777777776</c:v>
                </c:pt>
                <c:pt idx="875">
                  <c:v>2.4305555555555558</c:v>
                </c:pt>
                <c:pt idx="876">
                  <c:v>2.4333333333333331</c:v>
                </c:pt>
                <c:pt idx="877">
                  <c:v>2.4361111111111109</c:v>
                </c:pt>
                <c:pt idx="878">
                  <c:v>2.4388888888888891</c:v>
                </c:pt>
                <c:pt idx="879">
                  <c:v>2.4416666666666669</c:v>
                </c:pt>
                <c:pt idx="880">
                  <c:v>2.4444444444444442</c:v>
                </c:pt>
                <c:pt idx="881">
                  <c:v>2.4472222222222224</c:v>
                </c:pt>
                <c:pt idx="882">
                  <c:v>2.4500000000000002</c:v>
                </c:pt>
                <c:pt idx="883">
                  <c:v>2.4527777777777775</c:v>
                </c:pt>
                <c:pt idx="884">
                  <c:v>2.4555555555555557</c:v>
                </c:pt>
                <c:pt idx="885">
                  <c:v>2.4583333333333335</c:v>
                </c:pt>
                <c:pt idx="886">
                  <c:v>2.4611111111111108</c:v>
                </c:pt>
                <c:pt idx="887">
                  <c:v>2.463888888888889</c:v>
                </c:pt>
                <c:pt idx="888">
                  <c:v>2.4666666666666668</c:v>
                </c:pt>
                <c:pt idx="889">
                  <c:v>2.4694444444444441</c:v>
                </c:pt>
                <c:pt idx="890">
                  <c:v>2.4722222222222223</c:v>
                </c:pt>
                <c:pt idx="891">
                  <c:v>2.4750000000000001</c:v>
                </c:pt>
                <c:pt idx="892">
                  <c:v>2.4777777777777774</c:v>
                </c:pt>
                <c:pt idx="893">
                  <c:v>2.4805555555555556</c:v>
                </c:pt>
                <c:pt idx="894">
                  <c:v>2.4833333333333334</c:v>
                </c:pt>
                <c:pt idx="895">
                  <c:v>2.4861111111111112</c:v>
                </c:pt>
                <c:pt idx="896">
                  <c:v>2.4888888888888889</c:v>
                </c:pt>
                <c:pt idx="897">
                  <c:v>2.4916666666666667</c:v>
                </c:pt>
                <c:pt idx="898">
                  <c:v>2.4944444444444445</c:v>
                </c:pt>
                <c:pt idx="899">
                  <c:v>2.4972222222222222</c:v>
                </c:pt>
                <c:pt idx="900">
                  <c:v>2.5</c:v>
                </c:pt>
                <c:pt idx="901">
                  <c:v>2.5027777777777778</c:v>
                </c:pt>
                <c:pt idx="902">
                  <c:v>2.5055555555555555</c:v>
                </c:pt>
                <c:pt idx="903">
                  <c:v>2.5083333333333333</c:v>
                </c:pt>
                <c:pt idx="904">
                  <c:v>2.5111111111111111</c:v>
                </c:pt>
                <c:pt idx="905">
                  <c:v>2.5138888888888888</c:v>
                </c:pt>
                <c:pt idx="906">
                  <c:v>2.5166666666666666</c:v>
                </c:pt>
                <c:pt idx="907">
                  <c:v>2.5194444444444444</c:v>
                </c:pt>
                <c:pt idx="908">
                  <c:v>2.5222222222222226</c:v>
                </c:pt>
                <c:pt idx="909">
                  <c:v>2.5249999999999999</c:v>
                </c:pt>
                <c:pt idx="910">
                  <c:v>2.5277777777777777</c:v>
                </c:pt>
                <c:pt idx="911">
                  <c:v>2.5305555555555559</c:v>
                </c:pt>
                <c:pt idx="912">
                  <c:v>2.5333333333333332</c:v>
                </c:pt>
                <c:pt idx="913">
                  <c:v>2.536111111111111</c:v>
                </c:pt>
                <c:pt idx="914">
                  <c:v>2.5388888888888892</c:v>
                </c:pt>
                <c:pt idx="915">
                  <c:v>2.5416666666666665</c:v>
                </c:pt>
                <c:pt idx="916">
                  <c:v>2.5444444444444443</c:v>
                </c:pt>
                <c:pt idx="917">
                  <c:v>2.5472222222222225</c:v>
                </c:pt>
                <c:pt idx="918">
                  <c:v>2.5499999999999998</c:v>
                </c:pt>
                <c:pt idx="919">
                  <c:v>2.5527777777777776</c:v>
                </c:pt>
                <c:pt idx="920">
                  <c:v>2.5555555555555558</c:v>
                </c:pt>
                <c:pt idx="921">
                  <c:v>2.5583333333333331</c:v>
                </c:pt>
                <c:pt idx="922">
                  <c:v>2.5611111111111109</c:v>
                </c:pt>
                <c:pt idx="923">
                  <c:v>2.5638888888888891</c:v>
                </c:pt>
                <c:pt idx="924">
                  <c:v>2.5666666666666669</c:v>
                </c:pt>
                <c:pt idx="925">
                  <c:v>2.5694444444444442</c:v>
                </c:pt>
                <c:pt idx="926">
                  <c:v>2.5722222222222224</c:v>
                </c:pt>
                <c:pt idx="927">
                  <c:v>2.5750000000000002</c:v>
                </c:pt>
                <c:pt idx="928">
                  <c:v>2.5777777777777775</c:v>
                </c:pt>
                <c:pt idx="929">
                  <c:v>2.5805555555555557</c:v>
                </c:pt>
                <c:pt idx="930">
                  <c:v>2.5833333333333335</c:v>
                </c:pt>
                <c:pt idx="931">
                  <c:v>2.5861111111111108</c:v>
                </c:pt>
                <c:pt idx="932">
                  <c:v>2.588888888888889</c:v>
                </c:pt>
                <c:pt idx="933">
                  <c:v>2.5916666666666668</c:v>
                </c:pt>
                <c:pt idx="934">
                  <c:v>2.5944444444444441</c:v>
                </c:pt>
                <c:pt idx="935">
                  <c:v>2.5972222222222223</c:v>
                </c:pt>
                <c:pt idx="936">
                  <c:v>2.6</c:v>
                </c:pt>
                <c:pt idx="937">
                  <c:v>2.6027777777777774</c:v>
                </c:pt>
                <c:pt idx="938">
                  <c:v>2.6055555555555556</c:v>
                </c:pt>
                <c:pt idx="939">
                  <c:v>2.6083333333333334</c:v>
                </c:pt>
                <c:pt idx="940">
                  <c:v>2.6111111111111112</c:v>
                </c:pt>
                <c:pt idx="941">
                  <c:v>2.6138888888888889</c:v>
                </c:pt>
                <c:pt idx="942">
                  <c:v>2.6166666666666667</c:v>
                </c:pt>
                <c:pt idx="943">
                  <c:v>2.6194444444444445</c:v>
                </c:pt>
                <c:pt idx="944">
                  <c:v>2.6222222222222222</c:v>
                </c:pt>
                <c:pt idx="945">
                  <c:v>2.625</c:v>
                </c:pt>
                <c:pt idx="946">
                  <c:v>2.6277777777777778</c:v>
                </c:pt>
                <c:pt idx="947">
                  <c:v>2.6305555555555555</c:v>
                </c:pt>
                <c:pt idx="948">
                  <c:v>2.6333333333333333</c:v>
                </c:pt>
                <c:pt idx="949">
                  <c:v>2.6361111111111111</c:v>
                </c:pt>
                <c:pt idx="950">
                  <c:v>2.6388888888888888</c:v>
                </c:pt>
                <c:pt idx="951">
                  <c:v>2.6416666666666666</c:v>
                </c:pt>
                <c:pt idx="952">
                  <c:v>2.6444444444444444</c:v>
                </c:pt>
                <c:pt idx="953">
                  <c:v>2.6472222222222226</c:v>
                </c:pt>
                <c:pt idx="954">
                  <c:v>2.65</c:v>
                </c:pt>
                <c:pt idx="955">
                  <c:v>2.6527777777777777</c:v>
                </c:pt>
                <c:pt idx="956">
                  <c:v>2.6555555555555559</c:v>
                </c:pt>
                <c:pt idx="957">
                  <c:v>2.6583333333333332</c:v>
                </c:pt>
                <c:pt idx="958">
                  <c:v>2.661111111111111</c:v>
                </c:pt>
                <c:pt idx="959">
                  <c:v>2.6638888888888892</c:v>
                </c:pt>
                <c:pt idx="960">
                  <c:v>2.6666666666666665</c:v>
                </c:pt>
                <c:pt idx="961">
                  <c:v>2.6694444444444443</c:v>
                </c:pt>
                <c:pt idx="962">
                  <c:v>2.6722222222222225</c:v>
                </c:pt>
                <c:pt idx="963">
                  <c:v>2.6749999999999998</c:v>
                </c:pt>
                <c:pt idx="964">
                  <c:v>2.6777777777777776</c:v>
                </c:pt>
                <c:pt idx="965">
                  <c:v>2.6805555555555558</c:v>
                </c:pt>
                <c:pt idx="966">
                  <c:v>2.6833333333333331</c:v>
                </c:pt>
                <c:pt idx="967">
                  <c:v>2.6861111111111109</c:v>
                </c:pt>
                <c:pt idx="968">
                  <c:v>2.6888888888888891</c:v>
                </c:pt>
                <c:pt idx="969">
                  <c:v>2.6916666666666669</c:v>
                </c:pt>
                <c:pt idx="970">
                  <c:v>2.6944444444444442</c:v>
                </c:pt>
                <c:pt idx="971">
                  <c:v>2.6972222222222224</c:v>
                </c:pt>
                <c:pt idx="972">
                  <c:v>2.7</c:v>
                </c:pt>
                <c:pt idx="973">
                  <c:v>2.7027777777777775</c:v>
                </c:pt>
                <c:pt idx="974">
                  <c:v>2.7055555555555557</c:v>
                </c:pt>
                <c:pt idx="975">
                  <c:v>2.7083333333333335</c:v>
                </c:pt>
                <c:pt idx="976">
                  <c:v>2.7111111111111108</c:v>
                </c:pt>
                <c:pt idx="977">
                  <c:v>2.713888888888889</c:v>
                </c:pt>
                <c:pt idx="978">
                  <c:v>2.7166666666666668</c:v>
                </c:pt>
                <c:pt idx="979">
                  <c:v>2.7194444444444441</c:v>
                </c:pt>
                <c:pt idx="980">
                  <c:v>2.7222222222222223</c:v>
                </c:pt>
                <c:pt idx="981">
                  <c:v>2.7250000000000001</c:v>
                </c:pt>
                <c:pt idx="982">
                  <c:v>2.7277777777777774</c:v>
                </c:pt>
                <c:pt idx="983">
                  <c:v>2.7305555555555556</c:v>
                </c:pt>
                <c:pt idx="984">
                  <c:v>2.7333333333333334</c:v>
                </c:pt>
                <c:pt idx="985">
                  <c:v>2.7361111111111112</c:v>
                </c:pt>
                <c:pt idx="986">
                  <c:v>2.7388888888888889</c:v>
                </c:pt>
                <c:pt idx="987">
                  <c:v>2.7416666666666667</c:v>
                </c:pt>
                <c:pt idx="988">
                  <c:v>2.7444444444444445</c:v>
                </c:pt>
                <c:pt idx="989">
                  <c:v>2.7472222222222222</c:v>
                </c:pt>
                <c:pt idx="990">
                  <c:v>2.75</c:v>
                </c:pt>
                <c:pt idx="991">
                  <c:v>2.7527777777777778</c:v>
                </c:pt>
                <c:pt idx="992">
                  <c:v>2.7555555555555555</c:v>
                </c:pt>
                <c:pt idx="993">
                  <c:v>2.7583333333333333</c:v>
                </c:pt>
                <c:pt idx="994">
                  <c:v>2.7611111111111111</c:v>
                </c:pt>
                <c:pt idx="995">
                  <c:v>2.7638888888888888</c:v>
                </c:pt>
                <c:pt idx="996">
                  <c:v>2.7666666666666666</c:v>
                </c:pt>
                <c:pt idx="997">
                  <c:v>2.7694444444444444</c:v>
                </c:pt>
                <c:pt idx="998">
                  <c:v>2.7722222222222226</c:v>
                </c:pt>
                <c:pt idx="999">
                  <c:v>2.7749999999999999</c:v>
                </c:pt>
                <c:pt idx="1000">
                  <c:v>2.7777777777777777</c:v>
                </c:pt>
                <c:pt idx="1001">
                  <c:v>2.7805555555555559</c:v>
                </c:pt>
                <c:pt idx="1002">
                  <c:v>2.7833333333333332</c:v>
                </c:pt>
                <c:pt idx="1003">
                  <c:v>2.786111111111111</c:v>
                </c:pt>
                <c:pt idx="1004">
                  <c:v>2.7888888888888892</c:v>
                </c:pt>
                <c:pt idx="1005">
                  <c:v>2.7916666666666665</c:v>
                </c:pt>
                <c:pt idx="1006">
                  <c:v>2.7944444444444443</c:v>
                </c:pt>
                <c:pt idx="1007">
                  <c:v>2.7972222222222225</c:v>
                </c:pt>
                <c:pt idx="1008">
                  <c:v>2.8</c:v>
                </c:pt>
                <c:pt idx="1009">
                  <c:v>2.8027777777777776</c:v>
                </c:pt>
                <c:pt idx="1010">
                  <c:v>2.8055555555555558</c:v>
                </c:pt>
                <c:pt idx="1011">
                  <c:v>2.8083333333333331</c:v>
                </c:pt>
                <c:pt idx="1012">
                  <c:v>2.8111111111111109</c:v>
                </c:pt>
                <c:pt idx="1013">
                  <c:v>2.8138888888888891</c:v>
                </c:pt>
                <c:pt idx="1014">
                  <c:v>2.8166666666666669</c:v>
                </c:pt>
                <c:pt idx="1015">
                  <c:v>2.8194444444444442</c:v>
                </c:pt>
                <c:pt idx="1016">
                  <c:v>2.8222222222222224</c:v>
                </c:pt>
                <c:pt idx="1017">
                  <c:v>2.8250000000000002</c:v>
                </c:pt>
                <c:pt idx="1018">
                  <c:v>2.8277777777777775</c:v>
                </c:pt>
                <c:pt idx="1019">
                  <c:v>2.8305555555555557</c:v>
                </c:pt>
                <c:pt idx="1020">
                  <c:v>2.8333333333333335</c:v>
                </c:pt>
                <c:pt idx="1021">
                  <c:v>2.8361111111111108</c:v>
                </c:pt>
                <c:pt idx="1022">
                  <c:v>2.838888888888889</c:v>
                </c:pt>
                <c:pt idx="1023">
                  <c:v>2.8416666666666668</c:v>
                </c:pt>
                <c:pt idx="1024">
                  <c:v>2.8444444444444441</c:v>
                </c:pt>
                <c:pt idx="1025">
                  <c:v>2.8472222222222223</c:v>
                </c:pt>
                <c:pt idx="1026">
                  <c:v>2.85</c:v>
                </c:pt>
                <c:pt idx="1027">
                  <c:v>2.8527777777777774</c:v>
                </c:pt>
                <c:pt idx="1028">
                  <c:v>2.8555555555555556</c:v>
                </c:pt>
                <c:pt idx="1029">
                  <c:v>2.8583333333333334</c:v>
                </c:pt>
                <c:pt idx="1030">
                  <c:v>2.8611111111111112</c:v>
                </c:pt>
                <c:pt idx="1031">
                  <c:v>2.8638888888888889</c:v>
                </c:pt>
                <c:pt idx="1032">
                  <c:v>2.8666666666666667</c:v>
                </c:pt>
                <c:pt idx="1033">
                  <c:v>2.8694444444444445</c:v>
                </c:pt>
                <c:pt idx="1034">
                  <c:v>2.8722222222222222</c:v>
                </c:pt>
                <c:pt idx="1035">
                  <c:v>2.875</c:v>
                </c:pt>
                <c:pt idx="1036">
                  <c:v>2.8777777777777778</c:v>
                </c:pt>
                <c:pt idx="1037">
                  <c:v>2.8805555555555555</c:v>
                </c:pt>
                <c:pt idx="1038">
                  <c:v>2.8833333333333333</c:v>
                </c:pt>
                <c:pt idx="1039">
                  <c:v>2.8861111111111111</c:v>
                </c:pt>
                <c:pt idx="1040">
                  <c:v>2.8888888888888888</c:v>
                </c:pt>
                <c:pt idx="1041">
                  <c:v>2.8916666666666666</c:v>
                </c:pt>
                <c:pt idx="1042">
                  <c:v>2.8944444444444444</c:v>
                </c:pt>
                <c:pt idx="1043">
                  <c:v>2.8972222222222226</c:v>
                </c:pt>
                <c:pt idx="1044">
                  <c:v>2.9</c:v>
                </c:pt>
                <c:pt idx="1045">
                  <c:v>2.9027777777777777</c:v>
                </c:pt>
                <c:pt idx="1046">
                  <c:v>2.9055555555555559</c:v>
                </c:pt>
                <c:pt idx="1047">
                  <c:v>2.9083333333333332</c:v>
                </c:pt>
                <c:pt idx="1048">
                  <c:v>2.911111111111111</c:v>
                </c:pt>
                <c:pt idx="1049">
                  <c:v>2.9138888888888892</c:v>
                </c:pt>
                <c:pt idx="1050">
                  <c:v>2.9166666666666665</c:v>
                </c:pt>
                <c:pt idx="1051">
                  <c:v>2.9194444444444443</c:v>
                </c:pt>
                <c:pt idx="1052">
                  <c:v>2.9222222222222225</c:v>
                </c:pt>
                <c:pt idx="1053">
                  <c:v>2.9249999999999998</c:v>
                </c:pt>
                <c:pt idx="1054">
                  <c:v>2.9277777777777776</c:v>
                </c:pt>
                <c:pt idx="1055">
                  <c:v>2.9305555555555558</c:v>
                </c:pt>
                <c:pt idx="1056">
                  <c:v>2.9333333333333331</c:v>
                </c:pt>
                <c:pt idx="1057">
                  <c:v>2.9361111111111109</c:v>
                </c:pt>
                <c:pt idx="1058">
                  <c:v>2.9388888888888891</c:v>
                </c:pt>
                <c:pt idx="1059">
                  <c:v>2.9416666666666669</c:v>
                </c:pt>
                <c:pt idx="1060">
                  <c:v>2.9444444444444442</c:v>
                </c:pt>
                <c:pt idx="1061">
                  <c:v>2.9472222222222224</c:v>
                </c:pt>
                <c:pt idx="1062">
                  <c:v>2.95</c:v>
                </c:pt>
                <c:pt idx="1063">
                  <c:v>2.9527777777777775</c:v>
                </c:pt>
                <c:pt idx="1064">
                  <c:v>2.9555555555555557</c:v>
                </c:pt>
                <c:pt idx="1065">
                  <c:v>2.9583333333333335</c:v>
                </c:pt>
                <c:pt idx="1066">
                  <c:v>2.9611111111111108</c:v>
                </c:pt>
                <c:pt idx="1067">
                  <c:v>2.963888888888889</c:v>
                </c:pt>
                <c:pt idx="1068">
                  <c:v>2.9666666666666668</c:v>
                </c:pt>
                <c:pt idx="1069">
                  <c:v>2.9694444444444441</c:v>
                </c:pt>
                <c:pt idx="1070">
                  <c:v>2.9722222222222223</c:v>
                </c:pt>
                <c:pt idx="1071">
                  <c:v>2.9750000000000001</c:v>
                </c:pt>
                <c:pt idx="1072">
                  <c:v>2.9777777777777774</c:v>
                </c:pt>
                <c:pt idx="1073">
                  <c:v>2.9805555555555556</c:v>
                </c:pt>
                <c:pt idx="1074">
                  <c:v>2.9833333333333334</c:v>
                </c:pt>
                <c:pt idx="1075">
                  <c:v>2.9861111111111112</c:v>
                </c:pt>
                <c:pt idx="1076">
                  <c:v>2.9888888888888889</c:v>
                </c:pt>
                <c:pt idx="1077">
                  <c:v>2.9916666666666667</c:v>
                </c:pt>
                <c:pt idx="1078">
                  <c:v>2.9944444444444445</c:v>
                </c:pt>
                <c:pt idx="1079">
                  <c:v>2.9972222222222222</c:v>
                </c:pt>
                <c:pt idx="1080">
                  <c:v>3</c:v>
                </c:pt>
              </c:numCache>
            </c:numRef>
          </c:xVal>
          <c:yVal>
            <c:numRef>
              <c:f>Sheet1!$U$4:$U$1084</c:f>
              <c:numCache>
                <c:formatCode>0.00</c:formatCode>
                <c:ptCount val="1081"/>
                <c:pt idx="0">
                  <c:v>0</c:v>
                </c:pt>
                <c:pt idx="1">
                  <c:v>2.3271178534519959E-137</c:v>
                </c:pt>
                <c:pt idx="2">
                  <c:v>2.4008397637634225E-119</c:v>
                </c:pt>
                <c:pt idx="3">
                  <c:v>7.8992121224103901E-109</c:v>
                </c:pt>
                <c:pt idx="4">
                  <c:v>2.2164249505792884E-101</c:v>
                </c:pt>
                <c:pt idx="5">
                  <c:v>1.2941924695102788E-95</c:v>
                </c:pt>
                <c:pt idx="6">
                  <c:v>6.525573548699429E-91</c:v>
                </c:pt>
                <c:pt idx="7">
                  <c:v>6.0697544795743131E-87</c:v>
                </c:pt>
                <c:pt idx="8">
                  <c:v>1.6384492749636054E-83</c:v>
                </c:pt>
                <c:pt idx="9">
                  <c:v>1.7192118855677086E-80</c:v>
                </c:pt>
                <c:pt idx="10">
                  <c:v>8.5609881546801998E-78</c:v>
                </c:pt>
                <c:pt idx="11">
                  <c:v>2.3325451729126148E-75</c:v>
                </c:pt>
                <c:pt idx="12">
                  <c:v>3.8626803842865699E-73</c:v>
                </c:pt>
                <c:pt idx="13">
                  <c:v>4.2107572710595535E-71</c:v>
                </c:pt>
                <c:pt idx="14">
                  <c:v>3.2150391599490116E-69</c:v>
                </c:pt>
                <c:pt idx="15">
                  <c:v>1.8060290319126932E-67</c:v>
                </c:pt>
                <c:pt idx="16">
                  <c:v>7.7659251591189728E-66</c:v>
                </c:pt>
                <c:pt idx="17">
                  <c:v>2.6404295338981619E-64</c:v>
                </c:pt>
                <c:pt idx="18">
                  <c:v>7.2917985658990258E-63</c:v>
                </c:pt>
                <c:pt idx="19">
                  <c:v>1.6728055912339623E-61</c:v>
                </c:pt>
                <c:pt idx="20">
                  <c:v>3.2491832943464832E-60</c:v>
                </c:pt>
                <c:pt idx="21">
                  <c:v>5.4309676189691953E-59</c:v>
                </c:pt>
                <c:pt idx="22">
                  <c:v>7.9218285029480092E-58</c:v>
                </c:pt>
                <c:pt idx="23">
                  <c:v>1.0206569697132993E-56</c:v>
                </c:pt>
                <c:pt idx="24">
                  <c:v>1.1738948701093404E-55</c:v>
                </c:pt>
                <c:pt idx="25">
                  <c:v>1.2164668542401731E-54</c:v>
                </c:pt>
                <c:pt idx="26">
                  <c:v>1.1451060137398378E-53</c:v>
                </c:pt>
                <c:pt idx="27">
                  <c:v>9.8631519606787587E-53</c:v>
                </c:pt>
                <c:pt idx="28">
                  <c:v>7.8237832970864218E-52</c:v>
                </c:pt>
                <c:pt idx="29">
                  <c:v>5.7485705259374959E-51</c:v>
                </c:pt>
                <c:pt idx="30">
                  <c:v>3.9327861399070187E-50</c:v>
                </c:pt>
                <c:pt idx="31">
                  <c:v>2.516933464674541E-49</c:v>
                </c:pt>
                <c:pt idx="32">
                  <c:v>1.513261077646969E-48</c:v>
                </c:pt>
                <c:pt idx="33">
                  <c:v>8.5801842282307803E-48</c:v>
                </c:pt>
                <c:pt idx="34">
                  <c:v>4.6040528501129376E-47</c:v>
                </c:pt>
                <c:pt idx="35">
                  <c:v>2.3454868170849672E-46</c:v>
                </c:pt>
                <c:pt idx="36">
                  <c:v>1.1377463185186776E-45</c:v>
                </c:pt>
                <c:pt idx="37">
                  <c:v>5.2691904309078552E-45</c:v>
                </c:pt>
                <c:pt idx="38">
                  <c:v>2.3356152648926455E-44</c:v>
                </c:pt>
                <c:pt idx="39">
                  <c:v>9.9313202632005055E-44</c:v>
                </c:pt>
                <c:pt idx="40">
                  <c:v>4.0595239018791457E-43</c:v>
                </c:pt>
                <c:pt idx="41">
                  <c:v>1.5982771254781313E-42</c:v>
                </c:pt>
                <c:pt idx="42">
                  <c:v>6.0718797515869659E-42</c:v>
                </c:pt>
                <c:pt idx="43">
                  <c:v>2.2295546937866202E-41</c:v>
                </c:pt>
                <c:pt idx="44">
                  <c:v>7.9253133547835624E-41</c:v>
                </c:pt>
                <c:pt idx="45">
                  <c:v>2.7311888921714441E-40</c:v>
                </c:pt>
                <c:pt idx="46">
                  <c:v>9.1372576125267862E-40</c:v>
                </c:pt>
                <c:pt idx="47">
                  <c:v>2.9714094638728049E-39</c:v>
                </c:pt>
                <c:pt idx="48">
                  <c:v>9.4039503214780829E-39</c:v>
                </c:pt>
                <c:pt idx="49">
                  <c:v>2.8996524240156147E-38</c:v>
                </c:pt>
                <c:pt idx="50">
                  <c:v>8.7202002661758416E-38</c:v>
                </c:pt>
                <c:pt idx="51">
                  <c:v>2.5602467424780902E-37</c:v>
                </c:pt>
                <c:pt idx="52">
                  <c:v>7.3454250550831282E-37</c:v>
                </c:pt>
                <c:pt idx="53">
                  <c:v>2.061168741328818E-36</c:v>
                </c:pt>
                <c:pt idx="54">
                  <c:v>5.6615066065493812E-36</c:v>
                </c:pt>
                <c:pt idx="55">
                  <c:v>1.5233961590975191E-35</c:v>
                </c:pt>
                <c:pt idx="56">
                  <c:v>4.0186313189397073E-35</c:v>
                </c:pt>
                <c:pt idx="57">
                  <c:v>1.0399990488567101E-34</c:v>
                </c:pt>
                <c:pt idx="58">
                  <c:v>2.6422035583348565E-34</c:v>
                </c:pt>
                <c:pt idx="59">
                  <c:v>6.5940527257715338E-34</c:v>
                </c:pt>
                <c:pt idx="60">
                  <c:v>1.6175279637834821E-33</c:v>
                </c:pt>
                <c:pt idx="61">
                  <c:v>3.9022216370781427E-33</c:v>
                </c:pt>
                <c:pt idx="62">
                  <c:v>9.2633539682520473E-33</c:v>
                </c:pt>
                <c:pt idx="63">
                  <c:v>2.1649352629251656E-32</c:v>
                </c:pt>
                <c:pt idx="64">
                  <c:v>4.9837407632261043E-32</c:v>
                </c:pt>
                <c:pt idx="65">
                  <c:v>1.1305856291784943E-31</c:v>
                </c:pt>
                <c:pt idx="66">
                  <c:v>2.5286181585151423E-31</c:v>
                </c:pt>
                <c:pt idx="67">
                  <c:v>5.5780234983697265E-31</c:v>
                </c:pt>
                <c:pt idx="68">
                  <c:v>1.2141490303778571E-30</c:v>
                </c:pt>
                <c:pt idx="69">
                  <c:v>2.6087216160042991E-30</c:v>
                </c:pt>
                <c:pt idx="70">
                  <c:v>5.5348996452675062E-30</c:v>
                </c:pt>
                <c:pt idx="71">
                  <c:v>1.1600409781342813E-29</c:v>
                </c:pt>
                <c:pt idx="72">
                  <c:v>2.4025213246440814E-29</c:v>
                </c:pt>
                <c:pt idx="73">
                  <c:v>4.9185164706271443E-29</c:v>
                </c:pt>
                <c:pt idx="74">
                  <c:v>9.9565932200940291E-29</c:v>
                </c:pt>
                <c:pt idx="75">
                  <c:v>1.9935560079581334E-28</c:v>
                </c:pt>
                <c:pt idx="76">
                  <c:v>3.9492373195963648E-28</c:v>
                </c:pt>
                <c:pt idx="77">
                  <c:v>7.7425900201576933E-28</c:v>
                </c:pt>
                <c:pt idx="78">
                  <c:v>1.5026712319153478E-27</c:v>
                </c:pt>
                <c:pt idx="79">
                  <c:v>2.8877417091397816E-27</c:v>
                </c:pt>
                <c:pt idx="80">
                  <c:v>5.4963849946426668E-27</c:v>
                </c:pt>
                <c:pt idx="81">
                  <c:v>1.03639215296905E-26</c:v>
                </c:pt>
                <c:pt idx="82">
                  <c:v>1.9364183253255538E-26</c:v>
                </c:pt>
                <c:pt idx="83">
                  <c:v>3.5859038544993125E-26</c:v>
                </c:pt>
                <c:pt idx="84">
                  <c:v>6.5828706234639402E-26</c:v>
                </c:pt>
                <c:pt idx="85">
                  <c:v>1.1982260482078995E-25</c:v>
                </c:pt>
                <c:pt idx="86">
                  <c:v>2.1629941546948781E-25</c:v>
                </c:pt>
                <c:pt idx="87">
                  <c:v>3.8730088187600533E-25</c:v>
                </c:pt>
                <c:pt idx="88">
                  <c:v>6.8801628093882938E-25</c:v>
                </c:pt>
                <c:pt idx="89">
                  <c:v>1.2127850717917483E-24</c:v>
                </c:pt>
                <c:pt idx="90">
                  <c:v>2.1216760198140397E-24</c:v>
                </c:pt>
                <c:pt idx="91">
                  <c:v>3.684317918671512E-24</c:v>
                </c:pt>
                <c:pt idx="92">
                  <c:v>6.351674841104165E-24</c:v>
                </c:pt>
                <c:pt idx="93">
                  <c:v>1.0872779669132358E-23</c:v>
                </c:pt>
                <c:pt idx="94">
                  <c:v>1.8483318519676115E-23</c:v>
                </c:pt>
                <c:pt idx="95">
                  <c:v>3.1208299603993833E-23</c:v>
                </c:pt>
                <c:pt idx="96">
                  <c:v>5.2344713754457226E-23</c:v>
                </c:pt>
                <c:pt idx="97">
                  <c:v>8.7226402350646531E-23</c:v>
                </c:pt>
                <c:pt idx="98">
                  <c:v>1.4442870044553761E-22</c:v>
                </c:pt>
                <c:pt idx="99">
                  <c:v>2.3765431027985213E-22</c:v>
                </c:pt>
                <c:pt idx="100">
                  <c:v>3.886682609199452E-22</c:v>
                </c:pt>
                <c:pt idx="101">
                  <c:v>6.3183919290508737E-22</c:v>
                </c:pt>
                <c:pt idx="102">
                  <c:v>1.0211263846186453E-21</c:v>
                </c:pt>
                <c:pt idx="103">
                  <c:v>1.6407700958514657E-21</c:v>
                </c:pt>
                <c:pt idx="104">
                  <c:v>2.6215591753314916E-21</c:v>
                </c:pt>
                <c:pt idx="105">
                  <c:v>4.1654536769053358E-21</c:v>
                </c:pt>
                <c:pt idx="106">
                  <c:v>6.5826587026156756E-21</c:v>
                </c:pt>
                <c:pt idx="107">
                  <c:v>1.0347159439521471E-20</c:v>
                </c:pt>
                <c:pt idx="108">
                  <c:v>1.6179491450409009E-20</c:v>
                </c:pt>
                <c:pt idx="109">
                  <c:v>2.5169493242893773E-20</c:v>
                </c:pt>
                <c:pt idx="110">
                  <c:v>3.8957471557718847E-20</c:v>
                </c:pt>
                <c:pt idx="111">
                  <c:v>6.0000302167622483E-20</c:v>
                </c:pt>
                <c:pt idx="112">
                  <c:v>9.1960458540922795E-20</c:v>
                </c:pt>
                <c:pt idx="113">
                  <c:v>1.4027214381652186E-19</c:v>
                </c:pt>
                <c:pt idx="114">
                  <c:v>2.1296143435133748E-19</c:v>
                </c:pt>
                <c:pt idx="115">
                  <c:v>3.2182913785976543E-19</c:v>
                </c:pt>
                <c:pt idx="116">
                  <c:v>4.8414934851134585E-19</c:v>
                </c:pt>
                <c:pt idx="117">
                  <c:v>7.2509808894169481E-19</c:v>
                </c:pt>
                <c:pt idx="118">
                  <c:v>1.081211239517572E-18</c:v>
                </c:pt>
                <c:pt idx="119">
                  <c:v>1.6052876126121518E-18</c:v>
                </c:pt>
                <c:pt idx="120">
                  <c:v>2.3733128534092298E-18</c:v>
                </c:pt>
                <c:pt idx="121">
                  <c:v>3.4941979532709473E-18</c:v>
                </c:pt>
                <c:pt idx="122">
                  <c:v>5.1234226517693692E-18</c:v>
                </c:pt>
                <c:pt idx="123">
                  <c:v>7.4820755214448171E-18</c:v>
                </c:pt>
                <c:pt idx="124">
                  <c:v>1.088332425029994E-17</c:v>
                </c:pt>
                <c:pt idx="125">
                  <c:v>1.576907783240188E-17</c:v>
                </c:pt>
                <c:pt idx="126">
                  <c:v>2.2760577696602069E-17</c:v>
                </c:pt>
                <c:pt idx="127">
                  <c:v>3.2727956462785044E-17</c:v>
                </c:pt>
                <c:pt idx="128">
                  <c:v>4.6885534118407274E-17</c:v>
                </c:pt>
                <c:pt idx="129">
                  <c:v>6.692191569245441E-17</c:v>
                </c:pt>
                <c:pt idx="130">
                  <c:v>9.5176984854352674E-17</c:v>
                </c:pt>
                <c:pt idx="131">
                  <c:v>1.348818770311414E-16</c:v>
                </c:pt>
                <c:pt idx="132">
                  <c:v>1.9048324967072817E-16</c:v>
                </c:pt>
                <c:pt idx="133">
                  <c:v>2.6808001234401652E-16</c:v>
                </c:pt>
                <c:pt idx="134">
                  <c:v>3.7600960268265684E-16</c:v>
                </c:pt>
                <c:pt idx="135">
                  <c:v>5.2563248996055545E-16</c:v>
                </c:pt>
                <c:pt idx="136">
                  <c:v>7.3237860998389751E-16</c:v>
                </c:pt>
                <c:pt idx="137">
                  <c:v>1.0171388354311778E-15</c:v>
                </c:pt>
                <c:pt idx="138">
                  <c:v>1.4081095654294109E-15</c:v>
                </c:pt>
                <c:pt idx="139">
                  <c:v>1.943230585541621E-15</c:v>
                </c:pt>
                <c:pt idx="140">
                  <c:v>2.6733973945402184E-15</c:v>
                </c:pt>
                <c:pt idx="141">
                  <c:v>3.6666815785120233E-15</c:v>
                </c:pt>
                <c:pt idx="142">
                  <c:v>5.0138594772347774E-15</c:v>
                </c:pt>
                <c:pt idx="143">
                  <c:v>6.8356339858700728E-15</c:v>
                </c:pt>
                <c:pt idx="144">
                  <c:v>9.2920413923965539E-15</c:v>
                </c:pt>
                <c:pt idx="145">
                  <c:v>1.2594670258201727E-14</c:v>
                </c:pt>
                <c:pt idx="146">
                  <c:v>1.7022489392746556E-14</c:v>
                </c:pt>
                <c:pt idx="147">
                  <c:v>2.2942295414501802E-14</c:v>
                </c:pt>
                <c:pt idx="148">
                  <c:v>3.083505759750509E-14</c:v>
                </c:pt>
                <c:pt idx="149">
                  <c:v>4.1329771347111757E-14</c:v>
                </c:pt>
                <c:pt idx="150">
                  <c:v>5.5246847175575804E-14</c:v>
                </c:pt>
                <c:pt idx="151">
                  <c:v>7.3653578237723417E-14</c:v>
                </c:pt>
                <c:pt idx="152">
                  <c:v>9.7934869114511093E-14</c:v>
                </c:pt>
                <c:pt idx="153">
                  <c:v>1.2988319914964967E-13</c:v>
                </c:pt>
                <c:pt idx="154">
                  <c:v>1.7181276849961758E-13</c:v>
                </c:pt>
                <c:pt idx="155">
                  <c:v>2.2670397417301894E-13</c:v>
                </c:pt>
                <c:pt idx="156">
                  <c:v>2.9838583477341441E-13</c:v>
                </c:pt>
                <c:pt idx="157">
                  <c:v>3.917657839973042E-13</c:v>
                </c:pt>
                <c:pt idx="158">
                  <c:v>5.1311845298816255E-13</c:v>
                </c:pt>
                <c:pt idx="159">
                  <c:v>6.704477424558681E-13</c:v>
                </c:pt>
                <c:pt idx="160">
                  <c:v>8.7393974463815162E-13</c:v>
                </c:pt>
                <c:pt idx="161">
                  <c:v>1.1365280285401368E-12</c:v>
                </c:pt>
                <c:pt idx="162">
                  <c:v>1.474597586602252E-12</c:v>
                </c:pt>
                <c:pt idx="163">
                  <c:v>1.9088595190612545E-12</c:v>
                </c:pt>
                <c:pt idx="164">
                  <c:v>2.4654354948109452E-12</c:v>
                </c:pt>
                <c:pt idx="165">
                  <c:v>3.1771993992169252E-12</c:v>
                </c:pt>
                <c:pt idx="166">
                  <c:v>4.0854336237837767E-12</c:v>
                </c:pt>
                <c:pt idx="167">
                  <c:v>5.2418694786130202E-12</c:v>
                </c:pt>
                <c:pt idx="168">
                  <c:v>6.7111955770673956E-12</c:v>
                </c:pt>
                <c:pt idx="169">
                  <c:v>8.5741351737267034E-12</c:v>
                </c:pt>
                <c:pt idx="170">
                  <c:v>1.0931213821179119E-11</c:v>
                </c:pt>
                <c:pt idx="171">
                  <c:v>1.390736291689045E-11</c:v>
                </c:pt>
                <c:pt idx="172">
                  <c:v>1.7657533397047002E-11</c:v>
                </c:pt>
                <c:pt idx="173">
                  <c:v>2.2373527761510007E-11</c:v>
                </c:pt>
                <c:pt idx="174">
                  <c:v>2.8292298661774219E-11</c:v>
                </c:pt>
                <c:pt idx="175">
                  <c:v>3.5706009464196656E-11</c:v>
                </c:pt>
                <c:pt idx="176">
                  <c:v>4.4974207677019905E-11</c:v>
                </c:pt>
                <c:pt idx="177">
                  <c:v>5.6538527235916346E-11</c:v>
                </c:pt>
                <c:pt idx="178">
                  <c:v>7.0940411906161201E-11</c:v>
                </c:pt>
                <c:pt idx="179">
                  <c:v>8.8842441224680317E-11</c:v>
                </c:pt>
                <c:pt idx="180">
                  <c:v>1.1105394446116655E-10</c:v>
                </c:pt>
                <c:pt idx="181">
                  <c:v>1.3856170928776216E-10</c:v>
                </c:pt>
                <c:pt idx="182">
                  <c:v>1.7256673278198934E-10</c:v>
                </c:pt>
                <c:pt idx="183">
                  <c:v>2.1452812596138473E-10</c:v>
                </c:pt>
                <c:pt idx="184">
                  <c:v>2.6621547255719544E-10</c:v>
                </c:pt>
                <c:pt idx="185">
                  <c:v>3.2977116190047448E-10</c:v>
                </c:pt>
                <c:pt idx="186">
                  <c:v>4.0778446881207018E-10</c:v>
                </c:pt>
                <c:pt idx="187">
                  <c:v>5.0337944497648779E-10</c:v>
                </c:pt>
                <c:pt idx="188">
                  <c:v>6.2031902173676947E-10</c:v>
                </c:pt>
                <c:pt idx="189">
                  <c:v>7.6312810950941902E-10</c:v>
                </c:pt>
                <c:pt idx="190">
                  <c:v>9.3723892072580188E-10</c:v>
                </c:pt>
                <c:pt idx="191">
                  <c:v>1.149162248772359E-9</c:v>
                </c:pt>
                <c:pt idx="192">
                  <c:v>1.4066890130874572E-9</c:v>
                </c:pt>
                <c:pt idx="193">
                  <c:v>1.7191270395662202E-9</c:v>
                </c:pt>
                <c:pt idx="194">
                  <c:v>2.0975787959261327E-9</c:v>
                </c:pt>
                <c:pt idx="195">
                  <c:v>2.5552666550007636E-9</c:v>
                </c:pt>
                <c:pt idx="196">
                  <c:v>3.1079132275577782E-9</c:v>
                </c:pt>
                <c:pt idx="197">
                  <c:v>3.7741854039844057E-9</c:v>
                </c:pt>
                <c:pt idx="198">
                  <c:v>4.576211986260514E-9</c:v>
                </c:pt>
                <c:pt idx="199">
                  <c:v>5.5401861947752445E-9</c:v>
                </c:pt>
                <c:pt idx="200">
                  <c:v>6.69706591710911E-9</c:v>
                </c:pt>
                <c:pt idx="201">
                  <c:v>8.0833863480248302E-9</c:v>
                </c:pt>
                <c:pt idx="202">
                  <c:v>9.7422016736132481E-9</c:v>
                </c:pt>
                <c:pt idx="203">
                  <c:v>1.1724174701847749E-8</c:v>
                </c:pt>
                <c:pt idx="204">
                  <c:v>1.4088835862927893E-8</c:v>
                </c:pt>
                <c:pt idx="205">
                  <c:v>1.6906035824209824E-8</c:v>
                </c:pt>
                <c:pt idx="206">
                  <c:v>2.0257619117173667E-8</c:v>
                </c:pt>
                <c:pt idx="207">
                  <c:v>2.4239349691269972E-8</c:v>
                </c:pt>
                <c:pt idx="208">
                  <c:v>2.8963123227881845E-8</c:v>
                </c:pt>
                <c:pt idx="209">
                  <c:v>3.4559505406109785E-8</c:v>
                </c:pt>
                <c:pt idx="210">
                  <c:v>4.1180640152866532E-8</c:v>
                </c:pt>
                <c:pt idx="211">
                  <c:v>4.900357727807019E-8</c:v>
                </c:pt>
                <c:pt idx="212">
                  <c:v>5.8234074840236561E-8</c:v>
                </c:pt>
                <c:pt idx="213">
                  <c:v>6.911093816057008E-8</c:v>
                </c:pt>
                <c:pt idx="214">
                  <c:v>8.1910964660323354E-8</c:v>
                </c:pt>
                <c:pt idx="215">
                  <c:v>9.695457169617355E-8</c:v>
                </c:pt>
                <c:pt idx="216">
                  <c:v>1.1461219337473285E-7</c:v>
                </c:pt>
                <c:pt idx="217">
                  <c:v>1.3531154200724313E-7</c:v>
                </c:pt>
                <c:pt idx="218">
                  <c:v>1.5954584049000104E-7</c:v>
                </c:pt>
                <c:pt idx="219">
                  <c:v>1.8788314354035181E-7</c:v>
                </c:pt>
                <c:pt idx="220">
                  <c:v>2.2097687846153109E-7</c:v>
                </c:pt>
                <c:pt idx="221">
                  <c:v>2.5957775003551608E-7</c:v>
                </c:pt>
                <c:pt idx="222">
                  <c:v>3.04547169339315E-7</c:v>
                </c:pt>
                <c:pt idx="223">
                  <c:v>3.5687238283832815E-7</c:v>
                </c:pt>
                <c:pt idx="224">
                  <c:v>4.1768349612671851E-7</c:v>
                </c:pt>
                <c:pt idx="225">
                  <c:v>4.882726062588953E-7</c:v>
                </c:pt>
                <c:pt idx="226">
                  <c:v>5.7011527785265703E-7</c:v>
                </c:pt>
                <c:pt idx="227">
                  <c:v>6.6489462115012701E-7</c:v>
                </c:pt>
                <c:pt idx="228">
                  <c:v>7.7452825510981693E-7</c:v>
                </c:pt>
                <c:pt idx="229">
                  <c:v>9.0119846548574882E-7</c:v>
                </c:pt>
                <c:pt idx="230">
                  <c:v>1.0473858968455443E-6</c:v>
                </c:pt>
                <c:pt idx="231">
                  <c:v>1.2159071487102485E-6</c:v>
                </c:pt>
                <c:pt idx="232">
                  <c:v>1.4099566795855114E-6</c:v>
                </c:pt>
                <c:pt idx="233">
                  <c:v>1.633153458724055E-6</c:v>
                </c:pt>
                <c:pt idx="234">
                  <c:v>1.8895928441364834E-6</c:v>
                </c:pt>
                <c:pt idx="235">
                  <c:v>2.1839042067827086E-6</c:v>
                </c:pt>
                <c:pt idx="236">
                  <c:v>2.5213148651520237E-6</c:v>
                </c:pt>
                <c:pt idx="237">
                  <c:v>2.907720941710103E-6</c:v>
                </c:pt>
                <c:pt idx="238">
                  <c:v>3.3497658030741914E-6</c:v>
                </c:pt>
                <c:pt idx="239">
                  <c:v>3.8549267994062942E-6</c:v>
                </c:pt>
                <c:pt idx="240">
                  <c:v>4.4316110755017668E-6</c:v>
                </c:pt>
                <c:pt idx="241">
                  <c:v>5.0892612865214446E-6</c:v>
                </c:pt>
                <c:pt idx="242">
                  <c:v>5.8384721153773039E-6</c:v>
                </c:pt>
                <c:pt idx="243">
                  <c:v>6.6911185565461213E-6</c:v>
                </c:pt>
                <c:pt idx="244">
                  <c:v>7.6604970026490793E-6</c:v>
                </c:pt>
                <c:pt idx="245">
                  <c:v>8.7614802455919118E-6</c:v>
                </c:pt>
                <c:pt idx="246">
                  <c:v>1.0010687583490575E-5</c:v>
                </c:pt>
                <c:pt idx="247">
                  <c:v>1.1426671308085721E-5</c:v>
                </c:pt>
                <c:pt idx="248">
                  <c:v>1.3030120934931854E-5</c:v>
                </c:pt>
                <c:pt idx="249">
                  <c:v>1.4844086630378696E-5</c:v>
                </c:pt>
                <c:pt idx="250">
                  <c:v>1.6894223385276732E-5</c:v>
                </c:pt>
                <c:pt idx="251">
                  <c:v>1.9209057585449649E-5</c:v>
                </c:pt>
                <c:pt idx="252">
                  <c:v>2.1820277733263421E-5</c:v>
                </c:pt>
                <c:pt idx="253">
                  <c:v>2.4763051183094631E-5</c:v>
                </c:pt>
                <c:pt idx="254">
                  <c:v>2.807636886605831E-5</c:v>
                </c:pt>
                <c:pt idx="255">
                  <c:v>3.1803420095986996E-5</c:v>
                </c:pt>
                <c:pt idx="256">
                  <c:v>3.5991999669215017E-5</c:v>
                </c:pt>
                <c:pt idx="257">
                  <c:v>4.0694949595110078E-5</c:v>
                </c:pt>
                <c:pt idx="258">
                  <c:v>4.5970637922361218E-5</c:v>
                </c:pt>
                <c:pt idx="259">
                  <c:v>5.1883477257590359E-5</c:v>
                </c:pt>
                <c:pt idx="260">
                  <c:v>5.850448570767633E-5</c:v>
                </c:pt>
                <c:pt idx="261">
                  <c:v>6.5911893115037058E-5</c:v>
                </c:pt>
                <c:pt idx="262">
                  <c:v>7.4191795595731285E-5</c:v>
                </c:pt>
                <c:pt idx="263">
                  <c:v>8.3438861533231972E-5</c:v>
                </c:pt>
                <c:pt idx="264">
                  <c:v>9.3757092325837802E-5</c:v>
                </c:pt>
                <c:pt idx="265">
                  <c:v>1.0526064133243088E-4</c:v>
                </c:pt>
                <c:pt idx="266">
                  <c:v>1.1807469460923951E-4</c:v>
                </c:pt>
                <c:pt idx="267">
                  <c:v>1.3233641717902189E-4</c:v>
                </c:pt>
                <c:pt idx="268">
                  <c:v>1.4819596872297757E-4</c:v>
                </c:pt>
                <c:pt idx="269">
                  <c:v>1.6581759273431968E-4</c:v>
                </c:pt>
                <c:pt idx="270">
                  <c:v>1.8538078331999973E-4</c:v>
                </c:pt>
                <c:pt idx="271">
                  <c:v>2.070815339831489E-4</c:v>
                </c:pt>
                <c:pt idx="272">
                  <c:v>2.3113367286240868E-4</c:v>
                </c:pt>
                <c:pt idx="273">
                  <c:v>2.5777028904492503E-4</c:v>
                </c:pt>
                <c:pt idx="274">
                  <c:v>2.8724525470652707E-4</c:v>
                </c:pt>
                <c:pt idx="275">
                  <c:v>3.19834847964646E-4</c:v>
                </c:pt>
                <c:pt idx="276">
                  <c:v>3.5583948145582458E-4</c:v>
                </c:pt>
                <c:pt idx="277">
                  <c:v>3.9558554176980372E-4</c:v>
                </c:pt>
                <c:pt idx="278">
                  <c:v>4.3942734498433726E-4</c:v>
                </c:pt>
                <c:pt idx="279">
                  <c:v>4.8774921364900235E-4</c:v>
                </c:pt>
                <c:pt idx="280">
                  <c:v>5.4096768066051672E-4</c:v>
                </c:pt>
                <c:pt idx="281">
                  <c:v>5.9953382555596871E-4</c:v>
                </c:pt>
                <c:pt idx="282">
                  <c:v>6.6393574882221652E-4</c:v>
                </c:pt>
                <c:pt idx="283">
                  <c:v>7.3470118987893824E-4</c:v>
                </c:pt>
                <c:pt idx="284">
                  <c:v>8.1240029443789216E-4</c:v>
                </c:pt>
                <c:pt idx="285">
                  <c:v>8.9764853697045857E-4</c:v>
                </c:pt>
                <c:pt idx="286">
                  <c:v>9.9110980402929518E-4</c:v>
                </c:pt>
                <c:pt idx="287">
                  <c:v>1.0934996441648989E-3</c:v>
                </c:pt>
                <c:pt idx="288">
                  <c:v>1.2055886901549187E-3</c:v>
                </c:pt>
                <c:pt idx="289">
                  <c:v>1.3282062592200258E-3</c:v>
                </c:pt>
                <c:pt idx="290">
                  <c:v>1.4622441368350846E-3</c:v>
                </c:pt>
                <c:pt idx="291">
                  <c:v>1.6086605496563908E-3</c:v>
                </c:pt>
                <c:pt idx="292">
                  <c:v>1.768484332973851E-3</c:v>
                </c:pt>
                <c:pt idx="293">
                  <c:v>1.9428192979592488E-3</c:v>
                </c:pt>
                <c:pt idx="294">
                  <c:v>2.1328488038186966E-3</c:v>
                </c:pt>
                <c:pt idx="295">
                  <c:v>2.3398405397657036E-3</c:v>
                </c:pt>
                <c:pt idx="296">
                  <c:v>2.5651515215105161E-3</c:v>
                </c:pt>
                <c:pt idx="297">
                  <c:v>2.8102333067124784E-3</c:v>
                </c:pt>
                <c:pt idx="298">
                  <c:v>3.0766374335600929E-3</c:v>
                </c:pt>
                <c:pt idx="299">
                  <c:v>3.366021086330208E-3</c:v>
                </c:pt>
                <c:pt idx="300">
                  <c:v>3.6801529914330536E-3</c:v>
                </c:pt>
                <c:pt idx="301">
                  <c:v>4.0209195470681733E-3</c:v>
                </c:pt>
                <c:pt idx="302">
                  <c:v>4.3903311892036926E-3</c:v>
                </c:pt>
                <c:pt idx="303">
                  <c:v>4.7905289961392575E-3</c:v>
                </c:pt>
                <c:pt idx="304">
                  <c:v>5.2237915334306696E-3</c:v>
                </c:pt>
                <c:pt idx="305">
                  <c:v>5.6925419404279956E-3</c:v>
                </c:pt>
                <c:pt idx="306">
                  <c:v>6.1993552591239039E-3</c:v>
                </c:pt>
                <c:pt idx="307">
                  <c:v>6.7469660054095149E-3</c:v>
                </c:pt>
                <c:pt idx="308">
                  <c:v>7.3382759822043309E-3</c:v>
                </c:pt>
                <c:pt idx="309">
                  <c:v>7.9763623332542843E-3</c:v>
                </c:pt>
                <c:pt idx="310">
                  <c:v>8.6644858356840632E-3</c:v>
                </c:pt>
                <c:pt idx="311">
                  <c:v>9.4060994286478631E-3</c:v>
                </c:pt>
                <c:pt idx="312">
                  <c:v>1.0204856974635008E-2</c:v>
                </c:pt>
                <c:pt idx="313">
                  <c:v>1.1064622249177562E-2</c:v>
                </c:pt>
                <c:pt idx="314">
                  <c:v>1.1989478153846309E-2</c:v>
                </c:pt>
                <c:pt idx="315">
                  <c:v>1.2983736146541221E-2</c:v>
                </c:pt>
                <c:pt idx="316">
                  <c:v>1.4051945882155912E-2</c:v>
                </c:pt>
                <c:pt idx="317">
                  <c:v>1.5198905055748911E-2</c:v>
                </c:pt>
                <c:pt idx="318">
                  <c:v>1.6429669439365732E-2</c:v>
                </c:pt>
                <c:pt idx="319">
                  <c:v>1.7749563102647702E-2</c:v>
                </c:pt>
                <c:pt idx="320">
                  <c:v>1.9164188806322074E-2</c:v>
                </c:pt>
                <c:pt idx="321">
                  <c:v>2.0679438556602207E-2</c:v>
                </c:pt>
                <c:pt idx="322">
                  <c:v>2.2301504307440097E-2</c:v>
                </c:pt>
                <c:pt idx="323">
                  <c:v>2.4036888796463721E-2</c:v>
                </c:pt>
                <c:pt idx="324">
                  <c:v>2.5892416499302299E-2</c:v>
                </c:pt>
                <c:pt idx="325">
                  <c:v>2.7875244685866624E-2</c:v>
                </c:pt>
                <c:pt idx="326">
                  <c:v>2.9992874560982371E-2</c:v>
                </c:pt>
                <c:pt idx="327">
                  <c:v>3.2253162470626172E-2</c:v>
                </c:pt>
                <c:pt idx="328">
                  <c:v>3.4664331153827832E-2</c:v>
                </c:pt>
                <c:pt idx="329">
                  <c:v>3.7234981019131017E-2</c:v>
                </c:pt>
                <c:pt idx="330">
                  <c:v>3.9974101423338959E-2</c:v>
                </c:pt>
                <c:pt idx="331">
                  <c:v>4.2891081929084238E-2</c:v>
                </c:pt>
                <c:pt idx="332">
                  <c:v>4.599572351661764E-2</c:v>
                </c:pt>
                <c:pt idx="333">
                  <c:v>4.9298249724045409E-2</c:v>
                </c:pt>
                <c:pt idx="334">
                  <c:v>5.280931768912079E-2</c:v>
                </c:pt>
                <c:pt idx="335">
                  <c:v>5.6540029064578029E-2</c:v>
                </c:pt>
                <c:pt idx="336">
                  <c:v>6.0501940777900706E-2</c:v>
                </c:pt>
                <c:pt idx="337">
                  <c:v>6.4707075605375197E-2</c:v>
                </c:pt>
                <c:pt idx="338">
                  <c:v>6.9167932529222792E-2</c:v>
                </c:pt>
                <c:pt idx="339">
                  <c:v>7.3897496845661145E-2</c:v>
                </c:pt>
                <c:pt idx="340">
                  <c:v>7.8909249990735647E-2</c:v>
                </c:pt>
                <c:pt idx="341">
                  <c:v>8.4217179049940361E-2</c:v>
                </c:pt>
                <c:pt idx="342">
                  <c:v>8.9835785916733399E-2</c:v>
                </c:pt>
                <c:pt idx="343">
                  <c:v>9.5780096064298922E-2</c:v>
                </c:pt>
                <c:pt idx="344">
                  <c:v>0.10206566689418028</c:v>
                </c:pt>
                <c:pt idx="345">
                  <c:v>0.10870859562472461</c:v>
                </c:pt>
                <c:pt idx="346">
                  <c:v>0.1157255266817135</c:v>
                </c:pt>
                <c:pt idx="347">
                  <c:v>0.12313365855301664</c:v>
                </c:pt>
                <c:pt idx="348">
                  <c:v>0.13095075006868828</c:v>
                </c:pt>
                <c:pt idx="349">
                  <c:v>0.13919512606754927</c:v>
                </c:pt>
                <c:pt idx="350">
                  <c:v>0.14788568241106292</c:v>
                </c:pt>
                <c:pt idx="351">
                  <c:v>0.15704189030510199</c:v>
                </c:pt>
                <c:pt idx="352">
                  <c:v>0.16668379989017479</c:v>
                </c:pt>
                <c:pt idx="353">
                  <c:v>0.17683204306064018</c:v>
                </c:pt>
                <c:pt idx="354">
                  <c:v>0.18750783547363692</c:v>
                </c:pt>
                <c:pt idx="355">
                  <c:v>0.19873297770861281</c:v>
                </c:pt>
                <c:pt idx="356">
                  <c:v>0.21052985553872847</c:v>
                </c:pt>
                <c:pt idx="357">
                  <c:v>0.22292143927586955</c:v>
                </c:pt>
                <c:pt idx="358">
                  <c:v>0.23593128215151266</c:v>
                </c:pt>
                <c:pt idx="359">
                  <c:v>0.24958351769642195</c:v>
                </c:pt>
                <c:pt idx="360">
                  <c:v>0.26390285608296571</c:v>
                </c:pt>
                <c:pt idx="361">
                  <c:v>0.27891457939472153</c:v>
                </c:pt>
                <c:pt idx="362">
                  <c:v>0.29464453578911676</c:v>
                </c:pt>
                <c:pt idx="363">
                  <c:v>0.31111913251998108</c:v>
                </c:pt>
                <c:pt idx="364">
                  <c:v>0.32836532778826222</c:v>
                </c:pt>
                <c:pt idx="365">
                  <c:v>0.34641062139046264</c:v>
                </c:pt>
                <c:pt idx="366">
                  <c:v>0.36528304413593526</c:v>
                </c:pt>
                <c:pt idx="367">
                  <c:v>0.38501114600588549</c:v>
                </c:pt>
                <c:pt idx="368">
                  <c:v>0.40562398302863406</c:v>
                </c:pt>
                <c:pt idx="369">
                  <c:v>0.42715110284758878</c:v>
                </c:pt>
                <c:pt idx="370">
                  <c:v>0.44962252896051907</c:v>
                </c:pt>
                <c:pt idx="371">
                  <c:v>0.47306874361063245</c:v>
                </c:pt>
                <c:pt idx="372">
                  <c:v>0.49752066931248795</c:v>
                </c:pt>
                <c:pt idx="373">
                  <c:v>0.52300964899784919</c:v>
                </c:pt>
                <c:pt idx="374">
                  <c:v>0.54956742476927267</c:v>
                </c:pt>
                <c:pt idx="375">
                  <c:v>0.57722611525163359</c:v>
                </c:pt>
                <c:pt idx="376">
                  <c:v>0.60601819153464276</c:v>
                </c:pt>
                <c:pt idx="377">
                  <c:v>0.63597645170188111</c:v>
                </c:pt>
                <c:pt idx="378">
                  <c:v>0.66713399394505579</c:v>
                </c:pt>
                <c:pt idx="379">
                  <c:v>0.69952418826491725</c:v>
                </c:pt>
                <c:pt idx="380">
                  <c:v>0.7331806467632408</c:v>
                </c:pt>
                <c:pt idx="381">
                  <c:v>0.7681371925336421</c:v>
                </c:pt>
                <c:pt idx="382">
                  <c:v>0.80442782716169881</c:v>
                </c:pt>
                <c:pt idx="383">
                  <c:v>0.84208669684858517</c:v>
                </c:pt>
                <c:pt idx="384">
                  <c:v>0.88114805717521349</c:v>
                </c:pt>
                <c:pt idx="385">
                  <c:v>0.92164623652734046</c:v>
                </c:pt>
                <c:pt idx="386">
                  <c:v>0.96361559820579468</c:v>
                </c:pt>
                <c:pt idx="387">
                  <c:v>1.0070905012485367</c:v>
                </c:pt>
                <c:pt idx="388">
                  <c:v>1.0521052599954976</c:v>
                </c:pt>
                <c:pt idx="389">
                  <c:v>1.0986941024300603</c:v>
                </c:pt>
                <c:pt idx="390">
                  <c:v>1.1468911273345181</c:v>
                </c:pt>
                <c:pt idx="391">
                  <c:v>1.1967302603002907</c:v>
                </c:pt>
                <c:pt idx="392">
                  <c:v>1.2482452086370222</c:v>
                </c:pt>
                <c:pt idx="393">
                  <c:v>1.3014694152282118</c:v>
                </c:pt>
                <c:pt idx="394">
                  <c:v>1.3564360113838745</c:v>
                </c:pt>
                <c:pt idx="395">
                  <c:v>1.413177768744591</c:v>
                </c:pt>
                <c:pt idx="396">
                  <c:v>1.471727050294285</c:v>
                </c:pt>
                <c:pt idx="397">
                  <c:v>1.532115760541775</c:v>
                </c:pt>
                <c:pt idx="398">
                  <c:v>1.5943752949353058</c:v>
                </c:pt>
                <c:pt idx="399">
                  <c:v>1.6585364885760918</c:v>
                </c:pt>
                <c:pt idx="400">
                  <c:v>1.7246295643006277</c:v>
                </c:pt>
                <c:pt idx="401">
                  <c:v>1.7926840802039989</c:v>
                </c:pt>
                <c:pt idx="402">
                  <c:v>1.8627288766794716</c:v>
                </c:pt>
                <c:pt idx="403">
                  <c:v>1.9347920230513922</c:v>
                </c:pt>
                <c:pt idx="404">
                  <c:v>2.0089007638822243</c:v>
                </c:pt>
                <c:pt idx="405">
                  <c:v>2.0850814650358811</c:v>
                </c:pt>
                <c:pt idx="406">
                  <c:v>2.163359559581759</c:v>
                </c:pt>
                <c:pt idx="407">
                  <c:v>2.2437594936265697</c:v>
                </c:pt>
                <c:pt idx="408">
                  <c:v>2.3263046721625797</c:v>
                </c:pt>
                <c:pt idx="409">
                  <c:v>2.4110174050221982</c:v>
                </c:pt>
                <c:pt idx="410">
                  <c:v>2.4979188530312895</c:v>
                </c:pt>
                <c:pt idx="411">
                  <c:v>2.5870289744543906</c:v>
                </c:pt>
                <c:pt idx="412">
                  <c:v>2.6783664718260871</c:v>
                </c:pt>
                <c:pt idx="413">
                  <c:v>2.7719487392645394</c:v>
                </c:pt>
                <c:pt idx="414">
                  <c:v>2.867791810363097</c:v>
                </c:pt>
                <c:pt idx="415">
                  <c:v>2.9659103067573431</c:v>
                </c:pt>
                <c:pt idx="416">
                  <c:v>3.0663173874646783</c:v>
                </c:pt>
                <c:pt idx="417">
                  <c:v>3.1690246990945052</c:v>
                </c:pt>
                <c:pt idx="418">
                  <c:v>3.2740423270261658</c:v>
                </c:pt>
                <c:pt idx="419">
                  <c:v>3.3813787476525388</c:v>
                </c:pt>
                <c:pt idx="420">
                  <c:v>3.4910407817862237</c:v>
                </c:pt>
                <c:pt idx="421">
                  <c:v>3.6030335493247416</c:v>
                </c:pt>
                <c:pt idx="422">
                  <c:v>3.7173604252702113</c:v>
                </c:pt>
                <c:pt idx="423">
                  <c:v>3.8340229971984896</c:v>
                </c:pt>
                <c:pt idx="424">
                  <c:v>3.9530210242705928</c:v>
                </c:pt>
                <c:pt idx="425">
                  <c:v>4.0743523978785223</c:v>
                </c:pt>
                <c:pt idx="426">
                  <c:v>4.1980131040154642</c:v>
                </c:pt>
                <c:pt idx="427">
                  <c:v>4.3239971874588026</c:v>
                </c:pt>
                <c:pt idx="428">
                  <c:v>4.4522967178515325</c:v>
                </c:pt>
                <c:pt idx="429">
                  <c:v>4.5829017577666979</c:v>
                </c:pt>
                <c:pt idx="430">
                  <c:v>4.7158003328349594</c:v>
                </c:pt>
                <c:pt idx="431">
                  <c:v>4.8509784040154615</c:v>
                </c:pt>
                <c:pt idx="432">
                  <c:v>4.9884198420835997</c:v>
                </c:pt>
                <c:pt idx="433">
                  <c:v>5.128106404410171</c:v>
                </c:pt>
                <c:pt idx="434">
                  <c:v>5.2700177140996862</c:v>
                </c:pt>
                <c:pt idx="435">
                  <c:v>5.4141312415546778</c:v>
                </c:pt>
                <c:pt idx="436">
                  <c:v>5.5604222885277643</c:v>
                </c:pt>
                <c:pt idx="437">
                  <c:v>5.7088639747191783</c:v>
                </c:pt>
                <c:pt idx="438">
                  <c:v>5.8594272269758205</c:v>
                </c:pt>
                <c:pt idx="439">
                  <c:v>6.0120807711406794</c:v>
                </c:pt>
                <c:pt idx="440">
                  <c:v>6.1667911265994633</c:v>
                </c:pt>
                <c:pt idx="441">
                  <c:v>6.3235226035659906</c:v>
                </c:pt>
                <c:pt idx="442">
                  <c:v>6.4822373031440943</c:v>
                </c:pt>
                <c:pt idx="443">
                  <c:v>6.6428951201979505</c:v>
                </c:pt>
                <c:pt idx="444">
                  <c:v>6.8054537490600815</c:v>
                </c:pt>
                <c:pt idx="445">
                  <c:v>6.9698686920987285</c:v>
                </c:pt>
                <c:pt idx="446">
                  <c:v>7.1360932711650342</c:v>
                </c:pt>
                <c:pt idx="447">
                  <c:v>7.304078641930988</c:v>
                </c:pt>
                <c:pt idx="448">
                  <c:v>7.4737738111299645</c:v>
                </c:pt>
                <c:pt idx="449">
                  <c:v>7.64512565670009</c:v>
                </c:pt>
                <c:pt idx="450">
                  <c:v>7.8180789508308246</c:v>
                </c:pt>
                <c:pt idx="451">
                  <c:v>7.99257638590655</c:v>
                </c:pt>
                <c:pt idx="452">
                  <c:v>8.168558603332821</c:v>
                </c:pt>
                <c:pt idx="453">
                  <c:v>8.3459642252325388</c:v>
                </c:pt>
                <c:pt idx="454">
                  <c:v>8.5247298889862844</c:v>
                </c:pt>
                <c:pt idx="455">
                  <c:v>8.7047902845919598</c:v>
                </c:pt>
                <c:pt idx="456">
                  <c:v>8.886078194812141</c:v>
                </c:pt>
                <c:pt idx="457">
                  <c:v>9.068524538069747</c:v>
                </c:pt>
                <c:pt idx="458">
                  <c:v>9.2520584140538382</c:v>
                </c:pt>
                <c:pt idx="459">
                  <c:v>9.4366071519850259</c:v>
                </c:pt>
                <c:pt idx="460">
                  <c:v>9.6220963614915789</c:v>
                </c:pt>
                <c:pt idx="461">
                  <c:v>9.8084499860383705</c:v>
                </c:pt>
                <c:pt idx="462">
                  <c:v>9.9955903588501265</c:v>
                </c:pt>
                <c:pt idx="463">
                  <c:v>10.183438261259187</c:v>
                </c:pt>
                <c:pt idx="464">
                  <c:v>10.371912983414369</c:v>
                </c:pt>
                <c:pt idx="465">
                  <c:v>10.560932387270396</c:v>
                </c:pt>
                <c:pt idx="466">
                  <c:v>10.750412971784684</c:v>
                </c:pt>
                <c:pt idx="467">
                  <c:v>10.940269940236933</c:v>
                </c:pt>
                <c:pt idx="468">
                  <c:v>11.130417269586657</c:v>
                </c:pt>
                <c:pt idx="469">
                  <c:v>11.320767781778329</c:v>
                </c:pt>
                <c:pt idx="470">
                  <c:v>11.511233216901926</c:v>
                </c:pt>
                <c:pt idx="471">
                  <c:v>11.701724308111887</c:v>
                </c:pt>
                <c:pt idx="472">
                  <c:v>11.892150858204996</c:v>
                </c:pt>
                <c:pt idx="473">
                  <c:v>12.082421817755638</c:v>
                </c:pt>
                <c:pt idx="474">
                  <c:v>12.272445364702074</c:v>
                </c:pt>
                <c:pt idx="475">
                  <c:v>12.462128985276662</c:v>
                </c:pt>
                <c:pt idx="476">
                  <c:v>12.651379556170109</c:v>
                </c:pt>
                <c:pt idx="477">
                  <c:v>12.840103427816443</c:v>
                </c:pt>
                <c:pt idx="478">
                  <c:v>13.028206508686731</c:v>
                </c:pt>
                <c:pt idx="479">
                  <c:v>13.215594350473804</c:v>
                </c:pt>
                <c:pt idx="480">
                  <c:v>13.402172234050639</c:v>
                </c:pt>
                <c:pt idx="481">
                  <c:v>13.587845256085631</c:v>
                </c:pt>
                <c:pt idx="482">
                  <c:v>13.772518416193249</c:v>
                </c:pt>
                <c:pt idx="483">
                  <c:v>13.956096704500816</c:v>
                </c:pt>
                <c:pt idx="484">
                  <c:v>14.138485189509902</c:v>
                </c:pt>
                <c:pt idx="485">
                  <c:v>14.319589106130984</c:v>
                </c:pt>
                <c:pt idx="486">
                  <c:v>14.499313943769847</c:v>
                </c:pt>
                <c:pt idx="487">
                  <c:v>14.677565534345069</c:v>
                </c:pt>
                <c:pt idx="488">
                  <c:v>14.854250140113376</c:v>
                </c:pt>
                <c:pt idx="489">
                  <c:v>15.029274541185469</c:v>
                </c:pt>
                <c:pt idx="490">
                  <c:v>15.202546122608517</c:v>
                </c:pt>
                <c:pt idx="491">
                  <c:v>15.373972960901774</c:v>
                </c:pt>
                <c:pt idx="492">
                  <c:v>15.543463909919989</c:v>
                </c:pt>
                <c:pt idx="493">
                  <c:v>15.710928685936842</c:v>
                </c:pt>
                <c:pt idx="494">
                  <c:v>15.876277951827491</c:v>
                </c:pt>
                <c:pt idx="495">
                  <c:v>16.039423400238864</c:v>
                </c:pt>
                <c:pt idx="496">
                  <c:v>16.200277835638488</c:v>
                </c:pt>
                <c:pt idx="497">
                  <c:v>16.358755255130369</c:v>
                </c:pt>
                <c:pt idx="498">
                  <c:v>16.514770927934098</c:v>
                </c:pt>
                <c:pt idx="499">
                  <c:v>16.668241473419531</c:v>
                </c:pt>
                <c:pt idx="500">
                  <c:v>16.819084937601506</c:v>
                </c:pt>
                <c:pt idx="501">
                  <c:v>16.96722086798918</c:v>
                </c:pt>
                <c:pt idx="502">
                  <c:v>17.112570386701268</c:v>
                </c:pt>
                <c:pt idx="503">
                  <c:v>17.255056261749683</c:v>
                </c:pt>
                <c:pt idx="504">
                  <c:v>17.39460297640634</c:v>
                </c:pt>
                <c:pt idx="505">
                  <c:v>17.531136796566408</c:v>
                </c:pt>
                <c:pt idx="506">
                  <c:v>17.664585836023935</c:v>
                </c:pt>
                <c:pt idx="507">
                  <c:v>17.794880119586637</c:v>
                </c:pt>
                <c:pt idx="508">
                  <c:v>17.921951643950571</c:v>
                </c:pt>
                <c:pt idx="509">
                  <c:v>18.045734436265207</c:v>
                </c:pt>
                <c:pt idx="510">
                  <c:v>18.166164610326799</c:v>
                </c:pt>
                <c:pt idx="511">
                  <c:v>18.283180420329817</c:v>
                </c:pt>
                <c:pt idx="512">
                  <c:v>18.396722312124552</c:v>
                </c:pt>
                <c:pt idx="513">
                  <c:v>18.506732971925068</c:v>
                </c:pt>
                <c:pt idx="514">
                  <c:v>18.61315737241479</c:v>
                </c:pt>
                <c:pt idx="515">
                  <c:v>18.715942816208489</c:v>
                </c:pt>
                <c:pt idx="516">
                  <c:v>18.815038976626582</c:v>
                </c:pt>
                <c:pt idx="517">
                  <c:v>18.910397935745529</c:v>
                </c:pt>
                <c:pt idx="518">
                  <c:v>19.001974219693611</c:v>
                </c:pt>
                <c:pt idx="519">
                  <c:v>19.089724831159483</c:v>
                </c:pt>
                <c:pt idx="520">
                  <c:v>19.173609279096418</c:v>
                </c:pt>
                <c:pt idx="521">
                  <c:v>19.253589605597547</c:v>
                </c:pt>
                <c:pt idx="522">
                  <c:v>19.329630409929553</c:v>
                </c:pt>
                <c:pt idx="523">
                  <c:v>19.401698869714721</c:v>
                </c:pt>
                <c:pt idx="524">
                  <c:v>19.469764759254112</c:v>
                </c:pt>
                <c:pt idx="525">
                  <c:v>19.533800464990716</c:v>
                </c:pt>
                <c:pt idx="526">
                  <c:v>19.593780998115847</c:v>
                </c:pt>
                <c:pt idx="527">
                  <c:v>19.649684004321699</c:v>
                </c:pt>
                <c:pt idx="528">
                  <c:v>19.70148977071878</c:v>
                </c:pt>
                <c:pt idx="529">
                  <c:v>19.749181229922158</c:v>
                </c:pt>
                <c:pt idx="530">
                  <c:v>19.792743961334875</c:v>
                </c:pt>
                <c:pt idx="531">
                  <c:v>19.832166189648092</c:v>
                </c:pt>
                <c:pt idx="532">
                  <c:v>19.867438780581335</c:v>
                </c:pt>
                <c:pt idx="533">
                  <c:v>19.898555233898982</c:v>
                </c:pt>
                <c:pt idx="534">
                  <c:v>19.925511673732746</c:v>
                </c:pt>
                <c:pt idx="535">
                  <c:v>19.948306836249291</c:v>
                </c:pt>
                <c:pt idx="536">
                  <c:v>19.966942054703832</c:v>
                </c:pt>
                <c:pt idx="537">
                  <c:v>19.981421241924384</c:v>
                </c:pt>
                <c:pt idx="538">
                  <c:v>19.991750870273105</c:v>
                </c:pt>
                <c:pt idx="539">
                  <c:v>19.997939949137276</c:v>
                </c:pt>
                <c:pt idx="540">
                  <c:v>20</c:v>
                </c:pt>
                <c:pt idx="541">
                  <c:v>19.997945029151456</c:v>
                </c:pt>
                <c:pt idx="542">
                  <c:v>19.99179149809553</c:v>
                </c:pt>
                <c:pt idx="543">
                  <c:v>19.981558291717107</c:v>
                </c:pt>
                <c:pt idx="544">
                  <c:v>19.967266684270385</c:v>
                </c:pt>
                <c:pt idx="545">
                  <c:v>19.948940303257473</c:v>
                </c:pt>
                <c:pt idx="546">
                  <c:v>19.926605091264449</c:v>
                </c:pt>
                <c:pt idx="547">
                  <c:v>19.900289265824508</c:v>
                </c:pt>
                <c:pt idx="548">
                  <c:v>19.870023277382852</c:v>
                </c:pt>
                <c:pt idx="549">
                  <c:v>19.835839765434006</c:v>
                </c:pt>
                <c:pt idx="550">
                  <c:v>19.797773512909089</c:v>
                </c:pt>
                <c:pt idx="551">
                  <c:v>19.755861398891096</c:v>
                </c:pt>
                <c:pt idx="552">
                  <c:v>19.710142349731981</c:v>
                </c:pt>
                <c:pt idx="553">
                  <c:v>19.660657288656719</c:v>
                </c:pt>
                <c:pt idx="554">
                  <c:v>19.607449083929097</c:v>
                </c:pt>
                <c:pt idx="555">
                  <c:v>19.55056249566401</c:v>
                </c:pt>
                <c:pt idx="556">
                  <c:v>19.490044121365514</c:v>
                </c:pt>
                <c:pt idx="557">
                  <c:v>19.425942340275299</c:v>
                </c:pt>
                <c:pt idx="558">
                  <c:v>19.358307256612694</c:v>
                </c:pt>
                <c:pt idx="559">
                  <c:v>19.287190641788726</c:v>
                </c:pt>
                <c:pt idx="560">
                  <c:v>19.21264587567801</c:v>
                </c:pt>
                <c:pt idx="561">
                  <c:v>19.134727887033311</c:v>
                </c:pt>
                <c:pt idx="562">
                  <c:v>19.05349309312124</c:v>
                </c:pt>
                <c:pt idx="563">
                  <c:v>18.968999338666176</c:v>
                </c:pt>
                <c:pt idx="564">
                  <c:v>18.881305834182044</c:v>
                </c:pt>
                <c:pt idx="565">
                  <c:v>18.790473093775319</c:v>
                </c:pt>
                <c:pt idx="566">
                  <c:v>18.696562872498468</c:v>
                </c:pt>
                <c:pt idx="567">
                  <c:v>18.599638103334819</c:v>
                </c:pt>
                <c:pt idx="568">
                  <c:v>18.49976283389713</c:v>
                </c:pt>
                <c:pt idx="569">
                  <c:v>18.397002162912898</c:v>
                </c:pt>
                <c:pt idx="570">
                  <c:v>18.291422176578983</c:v>
                </c:pt>
                <c:pt idx="571">
                  <c:v>18.18308988485883</c:v>
                </c:pt>
                <c:pt idx="572">
                  <c:v>18.072073157798105</c:v>
                </c:pt>
                <c:pt idx="573">
                  <c:v>17.958440661932968</c:v>
                </c:pt>
                <c:pt idx="574">
                  <c:v>17.842261796862303</c:v>
                </c:pt>
                <c:pt idx="575">
                  <c:v>17.723606632054768</c:v>
                </c:pt>
                <c:pt idx="576">
                  <c:v>17.602545843959881</c:v>
                </c:pt>
                <c:pt idx="577">
                  <c:v>17.479150653490876</c:v>
                </c:pt>
                <c:pt idx="578">
                  <c:v>17.353492763944239</c:v>
                </c:pt>
                <c:pt idx="579">
                  <c:v>17.225644299419539</c:v>
                </c:pt>
                <c:pt idx="580">
                  <c:v>17.095677743802987</c:v>
                </c:pt>
                <c:pt idx="581">
                  <c:v>16.963665880372936</c:v>
                </c:pt>
                <c:pt idx="582">
                  <c:v>16.829681732085678</c:v>
                </c:pt>
                <c:pt idx="583">
                  <c:v>16.693798502599545</c:v>
                </c:pt>
                <c:pt idx="584">
                  <c:v>16.556089518087546</c:v>
                </c:pt>
                <c:pt idx="585">
                  <c:v>16.416628169894203</c:v>
                </c:pt>
                <c:pt idx="586">
                  <c:v>16.275487858082812</c:v>
                </c:pt>
                <c:pt idx="587">
                  <c:v>16.132741935923551</c:v>
                </c:pt>
                <c:pt idx="588">
                  <c:v>15.98846365536531</c:v>
                </c:pt>
                <c:pt idx="589">
                  <c:v>15.842726113536562</c:v>
                </c:pt>
                <c:pt idx="590">
                  <c:v>15.695602200313751</c:v>
                </c:pt>
                <c:pt idx="591">
                  <c:v>15.547164546998067</c:v>
                </c:pt>
                <c:pt idx="592">
                  <c:v>15.397485476134669</c:v>
                </c:pt>
                <c:pt idx="593">
                  <c:v>15.246636952511142</c:v>
                </c:pt>
                <c:pt idx="594">
                  <c:v>15.094690535364707</c:v>
                </c:pt>
                <c:pt idx="595">
                  <c:v>14.94171733182811</c:v>
                </c:pt>
                <c:pt idx="596">
                  <c:v>14.787787951643914</c:v>
                </c:pt>
                <c:pt idx="597">
                  <c:v>14.632972463167935</c:v>
                </c:pt>
                <c:pt idx="598">
                  <c:v>14.477340350689685</c:v>
                </c:pt>
                <c:pt idx="599">
                  <c:v>14.32096047308673</c:v>
                </c:pt>
                <c:pt idx="600">
                  <c:v>14.163901023832764</c:v>
                </c:pt>
                <c:pt idx="601">
                  <c:v>14.006229492376985</c:v>
                </c:pt>
                <c:pt idx="602">
                  <c:v>13.848012626906389</c:v>
                </c:pt>
                <c:pt idx="603">
                  <c:v>13.689316398506467</c:v>
                </c:pt>
                <c:pt idx="604">
                  <c:v>13.53020596672652</c:v>
                </c:pt>
                <c:pt idx="605">
                  <c:v>13.37074564656189</c:v>
                </c:pt>
                <c:pt idx="606">
                  <c:v>13.210998876855079</c:v>
                </c:pt>
                <c:pt idx="607">
                  <c:v>13.05102819012326</c:v>
                </c:pt>
                <c:pt idx="608">
                  <c:v>12.89089518381193</c:v>
                </c:pt>
                <c:pt idx="609">
                  <c:v>12.73066049297687</c:v>
                </c:pt>
                <c:pt idx="610">
                  <c:v>12.570383764391524</c:v>
                </c:pt>
                <c:pt idx="611">
                  <c:v>12.410123632077465</c:v>
                </c:pt>
                <c:pt idx="612">
                  <c:v>12.249937694252701</c:v>
                </c:pt>
                <c:pt idx="613">
                  <c:v>12.089882491691032</c:v>
                </c:pt>
                <c:pt idx="614">
                  <c:v>11.930013487484466</c:v>
                </c:pt>
                <c:pt idx="615">
                  <c:v>11.770385048198992</c:v>
                </c:pt>
                <c:pt idx="616">
                  <c:v>11.611050426411504</c:v>
                </c:pt>
                <c:pt idx="617">
                  <c:v>11.452061744616536</c:v>
                </c:pt>
                <c:pt idx="618">
                  <c:v>11.293469980487348</c:v>
                </c:pt>
                <c:pt idx="619">
                  <c:v>11.135324953476161</c:v>
                </c:pt>
                <c:pt idx="620">
                  <c:v>10.977675312737949</c:v>
                </c:pt>
                <c:pt idx="621">
                  <c:v>10.820568526356606</c:v>
                </c:pt>
                <c:pt idx="622">
                  <c:v>10.664050871859276</c:v>
                </c:pt>
                <c:pt idx="623">
                  <c:v>10.508167427992721</c:v>
                </c:pt>
                <c:pt idx="624">
                  <c:v>10.352962067745178</c:v>
                </c:pt>
                <c:pt idx="625">
                  <c:v>10.198477452588989</c:v>
                </c:pt>
                <c:pt idx="626">
                  <c:v>10.044755027920381</c:v>
                </c:pt>
                <c:pt idx="627">
                  <c:v>9.8918350196736604</c:v>
                </c:pt>
                <c:pt idx="628">
                  <c:v>9.7397564320845866</c:v>
                </c:pt>
                <c:pt idx="629">
                  <c:v>9.5885570465754846</c:v>
                </c:pt>
                <c:pt idx="630">
                  <c:v>9.4382734217378488</c:v>
                </c:pt>
                <c:pt idx="631">
                  <c:v>9.2889408943840017</c:v>
                </c:pt>
                <c:pt idx="632">
                  <c:v>9.1405935816401929</c:v>
                </c:pt>
                <c:pt idx="633">
                  <c:v>8.9932643840539619</c:v>
                </c:pt>
                <c:pt idx="634">
                  <c:v>8.846984989685172</c:v>
                </c:pt>
                <c:pt idx="635">
                  <c:v>8.7017858791534124</c:v>
                </c:pt>
                <c:pt idx="636">
                  <c:v>8.5576963316112185</c:v>
                </c:pt>
                <c:pt idx="637">
                  <c:v>8.4147444316133537</c:v>
                </c:pt>
                <c:pt idx="638">
                  <c:v>8.2729570768524567</c:v>
                </c:pt>
                <c:pt idx="639">
                  <c:v>8.1323599867300214</c:v>
                </c:pt>
                <c:pt idx="640">
                  <c:v>7.9929777117331815</c:v>
                </c:pt>
                <c:pt idx="641">
                  <c:v>7.8548336435851578</c:v>
                </c:pt>
                <c:pt idx="642">
                  <c:v>7.7179500261403557</c:v>
                </c:pt>
                <c:pt idx="643">
                  <c:v>7.5823479669922014</c:v>
                </c:pt>
                <c:pt idx="644">
                  <c:v>7.4480474497629068</c:v>
                </c:pt>
                <c:pt idx="645">
                  <c:v>7.3150673470453533</c:v>
                </c:pt>
                <c:pt idx="646">
                  <c:v>7.1834254339651906</c:v>
                </c:pt>
                <c:pt idx="647">
                  <c:v>7.0531384023338504</c:v>
                </c:pt>
                <c:pt idx="648">
                  <c:v>6.9242218753613631</c:v>
                </c:pt>
                <c:pt idx="649">
                  <c:v>6.7966904228988714</c:v>
                </c:pt>
                <c:pt idx="650">
                  <c:v>6.6705575771816097</c:v>
                </c:pt>
                <c:pt idx="651">
                  <c:v>6.5458358490414792</c:v>
                </c:pt>
                <c:pt idx="652">
                  <c:v>6.422536744560988</c:v>
                </c:pt>
                <c:pt idx="653">
                  <c:v>6.3006707821396377</c:v>
                </c:pt>
                <c:pt idx="654">
                  <c:v>6.1802475099419976</c:v>
                </c:pt>
                <c:pt idx="655">
                  <c:v>6.061275523702891</c:v>
                </c:pt>
                <c:pt idx="656">
                  <c:v>5.9437624848580555</c:v>
                </c:pt>
                <c:pt idx="657">
                  <c:v>5.8277151389753881</c:v>
                </c:pt>
                <c:pt idx="658">
                  <c:v>5.713139334458619</c:v>
                </c:pt>
                <c:pt idx="659">
                  <c:v>5.6000400414977545</c:v>
                </c:pt>
                <c:pt idx="660">
                  <c:v>5.4884213712391894</c:v>
                </c:pt>
                <c:pt idx="661">
                  <c:v>5.3782865951512093</c:v>
                </c:pt>
                <c:pt idx="662">
                  <c:v>5.2696381645594768</c:v>
                </c:pt>
                <c:pt idx="663">
                  <c:v>5.1624777303277138</c:v>
                </c:pt>
                <c:pt idx="664">
                  <c:v>5.056806162660644</c:v>
                </c:pt>
                <c:pt idx="665">
                  <c:v>4.9526235710054891</c:v>
                </c:pt>
                <c:pt idx="666">
                  <c:v>4.8499293240293859</c:v>
                </c:pt>
                <c:pt idx="667">
                  <c:v>4.7487220696508174</c:v>
                </c:pt>
                <c:pt idx="668">
                  <c:v>4.6489997551039917</c:v>
                </c:pt>
                <c:pt idx="669">
                  <c:v>4.5507596470145009</c:v>
                </c:pt>
                <c:pt idx="670">
                  <c:v>4.4539983514674342</c:v>
                </c:pt>
                <c:pt idx="671">
                  <c:v>4.3587118340473072</c:v>
                </c:pt>
                <c:pt idx="672">
                  <c:v>4.2648954398313652</c:v>
                </c:pt>
                <c:pt idx="673">
                  <c:v>4.1725439133185578</c:v>
                </c:pt>
                <c:pt idx="674">
                  <c:v>4.0816514182754391</c:v>
                </c:pt>
                <c:pt idx="675">
                  <c:v>3.9922115574833663</c:v>
                </c:pt>
                <c:pt idx="676">
                  <c:v>3.9042173923699846</c:v>
                </c:pt>
                <c:pt idx="677">
                  <c:v>3.8176614625094363</c:v>
                </c:pt>
                <c:pt idx="678">
                  <c:v>3.7325358049766515</c:v>
                </c:pt>
                <c:pt idx="679">
                  <c:v>3.6488319735409824</c:v>
                </c:pt>
                <c:pt idx="680">
                  <c:v>3.5665410576859462</c:v>
                </c:pt>
                <c:pt idx="681">
                  <c:v>3.4856537014417253</c:v>
                </c:pt>
                <c:pt idx="682">
                  <c:v>3.4061601220179543</c:v>
                </c:pt>
                <c:pt idx="683">
                  <c:v>3.3280501282255681</c:v>
                </c:pt>
                <c:pt idx="684">
                  <c:v>3.2513131386756204</c:v>
                </c:pt>
                <c:pt idx="685">
                  <c:v>3.1759381997456311</c:v>
                </c:pt>
                <c:pt idx="686">
                  <c:v>3.1019140033024644</c:v>
                </c:pt>
                <c:pt idx="687">
                  <c:v>3.0292289041732499</c:v>
                </c:pt>
                <c:pt idx="688">
                  <c:v>2.9578709373552163</c:v>
                </c:pt>
                <c:pt idx="689">
                  <c:v>2.8878278349561342</c:v>
                </c:pt>
                <c:pt idx="690">
                  <c:v>2.8190870428581953</c:v>
                </c:pt>
                <c:pt idx="691">
                  <c:v>2.7516357370979048</c:v>
                </c:pt>
                <c:pt idx="692">
                  <c:v>2.6854608399557875</c:v>
                </c:pt>
                <c:pt idx="693">
                  <c:v>2.6205490357497792</c:v>
                </c:pt>
                <c:pt idx="694">
                  <c:v>2.5568867863270688</c:v>
                </c:pt>
                <c:pt idx="695">
                  <c:v>2.494460346249316</c:v>
                </c:pt>
                <c:pt idx="696">
                  <c:v>2.433255777666929</c:v>
                </c:pt>
                <c:pt idx="697">
                  <c:v>2.3732589648786293</c:v>
                </c:pt>
                <c:pt idx="698">
                  <c:v>2.3144556285727482</c:v>
                </c:pt>
                <c:pt idx="699">
                  <c:v>2.2568313397471624</c:v>
                </c:pt>
                <c:pt idx="700">
                  <c:v>2.2003715333059599</c:v>
                </c:pt>
                <c:pt idx="701">
                  <c:v>2.1450615213297821</c:v>
                </c:pt>
                <c:pt idx="702">
                  <c:v>2.0908865060193893</c:v>
                </c:pt>
                <c:pt idx="703">
                  <c:v>2.0378315923102965</c:v>
                </c:pt>
                <c:pt idx="704">
                  <c:v>1.98588180015814</c:v>
                </c:pt>
                <c:pt idx="705">
                  <c:v>1.9350220764941575</c:v>
                </c:pt>
                <c:pt idx="706">
                  <c:v>1.8852373068510104</c:v>
                </c:pt>
                <c:pt idx="707">
                  <c:v>1.8365123266587799</c:v>
                </c:pt>
                <c:pt idx="708">
                  <c:v>1.788831932212237</c:v>
                </c:pt>
                <c:pt idx="709">
                  <c:v>1.7421808913102408</c:v>
                </c:pt>
                <c:pt idx="710">
                  <c:v>1.696543953568437</c:v>
                </c:pt>
                <c:pt idx="711">
                  <c:v>1.6519058604069357</c:v>
                </c:pt>
                <c:pt idx="712">
                  <c:v>1.6082513547151864</c:v>
                </c:pt>
                <c:pt idx="713">
                  <c:v>1.565565190195626</c:v>
                </c:pt>
                <c:pt idx="714">
                  <c:v>1.5238321403891084</c:v>
                </c:pt>
                <c:pt idx="715">
                  <c:v>1.4830370073846284</c:v>
                </c:pt>
                <c:pt idx="716">
                  <c:v>1.4431646302161449</c:v>
                </c:pt>
                <c:pt idx="717">
                  <c:v>1.4041998929498773</c:v>
                </c:pt>
                <c:pt idx="718">
                  <c:v>1.3661277324655208</c:v>
                </c:pt>
                <c:pt idx="719">
                  <c:v>1.3289331459346734</c:v>
                </c:pt>
                <c:pt idx="720">
                  <c:v>1.2926011980005696</c:v>
                </c:pt>
                <c:pt idx="721">
                  <c:v>1.2571170276630124</c:v>
                </c:pt>
                <c:pt idx="722">
                  <c:v>1.2224658548724523</c:v>
                </c:pt>
                <c:pt idx="723">
                  <c:v>1.1886329868378416</c:v>
                </c:pt>
                <c:pt idx="724">
                  <c:v>1.1556038240524182</c:v>
                </c:pt>
                <c:pt idx="725">
                  <c:v>1.1233638660421326</c:v>
                </c:pt>
                <c:pt idx="726">
                  <c:v>1.0918987168413694</c:v>
                </c:pt>
                <c:pt idx="727">
                  <c:v>1.0611940902007864</c:v>
                </c:pt>
                <c:pt idx="728">
                  <c:v>1.0312358145322471</c:v>
                </c:pt>
                <c:pt idx="729">
                  <c:v>1.0020098375957232</c:v>
                </c:pt>
                <c:pt idx="730">
                  <c:v>0.9735022309333341</c:v>
                </c:pt>
                <c:pt idx="731">
                  <c:v>0.94569919405583658</c:v>
                </c:pt>
                <c:pt idx="732">
                  <c:v>0.91858705838642596</c:v>
                </c:pt>
                <c:pt idx="733">
                  <c:v>0.89215229096752624</c:v>
                </c:pt>
                <c:pt idx="734">
                  <c:v>0.86638149793577135</c:v>
                </c:pt>
                <c:pt idx="735">
                  <c:v>0.84126142777032631</c:v>
                </c:pt>
                <c:pt idx="736">
                  <c:v>0.81677897432040136</c:v>
                </c:pt>
                <c:pt idx="737">
                  <c:v>0.79292117961704112</c:v>
                </c:pt>
                <c:pt idx="738">
                  <c:v>0.76967523647466352</c:v>
                </c:pt>
                <c:pt idx="739">
                  <c:v>0.74702849088808487</c:v>
                </c:pt>
                <c:pt idx="740">
                  <c:v>0.72496844423014584</c:v>
                </c:pt>
                <c:pt idx="741">
                  <c:v>0.70348275525561688</c:v>
                </c:pt>
                <c:pt idx="742">
                  <c:v>0.68255924191673722</c:v>
                </c:pt>
                <c:pt idx="743">
                  <c:v>0.66218588299592585</c:v>
                </c:pt>
                <c:pt idx="744">
                  <c:v>0.64235081956084961</c:v>
                </c:pt>
                <c:pt idx="745">
                  <c:v>0.62304235624758175</c:v>
                </c:pt>
                <c:pt idx="746">
                  <c:v>0.60424896237680514</c:v>
                </c:pt>
                <c:pt idx="747">
                  <c:v>0.58595927290869332</c:v>
                </c:pt>
                <c:pt idx="748">
                  <c:v>0.56816208924160128</c:v>
                </c:pt>
                <c:pt idx="749">
                  <c:v>0.55084637985973584</c:v>
                </c:pt>
                <c:pt idx="750">
                  <c:v>0.53400128083511644</c:v>
                </c:pt>
                <c:pt idx="751">
                  <c:v>0.51761609618887627</c:v>
                </c:pt>
                <c:pt idx="752">
                  <c:v>0.50168029811690174</c:v>
                </c:pt>
                <c:pt idx="753">
                  <c:v>0.48618352708494061</c:v>
                </c:pt>
                <c:pt idx="754">
                  <c:v>0.47111559179798729</c:v>
                </c:pt>
                <c:pt idx="755">
                  <c:v>0.45646646904889815</c:v>
                </c:pt>
                <c:pt idx="756">
                  <c:v>0.44222630345096936</c:v>
                </c:pt>
                <c:pt idx="757">
                  <c:v>0.42838540705922368</c:v>
                </c:pt>
                <c:pt idx="758">
                  <c:v>0.41493425888506769</c:v>
                </c:pt>
                <c:pt idx="759">
                  <c:v>0.40186350430881246</c:v>
                </c:pt>
                <c:pt idx="760">
                  <c:v>0.38916395439465851</c:v>
                </c:pt>
                <c:pt idx="761">
                  <c:v>0.37682658511239425</c:v>
                </c:pt>
                <c:pt idx="762">
                  <c:v>0.3648425364702898</c:v>
                </c:pt>
                <c:pt idx="763">
                  <c:v>0.35320311156328044</c:v>
                </c:pt>
                <c:pt idx="764">
                  <c:v>0.34189977554067708</c:v>
                </c:pt>
                <c:pt idx="765">
                  <c:v>0.33092415449738</c:v>
                </c:pt>
                <c:pt idx="766">
                  <c:v>0.32026803429268191</c:v>
                </c:pt>
                <c:pt idx="767">
                  <c:v>0.30992335930040021</c:v>
                </c:pt>
                <c:pt idx="768">
                  <c:v>0.29988223109422502</c:v>
                </c:pt>
                <c:pt idx="769">
                  <c:v>0.29013690707196527</c:v>
                </c:pt>
                <c:pt idx="770">
                  <c:v>0.28067979902226009</c:v>
                </c:pt>
                <c:pt idx="771">
                  <c:v>0.2715034716373218</c:v>
                </c:pt>
                <c:pt idx="772">
                  <c:v>0.26260064097508851</c:v>
                </c:pt>
                <c:pt idx="773">
                  <c:v>0.25396417287417772</c:v>
                </c:pt>
                <c:pt idx="774">
                  <c:v>0.24558708132481805</c:v>
                </c:pt>
                <c:pt idx="775">
                  <c:v>0.23746252679894445</c:v>
                </c:pt>
                <c:pt idx="776">
                  <c:v>0.22958381454252502</c:v>
                </c:pt>
                <c:pt idx="777">
                  <c:v>0.22194439283309675</c:v>
                </c:pt>
                <c:pt idx="778">
                  <c:v>0.21453785120530086</c:v>
                </c:pt>
                <c:pt idx="779">
                  <c:v>0.20735791864737421</c:v>
                </c:pt>
                <c:pt idx="780">
                  <c:v>0.20039846177113391</c:v>
                </c:pt>
                <c:pt idx="781">
                  <c:v>0.19365348295816426</c:v>
                </c:pt>
                <c:pt idx="782">
                  <c:v>0.18711711848473045</c:v>
                </c:pt>
                <c:pt idx="783">
                  <c:v>0.18078363662781971</c:v>
                </c:pt>
                <c:pt idx="784">
                  <c:v>0.17464743575468283</c:v>
                </c:pt>
                <c:pt idx="785">
                  <c:v>0.16870304239820208</c:v>
                </c:pt>
                <c:pt idx="786">
                  <c:v>0.16294510932018963</c:v>
                </c:pt>
                <c:pt idx="787">
                  <c:v>0.15736841356478903</c:v>
                </c:pt>
                <c:pt idx="788">
                  <c:v>0.15196785450399103</c:v>
                </c:pt>
                <c:pt idx="789">
                  <c:v>0.1467384518772277</c:v>
                </c:pt>
                <c:pt idx="790">
                  <c:v>0.14167534382686914</c:v>
                </c:pt>
                <c:pt idx="791">
                  <c:v>0.1367737849314995</c:v>
                </c:pt>
                <c:pt idx="792">
                  <c:v>0.13202914423862577</c:v>
                </c:pt>
                <c:pt idx="793">
                  <c:v>0.12743690329849969</c:v>
                </c:pt>
                <c:pt idx="794">
                  <c:v>0.12299265420062329</c:v>
                </c:pt>
                <c:pt idx="795">
                  <c:v>0.1186920976144536</c:v>
                </c:pt>
                <c:pt idx="796">
                  <c:v>0.11453104083571426</c:v>
                </c:pt>
                <c:pt idx="797">
                  <c:v>0.11050539583971694</c:v>
                </c:pt>
                <c:pt idx="798">
                  <c:v>0.10661117734299067</c:v>
                </c:pt>
                <c:pt idx="799">
                  <c:v>0.10284450087442329</c:v>
                </c:pt>
                <c:pt idx="800">
                  <c:v>9.9201580857133806E-2</c:v>
                </c:pt>
                <c:pt idx="801">
                  <c:v>9.5678728702176613E-2</c:v>
                </c:pt>
                <c:pt idx="802">
                  <c:v>9.2272350915108409E-2</c:v>
                </c:pt>
                <c:pt idx="803">
                  <c:v>8.8978947216446017E-2</c:v>
                </c:pt>
                <c:pt idx="804">
                  <c:v>8.579510867693764E-2</c:v>
                </c:pt>
                <c:pt idx="805">
                  <c:v>8.27175158685272E-2</c:v>
                </c:pt>
                <c:pt idx="806">
                  <c:v>7.9742937031855837E-2</c:v>
                </c:pt>
                <c:pt idx="807">
                  <c:v>7.6868226261060255E-2</c:v>
                </c:pt>
                <c:pt idx="808">
                  <c:v>7.4090321706613463E-2</c:v>
                </c:pt>
                <c:pt idx="809">
                  <c:v>7.1406243796864735E-2</c:v>
                </c:pt>
                <c:pt idx="810">
                  <c:v>6.8813093478930804E-2</c:v>
                </c:pt>
                <c:pt idx="811">
                  <c:v>6.6308050479501807E-2</c:v>
                </c:pt>
                <c:pt idx="812">
                  <c:v>6.3888371586115225E-2</c:v>
                </c:pt>
                <c:pt idx="813">
                  <c:v>6.1551388949387442E-2</c:v>
                </c:pt>
                <c:pt idx="814">
                  <c:v>5.9294508406650064E-2</c:v>
                </c:pt>
                <c:pt idx="815">
                  <c:v>5.7115207827425588E-2</c:v>
                </c:pt>
                <c:pt idx="816">
                  <c:v>5.5011035481091035E-2</c:v>
                </c:pt>
                <c:pt idx="817">
                  <c:v>5.2979608427083172E-2</c:v>
                </c:pt>
                <c:pt idx="818">
                  <c:v>5.1018610927940418E-2</c:v>
                </c:pt>
                <c:pt idx="819">
                  <c:v>4.9125792885454107E-2</c:v>
                </c:pt>
                <c:pt idx="820">
                  <c:v>4.7298968300144885E-2</c:v>
                </c:pt>
                <c:pt idx="821">
                  <c:v>4.5536013754285051E-2</c:v>
                </c:pt>
                <c:pt idx="822">
                  <c:v>4.3834866918625565E-2</c:v>
                </c:pt>
                <c:pt idx="823">
                  <c:v>4.2193525082959767E-2</c:v>
                </c:pt>
                <c:pt idx="824">
                  <c:v>4.06100437106564E-2</c:v>
                </c:pt>
                <c:pt idx="825">
                  <c:v>3.9082535017223766E-2</c:v>
                </c:pt>
                <c:pt idx="826">
                  <c:v>3.7609166572973106E-2</c:v>
                </c:pt>
                <c:pt idx="827">
                  <c:v>3.6188159929818199E-2</c:v>
                </c:pt>
                <c:pt idx="828">
                  <c:v>3.4817789272212615E-2</c:v>
                </c:pt>
                <c:pt idx="829">
                  <c:v>3.349638009221069E-2</c:v>
                </c:pt>
                <c:pt idx="830">
                  <c:v>3.2222307888626837E-2</c:v>
                </c:pt>
                <c:pt idx="831">
                  <c:v>3.09939968902277E-2</c:v>
                </c:pt>
                <c:pt idx="832">
                  <c:v>2.9809918802887744E-2</c:v>
                </c:pt>
                <c:pt idx="833">
                  <c:v>2.8668591580611649E-2</c:v>
                </c:pt>
                <c:pt idx="834">
                  <c:v>2.75685782203141E-2</c:v>
                </c:pt>
                <c:pt idx="835">
                  <c:v>2.6508485580231323E-2</c:v>
                </c:pt>
                <c:pt idx="836">
                  <c:v>2.5486963221814499E-2</c:v>
                </c:pt>
                <c:pt idx="837">
                  <c:v>2.450270227495694E-2</c:v>
                </c:pt>
                <c:pt idx="838">
                  <c:v>2.3554434326372491E-2</c:v>
                </c:pt>
                <c:pt idx="839">
                  <c:v>2.2640930330947769E-2</c:v>
                </c:pt>
                <c:pt idx="840">
                  <c:v>2.1760999545869308E-2</c:v>
                </c:pt>
                <c:pt idx="841">
                  <c:v>2.0913488487313482E-2</c:v>
                </c:pt>
                <c:pt idx="842">
                  <c:v>2.0097279909483241E-2</c:v>
                </c:pt>
                <c:pt idx="843">
                  <c:v>1.9311291805762666E-2</c:v>
                </c:pt>
                <c:pt idx="844">
                  <c:v>1.8554476431749008E-2</c:v>
                </c:pt>
                <c:pt idx="845">
                  <c:v>1.7825819349912862E-2</c:v>
                </c:pt>
                <c:pt idx="846">
                  <c:v>1.7124338495638946E-2</c:v>
                </c:pt>
                <c:pt idx="847">
                  <c:v>1.6449083264375296E-2</c:v>
                </c:pt>
                <c:pt idx="848">
                  <c:v>1.5799133619630701E-2</c:v>
                </c:pt>
                <c:pt idx="849">
                  <c:v>1.5173599221540549E-2</c:v>
                </c:pt>
                <c:pt idx="850">
                  <c:v>1.4571618575720983E-2</c:v>
                </c:pt>
                <c:pt idx="851">
                  <c:v>1.3992358202128938E-2</c:v>
                </c:pt>
                <c:pt idx="852">
                  <c:v>1.3435011823634772E-2</c:v>
                </c:pt>
                <c:pt idx="853">
                  <c:v>1.2898799574017173E-2</c:v>
                </c:pt>
                <c:pt idx="854">
                  <c:v>1.2382967225081332E-2</c:v>
                </c:pt>
                <c:pt idx="855">
                  <c:v>1.1886785432600589E-2</c:v>
                </c:pt>
                <c:pt idx="856">
                  <c:v>1.1409549000781559E-2</c:v>
                </c:pt>
                <c:pt idx="857">
                  <c:v>1.0950576164945523E-2</c:v>
                </c:pt>
                <c:pt idx="858">
                  <c:v>1.0509207892122672E-2</c:v>
                </c:pt>
                <c:pt idx="859">
                  <c:v>1.0084807199249807E-2</c:v>
                </c:pt>
                <c:pt idx="860">
                  <c:v>9.6767584886646597E-3</c:v>
                </c:pt>
                <c:pt idx="861">
                  <c:v>9.2844669005899133E-3</c:v>
                </c:pt>
                <c:pt idx="862">
                  <c:v>8.9073576822939673E-3</c:v>
                </c:pt>
                <c:pt idx="863">
                  <c:v>8.5448755736245476E-3</c:v>
                </c:pt>
                <c:pt idx="864">
                  <c:v>8.1964842086046045E-3</c:v>
                </c:pt>
                <c:pt idx="865">
                  <c:v>7.8616655327821694E-3</c:v>
                </c:pt>
                <c:pt idx="866">
                  <c:v>7.5399192360312648E-3</c:v>
                </c:pt>
                <c:pt idx="867">
                  <c:v>7.2307622004956339E-3</c:v>
                </c:pt>
                <c:pt idx="868">
                  <c:v>6.9337279633722784E-3</c:v>
                </c:pt>
                <c:pt idx="869">
                  <c:v>6.6483661942356173E-3</c:v>
                </c:pt>
                <c:pt idx="870">
                  <c:v>6.3742421865977802E-3</c:v>
                </c:pt>
                <c:pt idx="871">
                  <c:v>6.1109363634116922E-3</c:v>
                </c:pt>
                <c:pt idx="872">
                  <c:v>5.8580437962193997E-3</c:v>
                </c:pt>
                <c:pt idx="873">
                  <c:v>5.6151737376529754E-3</c:v>
                </c:pt>
                <c:pt idx="874">
                  <c:v>5.3819491669983626E-3</c:v>
                </c:pt>
                <c:pt idx="875">
                  <c:v>5.158006348534314E-3</c:v>
                </c:pt>
                <c:pt idx="876">
                  <c:v>4.9429944023633848E-3</c:v>
                </c:pt>
                <c:pt idx="877">
                  <c:v>4.7365748874515935E-3</c:v>
                </c:pt>
                <c:pt idx="878">
                  <c:v>4.5384213966011442E-3</c:v>
                </c:pt>
                <c:pt idx="879">
                  <c:v>4.3482191630801826E-3</c:v>
                </c:pt>
                <c:pt idx="880">
                  <c:v>4.1656646786391582E-3</c:v>
                </c:pt>
                <c:pt idx="881">
                  <c:v>3.9904653226453509E-3</c:v>
                </c:pt>
                <c:pt idx="882">
                  <c:v>3.8223390020732371E-3</c:v>
                </c:pt>
                <c:pt idx="883">
                  <c:v>3.6610138020887039E-3</c:v>
                </c:pt>
                <c:pt idx="884">
                  <c:v>3.506227646971696E-3</c:v>
                </c:pt>
                <c:pt idx="885">
                  <c:v>3.3577279711246395E-3</c:v>
                </c:pt>
                <c:pt idx="886">
                  <c:v>3.2152713999176606E-3</c:v>
                </c:pt>
                <c:pt idx="887">
                  <c:v>3.0786234401257205E-3</c:v>
                </c:pt>
                <c:pt idx="888">
                  <c:v>2.947558179717666E-3</c:v>
                </c:pt>
                <c:pt idx="889">
                  <c:v>2.8218579967593258E-3</c:v>
                </c:pt>
                <c:pt idx="890">
                  <c:v>2.7013132771987738E-3</c:v>
                </c:pt>
                <c:pt idx="891">
                  <c:v>2.5857221413046493E-3</c:v>
                </c:pt>
                <c:pt idx="892">
                  <c:v>2.4748901785332741E-3</c:v>
                </c:pt>
                <c:pt idx="893">
                  <c:v>2.3686301906034176E-3</c:v>
                </c:pt>
                <c:pt idx="894">
                  <c:v>2.2667619425634214E-3</c:v>
                </c:pt>
                <c:pt idx="895">
                  <c:v>2.1691119216370532E-3</c:v>
                </c:pt>
                <c:pt idx="896">
                  <c:v>2.0755131036405421E-3</c:v>
                </c:pt>
                <c:pt idx="897">
                  <c:v>1.9858047267669798E-3</c:v>
                </c:pt>
                <c:pt idx="898">
                  <c:v>1.8998320725369679E-3</c:v>
                </c:pt>
                <c:pt idx="899">
                  <c:v>1.8174462537205302E-3</c:v>
                </c:pt>
                <c:pt idx="900">
                  <c:v>1.738504009037418E-3</c:v>
                </c:pt>
                <c:pt idx="901">
                  <c:v>1.662867504448455E-3</c:v>
                </c:pt>
                <c:pt idx="902">
                  <c:v>1.5904041408534568E-3</c:v>
                </c:pt>
                <c:pt idx="903">
                  <c:v>1.5209863680157787E-3</c:v>
                </c:pt>
                <c:pt idx="904">
                  <c:v>1.4544915045375004E-3</c:v>
                </c:pt>
                <c:pt idx="905">
                  <c:v>1.3908015637126075E-3</c:v>
                </c:pt>
                <c:pt idx="906">
                  <c:v>1.3298030850901138E-3</c:v>
                </c:pt>
                <c:pt idx="907">
                  <c:v>1.2713869715823777E-3</c:v>
                </c:pt>
                <c:pt idx="908">
                  <c:v>1.2154483319575778E-3</c:v>
                </c:pt>
                <c:pt idx="909">
                  <c:v>1.1618863285596582E-3</c:v>
                </c:pt>
                <c:pt idx="910">
                  <c:v>1.1106040301017194E-3</c:v>
                </c:pt>
                <c:pt idx="911">
                  <c:v>1.0615082693836663E-3</c:v>
                </c:pt>
                <c:pt idx="912">
                  <c:v>1.0145095057875306E-3</c:v>
                </c:pt>
                <c:pt idx="913">
                  <c:v>9.6952169240770408E-4</c:v>
                </c:pt>
                <c:pt idx="914">
                  <c:v>9.2646214767728335E-4</c:v>
                </c:pt>
                <c:pt idx="915">
                  <c:v>8.8525143135450527E-4</c:v>
                </c:pt>
                <c:pt idx="916">
                  <c:v>8.4581322473676636E-4</c:v>
                </c:pt>
                <c:pt idx="917">
                  <c:v>8.0807421497366776E-4</c:v>
                </c:pt>
                <c:pt idx="918">
                  <c:v>7.7196398335288639E-4</c:v>
                </c:pt>
                <c:pt idx="919">
                  <c:v>7.3741489743647305E-4</c:v>
                </c:pt>
                <c:pt idx="920">
                  <c:v>7.0436200692835398E-4</c:v>
                </c:pt>
                <c:pt idx="921">
                  <c:v>6.7274294315667867E-4</c:v>
                </c:pt>
                <c:pt idx="922">
                  <c:v>6.4249782205775315E-4</c:v>
                </c:pt>
                <c:pt idx="923">
                  <c:v>6.1356915055157837E-4</c:v>
                </c:pt>
                <c:pt idx="924">
                  <c:v>5.8590173620162397E-4</c:v>
                </c:pt>
                <c:pt idx="925">
                  <c:v>5.5944260005445833E-4</c:v>
                </c:pt>
                <c:pt idx="926">
                  <c:v>5.3414089255789305E-4</c:v>
                </c:pt>
                <c:pt idx="927">
                  <c:v>5.0994781245883682E-4</c:v>
                </c:pt>
                <c:pt idx="928">
                  <c:v>4.8681652858474395E-4</c:v>
                </c:pt>
                <c:pt idx="929">
                  <c:v>4.6470210441554251E-4</c:v>
                </c:pt>
                <c:pt idx="930">
                  <c:v>4.4356142535520774E-4</c:v>
                </c:pt>
                <c:pt idx="931">
                  <c:v>4.2335312861478127E-4</c:v>
                </c:pt>
                <c:pt idx="932">
                  <c:v>4.0403753562128717E-4</c:v>
                </c:pt>
                <c:pt idx="933">
                  <c:v>3.8557658686931334E-4</c:v>
                </c:pt>
                <c:pt idx="934">
                  <c:v>3.6793377913434491E-4</c:v>
                </c:pt>
                <c:pt idx="935">
                  <c:v>3.510741049695329E-4</c:v>
                </c:pt>
                <c:pt idx="936">
                  <c:v>3.3496399440965659E-4</c:v>
                </c:pt>
                <c:pt idx="937">
                  <c:v>3.1957125880825038E-4</c:v>
                </c:pt>
                <c:pt idx="938">
                  <c:v>3.0486503673628803E-4</c:v>
                </c:pt>
                <c:pt idx="939">
                  <c:v>2.9081574187269732E-4</c:v>
                </c:pt>
                <c:pt idx="940">
                  <c:v>2.7739501281915697E-4</c:v>
                </c:pt>
                <c:pt idx="941">
                  <c:v>2.6457566477369792E-4</c:v>
                </c:pt>
                <c:pt idx="942">
                  <c:v>2.5233164299958886E-4</c:v>
                </c:pt>
                <c:pt idx="943">
                  <c:v>2.4063797802782841E-4</c:v>
                </c:pt>
                <c:pt idx="944">
                  <c:v>2.2947074253361392E-4</c:v>
                </c:pt>
                <c:pt idx="945">
                  <c:v>2.1880700982884743E-4</c:v>
                </c:pt>
                <c:pt idx="946">
                  <c:v>2.0862481391464556E-4</c:v>
                </c:pt>
                <c:pt idx="947">
                  <c:v>1.9890311103944026E-4</c:v>
                </c:pt>
                <c:pt idx="948">
                  <c:v>1.8962174271009189E-4</c:v>
                </c:pt>
                <c:pt idx="949">
                  <c:v>1.8076140010499713E-4</c:v>
                </c:pt>
                <c:pt idx="950">
                  <c:v>1.7230358983980569E-4</c:v>
                </c:pt>
                <c:pt idx="951">
                  <c:v>1.6423060103795719E-4</c:v>
                </c:pt>
                <c:pt idx="952">
                  <c:v>1.5652547365974006E-4</c:v>
                </c:pt>
                <c:pt idx="953">
                  <c:v>1.4917196804508065E-4</c:v>
                </c:pt>
                <c:pt idx="954">
                  <c:v>1.4215453562671379E-4</c:v>
                </c:pt>
                <c:pt idx="955">
                  <c:v>1.354582907717636E-4</c:v>
                </c:pt>
                <c:pt idx="956">
                  <c:v>1.2906898371118576E-4</c:v>
                </c:pt>
                <c:pt idx="957">
                  <c:v>1.2297297451778507E-4</c:v>
                </c:pt>
                <c:pt idx="958">
                  <c:v>1.1715720809485139E-4</c:v>
                </c:pt>
                <c:pt idx="959">
                  <c:v>1.1160919013869768E-4</c:v>
                </c:pt>
                <c:pt idx="960">
                  <c:v>1.0631696403963186E-4</c:v>
                </c:pt>
                <c:pt idx="961">
                  <c:v>1.0126908868698009E-4</c:v>
                </c:pt>
                <c:pt idx="962">
                  <c:v>9.645461714508274E-5</c:v>
                </c:pt>
                <c:pt idx="963">
                  <c:v>9.1863076168148379E-5</c:v>
                </c:pt>
                <c:pt idx="964">
                  <c:v>8.7484446523009246E-5</c:v>
                </c:pt>
                <c:pt idx="965">
                  <c:v>8.3309144089884174E-5</c:v>
                </c:pt>
                <c:pt idx="966">
                  <c:v>7.9328001712217821E-5</c:v>
                </c:pt>
                <c:pt idx="967">
                  <c:v>7.5532251767681188E-5</c:v>
                </c:pt>
                <c:pt idx="968">
                  <c:v>7.1913509433405929E-5</c:v>
                </c:pt>
                <c:pt idx="969">
                  <c:v>6.8463756619395485E-5</c:v>
                </c:pt>
                <c:pt idx="970">
                  <c:v>6.5175326544997882E-5</c:v>
                </c:pt>
                <c:pt idx="971">
                  <c:v>6.2040888934182851E-5</c:v>
                </c:pt>
                <c:pt idx="972">
                  <c:v>5.9053435806221526E-5</c:v>
                </c:pt>
                <c:pt idx="973">
                  <c:v>5.6206267839168064E-5</c:v>
                </c:pt>
                <c:pt idx="974">
                  <c:v>5.3492981284349596E-5</c:v>
                </c:pt>
                <c:pt idx="975">
                  <c:v>5.0907455410854094E-5</c:v>
                </c:pt>
                <c:pt idx="976">
                  <c:v>4.8443840459703891E-5</c:v>
                </c:pt>
                <c:pt idx="977">
                  <c:v>4.6096546088178502E-5</c:v>
                </c:pt>
                <c:pt idx="978">
                  <c:v>4.386023028541576E-5</c:v>
                </c:pt>
                <c:pt idx="979">
                  <c:v>4.1729788741093278E-5</c:v>
                </c:pt>
                <c:pt idx="980">
                  <c:v>3.970034464966512E-5</c:v>
                </c:pt>
                <c:pt idx="981">
                  <c:v>3.7767238933251242E-5</c:v>
                </c:pt>
                <c:pt idx="982">
                  <c:v>3.5926020866878227E-5</c:v>
                </c:pt>
                <c:pt idx="983">
                  <c:v>3.4172439090380684E-5</c:v>
                </c:pt>
                <c:pt idx="984">
                  <c:v>3.2502432991834154E-5</c:v>
                </c:pt>
                <c:pt idx="985">
                  <c:v>3.0912124447939196E-5</c:v>
                </c:pt>
                <c:pt idx="986">
                  <c:v>2.9397809907320927E-5</c:v>
                </c:pt>
                <c:pt idx="987">
                  <c:v>2.7955952803222662E-5</c:v>
                </c:pt>
                <c:pt idx="988">
                  <c:v>2.6583176282561183E-5</c:v>
                </c:pt>
                <c:pt idx="989">
                  <c:v>2.527625623881352E-5</c:v>
                </c:pt>
                <c:pt idx="990">
                  <c:v>2.4032114636649778E-5</c:v>
                </c:pt>
                <c:pt idx="991">
                  <c:v>2.2847813116691888E-5</c:v>
                </c:pt>
                <c:pt idx="992">
                  <c:v>2.1720546869210214E-5</c:v>
                </c:pt>
                <c:pt idx="993">
                  <c:v>2.0647638765982227E-5</c:v>
                </c:pt>
                <c:pt idx="994">
                  <c:v>1.9626533739953559E-5</c:v>
                </c:pt>
                <c:pt idx="995">
                  <c:v>1.8654793402726488E-5</c:v>
                </c:pt>
                <c:pt idx="996">
                  <c:v>1.7730090890279811E-5</c:v>
                </c:pt>
                <c:pt idx="997">
                  <c:v>1.6850205927689956E-5</c:v>
                </c:pt>
                <c:pt idx="998">
                  <c:v>1.6013020103976437E-5</c:v>
                </c:pt>
                <c:pt idx="999">
                  <c:v>1.5216512348528127E-5</c:v>
                </c:pt>
                <c:pt idx="1000">
                  <c:v>1.445875460090083E-5</c:v>
                </c:pt>
                <c:pt idx="1001">
                  <c:v>1.3737907666090965E-5</c:v>
                </c:pt>
                <c:pt idx="1002">
                  <c:v>1.3052217247691985E-5</c:v>
                </c:pt>
                <c:pt idx="1003">
                  <c:v>1.2400010151633188E-5</c:v>
                </c:pt>
                <c:pt idx="1004">
                  <c:v>1.1779690653493287E-5</c:v>
                </c:pt>
                <c:pt idx="1005">
                  <c:v>1.1189737022638225E-5</c:v>
                </c:pt>
                <c:pt idx="1006">
                  <c:v>1.0628698196709309E-5</c:v>
                </c:pt>
                <c:pt idx="1007">
                  <c:v>1.0095190600235882E-5</c:v>
                </c:pt>
                <c:pt idx="1008">
                  <c:v>9.587895101389271E-6</c:v>
                </c:pt>
                <c:pt idx="1009">
                  <c:v>9.1055541011331984E-6</c:v>
                </c:pt>
                <c:pt idx="1010">
                  <c:v>8.6469687492523917E-6</c:v>
                </c:pt>
                <c:pt idx="1011">
                  <c:v>8.2109962819563097E-6</c:v>
                </c:pt>
                <c:pt idx="1012">
                  <c:v>7.7965474759681258E-6</c:v>
                </c:pt>
                <c:pt idx="1013">
                  <c:v>7.4025842142126389E-6</c:v>
                </c:pt>
                <c:pt idx="1014">
                  <c:v>7.0281171584058688E-6</c:v>
                </c:pt>
                <c:pt idx="1015">
                  <c:v>6.6722035240447504E-6</c:v>
                </c:pt>
                <c:pt idx="1016">
                  <c:v>6.333944953467981E-6</c:v>
                </c:pt>
                <c:pt idx="1017">
                  <c:v>6.0124854828409225E-6</c:v>
                </c:pt>
                <c:pt idx="1018">
                  <c:v>5.7070095990763316E-6</c:v>
                </c:pt>
                <c:pt idx="1019">
                  <c:v>5.416740382870336E-6</c:v>
                </c:pt>
                <c:pt idx="1020">
                  <c:v>5.1409377341857739E-6</c:v>
                </c:pt>
                <c:pt idx="1021">
                  <c:v>4.8788966766612018E-6</c:v>
                </c:pt>
                <c:pt idx="1022">
                  <c:v>4.6299457375714903E-6</c:v>
                </c:pt>
                <c:pt idx="1023">
                  <c:v>4.3934454001013844E-6</c:v>
                </c:pt>
                <c:pt idx="1024">
                  <c:v>4.1687866248251977E-6</c:v>
                </c:pt>
                <c:pt idx="1025">
                  <c:v>3.9553894374146616E-6</c:v>
                </c:pt>
                <c:pt idx="1026">
                  <c:v>3.752701579719189E-6</c:v>
                </c:pt>
                <c:pt idx="1027">
                  <c:v>3.5601972214794988E-6</c:v>
                </c:pt>
                <c:pt idx="1028">
                  <c:v>3.3773757300487737E-6</c:v>
                </c:pt>
                <c:pt idx="1029">
                  <c:v>3.2037604956065176E-6</c:v>
                </c:pt>
                <c:pt idx="1030">
                  <c:v>3.0388978094501131E-6</c:v>
                </c:pt>
                <c:pt idx="1031">
                  <c:v>2.8823557930548312E-6</c:v>
                </c:pt>
                <c:pt idx="1032">
                  <c:v>2.7337233756846957E-6</c:v>
                </c:pt>
                <c:pt idx="1033">
                  <c:v>2.5926093184324447E-6</c:v>
                </c:pt>
                <c:pt idx="1034">
                  <c:v>2.4586412826538049E-6</c:v>
                </c:pt>
                <c:pt idx="1035">
                  <c:v>2.33146494084758E-6</c:v>
                </c:pt>
                <c:pt idx="1036">
                  <c:v>2.2107431281152723E-6</c:v>
                </c:pt>
                <c:pt idx="1037">
                  <c:v>2.0961550324111577E-6</c:v>
                </c:pt>
                <c:pt idx="1038">
                  <c:v>1.9873954218716389E-6</c:v>
                </c:pt>
                <c:pt idx="1039">
                  <c:v>1.8841739075827926E-6</c:v>
                </c:pt>
                <c:pt idx="1040">
                  <c:v>1.7862142402164687E-6</c:v>
                </c:pt>
                <c:pt idx="1041">
                  <c:v>1.6932536390312477E-6</c:v>
                </c:pt>
                <c:pt idx="1042">
                  <c:v>1.6050421517986508E-6</c:v>
                </c:pt>
                <c:pt idx="1043">
                  <c:v>1.5213420442768049E-6</c:v>
                </c:pt>
                <c:pt idx="1044">
                  <c:v>1.441927217912584E-6</c:v>
                </c:pt>
                <c:pt idx="1045">
                  <c:v>1.3665826545096404E-6</c:v>
                </c:pt>
                <c:pt idx="1046">
                  <c:v>1.2951038866546942E-6</c:v>
                </c:pt>
                <c:pt idx="1047">
                  <c:v>1.2272964927456394E-6</c:v>
                </c:pt>
                <c:pt idx="1048">
                  <c:v>1.1629756155152428E-6</c:v>
                </c:pt>
                <c:pt idx="1049">
                  <c:v>1.1019655029926426E-6</c:v>
                </c:pt>
                <c:pt idx="1050">
                  <c:v>1.0440990708898745E-6</c:v>
                </c:pt>
                <c:pt idx="1051">
                  <c:v>9.8921748544488457E-7</c:v>
                </c:pt>
                <c:pt idx="1052">
                  <c:v>9.3716976579523669E-7</c:v>
                </c:pt>
                <c:pt idx="1053">
                  <c:v>8.8781240499627379E-7</c:v>
                </c:pt>
                <c:pt idx="1054">
                  <c:v>8.4100900883655582E-7</c:v>
                </c:pt>
                <c:pt idx="1055">
                  <c:v>7.9662995164084346E-7</c:v>
                </c:pt>
                <c:pt idx="1056">
                  <c:v>7.5455204828588416E-7</c:v>
                </c:pt>
                <c:pt idx="1057">
                  <c:v>7.1465824168854032E-7</c:v>
                </c:pt>
                <c:pt idx="1058">
                  <c:v>6.7683730505853636E-7</c:v>
                </c:pt>
                <c:pt idx="1059">
                  <c:v>6.4098355823924843E-7</c:v>
                </c:pt>
                <c:pt idx="1060">
                  <c:v>6.0699659748967474E-7</c:v>
                </c:pt>
                <c:pt idx="1061">
                  <c:v>5.7478103808981664E-7</c:v>
                </c:pt>
                <c:pt idx="1062">
                  <c:v>5.4424626917881579E-7</c:v>
                </c:pt>
                <c:pt idx="1063">
                  <c:v>5.1530622026135294E-7</c:v>
                </c:pt>
                <c:pt idx="1064">
                  <c:v>4.878791388434402E-7</c:v>
                </c:pt>
                <c:pt idx="1065">
                  <c:v>4.6188737868234532E-7</c:v>
                </c:pt>
                <c:pt idx="1066">
                  <c:v>4.3725719815857535E-7</c:v>
                </c:pt>
                <c:pt idx="1067">
                  <c:v>4.1391856830001905E-7</c:v>
                </c:pt>
                <c:pt idx="1068">
                  <c:v>3.9180499000930958E-7</c:v>
                </c:pt>
                <c:pt idx="1069">
                  <c:v>3.7085332006564716E-7</c:v>
                </c:pt>
                <c:pt idx="1070">
                  <c:v>3.5100360549176113E-7</c:v>
                </c:pt>
                <c:pt idx="1071">
                  <c:v>3.3219892589513133E-7</c:v>
                </c:pt>
                <c:pt idx="1072">
                  <c:v>3.143852434100684E-7</c:v>
                </c:pt>
                <c:pt idx="1073">
                  <c:v>2.9751125988454982E-7</c:v>
                </c:pt>
                <c:pt idx="1074">
                  <c:v>2.8152828097153955E-7</c:v>
                </c:pt>
                <c:pt idx="1075">
                  <c:v>2.6639008680010588E-7</c:v>
                </c:pt>
                <c:pt idx="1076">
                  <c:v>2.5205280891650157E-7</c:v>
                </c:pt>
                <c:pt idx="1077">
                  <c:v>2.3847481319940472E-7</c:v>
                </c:pt>
                <c:pt idx="1078">
                  <c:v>2.2561658846710504E-7</c:v>
                </c:pt>
                <c:pt idx="1079">
                  <c:v>2.1344064050732136E-7</c:v>
                </c:pt>
                <c:pt idx="1080">
                  <c:v>2.0191139127268267E-7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A-07AB-439E-B53A-3AF750E485E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56296432"/>
        <c:axId val="556296848"/>
      </c:scatterChart>
      <c:valAx>
        <c:axId val="556296432"/>
        <c:scaling>
          <c:orientation val="minMax"/>
          <c:max val="3"/>
          <c:min val="0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200" b="1">
                    <a:solidFill>
                      <a:sysClr val="windowText" lastClr="000000"/>
                    </a:solidFill>
                  </a:rPr>
                  <a:t>Tempo</a:t>
                </a:r>
                <a:r>
                  <a:rPr lang="en-US" sz="1200" b="1" baseline="0">
                    <a:solidFill>
                      <a:sysClr val="windowText" lastClr="000000"/>
                    </a:solidFill>
                  </a:rPr>
                  <a:t> Decorrido (h)</a:t>
                </a:r>
                <a:endParaRPr lang="en-US" sz="1200" b="1">
                  <a:solidFill>
                    <a:sysClr val="windowText" lastClr="000000"/>
                  </a:solidFill>
                </a:endParaRPr>
              </a:p>
            </c:rich>
          </c:tx>
          <c:layout>
            <c:manualLayout>
              <c:xMode val="edge"/>
              <c:yMode val="edge"/>
              <c:x val="0.42669903762029748"/>
              <c:y val="0.8734703995333917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in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56296848"/>
        <c:crosses val="autoZero"/>
        <c:crossBetween val="midCat"/>
        <c:majorUnit val="1"/>
        <c:minorUnit val="0.2"/>
      </c:valAx>
      <c:valAx>
        <c:axId val="556296848"/>
        <c:scaling>
          <c:orientation val="minMax"/>
          <c:max val="25"/>
          <c:min val="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200" b="1">
                    <a:solidFill>
                      <a:sysClr val="windowText" lastClr="000000"/>
                    </a:solidFill>
                  </a:rPr>
                  <a:t>Vazão</a:t>
                </a:r>
                <a:r>
                  <a:rPr lang="en-US" sz="1200" b="1" baseline="0">
                    <a:solidFill>
                      <a:sysClr val="windowText" lastClr="000000"/>
                    </a:solidFill>
                  </a:rPr>
                  <a:t> (m</a:t>
                </a:r>
                <a:r>
                  <a:rPr lang="en-US" sz="1200" b="1" baseline="30000">
                    <a:solidFill>
                      <a:sysClr val="windowText" lastClr="000000"/>
                    </a:solidFill>
                  </a:rPr>
                  <a:t>3</a:t>
                </a:r>
                <a:r>
                  <a:rPr lang="en-US" sz="1200" b="1" baseline="0">
                    <a:solidFill>
                      <a:sysClr val="windowText" lastClr="000000"/>
                    </a:solidFill>
                  </a:rPr>
                  <a:t>/s)</a:t>
                </a:r>
                <a:endParaRPr lang="en-US" sz="1200" b="1">
                  <a:solidFill>
                    <a:sysClr val="windowText" lastClr="000000"/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56296432"/>
        <c:crosses val="autoZero"/>
        <c:crossBetween val="midCat"/>
      </c:valAx>
      <c:spPr>
        <a:noFill/>
        <a:ln>
          <a:solidFill>
            <a:schemeClr val="tx1"/>
          </a:solidFill>
        </a:ln>
        <a:effectLst/>
      </c:spPr>
    </c:plotArea>
    <c:legend>
      <c:legendPos val="b"/>
      <c:layout>
        <c:manualLayout>
          <c:xMode val="edge"/>
          <c:yMode val="edge"/>
          <c:x val="0.16610979877515311"/>
          <c:y val="0.11053076698745992"/>
          <c:w val="0.26222484689413822"/>
          <c:h val="0.53761738116068825"/>
        </c:manualLayout>
      </c:layout>
      <c:overlay val="0"/>
      <c:spPr>
        <a:solidFill>
          <a:schemeClr val="bg1"/>
        </a:solidFill>
        <a:ln>
          <a:solidFill>
            <a:schemeClr val="tx1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9.1591168750964957E-2"/>
          <c:y val="5.7060367454068242E-2"/>
          <c:w val="0.86940883124903501"/>
          <c:h val="0.75730460775736363"/>
        </c:manualLayout>
      </c:layout>
      <c:scatterChart>
        <c:scatterStyle val="smoothMarker"/>
        <c:varyColors val="0"/>
        <c:ser>
          <c:idx val="0"/>
          <c:order val="0"/>
          <c:tx>
            <c:strRef>
              <c:f>Sheet1!$K$3</c:f>
              <c:strCache>
                <c:ptCount val="1"/>
                <c:pt idx="0">
                  <c:v>Qp = 0.5 L/s</c:v>
                </c:pt>
              </c:strCache>
            </c:strRef>
          </c:tx>
          <c:spPr>
            <a:ln w="19050" cap="rnd">
              <a:solidFill>
                <a:srgbClr val="7030A0"/>
              </a:solidFill>
              <a:round/>
            </a:ln>
            <a:effectLst/>
          </c:spPr>
          <c:marker>
            <c:symbol val="none"/>
          </c:marker>
          <c:xVal>
            <c:numRef>
              <c:f>Sheet1!$J$4:$J$1084</c:f>
              <c:numCache>
                <c:formatCode>General</c:formatCode>
                <c:ptCount val="1081"/>
                <c:pt idx="0">
                  <c:v>0</c:v>
                </c:pt>
                <c:pt idx="1">
                  <c:v>2.7777777777777775E-3</c:v>
                </c:pt>
                <c:pt idx="2">
                  <c:v>5.5555555555555549E-3</c:v>
                </c:pt>
                <c:pt idx="3">
                  <c:v>8.3333333333333332E-3</c:v>
                </c:pt>
                <c:pt idx="4">
                  <c:v>1.111111111111111E-2</c:v>
                </c:pt>
                <c:pt idx="5">
                  <c:v>1.388888888888889E-2</c:v>
                </c:pt>
                <c:pt idx="6">
                  <c:v>1.6666666666666666E-2</c:v>
                </c:pt>
                <c:pt idx="7">
                  <c:v>1.9444444444444445E-2</c:v>
                </c:pt>
                <c:pt idx="8">
                  <c:v>2.222222222222222E-2</c:v>
                </c:pt>
                <c:pt idx="9">
                  <c:v>2.5000000000000001E-2</c:v>
                </c:pt>
                <c:pt idx="10">
                  <c:v>2.777777777777778E-2</c:v>
                </c:pt>
                <c:pt idx="11">
                  <c:v>3.0555555555555555E-2</c:v>
                </c:pt>
                <c:pt idx="12">
                  <c:v>3.3333333333333333E-2</c:v>
                </c:pt>
                <c:pt idx="13">
                  <c:v>3.6111111111111108E-2</c:v>
                </c:pt>
                <c:pt idx="14">
                  <c:v>3.888888888888889E-2</c:v>
                </c:pt>
                <c:pt idx="15">
                  <c:v>4.1666666666666664E-2</c:v>
                </c:pt>
                <c:pt idx="16">
                  <c:v>4.4444444444444439E-2</c:v>
                </c:pt>
                <c:pt idx="17">
                  <c:v>4.7222222222222228E-2</c:v>
                </c:pt>
                <c:pt idx="18">
                  <c:v>0.05</c:v>
                </c:pt>
                <c:pt idx="19">
                  <c:v>5.2777777777777778E-2</c:v>
                </c:pt>
                <c:pt idx="20">
                  <c:v>5.5555555555555559E-2</c:v>
                </c:pt>
                <c:pt idx="21">
                  <c:v>5.8333333333333334E-2</c:v>
                </c:pt>
                <c:pt idx="22">
                  <c:v>6.1111111111111109E-2</c:v>
                </c:pt>
                <c:pt idx="23">
                  <c:v>6.3888888888888898E-2</c:v>
                </c:pt>
                <c:pt idx="24">
                  <c:v>6.6666666666666666E-2</c:v>
                </c:pt>
                <c:pt idx="25">
                  <c:v>6.9444444444444448E-2</c:v>
                </c:pt>
                <c:pt idx="26">
                  <c:v>7.2222222222222215E-2</c:v>
                </c:pt>
                <c:pt idx="27">
                  <c:v>7.4999999999999997E-2</c:v>
                </c:pt>
                <c:pt idx="28">
                  <c:v>7.7777777777777779E-2</c:v>
                </c:pt>
                <c:pt idx="29">
                  <c:v>8.0555555555555547E-2</c:v>
                </c:pt>
                <c:pt idx="30">
                  <c:v>8.3333333333333329E-2</c:v>
                </c:pt>
                <c:pt idx="31">
                  <c:v>8.611111111111111E-2</c:v>
                </c:pt>
                <c:pt idx="32">
                  <c:v>8.8888888888888878E-2</c:v>
                </c:pt>
                <c:pt idx="33">
                  <c:v>9.166666666666666E-2</c:v>
                </c:pt>
                <c:pt idx="34">
                  <c:v>9.4444444444444456E-2</c:v>
                </c:pt>
                <c:pt idx="35">
                  <c:v>9.7222222222222224E-2</c:v>
                </c:pt>
                <c:pt idx="36">
                  <c:v>0.1</c:v>
                </c:pt>
                <c:pt idx="37">
                  <c:v>0.10277777777777779</c:v>
                </c:pt>
                <c:pt idx="38">
                  <c:v>0.10555555555555556</c:v>
                </c:pt>
                <c:pt idx="39">
                  <c:v>0.10833333333333334</c:v>
                </c:pt>
                <c:pt idx="40">
                  <c:v>0.11111111111111112</c:v>
                </c:pt>
                <c:pt idx="41">
                  <c:v>0.11388888888888889</c:v>
                </c:pt>
                <c:pt idx="42">
                  <c:v>0.11666666666666667</c:v>
                </c:pt>
                <c:pt idx="43">
                  <c:v>0.11944444444444445</c:v>
                </c:pt>
                <c:pt idx="44">
                  <c:v>0.12222222222222222</c:v>
                </c:pt>
                <c:pt idx="45">
                  <c:v>0.125</c:v>
                </c:pt>
                <c:pt idx="46">
                  <c:v>0.1277777777777778</c:v>
                </c:pt>
                <c:pt idx="47">
                  <c:v>0.13055555555555556</c:v>
                </c:pt>
                <c:pt idx="48">
                  <c:v>0.13333333333333333</c:v>
                </c:pt>
                <c:pt idx="49">
                  <c:v>0.1361111111111111</c:v>
                </c:pt>
                <c:pt idx="50">
                  <c:v>0.1388888888888889</c:v>
                </c:pt>
                <c:pt idx="51">
                  <c:v>0.14166666666666666</c:v>
                </c:pt>
                <c:pt idx="52">
                  <c:v>0.14444444444444443</c:v>
                </c:pt>
                <c:pt idx="53">
                  <c:v>0.14722222222222223</c:v>
                </c:pt>
                <c:pt idx="54">
                  <c:v>0.15</c:v>
                </c:pt>
                <c:pt idx="55">
                  <c:v>0.15277777777777776</c:v>
                </c:pt>
                <c:pt idx="56">
                  <c:v>0.15555555555555556</c:v>
                </c:pt>
                <c:pt idx="57">
                  <c:v>0.15833333333333333</c:v>
                </c:pt>
                <c:pt idx="58">
                  <c:v>0.16111111111111109</c:v>
                </c:pt>
                <c:pt idx="59">
                  <c:v>0.16388888888888889</c:v>
                </c:pt>
                <c:pt idx="60">
                  <c:v>0.16666666666666666</c:v>
                </c:pt>
                <c:pt idx="61">
                  <c:v>0.16944444444444443</c:v>
                </c:pt>
                <c:pt idx="62">
                  <c:v>0.17222222222222222</c:v>
                </c:pt>
                <c:pt idx="63">
                  <c:v>0.17499999999999999</c:v>
                </c:pt>
                <c:pt idx="64">
                  <c:v>0.17777777777777776</c:v>
                </c:pt>
                <c:pt idx="65">
                  <c:v>0.18055555555555555</c:v>
                </c:pt>
                <c:pt idx="66">
                  <c:v>0.18333333333333332</c:v>
                </c:pt>
                <c:pt idx="67">
                  <c:v>0.18611111111111109</c:v>
                </c:pt>
                <c:pt idx="68">
                  <c:v>0.18888888888888891</c:v>
                </c:pt>
                <c:pt idx="69">
                  <c:v>0.19166666666666668</c:v>
                </c:pt>
                <c:pt idx="70">
                  <c:v>0.19444444444444445</c:v>
                </c:pt>
                <c:pt idx="71">
                  <c:v>0.19722222222222224</c:v>
                </c:pt>
                <c:pt idx="72">
                  <c:v>0.2</c:v>
                </c:pt>
                <c:pt idx="73">
                  <c:v>0.20277777777777778</c:v>
                </c:pt>
                <c:pt idx="74">
                  <c:v>0.20555555555555557</c:v>
                </c:pt>
                <c:pt idx="75">
                  <c:v>0.20833333333333334</c:v>
                </c:pt>
                <c:pt idx="76">
                  <c:v>0.21111111111111111</c:v>
                </c:pt>
                <c:pt idx="77">
                  <c:v>0.21388888888888891</c:v>
                </c:pt>
                <c:pt idx="78">
                  <c:v>0.21666666666666667</c:v>
                </c:pt>
                <c:pt idx="79">
                  <c:v>0.21944444444444444</c:v>
                </c:pt>
                <c:pt idx="80">
                  <c:v>0.22222222222222224</c:v>
                </c:pt>
                <c:pt idx="81">
                  <c:v>0.22500000000000001</c:v>
                </c:pt>
                <c:pt idx="82">
                  <c:v>0.22777777777777777</c:v>
                </c:pt>
                <c:pt idx="83">
                  <c:v>0.23055555555555557</c:v>
                </c:pt>
                <c:pt idx="84">
                  <c:v>0.23333333333333334</c:v>
                </c:pt>
                <c:pt idx="85">
                  <c:v>0.2361111111111111</c:v>
                </c:pt>
                <c:pt idx="86">
                  <c:v>0.2388888888888889</c:v>
                </c:pt>
                <c:pt idx="87">
                  <c:v>0.24166666666666667</c:v>
                </c:pt>
                <c:pt idx="88">
                  <c:v>0.24444444444444444</c:v>
                </c:pt>
                <c:pt idx="89">
                  <c:v>0.24722222222222223</c:v>
                </c:pt>
                <c:pt idx="90">
                  <c:v>0.25</c:v>
                </c:pt>
                <c:pt idx="91">
                  <c:v>0.25277777777777777</c:v>
                </c:pt>
                <c:pt idx="92">
                  <c:v>0.25555555555555559</c:v>
                </c:pt>
                <c:pt idx="93">
                  <c:v>0.25833333333333336</c:v>
                </c:pt>
                <c:pt idx="94">
                  <c:v>0.26111111111111113</c:v>
                </c:pt>
                <c:pt idx="95">
                  <c:v>0.2638888888888889</c:v>
                </c:pt>
                <c:pt idx="96">
                  <c:v>0.26666666666666666</c:v>
                </c:pt>
                <c:pt idx="97">
                  <c:v>0.26944444444444449</c:v>
                </c:pt>
                <c:pt idx="98">
                  <c:v>0.2722222222222222</c:v>
                </c:pt>
                <c:pt idx="99">
                  <c:v>0.27500000000000002</c:v>
                </c:pt>
                <c:pt idx="100">
                  <c:v>0.27777777777777779</c:v>
                </c:pt>
                <c:pt idx="101">
                  <c:v>0.28055555555555556</c:v>
                </c:pt>
                <c:pt idx="102">
                  <c:v>0.28333333333333333</c:v>
                </c:pt>
                <c:pt idx="103">
                  <c:v>0.28611111111111115</c:v>
                </c:pt>
                <c:pt idx="104">
                  <c:v>0.28888888888888886</c:v>
                </c:pt>
                <c:pt idx="105">
                  <c:v>0.29166666666666669</c:v>
                </c:pt>
                <c:pt idx="106">
                  <c:v>0.29444444444444445</c:v>
                </c:pt>
                <c:pt idx="107">
                  <c:v>0.29722222222222222</c:v>
                </c:pt>
                <c:pt idx="108">
                  <c:v>0.3</c:v>
                </c:pt>
                <c:pt idx="109">
                  <c:v>0.30277777777777781</c:v>
                </c:pt>
                <c:pt idx="110">
                  <c:v>0.30555555555555552</c:v>
                </c:pt>
                <c:pt idx="111">
                  <c:v>0.30833333333333335</c:v>
                </c:pt>
                <c:pt idx="112">
                  <c:v>0.31111111111111112</c:v>
                </c:pt>
                <c:pt idx="113">
                  <c:v>0.31388888888888888</c:v>
                </c:pt>
                <c:pt idx="114">
                  <c:v>0.31666666666666665</c:v>
                </c:pt>
                <c:pt idx="115">
                  <c:v>0.31944444444444448</c:v>
                </c:pt>
                <c:pt idx="116">
                  <c:v>0.32222222222222219</c:v>
                </c:pt>
                <c:pt idx="117">
                  <c:v>0.32500000000000001</c:v>
                </c:pt>
                <c:pt idx="118">
                  <c:v>0.32777777777777778</c:v>
                </c:pt>
                <c:pt idx="119">
                  <c:v>0.33055555555555555</c:v>
                </c:pt>
                <c:pt idx="120">
                  <c:v>0.33333333333333331</c:v>
                </c:pt>
                <c:pt idx="121">
                  <c:v>0.33611111111111114</c:v>
                </c:pt>
                <c:pt idx="122">
                  <c:v>0.33888888888888885</c:v>
                </c:pt>
                <c:pt idx="123">
                  <c:v>0.34166666666666667</c:v>
                </c:pt>
                <c:pt idx="124">
                  <c:v>0.34444444444444444</c:v>
                </c:pt>
                <c:pt idx="125">
                  <c:v>0.34722222222222221</c:v>
                </c:pt>
                <c:pt idx="126">
                  <c:v>0.35</c:v>
                </c:pt>
                <c:pt idx="127">
                  <c:v>0.3527777777777778</c:v>
                </c:pt>
                <c:pt idx="128">
                  <c:v>0.35555555555555551</c:v>
                </c:pt>
                <c:pt idx="129">
                  <c:v>0.35833333333333334</c:v>
                </c:pt>
                <c:pt idx="130">
                  <c:v>0.3611111111111111</c:v>
                </c:pt>
                <c:pt idx="131">
                  <c:v>0.36388888888888887</c:v>
                </c:pt>
                <c:pt idx="132">
                  <c:v>0.36666666666666664</c:v>
                </c:pt>
                <c:pt idx="133">
                  <c:v>0.36944444444444446</c:v>
                </c:pt>
                <c:pt idx="134">
                  <c:v>0.37222222222222218</c:v>
                </c:pt>
                <c:pt idx="135">
                  <c:v>0.375</c:v>
                </c:pt>
                <c:pt idx="136">
                  <c:v>0.37777777777777782</c:v>
                </c:pt>
                <c:pt idx="137">
                  <c:v>0.38055555555555554</c:v>
                </c:pt>
                <c:pt idx="138">
                  <c:v>0.38333333333333336</c:v>
                </c:pt>
                <c:pt idx="139">
                  <c:v>0.38611111111111113</c:v>
                </c:pt>
                <c:pt idx="140">
                  <c:v>0.3888888888888889</c:v>
                </c:pt>
                <c:pt idx="141">
                  <c:v>0.39166666666666666</c:v>
                </c:pt>
                <c:pt idx="142">
                  <c:v>0.39444444444444449</c:v>
                </c:pt>
                <c:pt idx="143">
                  <c:v>0.3972222222222222</c:v>
                </c:pt>
                <c:pt idx="144">
                  <c:v>0.4</c:v>
                </c:pt>
                <c:pt idx="145">
                  <c:v>0.40277777777777779</c:v>
                </c:pt>
                <c:pt idx="146">
                  <c:v>0.40555555555555556</c:v>
                </c:pt>
                <c:pt idx="147">
                  <c:v>0.40833333333333333</c:v>
                </c:pt>
                <c:pt idx="148">
                  <c:v>0.41111111111111115</c:v>
                </c:pt>
                <c:pt idx="149">
                  <c:v>0.41388888888888886</c:v>
                </c:pt>
                <c:pt idx="150">
                  <c:v>0.41666666666666669</c:v>
                </c:pt>
                <c:pt idx="151">
                  <c:v>0.41944444444444445</c:v>
                </c:pt>
                <c:pt idx="152">
                  <c:v>0.42222222222222222</c:v>
                </c:pt>
                <c:pt idx="153">
                  <c:v>0.42499999999999999</c:v>
                </c:pt>
                <c:pt idx="154">
                  <c:v>0.42777777777777781</c:v>
                </c:pt>
                <c:pt idx="155">
                  <c:v>0.43055555555555552</c:v>
                </c:pt>
                <c:pt idx="156">
                  <c:v>0.43333333333333335</c:v>
                </c:pt>
                <c:pt idx="157">
                  <c:v>0.43611111111111112</c:v>
                </c:pt>
                <c:pt idx="158">
                  <c:v>0.43888888888888888</c:v>
                </c:pt>
                <c:pt idx="159">
                  <c:v>0.44166666666666665</c:v>
                </c:pt>
                <c:pt idx="160">
                  <c:v>0.44444444444444448</c:v>
                </c:pt>
                <c:pt idx="161">
                  <c:v>0.44722222222222219</c:v>
                </c:pt>
                <c:pt idx="162">
                  <c:v>0.45</c:v>
                </c:pt>
                <c:pt idx="163">
                  <c:v>0.45277777777777778</c:v>
                </c:pt>
                <c:pt idx="164">
                  <c:v>0.45555555555555555</c:v>
                </c:pt>
                <c:pt idx="165">
                  <c:v>0.45833333333333331</c:v>
                </c:pt>
                <c:pt idx="166">
                  <c:v>0.46111111111111114</c:v>
                </c:pt>
                <c:pt idx="167">
                  <c:v>0.46388888888888885</c:v>
                </c:pt>
                <c:pt idx="168">
                  <c:v>0.46666666666666667</c:v>
                </c:pt>
                <c:pt idx="169">
                  <c:v>0.46944444444444444</c:v>
                </c:pt>
                <c:pt idx="170">
                  <c:v>0.47222222222222221</c:v>
                </c:pt>
                <c:pt idx="171">
                  <c:v>0.47499999999999998</c:v>
                </c:pt>
                <c:pt idx="172">
                  <c:v>0.4777777777777778</c:v>
                </c:pt>
                <c:pt idx="173">
                  <c:v>0.48055555555555551</c:v>
                </c:pt>
                <c:pt idx="174">
                  <c:v>0.48333333333333334</c:v>
                </c:pt>
                <c:pt idx="175">
                  <c:v>0.4861111111111111</c:v>
                </c:pt>
                <c:pt idx="176">
                  <c:v>0.48888888888888887</c:v>
                </c:pt>
                <c:pt idx="177">
                  <c:v>0.49166666666666664</c:v>
                </c:pt>
                <c:pt idx="178">
                  <c:v>0.49444444444444446</c:v>
                </c:pt>
                <c:pt idx="179">
                  <c:v>0.49722222222222218</c:v>
                </c:pt>
                <c:pt idx="180">
                  <c:v>0.5</c:v>
                </c:pt>
                <c:pt idx="181">
                  <c:v>0.50277777777777777</c:v>
                </c:pt>
                <c:pt idx="182">
                  <c:v>0.50555555555555554</c:v>
                </c:pt>
                <c:pt idx="183">
                  <c:v>0.5083333333333333</c:v>
                </c:pt>
                <c:pt idx="184">
                  <c:v>0.51111111111111118</c:v>
                </c:pt>
                <c:pt idx="185">
                  <c:v>0.51388888888888884</c:v>
                </c:pt>
                <c:pt idx="186">
                  <c:v>0.51666666666666672</c:v>
                </c:pt>
                <c:pt idx="187">
                  <c:v>0.51944444444444449</c:v>
                </c:pt>
                <c:pt idx="188">
                  <c:v>0.52222222222222225</c:v>
                </c:pt>
                <c:pt idx="189">
                  <c:v>0.52500000000000002</c:v>
                </c:pt>
                <c:pt idx="190">
                  <c:v>0.52777777777777779</c:v>
                </c:pt>
                <c:pt idx="191">
                  <c:v>0.53055555555555556</c:v>
                </c:pt>
                <c:pt idx="192">
                  <c:v>0.53333333333333333</c:v>
                </c:pt>
                <c:pt idx="193">
                  <c:v>0.53611111111111109</c:v>
                </c:pt>
                <c:pt idx="194">
                  <c:v>0.53888888888888897</c:v>
                </c:pt>
                <c:pt idx="195">
                  <c:v>0.54166666666666663</c:v>
                </c:pt>
                <c:pt idx="196">
                  <c:v>0.5444444444444444</c:v>
                </c:pt>
                <c:pt idx="197">
                  <c:v>0.54722222222222228</c:v>
                </c:pt>
                <c:pt idx="198">
                  <c:v>0.55000000000000004</c:v>
                </c:pt>
                <c:pt idx="199">
                  <c:v>0.5527777777777777</c:v>
                </c:pt>
                <c:pt idx="200">
                  <c:v>0.55555555555555558</c:v>
                </c:pt>
                <c:pt idx="201">
                  <c:v>0.55833333333333335</c:v>
                </c:pt>
                <c:pt idx="202">
                  <c:v>0.56111111111111112</c:v>
                </c:pt>
                <c:pt idx="203">
                  <c:v>0.56388888888888888</c:v>
                </c:pt>
                <c:pt idx="204">
                  <c:v>0.56666666666666665</c:v>
                </c:pt>
                <c:pt idx="205">
                  <c:v>0.56944444444444442</c:v>
                </c:pt>
                <c:pt idx="206">
                  <c:v>0.5722222222222223</c:v>
                </c:pt>
                <c:pt idx="207">
                  <c:v>0.57499999999999996</c:v>
                </c:pt>
                <c:pt idx="208">
                  <c:v>0.57777777777777772</c:v>
                </c:pt>
                <c:pt idx="209">
                  <c:v>0.5805555555555556</c:v>
                </c:pt>
                <c:pt idx="210">
                  <c:v>0.58333333333333337</c:v>
                </c:pt>
                <c:pt idx="211">
                  <c:v>0.58611111111111103</c:v>
                </c:pt>
                <c:pt idx="212">
                  <c:v>0.58888888888888891</c:v>
                </c:pt>
                <c:pt idx="213">
                  <c:v>0.59166666666666667</c:v>
                </c:pt>
                <c:pt idx="214">
                  <c:v>0.59444444444444444</c:v>
                </c:pt>
                <c:pt idx="215">
                  <c:v>0.59722222222222221</c:v>
                </c:pt>
                <c:pt idx="216">
                  <c:v>0.6</c:v>
                </c:pt>
                <c:pt idx="217">
                  <c:v>0.60277777777777775</c:v>
                </c:pt>
                <c:pt idx="218">
                  <c:v>0.60555555555555562</c:v>
                </c:pt>
                <c:pt idx="219">
                  <c:v>0.60833333333333328</c:v>
                </c:pt>
                <c:pt idx="220">
                  <c:v>0.61111111111111105</c:v>
                </c:pt>
                <c:pt idx="221">
                  <c:v>0.61388888888888893</c:v>
                </c:pt>
                <c:pt idx="222">
                  <c:v>0.6166666666666667</c:v>
                </c:pt>
                <c:pt idx="223">
                  <c:v>0.61944444444444435</c:v>
                </c:pt>
                <c:pt idx="224">
                  <c:v>0.62222222222222223</c:v>
                </c:pt>
                <c:pt idx="225">
                  <c:v>0.625</c:v>
                </c:pt>
                <c:pt idx="226">
                  <c:v>0.62777777777777777</c:v>
                </c:pt>
                <c:pt idx="227">
                  <c:v>0.63055555555555565</c:v>
                </c:pt>
                <c:pt idx="228">
                  <c:v>0.6333333333333333</c:v>
                </c:pt>
                <c:pt idx="229">
                  <c:v>0.63611111111111107</c:v>
                </c:pt>
                <c:pt idx="230">
                  <c:v>0.63888888888888895</c:v>
                </c:pt>
                <c:pt idx="231">
                  <c:v>0.64166666666666672</c:v>
                </c:pt>
                <c:pt idx="232">
                  <c:v>0.64444444444444438</c:v>
                </c:pt>
                <c:pt idx="233">
                  <c:v>0.64722222222222225</c:v>
                </c:pt>
                <c:pt idx="234">
                  <c:v>0.65</c:v>
                </c:pt>
                <c:pt idx="235">
                  <c:v>0.65277777777777779</c:v>
                </c:pt>
                <c:pt idx="236">
                  <c:v>0.65555555555555556</c:v>
                </c:pt>
                <c:pt idx="237">
                  <c:v>0.65833333333333333</c:v>
                </c:pt>
                <c:pt idx="238">
                  <c:v>0.66111111111111109</c:v>
                </c:pt>
                <c:pt idx="239">
                  <c:v>0.66388888888888897</c:v>
                </c:pt>
                <c:pt idx="240">
                  <c:v>0.66666666666666663</c:v>
                </c:pt>
                <c:pt idx="241">
                  <c:v>0.6694444444444444</c:v>
                </c:pt>
                <c:pt idx="242">
                  <c:v>0.67222222222222228</c:v>
                </c:pt>
                <c:pt idx="243">
                  <c:v>0.67500000000000004</c:v>
                </c:pt>
                <c:pt idx="244">
                  <c:v>0.6777777777777777</c:v>
                </c:pt>
                <c:pt idx="245">
                  <c:v>0.68055555555555558</c:v>
                </c:pt>
                <c:pt idx="246">
                  <c:v>0.68333333333333335</c:v>
                </c:pt>
                <c:pt idx="247">
                  <c:v>0.68611111111111112</c:v>
                </c:pt>
                <c:pt idx="248">
                  <c:v>0.68888888888888888</c:v>
                </c:pt>
                <c:pt idx="249">
                  <c:v>0.69166666666666665</c:v>
                </c:pt>
                <c:pt idx="250">
                  <c:v>0.69444444444444442</c:v>
                </c:pt>
                <c:pt idx="251">
                  <c:v>0.6972222222222223</c:v>
                </c:pt>
                <c:pt idx="252">
                  <c:v>0.7</c:v>
                </c:pt>
                <c:pt idx="253">
                  <c:v>0.70277777777777772</c:v>
                </c:pt>
                <c:pt idx="254">
                  <c:v>0.7055555555555556</c:v>
                </c:pt>
                <c:pt idx="255">
                  <c:v>0.70833333333333337</c:v>
                </c:pt>
                <c:pt idx="256">
                  <c:v>0.71111111111111103</c:v>
                </c:pt>
                <c:pt idx="257">
                  <c:v>0.71388888888888891</c:v>
                </c:pt>
                <c:pt idx="258">
                  <c:v>0.71666666666666667</c:v>
                </c:pt>
                <c:pt idx="259">
                  <c:v>0.71944444444444444</c:v>
                </c:pt>
                <c:pt idx="260">
                  <c:v>0.72222222222222221</c:v>
                </c:pt>
                <c:pt idx="261">
                  <c:v>0.72499999999999998</c:v>
                </c:pt>
                <c:pt idx="262">
                  <c:v>0.72777777777777775</c:v>
                </c:pt>
                <c:pt idx="263">
                  <c:v>0.73055555555555562</c:v>
                </c:pt>
                <c:pt idx="264">
                  <c:v>0.73333333333333328</c:v>
                </c:pt>
                <c:pt idx="265">
                  <c:v>0.73611111111111105</c:v>
                </c:pt>
                <c:pt idx="266">
                  <c:v>0.73888888888888893</c:v>
                </c:pt>
                <c:pt idx="267">
                  <c:v>0.7416666666666667</c:v>
                </c:pt>
                <c:pt idx="268">
                  <c:v>0.74444444444444435</c:v>
                </c:pt>
                <c:pt idx="269">
                  <c:v>0.74722222222222223</c:v>
                </c:pt>
                <c:pt idx="270">
                  <c:v>0.75</c:v>
                </c:pt>
                <c:pt idx="271">
                  <c:v>0.75277777777777777</c:v>
                </c:pt>
                <c:pt idx="272">
                  <c:v>0.75555555555555565</c:v>
                </c:pt>
                <c:pt idx="273">
                  <c:v>0.7583333333333333</c:v>
                </c:pt>
                <c:pt idx="274">
                  <c:v>0.76111111111111107</c:v>
                </c:pt>
                <c:pt idx="275">
                  <c:v>0.76388888888888895</c:v>
                </c:pt>
                <c:pt idx="276">
                  <c:v>0.76666666666666672</c:v>
                </c:pt>
                <c:pt idx="277">
                  <c:v>0.76944444444444438</c:v>
                </c:pt>
                <c:pt idx="278">
                  <c:v>0.77222222222222225</c:v>
                </c:pt>
                <c:pt idx="279">
                  <c:v>0.77500000000000002</c:v>
                </c:pt>
                <c:pt idx="280">
                  <c:v>0.77777777777777779</c:v>
                </c:pt>
                <c:pt idx="281">
                  <c:v>0.78055555555555556</c:v>
                </c:pt>
                <c:pt idx="282">
                  <c:v>0.78333333333333333</c:v>
                </c:pt>
                <c:pt idx="283">
                  <c:v>0.78611111111111109</c:v>
                </c:pt>
                <c:pt idx="284">
                  <c:v>0.78888888888888897</c:v>
                </c:pt>
                <c:pt idx="285">
                  <c:v>0.79166666666666663</c:v>
                </c:pt>
                <c:pt idx="286">
                  <c:v>0.7944444444444444</c:v>
                </c:pt>
                <c:pt idx="287">
                  <c:v>0.79722222222222228</c:v>
                </c:pt>
                <c:pt idx="288">
                  <c:v>0.8</c:v>
                </c:pt>
                <c:pt idx="289">
                  <c:v>0.8027777777777777</c:v>
                </c:pt>
                <c:pt idx="290">
                  <c:v>0.80555555555555558</c:v>
                </c:pt>
                <c:pt idx="291">
                  <c:v>0.80833333333333335</c:v>
                </c:pt>
                <c:pt idx="292">
                  <c:v>0.81111111111111112</c:v>
                </c:pt>
                <c:pt idx="293">
                  <c:v>0.81388888888888888</c:v>
                </c:pt>
                <c:pt idx="294">
                  <c:v>0.81666666666666665</c:v>
                </c:pt>
                <c:pt idx="295">
                  <c:v>0.81944444444444442</c:v>
                </c:pt>
                <c:pt idx="296">
                  <c:v>0.8222222222222223</c:v>
                </c:pt>
                <c:pt idx="297">
                  <c:v>0.82499999999999996</c:v>
                </c:pt>
                <c:pt idx="298">
                  <c:v>0.82777777777777772</c:v>
                </c:pt>
                <c:pt idx="299">
                  <c:v>0.8305555555555556</c:v>
                </c:pt>
                <c:pt idx="300">
                  <c:v>0.83333333333333337</c:v>
                </c:pt>
                <c:pt idx="301">
                  <c:v>0.83611111111111103</c:v>
                </c:pt>
                <c:pt idx="302">
                  <c:v>0.83888888888888891</c:v>
                </c:pt>
                <c:pt idx="303">
                  <c:v>0.84166666666666667</c:v>
                </c:pt>
                <c:pt idx="304">
                  <c:v>0.84444444444444444</c:v>
                </c:pt>
                <c:pt idx="305">
                  <c:v>0.84722222222222221</c:v>
                </c:pt>
                <c:pt idx="306">
                  <c:v>0.85</c:v>
                </c:pt>
                <c:pt idx="307">
                  <c:v>0.85277777777777775</c:v>
                </c:pt>
                <c:pt idx="308">
                  <c:v>0.85555555555555562</c:v>
                </c:pt>
                <c:pt idx="309">
                  <c:v>0.85833333333333328</c:v>
                </c:pt>
                <c:pt idx="310">
                  <c:v>0.86111111111111105</c:v>
                </c:pt>
                <c:pt idx="311">
                  <c:v>0.86388888888888893</c:v>
                </c:pt>
                <c:pt idx="312">
                  <c:v>0.8666666666666667</c:v>
                </c:pt>
                <c:pt idx="313">
                  <c:v>0.86944444444444435</c:v>
                </c:pt>
                <c:pt idx="314">
                  <c:v>0.87222222222222223</c:v>
                </c:pt>
                <c:pt idx="315">
                  <c:v>0.875</c:v>
                </c:pt>
                <c:pt idx="316">
                  <c:v>0.87777777777777777</c:v>
                </c:pt>
                <c:pt idx="317">
                  <c:v>0.88055555555555565</c:v>
                </c:pt>
                <c:pt idx="318">
                  <c:v>0.8833333333333333</c:v>
                </c:pt>
                <c:pt idx="319">
                  <c:v>0.88611111111111107</c:v>
                </c:pt>
                <c:pt idx="320">
                  <c:v>0.88888888888888895</c:v>
                </c:pt>
                <c:pt idx="321">
                  <c:v>0.89166666666666672</c:v>
                </c:pt>
                <c:pt idx="322">
                  <c:v>0.89444444444444438</c:v>
                </c:pt>
                <c:pt idx="323">
                  <c:v>0.89722222222222225</c:v>
                </c:pt>
                <c:pt idx="324">
                  <c:v>0.9</c:v>
                </c:pt>
                <c:pt idx="325">
                  <c:v>0.90277777777777779</c:v>
                </c:pt>
                <c:pt idx="326">
                  <c:v>0.90555555555555556</c:v>
                </c:pt>
                <c:pt idx="327">
                  <c:v>0.90833333333333333</c:v>
                </c:pt>
                <c:pt idx="328">
                  <c:v>0.91111111111111109</c:v>
                </c:pt>
                <c:pt idx="329">
                  <c:v>0.91388888888888897</c:v>
                </c:pt>
                <c:pt idx="330">
                  <c:v>0.91666666666666663</c:v>
                </c:pt>
                <c:pt idx="331">
                  <c:v>0.9194444444444444</c:v>
                </c:pt>
                <c:pt idx="332">
                  <c:v>0.92222222222222228</c:v>
                </c:pt>
                <c:pt idx="333">
                  <c:v>0.92500000000000004</c:v>
                </c:pt>
                <c:pt idx="334">
                  <c:v>0.9277777777777777</c:v>
                </c:pt>
                <c:pt idx="335">
                  <c:v>0.93055555555555558</c:v>
                </c:pt>
                <c:pt idx="336">
                  <c:v>0.93333333333333335</c:v>
                </c:pt>
                <c:pt idx="337">
                  <c:v>0.93611111111111112</c:v>
                </c:pt>
                <c:pt idx="338">
                  <c:v>0.93888888888888888</c:v>
                </c:pt>
                <c:pt idx="339">
                  <c:v>0.94166666666666665</c:v>
                </c:pt>
                <c:pt idx="340">
                  <c:v>0.94444444444444442</c:v>
                </c:pt>
                <c:pt idx="341">
                  <c:v>0.9472222222222223</c:v>
                </c:pt>
                <c:pt idx="342">
                  <c:v>0.95</c:v>
                </c:pt>
                <c:pt idx="343">
                  <c:v>0.95277777777777772</c:v>
                </c:pt>
                <c:pt idx="344">
                  <c:v>0.9555555555555556</c:v>
                </c:pt>
                <c:pt idx="345">
                  <c:v>0.95833333333333337</c:v>
                </c:pt>
                <c:pt idx="346">
                  <c:v>0.96111111111111103</c:v>
                </c:pt>
                <c:pt idx="347">
                  <c:v>0.96388888888888891</c:v>
                </c:pt>
                <c:pt idx="348">
                  <c:v>0.96666666666666667</c:v>
                </c:pt>
                <c:pt idx="349">
                  <c:v>0.96944444444444444</c:v>
                </c:pt>
                <c:pt idx="350">
                  <c:v>0.97222222222222221</c:v>
                </c:pt>
                <c:pt idx="351">
                  <c:v>0.97499999999999998</c:v>
                </c:pt>
                <c:pt idx="352">
                  <c:v>0.97777777777777775</c:v>
                </c:pt>
                <c:pt idx="353">
                  <c:v>0.98055555555555562</c:v>
                </c:pt>
                <c:pt idx="354">
                  <c:v>0.98333333333333328</c:v>
                </c:pt>
                <c:pt idx="355">
                  <c:v>0.98611111111111105</c:v>
                </c:pt>
                <c:pt idx="356">
                  <c:v>0.98888888888888893</c:v>
                </c:pt>
                <c:pt idx="357">
                  <c:v>0.9916666666666667</c:v>
                </c:pt>
                <c:pt idx="358">
                  <c:v>0.99444444444444435</c:v>
                </c:pt>
                <c:pt idx="359">
                  <c:v>0.99722222222222223</c:v>
                </c:pt>
                <c:pt idx="360">
                  <c:v>1</c:v>
                </c:pt>
                <c:pt idx="361">
                  <c:v>1.0027777777777778</c:v>
                </c:pt>
                <c:pt idx="362">
                  <c:v>1.0055555555555555</c:v>
                </c:pt>
                <c:pt idx="363">
                  <c:v>1.0083333333333333</c:v>
                </c:pt>
                <c:pt idx="364">
                  <c:v>1.0111111111111111</c:v>
                </c:pt>
                <c:pt idx="365">
                  <c:v>1.0138888888888888</c:v>
                </c:pt>
                <c:pt idx="366">
                  <c:v>1.0166666666666666</c:v>
                </c:pt>
                <c:pt idx="367">
                  <c:v>1.0194444444444444</c:v>
                </c:pt>
                <c:pt idx="368">
                  <c:v>1.0222222222222224</c:v>
                </c:pt>
                <c:pt idx="369">
                  <c:v>1.0249999999999999</c:v>
                </c:pt>
                <c:pt idx="370">
                  <c:v>1.0277777777777777</c:v>
                </c:pt>
                <c:pt idx="371">
                  <c:v>1.0305555555555557</c:v>
                </c:pt>
                <c:pt idx="372">
                  <c:v>1.0333333333333334</c:v>
                </c:pt>
                <c:pt idx="373">
                  <c:v>1.036111111111111</c:v>
                </c:pt>
                <c:pt idx="374">
                  <c:v>1.038888888888889</c:v>
                </c:pt>
                <c:pt idx="375">
                  <c:v>1.0416666666666667</c:v>
                </c:pt>
                <c:pt idx="376">
                  <c:v>1.0444444444444445</c:v>
                </c:pt>
                <c:pt idx="377">
                  <c:v>1.0472222222222223</c:v>
                </c:pt>
                <c:pt idx="378">
                  <c:v>1.05</c:v>
                </c:pt>
                <c:pt idx="379">
                  <c:v>1.0527777777777778</c:v>
                </c:pt>
                <c:pt idx="380">
                  <c:v>1.0555555555555556</c:v>
                </c:pt>
                <c:pt idx="381">
                  <c:v>1.0583333333333333</c:v>
                </c:pt>
                <c:pt idx="382">
                  <c:v>1.0611111111111111</c:v>
                </c:pt>
                <c:pt idx="383">
                  <c:v>1.0638888888888889</c:v>
                </c:pt>
                <c:pt idx="384">
                  <c:v>1.0666666666666667</c:v>
                </c:pt>
                <c:pt idx="385">
                  <c:v>1.0694444444444444</c:v>
                </c:pt>
                <c:pt idx="386">
                  <c:v>1.0722222222222222</c:v>
                </c:pt>
                <c:pt idx="387">
                  <c:v>1.075</c:v>
                </c:pt>
                <c:pt idx="388">
                  <c:v>1.0777777777777779</c:v>
                </c:pt>
                <c:pt idx="389">
                  <c:v>1.0805555555555555</c:v>
                </c:pt>
                <c:pt idx="390">
                  <c:v>1.0833333333333333</c:v>
                </c:pt>
                <c:pt idx="391">
                  <c:v>1.0861111111111112</c:v>
                </c:pt>
                <c:pt idx="392">
                  <c:v>1.0888888888888888</c:v>
                </c:pt>
                <c:pt idx="393">
                  <c:v>1.0916666666666666</c:v>
                </c:pt>
                <c:pt idx="394">
                  <c:v>1.0944444444444446</c:v>
                </c:pt>
                <c:pt idx="395">
                  <c:v>1.0972222222222221</c:v>
                </c:pt>
                <c:pt idx="396">
                  <c:v>1.1000000000000001</c:v>
                </c:pt>
                <c:pt idx="397">
                  <c:v>1.1027777777777779</c:v>
                </c:pt>
                <c:pt idx="398">
                  <c:v>1.1055555555555554</c:v>
                </c:pt>
                <c:pt idx="399">
                  <c:v>1.1083333333333334</c:v>
                </c:pt>
                <c:pt idx="400">
                  <c:v>1.1111111111111112</c:v>
                </c:pt>
                <c:pt idx="401">
                  <c:v>1.1138888888888887</c:v>
                </c:pt>
                <c:pt idx="402">
                  <c:v>1.1166666666666667</c:v>
                </c:pt>
                <c:pt idx="403">
                  <c:v>1.1194444444444445</c:v>
                </c:pt>
                <c:pt idx="404">
                  <c:v>1.1222222222222222</c:v>
                </c:pt>
                <c:pt idx="405">
                  <c:v>1.125</c:v>
                </c:pt>
                <c:pt idx="406">
                  <c:v>1.1277777777777778</c:v>
                </c:pt>
                <c:pt idx="407">
                  <c:v>1.1305555555555555</c:v>
                </c:pt>
                <c:pt idx="408">
                  <c:v>1.1333333333333333</c:v>
                </c:pt>
                <c:pt idx="409">
                  <c:v>1.1361111111111113</c:v>
                </c:pt>
                <c:pt idx="410">
                  <c:v>1.1388888888888888</c:v>
                </c:pt>
                <c:pt idx="411">
                  <c:v>1.1416666666666666</c:v>
                </c:pt>
                <c:pt idx="412">
                  <c:v>1.1444444444444446</c:v>
                </c:pt>
                <c:pt idx="413">
                  <c:v>1.1472222222222221</c:v>
                </c:pt>
                <c:pt idx="414">
                  <c:v>1.1499999999999999</c:v>
                </c:pt>
                <c:pt idx="415">
                  <c:v>1.1527777777777779</c:v>
                </c:pt>
                <c:pt idx="416">
                  <c:v>1.1555555555555554</c:v>
                </c:pt>
                <c:pt idx="417">
                  <c:v>1.1583333333333334</c:v>
                </c:pt>
                <c:pt idx="418">
                  <c:v>1.1611111111111112</c:v>
                </c:pt>
                <c:pt idx="419">
                  <c:v>1.1638888888888888</c:v>
                </c:pt>
                <c:pt idx="420">
                  <c:v>1.1666666666666667</c:v>
                </c:pt>
                <c:pt idx="421">
                  <c:v>1.1694444444444445</c:v>
                </c:pt>
                <c:pt idx="422">
                  <c:v>1.1722222222222221</c:v>
                </c:pt>
                <c:pt idx="423">
                  <c:v>1.175</c:v>
                </c:pt>
                <c:pt idx="424">
                  <c:v>1.1777777777777778</c:v>
                </c:pt>
                <c:pt idx="425">
                  <c:v>1.1805555555555556</c:v>
                </c:pt>
                <c:pt idx="426">
                  <c:v>1.1833333333333333</c:v>
                </c:pt>
                <c:pt idx="427">
                  <c:v>1.1861111111111111</c:v>
                </c:pt>
                <c:pt idx="428">
                  <c:v>1.1888888888888889</c:v>
                </c:pt>
                <c:pt idx="429">
                  <c:v>1.1916666666666667</c:v>
                </c:pt>
                <c:pt idx="430">
                  <c:v>1.1944444444444444</c:v>
                </c:pt>
                <c:pt idx="431">
                  <c:v>1.1972222222222222</c:v>
                </c:pt>
                <c:pt idx="432">
                  <c:v>1.2</c:v>
                </c:pt>
                <c:pt idx="433">
                  <c:v>1.2027777777777779</c:v>
                </c:pt>
                <c:pt idx="434">
                  <c:v>1.2055555555555555</c:v>
                </c:pt>
                <c:pt idx="435">
                  <c:v>1.2083333333333333</c:v>
                </c:pt>
                <c:pt idx="436">
                  <c:v>1.2111111111111112</c:v>
                </c:pt>
                <c:pt idx="437">
                  <c:v>1.2138888888888888</c:v>
                </c:pt>
                <c:pt idx="438">
                  <c:v>1.2166666666666666</c:v>
                </c:pt>
                <c:pt idx="439">
                  <c:v>1.2194444444444446</c:v>
                </c:pt>
                <c:pt idx="440">
                  <c:v>1.2222222222222221</c:v>
                </c:pt>
                <c:pt idx="441">
                  <c:v>1.2250000000000001</c:v>
                </c:pt>
                <c:pt idx="442">
                  <c:v>1.2277777777777779</c:v>
                </c:pt>
                <c:pt idx="443">
                  <c:v>1.2305555555555554</c:v>
                </c:pt>
                <c:pt idx="444">
                  <c:v>1.2333333333333334</c:v>
                </c:pt>
                <c:pt idx="445">
                  <c:v>1.2361111111111112</c:v>
                </c:pt>
                <c:pt idx="446">
                  <c:v>1.2388888888888887</c:v>
                </c:pt>
                <c:pt idx="447">
                  <c:v>1.2416666666666667</c:v>
                </c:pt>
                <c:pt idx="448">
                  <c:v>1.2444444444444445</c:v>
                </c:pt>
                <c:pt idx="449">
                  <c:v>1.2472222222222222</c:v>
                </c:pt>
                <c:pt idx="450">
                  <c:v>1.25</c:v>
                </c:pt>
                <c:pt idx="451">
                  <c:v>1.2527777777777778</c:v>
                </c:pt>
                <c:pt idx="452">
                  <c:v>1.2555555555555555</c:v>
                </c:pt>
                <c:pt idx="453">
                  <c:v>1.2583333333333333</c:v>
                </c:pt>
                <c:pt idx="454">
                  <c:v>1.2611111111111113</c:v>
                </c:pt>
                <c:pt idx="455">
                  <c:v>1.2638888888888888</c:v>
                </c:pt>
                <c:pt idx="456">
                  <c:v>1.2666666666666666</c:v>
                </c:pt>
                <c:pt idx="457">
                  <c:v>1.2694444444444446</c:v>
                </c:pt>
                <c:pt idx="458">
                  <c:v>1.2722222222222221</c:v>
                </c:pt>
                <c:pt idx="459">
                  <c:v>1.2749999999999999</c:v>
                </c:pt>
                <c:pt idx="460">
                  <c:v>1.2777777777777779</c:v>
                </c:pt>
                <c:pt idx="461">
                  <c:v>1.2805555555555554</c:v>
                </c:pt>
                <c:pt idx="462">
                  <c:v>1.2833333333333334</c:v>
                </c:pt>
                <c:pt idx="463">
                  <c:v>1.2861111111111112</c:v>
                </c:pt>
                <c:pt idx="464">
                  <c:v>1.2888888888888888</c:v>
                </c:pt>
                <c:pt idx="465">
                  <c:v>1.2916666666666667</c:v>
                </c:pt>
                <c:pt idx="466">
                  <c:v>1.2944444444444445</c:v>
                </c:pt>
                <c:pt idx="467">
                  <c:v>1.2972222222222221</c:v>
                </c:pt>
                <c:pt idx="468">
                  <c:v>1.3</c:v>
                </c:pt>
                <c:pt idx="469">
                  <c:v>1.3027777777777778</c:v>
                </c:pt>
                <c:pt idx="470">
                  <c:v>1.3055555555555556</c:v>
                </c:pt>
                <c:pt idx="471">
                  <c:v>1.3083333333333333</c:v>
                </c:pt>
                <c:pt idx="472">
                  <c:v>1.3111111111111111</c:v>
                </c:pt>
                <c:pt idx="473">
                  <c:v>1.3138888888888889</c:v>
                </c:pt>
                <c:pt idx="474">
                  <c:v>1.3166666666666667</c:v>
                </c:pt>
                <c:pt idx="475">
                  <c:v>1.3194444444444444</c:v>
                </c:pt>
                <c:pt idx="476">
                  <c:v>1.3222222222222222</c:v>
                </c:pt>
                <c:pt idx="477">
                  <c:v>1.325</c:v>
                </c:pt>
                <c:pt idx="478">
                  <c:v>1.3277777777777779</c:v>
                </c:pt>
                <c:pt idx="479">
                  <c:v>1.3305555555555555</c:v>
                </c:pt>
                <c:pt idx="480">
                  <c:v>1.3333333333333333</c:v>
                </c:pt>
                <c:pt idx="481">
                  <c:v>1.3361111111111112</c:v>
                </c:pt>
                <c:pt idx="482">
                  <c:v>1.3388888888888888</c:v>
                </c:pt>
                <c:pt idx="483">
                  <c:v>1.3416666666666666</c:v>
                </c:pt>
                <c:pt idx="484">
                  <c:v>1.3444444444444446</c:v>
                </c:pt>
                <c:pt idx="485">
                  <c:v>1.3472222222222221</c:v>
                </c:pt>
                <c:pt idx="486">
                  <c:v>1.35</c:v>
                </c:pt>
                <c:pt idx="487">
                  <c:v>1.3527777777777779</c:v>
                </c:pt>
                <c:pt idx="488">
                  <c:v>1.3555555555555554</c:v>
                </c:pt>
                <c:pt idx="489">
                  <c:v>1.3583333333333334</c:v>
                </c:pt>
                <c:pt idx="490">
                  <c:v>1.3611111111111112</c:v>
                </c:pt>
                <c:pt idx="491">
                  <c:v>1.3638888888888887</c:v>
                </c:pt>
                <c:pt idx="492">
                  <c:v>1.3666666666666667</c:v>
                </c:pt>
                <c:pt idx="493">
                  <c:v>1.3694444444444445</c:v>
                </c:pt>
                <c:pt idx="494">
                  <c:v>1.3722222222222222</c:v>
                </c:pt>
                <c:pt idx="495">
                  <c:v>1.375</c:v>
                </c:pt>
                <c:pt idx="496">
                  <c:v>1.3777777777777778</c:v>
                </c:pt>
                <c:pt idx="497">
                  <c:v>1.3805555555555555</c:v>
                </c:pt>
                <c:pt idx="498">
                  <c:v>1.3833333333333333</c:v>
                </c:pt>
                <c:pt idx="499">
                  <c:v>1.3861111111111113</c:v>
                </c:pt>
                <c:pt idx="500">
                  <c:v>1.3888888888888888</c:v>
                </c:pt>
                <c:pt idx="501">
                  <c:v>1.3916666666666666</c:v>
                </c:pt>
                <c:pt idx="502">
                  <c:v>1.3944444444444446</c:v>
                </c:pt>
                <c:pt idx="503">
                  <c:v>1.3972222222222221</c:v>
                </c:pt>
                <c:pt idx="504">
                  <c:v>1.4</c:v>
                </c:pt>
                <c:pt idx="505">
                  <c:v>1.4027777777777779</c:v>
                </c:pt>
                <c:pt idx="506">
                  <c:v>1.4055555555555554</c:v>
                </c:pt>
                <c:pt idx="507">
                  <c:v>1.4083333333333334</c:v>
                </c:pt>
                <c:pt idx="508">
                  <c:v>1.4111111111111112</c:v>
                </c:pt>
                <c:pt idx="509">
                  <c:v>1.4138888888888888</c:v>
                </c:pt>
                <c:pt idx="510">
                  <c:v>1.4166666666666667</c:v>
                </c:pt>
                <c:pt idx="511">
                  <c:v>1.4194444444444445</c:v>
                </c:pt>
                <c:pt idx="512">
                  <c:v>1.4222222222222221</c:v>
                </c:pt>
                <c:pt idx="513">
                  <c:v>1.425</c:v>
                </c:pt>
                <c:pt idx="514">
                  <c:v>1.4277777777777778</c:v>
                </c:pt>
                <c:pt idx="515">
                  <c:v>1.4305555555555556</c:v>
                </c:pt>
                <c:pt idx="516">
                  <c:v>1.4333333333333333</c:v>
                </c:pt>
                <c:pt idx="517">
                  <c:v>1.4361111111111111</c:v>
                </c:pt>
                <c:pt idx="518">
                  <c:v>1.4388888888888889</c:v>
                </c:pt>
                <c:pt idx="519">
                  <c:v>1.4416666666666667</c:v>
                </c:pt>
                <c:pt idx="520">
                  <c:v>1.4444444444444444</c:v>
                </c:pt>
                <c:pt idx="521">
                  <c:v>1.4472222222222222</c:v>
                </c:pt>
                <c:pt idx="522">
                  <c:v>1.45</c:v>
                </c:pt>
                <c:pt idx="523">
                  <c:v>1.4527777777777779</c:v>
                </c:pt>
                <c:pt idx="524">
                  <c:v>1.4555555555555555</c:v>
                </c:pt>
                <c:pt idx="525">
                  <c:v>1.4583333333333333</c:v>
                </c:pt>
                <c:pt idx="526">
                  <c:v>1.4611111111111112</c:v>
                </c:pt>
                <c:pt idx="527">
                  <c:v>1.4638888888888888</c:v>
                </c:pt>
                <c:pt idx="528">
                  <c:v>1.4666666666666666</c:v>
                </c:pt>
                <c:pt idx="529">
                  <c:v>1.4694444444444446</c:v>
                </c:pt>
                <c:pt idx="530">
                  <c:v>1.4722222222222221</c:v>
                </c:pt>
                <c:pt idx="531">
                  <c:v>1.4750000000000001</c:v>
                </c:pt>
                <c:pt idx="532">
                  <c:v>1.4777777777777779</c:v>
                </c:pt>
                <c:pt idx="533">
                  <c:v>1.4805555555555554</c:v>
                </c:pt>
                <c:pt idx="534">
                  <c:v>1.4833333333333334</c:v>
                </c:pt>
                <c:pt idx="535">
                  <c:v>1.4861111111111112</c:v>
                </c:pt>
                <c:pt idx="536">
                  <c:v>1.4888888888888887</c:v>
                </c:pt>
                <c:pt idx="537">
                  <c:v>1.4916666666666667</c:v>
                </c:pt>
                <c:pt idx="538">
                  <c:v>1.4944444444444445</c:v>
                </c:pt>
                <c:pt idx="539">
                  <c:v>1.4972222222222222</c:v>
                </c:pt>
                <c:pt idx="540">
                  <c:v>1.5</c:v>
                </c:pt>
                <c:pt idx="541">
                  <c:v>1.5027777777777778</c:v>
                </c:pt>
                <c:pt idx="542">
                  <c:v>1.5055555555555555</c:v>
                </c:pt>
                <c:pt idx="543">
                  <c:v>1.5083333333333333</c:v>
                </c:pt>
                <c:pt idx="544">
                  <c:v>1.5111111111111113</c:v>
                </c:pt>
                <c:pt idx="545">
                  <c:v>1.5138888888888888</c:v>
                </c:pt>
                <c:pt idx="546">
                  <c:v>1.5166666666666666</c:v>
                </c:pt>
                <c:pt idx="547">
                  <c:v>1.5194444444444446</c:v>
                </c:pt>
                <c:pt idx="548">
                  <c:v>1.5222222222222221</c:v>
                </c:pt>
                <c:pt idx="549">
                  <c:v>1.5249999999999999</c:v>
                </c:pt>
                <c:pt idx="550">
                  <c:v>1.5277777777777779</c:v>
                </c:pt>
                <c:pt idx="551">
                  <c:v>1.5305555555555554</c:v>
                </c:pt>
                <c:pt idx="552">
                  <c:v>1.5333333333333334</c:v>
                </c:pt>
                <c:pt idx="553">
                  <c:v>1.5361111111111112</c:v>
                </c:pt>
                <c:pt idx="554">
                  <c:v>1.5388888888888888</c:v>
                </c:pt>
                <c:pt idx="555">
                  <c:v>1.5416666666666667</c:v>
                </c:pt>
                <c:pt idx="556">
                  <c:v>1.5444444444444445</c:v>
                </c:pt>
                <c:pt idx="557">
                  <c:v>1.5472222222222221</c:v>
                </c:pt>
                <c:pt idx="558">
                  <c:v>1.55</c:v>
                </c:pt>
                <c:pt idx="559">
                  <c:v>1.5527777777777778</c:v>
                </c:pt>
                <c:pt idx="560">
                  <c:v>1.5555555555555556</c:v>
                </c:pt>
                <c:pt idx="561">
                  <c:v>1.5583333333333333</c:v>
                </c:pt>
                <c:pt idx="562">
                  <c:v>1.5611111111111111</c:v>
                </c:pt>
                <c:pt idx="563">
                  <c:v>1.5638888888888889</c:v>
                </c:pt>
                <c:pt idx="564">
                  <c:v>1.5666666666666667</c:v>
                </c:pt>
                <c:pt idx="565">
                  <c:v>1.5694444444444444</c:v>
                </c:pt>
                <c:pt idx="566">
                  <c:v>1.5722222222222222</c:v>
                </c:pt>
                <c:pt idx="567">
                  <c:v>1.575</c:v>
                </c:pt>
                <c:pt idx="568">
                  <c:v>1.5777777777777779</c:v>
                </c:pt>
                <c:pt idx="569">
                  <c:v>1.5805555555555555</c:v>
                </c:pt>
                <c:pt idx="570">
                  <c:v>1.5833333333333333</c:v>
                </c:pt>
                <c:pt idx="571">
                  <c:v>1.5861111111111112</c:v>
                </c:pt>
                <c:pt idx="572">
                  <c:v>1.5888888888888888</c:v>
                </c:pt>
                <c:pt idx="573">
                  <c:v>1.5916666666666666</c:v>
                </c:pt>
                <c:pt idx="574">
                  <c:v>1.5944444444444446</c:v>
                </c:pt>
                <c:pt idx="575">
                  <c:v>1.5972222222222221</c:v>
                </c:pt>
                <c:pt idx="576">
                  <c:v>1.6</c:v>
                </c:pt>
                <c:pt idx="577">
                  <c:v>1.6027777777777779</c:v>
                </c:pt>
                <c:pt idx="578">
                  <c:v>1.6055555555555554</c:v>
                </c:pt>
                <c:pt idx="579">
                  <c:v>1.6083333333333334</c:v>
                </c:pt>
                <c:pt idx="580">
                  <c:v>1.6111111111111112</c:v>
                </c:pt>
                <c:pt idx="581">
                  <c:v>1.6138888888888887</c:v>
                </c:pt>
                <c:pt idx="582">
                  <c:v>1.6166666666666667</c:v>
                </c:pt>
                <c:pt idx="583">
                  <c:v>1.6194444444444445</c:v>
                </c:pt>
                <c:pt idx="584">
                  <c:v>1.6222222222222222</c:v>
                </c:pt>
                <c:pt idx="585">
                  <c:v>1.625</c:v>
                </c:pt>
                <c:pt idx="586">
                  <c:v>1.6277777777777778</c:v>
                </c:pt>
                <c:pt idx="587">
                  <c:v>1.6305555555555555</c:v>
                </c:pt>
                <c:pt idx="588">
                  <c:v>1.6333333333333333</c:v>
                </c:pt>
                <c:pt idx="589">
                  <c:v>1.6361111111111113</c:v>
                </c:pt>
                <c:pt idx="590">
                  <c:v>1.6388888888888888</c:v>
                </c:pt>
                <c:pt idx="591">
                  <c:v>1.6416666666666666</c:v>
                </c:pt>
                <c:pt idx="592">
                  <c:v>1.6444444444444446</c:v>
                </c:pt>
                <c:pt idx="593">
                  <c:v>1.6472222222222221</c:v>
                </c:pt>
                <c:pt idx="594">
                  <c:v>1.65</c:v>
                </c:pt>
                <c:pt idx="595">
                  <c:v>1.6527777777777779</c:v>
                </c:pt>
                <c:pt idx="596">
                  <c:v>1.6555555555555554</c:v>
                </c:pt>
                <c:pt idx="597">
                  <c:v>1.6583333333333334</c:v>
                </c:pt>
                <c:pt idx="598">
                  <c:v>1.6611111111111112</c:v>
                </c:pt>
                <c:pt idx="599">
                  <c:v>1.6638888888888888</c:v>
                </c:pt>
                <c:pt idx="600">
                  <c:v>1.6666666666666667</c:v>
                </c:pt>
                <c:pt idx="601">
                  <c:v>1.6694444444444445</c:v>
                </c:pt>
                <c:pt idx="602">
                  <c:v>1.6722222222222221</c:v>
                </c:pt>
                <c:pt idx="603">
                  <c:v>1.675</c:v>
                </c:pt>
                <c:pt idx="604">
                  <c:v>1.6777777777777778</c:v>
                </c:pt>
                <c:pt idx="605">
                  <c:v>1.6805555555555556</c:v>
                </c:pt>
                <c:pt idx="606">
                  <c:v>1.6833333333333333</c:v>
                </c:pt>
                <c:pt idx="607">
                  <c:v>1.6861111111111111</c:v>
                </c:pt>
                <c:pt idx="608">
                  <c:v>1.6888888888888889</c:v>
                </c:pt>
                <c:pt idx="609">
                  <c:v>1.6916666666666667</c:v>
                </c:pt>
                <c:pt idx="610">
                  <c:v>1.6944444444444444</c:v>
                </c:pt>
                <c:pt idx="611">
                  <c:v>1.6972222222222222</c:v>
                </c:pt>
                <c:pt idx="612">
                  <c:v>1.7</c:v>
                </c:pt>
                <c:pt idx="613">
                  <c:v>1.7027777777777779</c:v>
                </c:pt>
                <c:pt idx="614">
                  <c:v>1.7055555555555555</c:v>
                </c:pt>
                <c:pt idx="615">
                  <c:v>1.7083333333333333</c:v>
                </c:pt>
                <c:pt idx="616">
                  <c:v>1.7111111111111112</c:v>
                </c:pt>
                <c:pt idx="617">
                  <c:v>1.7138888888888888</c:v>
                </c:pt>
                <c:pt idx="618">
                  <c:v>1.7166666666666666</c:v>
                </c:pt>
                <c:pt idx="619">
                  <c:v>1.7194444444444446</c:v>
                </c:pt>
                <c:pt idx="620">
                  <c:v>1.7222222222222221</c:v>
                </c:pt>
                <c:pt idx="621">
                  <c:v>1.7250000000000001</c:v>
                </c:pt>
                <c:pt idx="622">
                  <c:v>1.7277777777777779</c:v>
                </c:pt>
                <c:pt idx="623">
                  <c:v>1.7305555555555554</c:v>
                </c:pt>
                <c:pt idx="624">
                  <c:v>1.7333333333333334</c:v>
                </c:pt>
                <c:pt idx="625">
                  <c:v>1.7361111111111112</c:v>
                </c:pt>
                <c:pt idx="626">
                  <c:v>1.7388888888888887</c:v>
                </c:pt>
                <c:pt idx="627">
                  <c:v>1.7416666666666667</c:v>
                </c:pt>
                <c:pt idx="628">
                  <c:v>1.7444444444444445</c:v>
                </c:pt>
                <c:pt idx="629">
                  <c:v>1.7472222222222222</c:v>
                </c:pt>
                <c:pt idx="630">
                  <c:v>1.75</c:v>
                </c:pt>
                <c:pt idx="631">
                  <c:v>1.7527777777777778</c:v>
                </c:pt>
                <c:pt idx="632">
                  <c:v>1.7555555555555555</c:v>
                </c:pt>
                <c:pt idx="633">
                  <c:v>1.7583333333333333</c:v>
                </c:pt>
                <c:pt idx="634">
                  <c:v>1.7611111111111113</c:v>
                </c:pt>
                <c:pt idx="635">
                  <c:v>1.7638888888888888</c:v>
                </c:pt>
                <c:pt idx="636">
                  <c:v>1.7666666666666666</c:v>
                </c:pt>
                <c:pt idx="637">
                  <c:v>1.7694444444444446</c:v>
                </c:pt>
                <c:pt idx="638">
                  <c:v>1.7722222222222221</c:v>
                </c:pt>
                <c:pt idx="639">
                  <c:v>1.7749999999999999</c:v>
                </c:pt>
                <c:pt idx="640">
                  <c:v>1.7777777777777779</c:v>
                </c:pt>
                <c:pt idx="641">
                  <c:v>1.7805555555555554</c:v>
                </c:pt>
                <c:pt idx="642">
                  <c:v>1.7833333333333334</c:v>
                </c:pt>
                <c:pt idx="643">
                  <c:v>1.7861111111111112</c:v>
                </c:pt>
                <c:pt idx="644">
                  <c:v>1.7888888888888888</c:v>
                </c:pt>
                <c:pt idx="645">
                  <c:v>1.7916666666666667</c:v>
                </c:pt>
                <c:pt idx="646">
                  <c:v>1.7944444444444445</c:v>
                </c:pt>
                <c:pt idx="647">
                  <c:v>1.7972222222222221</c:v>
                </c:pt>
                <c:pt idx="648">
                  <c:v>1.8</c:v>
                </c:pt>
                <c:pt idx="649">
                  <c:v>1.8027777777777778</c:v>
                </c:pt>
                <c:pt idx="650">
                  <c:v>1.8055555555555556</c:v>
                </c:pt>
                <c:pt idx="651">
                  <c:v>1.8083333333333333</c:v>
                </c:pt>
                <c:pt idx="652">
                  <c:v>1.8111111111111111</c:v>
                </c:pt>
                <c:pt idx="653">
                  <c:v>1.8138888888888889</c:v>
                </c:pt>
                <c:pt idx="654">
                  <c:v>1.8166666666666667</c:v>
                </c:pt>
                <c:pt idx="655">
                  <c:v>1.8194444444444444</c:v>
                </c:pt>
                <c:pt idx="656">
                  <c:v>1.8222222222222222</c:v>
                </c:pt>
                <c:pt idx="657">
                  <c:v>1.825</c:v>
                </c:pt>
                <c:pt idx="658">
                  <c:v>1.8277777777777779</c:v>
                </c:pt>
                <c:pt idx="659">
                  <c:v>1.8305555555555555</c:v>
                </c:pt>
                <c:pt idx="660">
                  <c:v>1.8333333333333333</c:v>
                </c:pt>
                <c:pt idx="661">
                  <c:v>1.8361111111111112</c:v>
                </c:pt>
                <c:pt idx="662">
                  <c:v>1.8388888888888888</c:v>
                </c:pt>
                <c:pt idx="663">
                  <c:v>1.8416666666666666</c:v>
                </c:pt>
                <c:pt idx="664">
                  <c:v>1.8444444444444446</c:v>
                </c:pt>
                <c:pt idx="665">
                  <c:v>1.8472222222222221</c:v>
                </c:pt>
                <c:pt idx="666">
                  <c:v>1.85</c:v>
                </c:pt>
                <c:pt idx="667">
                  <c:v>1.8527777777777779</c:v>
                </c:pt>
                <c:pt idx="668">
                  <c:v>1.8555555555555554</c:v>
                </c:pt>
                <c:pt idx="669">
                  <c:v>1.8583333333333334</c:v>
                </c:pt>
                <c:pt idx="670">
                  <c:v>1.8611111111111112</c:v>
                </c:pt>
                <c:pt idx="671">
                  <c:v>1.8638888888888887</c:v>
                </c:pt>
                <c:pt idx="672">
                  <c:v>1.8666666666666667</c:v>
                </c:pt>
                <c:pt idx="673">
                  <c:v>1.8694444444444445</c:v>
                </c:pt>
                <c:pt idx="674">
                  <c:v>1.8722222222222222</c:v>
                </c:pt>
                <c:pt idx="675">
                  <c:v>1.875</c:v>
                </c:pt>
                <c:pt idx="676">
                  <c:v>1.8777777777777778</c:v>
                </c:pt>
                <c:pt idx="677">
                  <c:v>1.8805555555555555</c:v>
                </c:pt>
                <c:pt idx="678">
                  <c:v>1.8833333333333333</c:v>
                </c:pt>
                <c:pt idx="679">
                  <c:v>1.8861111111111113</c:v>
                </c:pt>
                <c:pt idx="680">
                  <c:v>1.8888888888888888</c:v>
                </c:pt>
                <c:pt idx="681">
                  <c:v>1.8916666666666666</c:v>
                </c:pt>
                <c:pt idx="682">
                  <c:v>1.8944444444444446</c:v>
                </c:pt>
                <c:pt idx="683">
                  <c:v>1.8972222222222221</c:v>
                </c:pt>
                <c:pt idx="684">
                  <c:v>1.9</c:v>
                </c:pt>
                <c:pt idx="685">
                  <c:v>1.9027777777777779</c:v>
                </c:pt>
                <c:pt idx="686">
                  <c:v>1.9055555555555554</c:v>
                </c:pt>
                <c:pt idx="687">
                  <c:v>1.9083333333333334</c:v>
                </c:pt>
                <c:pt idx="688">
                  <c:v>1.9111111111111112</c:v>
                </c:pt>
                <c:pt idx="689">
                  <c:v>1.9138888888888888</c:v>
                </c:pt>
                <c:pt idx="690">
                  <c:v>1.9166666666666667</c:v>
                </c:pt>
                <c:pt idx="691">
                  <c:v>1.9194444444444445</c:v>
                </c:pt>
                <c:pt idx="692">
                  <c:v>1.9222222222222221</c:v>
                </c:pt>
                <c:pt idx="693">
                  <c:v>1.925</c:v>
                </c:pt>
                <c:pt idx="694">
                  <c:v>1.9277777777777778</c:v>
                </c:pt>
                <c:pt idx="695">
                  <c:v>1.9305555555555556</c:v>
                </c:pt>
                <c:pt idx="696">
                  <c:v>1.9333333333333333</c:v>
                </c:pt>
                <c:pt idx="697">
                  <c:v>1.9361111111111111</c:v>
                </c:pt>
                <c:pt idx="698">
                  <c:v>1.9388888888888889</c:v>
                </c:pt>
                <c:pt idx="699">
                  <c:v>1.9416666666666667</c:v>
                </c:pt>
                <c:pt idx="700">
                  <c:v>1.9444444444444444</c:v>
                </c:pt>
                <c:pt idx="701">
                  <c:v>1.9472222222222222</c:v>
                </c:pt>
                <c:pt idx="702">
                  <c:v>1.95</c:v>
                </c:pt>
                <c:pt idx="703">
                  <c:v>1.9527777777777779</c:v>
                </c:pt>
                <c:pt idx="704">
                  <c:v>1.9555555555555555</c:v>
                </c:pt>
                <c:pt idx="705">
                  <c:v>1.9583333333333333</c:v>
                </c:pt>
                <c:pt idx="706">
                  <c:v>1.9611111111111112</c:v>
                </c:pt>
                <c:pt idx="707">
                  <c:v>1.9638888888888888</c:v>
                </c:pt>
                <c:pt idx="708">
                  <c:v>1.9666666666666666</c:v>
                </c:pt>
                <c:pt idx="709">
                  <c:v>1.9694444444444446</c:v>
                </c:pt>
                <c:pt idx="710">
                  <c:v>1.9722222222222221</c:v>
                </c:pt>
                <c:pt idx="711">
                  <c:v>1.9750000000000001</c:v>
                </c:pt>
                <c:pt idx="712">
                  <c:v>1.9777777777777779</c:v>
                </c:pt>
                <c:pt idx="713">
                  <c:v>1.9805555555555554</c:v>
                </c:pt>
                <c:pt idx="714">
                  <c:v>1.9833333333333334</c:v>
                </c:pt>
                <c:pt idx="715">
                  <c:v>1.9861111111111112</c:v>
                </c:pt>
                <c:pt idx="716">
                  <c:v>1.9888888888888887</c:v>
                </c:pt>
                <c:pt idx="717">
                  <c:v>1.9916666666666667</c:v>
                </c:pt>
                <c:pt idx="718">
                  <c:v>1.9944444444444445</c:v>
                </c:pt>
                <c:pt idx="719">
                  <c:v>1.9972222222222222</c:v>
                </c:pt>
                <c:pt idx="720">
                  <c:v>2</c:v>
                </c:pt>
                <c:pt idx="721">
                  <c:v>2.0027777777777778</c:v>
                </c:pt>
                <c:pt idx="722">
                  <c:v>2.0055555555555555</c:v>
                </c:pt>
                <c:pt idx="723">
                  <c:v>2.0083333333333333</c:v>
                </c:pt>
                <c:pt idx="724">
                  <c:v>2.0111111111111111</c:v>
                </c:pt>
                <c:pt idx="725">
                  <c:v>2.0138888888888888</c:v>
                </c:pt>
                <c:pt idx="726">
                  <c:v>2.0166666666666666</c:v>
                </c:pt>
                <c:pt idx="727">
                  <c:v>2.0194444444444444</c:v>
                </c:pt>
                <c:pt idx="728">
                  <c:v>2.0222222222222221</c:v>
                </c:pt>
                <c:pt idx="729">
                  <c:v>2.0249999999999999</c:v>
                </c:pt>
                <c:pt idx="730">
                  <c:v>2.0277777777777777</c:v>
                </c:pt>
                <c:pt idx="731">
                  <c:v>2.0305555555555554</c:v>
                </c:pt>
                <c:pt idx="732">
                  <c:v>2.0333333333333332</c:v>
                </c:pt>
                <c:pt idx="733">
                  <c:v>2.036111111111111</c:v>
                </c:pt>
                <c:pt idx="734">
                  <c:v>2.0388888888888888</c:v>
                </c:pt>
                <c:pt idx="735">
                  <c:v>2.0416666666666665</c:v>
                </c:pt>
                <c:pt idx="736">
                  <c:v>2.0444444444444447</c:v>
                </c:pt>
                <c:pt idx="737">
                  <c:v>2.0472222222222221</c:v>
                </c:pt>
                <c:pt idx="738">
                  <c:v>2.0499999999999998</c:v>
                </c:pt>
                <c:pt idx="739">
                  <c:v>2.052777777777778</c:v>
                </c:pt>
                <c:pt idx="740">
                  <c:v>2.0555555555555554</c:v>
                </c:pt>
                <c:pt idx="741">
                  <c:v>2.0583333333333331</c:v>
                </c:pt>
                <c:pt idx="742">
                  <c:v>2.0611111111111113</c:v>
                </c:pt>
                <c:pt idx="743">
                  <c:v>2.0638888888888887</c:v>
                </c:pt>
                <c:pt idx="744">
                  <c:v>2.0666666666666669</c:v>
                </c:pt>
                <c:pt idx="745">
                  <c:v>2.0694444444444446</c:v>
                </c:pt>
                <c:pt idx="746">
                  <c:v>2.072222222222222</c:v>
                </c:pt>
                <c:pt idx="747">
                  <c:v>2.0750000000000002</c:v>
                </c:pt>
                <c:pt idx="748">
                  <c:v>2.0777777777777779</c:v>
                </c:pt>
                <c:pt idx="749">
                  <c:v>2.0805555555555553</c:v>
                </c:pt>
                <c:pt idx="750">
                  <c:v>2.0833333333333335</c:v>
                </c:pt>
                <c:pt idx="751">
                  <c:v>2.0861111111111112</c:v>
                </c:pt>
                <c:pt idx="752">
                  <c:v>2.088888888888889</c:v>
                </c:pt>
                <c:pt idx="753">
                  <c:v>2.0916666666666668</c:v>
                </c:pt>
                <c:pt idx="754">
                  <c:v>2.0944444444444446</c:v>
                </c:pt>
                <c:pt idx="755">
                  <c:v>2.0972222222222223</c:v>
                </c:pt>
                <c:pt idx="756">
                  <c:v>2.1</c:v>
                </c:pt>
                <c:pt idx="757">
                  <c:v>2.1027777777777779</c:v>
                </c:pt>
                <c:pt idx="758">
                  <c:v>2.1055555555555556</c:v>
                </c:pt>
                <c:pt idx="759">
                  <c:v>2.1083333333333334</c:v>
                </c:pt>
                <c:pt idx="760">
                  <c:v>2.1111111111111112</c:v>
                </c:pt>
                <c:pt idx="761">
                  <c:v>2.1138888888888889</c:v>
                </c:pt>
                <c:pt idx="762">
                  <c:v>2.1166666666666667</c:v>
                </c:pt>
                <c:pt idx="763">
                  <c:v>2.1194444444444445</c:v>
                </c:pt>
                <c:pt idx="764">
                  <c:v>2.1222222222222222</c:v>
                </c:pt>
                <c:pt idx="765">
                  <c:v>2.125</c:v>
                </c:pt>
                <c:pt idx="766">
                  <c:v>2.1277777777777778</c:v>
                </c:pt>
                <c:pt idx="767">
                  <c:v>2.1305555555555555</c:v>
                </c:pt>
                <c:pt idx="768">
                  <c:v>2.1333333333333333</c:v>
                </c:pt>
                <c:pt idx="769">
                  <c:v>2.1361111111111111</c:v>
                </c:pt>
                <c:pt idx="770">
                  <c:v>2.1388888888888888</c:v>
                </c:pt>
                <c:pt idx="771">
                  <c:v>2.1416666666666666</c:v>
                </c:pt>
                <c:pt idx="772">
                  <c:v>2.1444444444444444</c:v>
                </c:pt>
                <c:pt idx="773">
                  <c:v>2.1472222222222226</c:v>
                </c:pt>
                <c:pt idx="774">
                  <c:v>2.15</c:v>
                </c:pt>
                <c:pt idx="775">
                  <c:v>2.1527777777777777</c:v>
                </c:pt>
                <c:pt idx="776">
                  <c:v>2.1555555555555559</c:v>
                </c:pt>
                <c:pt idx="777">
                  <c:v>2.1583333333333332</c:v>
                </c:pt>
                <c:pt idx="778">
                  <c:v>2.161111111111111</c:v>
                </c:pt>
                <c:pt idx="779">
                  <c:v>2.1638888888888892</c:v>
                </c:pt>
                <c:pt idx="780">
                  <c:v>2.1666666666666665</c:v>
                </c:pt>
                <c:pt idx="781">
                  <c:v>2.1694444444444443</c:v>
                </c:pt>
                <c:pt idx="782">
                  <c:v>2.1722222222222225</c:v>
                </c:pt>
                <c:pt idx="783">
                  <c:v>2.1749999999999998</c:v>
                </c:pt>
                <c:pt idx="784">
                  <c:v>2.1777777777777776</c:v>
                </c:pt>
                <c:pt idx="785">
                  <c:v>2.1805555555555558</c:v>
                </c:pt>
                <c:pt idx="786">
                  <c:v>2.1833333333333331</c:v>
                </c:pt>
                <c:pt idx="787">
                  <c:v>2.1861111111111109</c:v>
                </c:pt>
                <c:pt idx="788">
                  <c:v>2.1888888888888891</c:v>
                </c:pt>
                <c:pt idx="789">
                  <c:v>2.1916666666666669</c:v>
                </c:pt>
                <c:pt idx="790">
                  <c:v>2.1944444444444442</c:v>
                </c:pt>
                <c:pt idx="791">
                  <c:v>2.1972222222222224</c:v>
                </c:pt>
                <c:pt idx="792">
                  <c:v>2.2000000000000002</c:v>
                </c:pt>
                <c:pt idx="793">
                  <c:v>2.2027777777777775</c:v>
                </c:pt>
                <c:pt idx="794">
                  <c:v>2.2055555555555557</c:v>
                </c:pt>
                <c:pt idx="795">
                  <c:v>2.2083333333333335</c:v>
                </c:pt>
                <c:pt idx="796">
                  <c:v>2.2111111111111108</c:v>
                </c:pt>
                <c:pt idx="797">
                  <c:v>2.213888888888889</c:v>
                </c:pt>
                <c:pt idx="798">
                  <c:v>2.2166666666666668</c:v>
                </c:pt>
                <c:pt idx="799">
                  <c:v>2.2194444444444441</c:v>
                </c:pt>
                <c:pt idx="800">
                  <c:v>2.2222222222222223</c:v>
                </c:pt>
                <c:pt idx="801">
                  <c:v>2.2250000000000001</c:v>
                </c:pt>
                <c:pt idx="802">
                  <c:v>2.2277777777777774</c:v>
                </c:pt>
                <c:pt idx="803">
                  <c:v>2.2305555555555556</c:v>
                </c:pt>
                <c:pt idx="804">
                  <c:v>2.2333333333333334</c:v>
                </c:pt>
                <c:pt idx="805">
                  <c:v>2.2361111111111112</c:v>
                </c:pt>
                <c:pt idx="806">
                  <c:v>2.2388888888888889</c:v>
                </c:pt>
                <c:pt idx="807">
                  <c:v>2.2416666666666667</c:v>
                </c:pt>
                <c:pt idx="808">
                  <c:v>2.2444444444444445</c:v>
                </c:pt>
                <c:pt idx="809">
                  <c:v>2.2472222222222222</c:v>
                </c:pt>
                <c:pt idx="810">
                  <c:v>2.25</c:v>
                </c:pt>
                <c:pt idx="811">
                  <c:v>2.2527777777777778</c:v>
                </c:pt>
                <c:pt idx="812">
                  <c:v>2.2555555555555555</c:v>
                </c:pt>
                <c:pt idx="813">
                  <c:v>2.2583333333333333</c:v>
                </c:pt>
                <c:pt idx="814">
                  <c:v>2.2611111111111111</c:v>
                </c:pt>
                <c:pt idx="815">
                  <c:v>2.2638888888888888</c:v>
                </c:pt>
                <c:pt idx="816">
                  <c:v>2.2666666666666666</c:v>
                </c:pt>
                <c:pt idx="817">
                  <c:v>2.2694444444444444</c:v>
                </c:pt>
                <c:pt idx="818">
                  <c:v>2.2722222222222226</c:v>
                </c:pt>
                <c:pt idx="819">
                  <c:v>2.2749999999999999</c:v>
                </c:pt>
                <c:pt idx="820">
                  <c:v>2.2777777777777777</c:v>
                </c:pt>
                <c:pt idx="821">
                  <c:v>2.2805555555555559</c:v>
                </c:pt>
                <c:pt idx="822">
                  <c:v>2.2833333333333332</c:v>
                </c:pt>
                <c:pt idx="823">
                  <c:v>2.286111111111111</c:v>
                </c:pt>
                <c:pt idx="824">
                  <c:v>2.2888888888888892</c:v>
                </c:pt>
                <c:pt idx="825">
                  <c:v>2.2916666666666665</c:v>
                </c:pt>
                <c:pt idx="826">
                  <c:v>2.2944444444444443</c:v>
                </c:pt>
                <c:pt idx="827">
                  <c:v>2.2972222222222225</c:v>
                </c:pt>
                <c:pt idx="828">
                  <c:v>2.2999999999999998</c:v>
                </c:pt>
                <c:pt idx="829">
                  <c:v>2.3027777777777776</c:v>
                </c:pt>
                <c:pt idx="830">
                  <c:v>2.3055555555555558</c:v>
                </c:pt>
                <c:pt idx="831">
                  <c:v>2.3083333333333331</c:v>
                </c:pt>
                <c:pt idx="832">
                  <c:v>2.3111111111111109</c:v>
                </c:pt>
                <c:pt idx="833">
                  <c:v>2.3138888888888891</c:v>
                </c:pt>
                <c:pt idx="834">
                  <c:v>2.3166666666666669</c:v>
                </c:pt>
                <c:pt idx="835">
                  <c:v>2.3194444444444442</c:v>
                </c:pt>
                <c:pt idx="836">
                  <c:v>2.3222222222222224</c:v>
                </c:pt>
                <c:pt idx="837">
                  <c:v>2.3250000000000002</c:v>
                </c:pt>
                <c:pt idx="838">
                  <c:v>2.3277777777777775</c:v>
                </c:pt>
                <c:pt idx="839">
                  <c:v>2.3305555555555557</c:v>
                </c:pt>
                <c:pt idx="840">
                  <c:v>2.3333333333333335</c:v>
                </c:pt>
                <c:pt idx="841">
                  <c:v>2.3361111111111108</c:v>
                </c:pt>
                <c:pt idx="842">
                  <c:v>2.338888888888889</c:v>
                </c:pt>
                <c:pt idx="843">
                  <c:v>2.3416666666666668</c:v>
                </c:pt>
                <c:pt idx="844">
                  <c:v>2.3444444444444441</c:v>
                </c:pt>
                <c:pt idx="845">
                  <c:v>2.3472222222222223</c:v>
                </c:pt>
                <c:pt idx="846">
                  <c:v>2.35</c:v>
                </c:pt>
                <c:pt idx="847">
                  <c:v>2.3527777777777774</c:v>
                </c:pt>
                <c:pt idx="848">
                  <c:v>2.3555555555555556</c:v>
                </c:pt>
                <c:pt idx="849">
                  <c:v>2.3583333333333334</c:v>
                </c:pt>
                <c:pt idx="850">
                  <c:v>2.3611111111111112</c:v>
                </c:pt>
                <c:pt idx="851">
                  <c:v>2.3638888888888889</c:v>
                </c:pt>
                <c:pt idx="852">
                  <c:v>2.3666666666666667</c:v>
                </c:pt>
                <c:pt idx="853">
                  <c:v>2.3694444444444445</c:v>
                </c:pt>
                <c:pt idx="854">
                  <c:v>2.3722222222222222</c:v>
                </c:pt>
                <c:pt idx="855">
                  <c:v>2.375</c:v>
                </c:pt>
                <c:pt idx="856">
                  <c:v>2.3777777777777778</c:v>
                </c:pt>
                <c:pt idx="857">
                  <c:v>2.3805555555555555</c:v>
                </c:pt>
                <c:pt idx="858">
                  <c:v>2.3833333333333333</c:v>
                </c:pt>
                <c:pt idx="859">
                  <c:v>2.3861111111111111</c:v>
                </c:pt>
                <c:pt idx="860">
                  <c:v>2.3888888888888888</c:v>
                </c:pt>
                <c:pt idx="861">
                  <c:v>2.3916666666666666</c:v>
                </c:pt>
                <c:pt idx="862">
                  <c:v>2.3944444444444444</c:v>
                </c:pt>
                <c:pt idx="863">
                  <c:v>2.3972222222222226</c:v>
                </c:pt>
                <c:pt idx="864">
                  <c:v>2.4</c:v>
                </c:pt>
                <c:pt idx="865">
                  <c:v>2.4027777777777777</c:v>
                </c:pt>
                <c:pt idx="866">
                  <c:v>2.4055555555555559</c:v>
                </c:pt>
                <c:pt idx="867">
                  <c:v>2.4083333333333332</c:v>
                </c:pt>
                <c:pt idx="868">
                  <c:v>2.411111111111111</c:v>
                </c:pt>
                <c:pt idx="869">
                  <c:v>2.4138888888888892</c:v>
                </c:pt>
                <c:pt idx="870">
                  <c:v>2.4166666666666665</c:v>
                </c:pt>
                <c:pt idx="871">
                  <c:v>2.4194444444444443</c:v>
                </c:pt>
                <c:pt idx="872">
                  <c:v>2.4222222222222225</c:v>
                </c:pt>
                <c:pt idx="873">
                  <c:v>2.4249999999999998</c:v>
                </c:pt>
                <c:pt idx="874">
                  <c:v>2.4277777777777776</c:v>
                </c:pt>
                <c:pt idx="875">
                  <c:v>2.4305555555555558</c:v>
                </c:pt>
                <c:pt idx="876">
                  <c:v>2.4333333333333331</c:v>
                </c:pt>
                <c:pt idx="877">
                  <c:v>2.4361111111111109</c:v>
                </c:pt>
                <c:pt idx="878">
                  <c:v>2.4388888888888891</c:v>
                </c:pt>
                <c:pt idx="879">
                  <c:v>2.4416666666666669</c:v>
                </c:pt>
                <c:pt idx="880">
                  <c:v>2.4444444444444442</c:v>
                </c:pt>
                <c:pt idx="881">
                  <c:v>2.4472222222222224</c:v>
                </c:pt>
                <c:pt idx="882">
                  <c:v>2.4500000000000002</c:v>
                </c:pt>
                <c:pt idx="883">
                  <c:v>2.4527777777777775</c:v>
                </c:pt>
                <c:pt idx="884">
                  <c:v>2.4555555555555557</c:v>
                </c:pt>
                <c:pt idx="885">
                  <c:v>2.4583333333333335</c:v>
                </c:pt>
                <c:pt idx="886">
                  <c:v>2.4611111111111108</c:v>
                </c:pt>
                <c:pt idx="887">
                  <c:v>2.463888888888889</c:v>
                </c:pt>
                <c:pt idx="888">
                  <c:v>2.4666666666666668</c:v>
                </c:pt>
                <c:pt idx="889">
                  <c:v>2.4694444444444441</c:v>
                </c:pt>
                <c:pt idx="890">
                  <c:v>2.4722222222222223</c:v>
                </c:pt>
                <c:pt idx="891">
                  <c:v>2.4750000000000001</c:v>
                </c:pt>
                <c:pt idx="892">
                  <c:v>2.4777777777777774</c:v>
                </c:pt>
                <c:pt idx="893">
                  <c:v>2.4805555555555556</c:v>
                </c:pt>
                <c:pt idx="894">
                  <c:v>2.4833333333333334</c:v>
                </c:pt>
                <c:pt idx="895">
                  <c:v>2.4861111111111112</c:v>
                </c:pt>
                <c:pt idx="896">
                  <c:v>2.4888888888888889</c:v>
                </c:pt>
                <c:pt idx="897">
                  <c:v>2.4916666666666667</c:v>
                </c:pt>
                <c:pt idx="898">
                  <c:v>2.4944444444444445</c:v>
                </c:pt>
                <c:pt idx="899">
                  <c:v>2.4972222222222222</c:v>
                </c:pt>
                <c:pt idx="900">
                  <c:v>2.5</c:v>
                </c:pt>
                <c:pt idx="901">
                  <c:v>2.5027777777777778</c:v>
                </c:pt>
                <c:pt idx="902">
                  <c:v>2.5055555555555555</c:v>
                </c:pt>
                <c:pt idx="903">
                  <c:v>2.5083333333333333</c:v>
                </c:pt>
                <c:pt idx="904">
                  <c:v>2.5111111111111111</c:v>
                </c:pt>
                <c:pt idx="905">
                  <c:v>2.5138888888888888</c:v>
                </c:pt>
                <c:pt idx="906">
                  <c:v>2.5166666666666666</c:v>
                </c:pt>
                <c:pt idx="907">
                  <c:v>2.5194444444444444</c:v>
                </c:pt>
                <c:pt idx="908">
                  <c:v>2.5222222222222226</c:v>
                </c:pt>
                <c:pt idx="909">
                  <c:v>2.5249999999999999</c:v>
                </c:pt>
                <c:pt idx="910">
                  <c:v>2.5277777777777777</c:v>
                </c:pt>
                <c:pt idx="911">
                  <c:v>2.5305555555555559</c:v>
                </c:pt>
                <c:pt idx="912">
                  <c:v>2.5333333333333332</c:v>
                </c:pt>
                <c:pt idx="913">
                  <c:v>2.536111111111111</c:v>
                </c:pt>
                <c:pt idx="914">
                  <c:v>2.5388888888888892</c:v>
                </c:pt>
                <c:pt idx="915">
                  <c:v>2.5416666666666665</c:v>
                </c:pt>
                <c:pt idx="916">
                  <c:v>2.5444444444444443</c:v>
                </c:pt>
                <c:pt idx="917">
                  <c:v>2.5472222222222225</c:v>
                </c:pt>
                <c:pt idx="918">
                  <c:v>2.5499999999999998</c:v>
                </c:pt>
                <c:pt idx="919">
                  <c:v>2.5527777777777776</c:v>
                </c:pt>
                <c:pt idx="920">
                  <c:v>2.5555555555555558</c:v>
                </c:pt>
                <c:pt idx="921">
                  <c:v>2.5583333333333331</c:v>
                </c:pt>
                <c:pt idx="922">
                  <c:v>2.5611111111111109</c:v>
                </c:pt>
                <c:pt idx="923">
                  <c:v>2.5638888888888891</c:v>
                </c:pt>
                <c:pt idx="924">
                  <c:v>2.5666666666666669</c:v>
                </c:pt>
                <c:pt idx="925">
                  <c:v>2.5694444444444442</c:v>
                </c:pt>
                <c:pt idx="926">
                  <c:v>2.5722222222222224</c:v>
                </c:pt>
                <c:pt idx="927">
                  <c:v>2.5750000000000002</c:v>
                </c:pt>
                <c:pt idx="928">
                  <c:v>2.5777777777777775</c:v>
                </c:pt>
                <c:pt idx="929">
                  <c:v>2.5805555555555557</c:v>
                </c:pt>
                <c:pt idx="930">
                  <c:v>2.5833333333333335</c:v>
                </c:pt>
                <c:pt idx="931">
                  <c:v>2.5861111111111108</c:v>
                </c:pt>
                <c:pt idx="932">
                  <c:v>2.588888888888889</c:v>
                </c:pt>
                <c:pt idx="933">
                  <c:v>2.5916666666666668</c:v>
                </c:pt>
                <c:pt idx="934">
                  <c:v>2.5944444444444441</c:v>
                </c:pt>
                <c:pt idx="935">
                  <c:v>2.5972222222222223</c:v>
                </c:pt>
                <c:pt idx="936">
                  <c:v>2.6</c:v>
                </c:pt>
                <c:pt idx="937">
                  <c:v>2.6027777777777774</c:v>
                </c:pt>
                <c:pt idx="938">
                  <c:v>2.6055555555555556</c:v>
                </c:pt>
                <c:pt idx="939">
                  <c:v>2.6083333333333334</c:v>
                </c:pt>
                <c:pt idx="940">
                  <c:v>2.6111111111111112</c:v>
                </c:pt>
                <c:pt idx="941">
                  <c:v>2.6138888888888889</c:v>
                </c:pt>
                <c:pt idx="942">
                  <c:v>2.6166666666666667</c:v>
                </c:pt>
                <c:pt idx="943">
                  <c:v>2.6194444444444445</c:v>
                </c:pt>
                <c:pt idx="944">
                  <c:v>2.6222222222222222</c:v>
                </c:pt>
                <c:pt idx="945">
                  <c:v>2.625</c:v>
                </c:pt>
                <c:pt idx="946">
                  <c:v>2.6277777777777778</c:v>
                </c:pt>
                <c:pt idx="947">
                  <c:v>2.6305555555555555</c:v>
                </c:pt>
                <c:pt idx="948">
                  <c:v>2.6333333333333333</c:v>
                </c:pt>
                <c:pt idx="949">
                  <c:v>2.6361111111111111</c:v>
                </c:pt>
                <c:pt idx="950">
                  <c:v>2.6388888888888888</c:v>
                </c:pt>
                <c:pt idx="951">
                  <c:v>2.6416666666666666</c:v>
                </c:pt>
                <c:pt idx="952">
                  <c:v>2.6444444444444444</c:v>
                </c:pt>
                <c:pt idx="953">
                  <c:v>2.6472222222222226</c:v>
                </c:pt>
                <c:pt idx="954">
                  <c:v>2.65</c:v>
                </c:pt>
                <c:pt idx="955">
                  <c:v>2.6527777777777777</c:v>
                </c:pt>
                <c:pt idx="956">
                  <c:v>2.6555555555555559</c:v>
                </c:pt>
                <c:pt idx="957">
                  <c:v>2.6583333333333332</c:v>
                </c:pt>
                <c:pt idx="958">
                  <c:v>2.661111111111111</c:v>
                </c:pt>
                <c:pt idx="959">
                  <c:v>2.6638888888888892</c:v>
                </c:pt>
                <c:pt idx="960">
                  <c:v>2.6666666666666665</c:v>
                </c:pt>
                <c:pt idx="961">
                  <c:v>2.6694444444444443</c:v>
                </c:pt>
                <c:pt idx="962">
                  <c:v>2.6722222222222225</c:v>
                </c:pt>
                <c:pt idx="963">
                  <c:v>2.6749999999999998</c:v>
                </c:pt>
                <c:pt idx="964">
                  <c:v>2.6777777777777776</c:v>
                </c:pt>
                <c:pt idx="965">
                  <c:v>2.6805555555555558</c:v>
                </c:pt>
                <c:pt idx="966">
                  <c:v>2.6833333333333331</c:v>
                </c:pt>
                <c:pt idx="967">
                  <c:v>2.6861111111111109</c:v>
                </c:pt>
                <c:pt idx="968">
                  <c:v>2.6888888888888891</c:v>
                </c:pt>
                <c:pt idx="969">
                  <c:v>2.6916666666666669</c:v>
                </c:pt>
                <c:pt idx="970">
                  <c:v>2.6944444444444442</c:v>
                </c:pt>
                <c:pt idx="971">
                  <c:v>2.6972222222222224</c:v>
                </c:pt>
                <c:pt idx="972">
                  <c:v>2.7</c:v>
                </c:pt>
                <c:pt idx="973">
                  <c:v>2.7027777777777775</c:v>
                </c:pt>
                <c:pt idx="974">
                  <c:v>2.7055555555555557</c:v>
                </c:pt>
                <c:pt idx="975">
                  <c:v>2.7083333333333335</c:v>
                </c:pt>
                <c:pt idx="976">
                  <c:v>2.7111111111111108</c:v>
                </c:pt>
                <c:pt idx="977">
                  <c:v>2.713888888888889</c:v>
                </c:pt>
                <c:pt idx="978">
                  <c:v>2.7166666666666668</c:v>
                </c:pt>
                <c:pt idx="979">
                  <c:v>2.7194444444444441</c:v>
                </c:pt>
                <c:pt idx="980">
                  <c:v>2.7222222222222223</c:v>
                </c:pt>
                <c:pt idx="981">
                  <c:v>2.7250000000000001</c:v>
                </c:pt>
                <c:pt idx="982">
                  <c:v>2.7277777777777774</c:v>
                </c:pt>
                <c:pt idx="983">
                  <c:v>2.7305555555555556</c:v>
                </c:pt>
                <c:pt idx="984">
                  <c:v>2.7333333333333334</c:v>
                </c:pt>
                <c:pt idx="985">
                  <c:v>2.7361111111111112</c:v>
                </c:pt>
                <c:pt idx="986">
                  <c:v>2.7388888888888889</c:v>
                </c:pt>
                <c:pt idx="987">
                  <c:v>2.7416666666666667</c:v>
                </c:pt>
                <c:pt idx="988">
                  <c:v>2.7444444444444445</c:v>
                </c:pt>
                <c:pt idx="989">
                  <c:v>2.7472222222222222</c:v>
                </c:pt>
                <c:pt idx="990">
                  <c:v>2.75</c:v>
                </c:pt>
                <c:pt idx="991">
                  <c:v>2.7527777777777778</c:v>
                </c:pt>
                <c:pt idx="992">
                  <c:v>2.7555555555555555</c:v>
                </c:pt>
                <c:pt idx="993">
                  <c:v>2.7583333333333333</c:v>
                </c:pt>
                <c:pt idx="994">
                  <c:v>2.7611111111111111</c:v>
                </c:pt>
                <c:pt idx="995">
                  <c:v>2.7638888888888888</c:v>
                </c:pt>
                <c:pt idx="996">
                  <c:v>2.7666666666666666</c:v>
                </c:pt>
                <c:pt idx="997">
                  <c:v>2.7694444444444444</c:v>
                </c:pt>
                <c:pt idx="998">
                  <c:v>2.7722222222222226</c:v>
                </c:pt>
                <c:pt idx="999">
                  <c:v>2.7749999999999999</c:v>
                </c:pt>
                <c:pt idx="1000">
                  <c:v>2.7777777777777777</c:v>
                </c:pt>
                <c:pt idx="1001">
                  <c:v>2.7805555555555559</c:v>
                </c:pt>
                <c:pt idx="1002">
                  <c:v>2.7833333333333332</c:v>
                </c:pt>
                <c:pt idx="1003">
                  <c:v>2.786111111111111</c:v>
                </c:pt>
                <c:pt idx="1004">
                  <c:v>2.7888888888888892</c:v>
                </c:pt>
                <c:pt idx="1005">
                  <c:v>2.7916666666666665</c:v>
                </c:pt>
                <c:pt idx="1006">
                  <c:v>2.7944444444444443</c:v>
                </c:pt>
                <c:pt idx="1007">
                  <c:v>2.7972222222222225</c:v>
                </c:pt>
                <c:pt idx="1008">
                  <c:v>2.8</c:v>
                </c:pt>
                <c:pt idx="1009">
                  <c:v>2.8027777777777776</c:v>
                </c:pt>
                <c:pt idx="1010">
                  <c:v>2.8055555555555558</c:v>
                </c:pt>
                <c:pt idx="1011">
                  <c:v>2.8083333333333331</c:v>
                </c:pt>
                <c:pt idx="1012">
                  <c:v>2.8111111111111109</c:v>
                </c:pt>
                <c:pt idx="1013">
                  <c:v>2.8138888888888891</c:v>
                </c:pt>
                <c:pt idx="1014">
                  <c:v>2.8166666666666669</c:v>
                </c:pt>
                <c:pt idx="1015">
                  <c:v>2.8194444444444442</c:v>
                </c:pt>
                <c:pt idx="1016">
                  <c:v>2.8222222222222224</c:v>
                </c:pt>
                <c:pt idx="1017">
                  <c:v>2.8250000000000002</c:v>
                </c:pt>
                <c:pt idx="1018">
                  <c:v>2.8277777777777775</c:v>
                </c:pt>
                <c:pt idx="1019">
                  <c:v>2.8305555555555557</c:v>
                </c:pt>
                <c:pt idx="1020">
                  <c:v>2.8333333333333335</c:v>
                </c:pt>
                <c:pt idx="1021">
                  <c:v>2.8361111111111108</c:v>
                </c:pt>
                <c:pt idx="1022">
                  <c:v>2.838888888888889</c:v>
                </c:pt>
                <c:pt idx="1023">
                  <c:v>2.8416666666666668</c:v>
                </c:pt>
                <c:pt idx="1024">
                  <c:v>2.8444444444444441</c:v>
                </c:pt>
                <c:pt idx="1025">
                  <c:v>2.8472222222222223</c:v>
                </c:pt>
                <c:pt idx="1026">
                  <c:v>2.85</c:v>
                </c:pt>
                <c:pt idx="1027">
                  <c:v>2.8527777777777774</c:v>
                </c:pt>
                <c:pt idx="1028">
                  <c:v>2.8555555555555556</c:v>
                </c:pt>
                <c:pt idx="1029">
                  <c:v>2.8583333333333334</c:v>
                </c:pt>
                <c:pt idx="1030">
                  <c:v>2.8611111111111112</c:v>
                </c:pt>
                <c:pt idx="1031">
                  <c:v>2.8638888888888889</c:v>
                </c:pt>
                <c:pt idx="1032">
                  <c:v>2.8666666666666667</c:v>
                </c:pt>
                <c:pt idx="1033">
                  <c:v>2.8694444444444445</c:v>
                </c:pt>
                <c:pt idx="1034">
                  <c:v>2.8722222222222222</c:v>
                </c:pt>
                <c:pt idx="1035">
                  <c:v>2.875</c:v>
                </c:pt>
                <c:pt idx="1036">
                  <c:v>2.8777777777777778</c:v>
                </c:pt>
                <c:pt idx="1037">
                  <c:v>2.8805555555555555</c:v>
                </c:pt>
                <c:pt idx="1038">
                  <c:v>2.8833333333333333</c:v>
                </c:pt>
                <c:pt idx="1039">
                  <c:v>2.8861111111111111</c:v>
                </c:pt>
                <c:pt idx="1040">
                  <c:v>2.8888888888888888</c:v>
                </c:pt>
                <c:pt idx="1041">
                  <c:v>2.8916666666666666</c:v>
                </c:pt>
                <c:pt idx="1042">
                  <c:v>2.8944444444444444</c:v>
                </c:pt>
                <c:pt idx="1043">
                  <c:v>2.8972222222222226</c:v>
                </c:pt>
                <c:pt idx="1044">
                  <c:v>2.9</c:v>
                </c:pt>
                <c:pt idx="1045">
                  <c:v>2.9027777777777777</c:v>
                </c:pt>
                <c:pt idx="1046">
                  <c:v>2.9055555555555559</c:v>
                </c:pt>
                <c:pt idx="1047">
                  <c:v>2.9083333333333332</c:v>
                </c:pt>
                <c:pt idx="1048">
                  <c:v>2.911111111111111</c:v>
                </c:pt>
                <c:pt idx="1049">
                  <c:v>2.9138888888888892</c:v>
                </c:pt>
                <c:pt idx="1050">
                  <c:v>2.9166666666666665</c:v>
                </c:pt>
                <c:pt idx="1051">
                  <c:v>2.9194444444444443</c:v>
                </c:pt>
                <c:pt idx="1052">
                  <c:v>2.9222222222222225</c:v>
                </c:pt>
                <c:pt idx="1053">
                  <c:v>2.9249999999999998</c:v>
                </c:pt>
                <c:pt idx="1054">
                  <c:v>2.9277777777777776</c:v>
                </c:pt>
                <c:pt idx="1055">
                  <c:v>2.9305555555555558</c:v>
                </c:pt>
                <c:pt idx="1056">
                  <c:v>2.9333333333333331</c:v>
                </c:pt>
                <c:pt idx="1057">
                  <c:v>2.9361111111111109</c:v>
                </c:pt>
                <c:pt idx="1058">
                  <c:v>2.9388888888888891</c:v>
                </c:pt>
                <c:pt idx="1059">
                  <c:v>2.9416666666666669</c:v>
                </c:pt>
                <c:pt idx="1060">
                  <c:v>2.9444444444444442</c:v>
                </c:pt>
                <c:pt idx="1061">
                  <c:v>2.9472222222222224</c:v>
                </c:pt>
                <c:pt idx="1062">
                  <c:v>2.95</c:v>
                </c:pt>
                <c:pt idx="1063">
                  <c:v>2.9527777777777775</c:v>
                </c:pt>
                <c:pt idx="1064">
                  <c:v>2.9555555555555557</c:v>
                </c:pt>
                <c:pt idx="1065">
                  <c:v>2.9583333333333335</c:v>
                </c:pt>
                <c:pt idx="1066">
                  <c:v>2.9611111111111108</c:v>
                </c:pt>
                <c:pt idx="1067">
                  <c:v>2.963888888888889</c:v>
                </c:pt>
                <c:pt idx="1068">
                  <c:v>2.9666666666666668</c:v>
                </c:pt>
                <c:pt idx="1069">
                  <c:v>2.9694444444444441</c:v>
                </c:pt>
                <c:pt idx="1070">
                  <c:v>2.9722222222222223</c:v>
                </c:pt>
                <c:pt idx="1071">
                  <c:v>2.9750000000000001</c:v>
                </c:pt>
                <c:pt idx="1072">
                  <c:v>2.9777777777777774</c:v>
                </c:pt>
                <c:pt idx="1073">
                  <c:v>2.9805555555555556</c:v>
                </c:pt>
                <c:pt idx="1074">
                  <c:v>2.9833333333333334</c:v>
                </c:pt>
                <c:pt idx="1075">
                  <c:v>2.9861111111111112</c:v>
                </c:pt>
                <c:pt idx="1076">
                  <c:v>2.9888888888888889</c:v>
                </c:pt>
                <c:pt idx="1077">
                  <c:v>2.9916666666666667</c:v>
                </c:pt>
                <c:pt idx="1078">
                  <c:v>2.9944444444444445</c:v>
                </c:pt>
                <c:pt idx="1079">
                  <c:v>2.9972222222222222</c:v>
                </c:pt>
                <c:pt idx="1080">
                  <c:v>3</c:v>
                </c:pt>
              </c:numCache>
            </c:numRef>
          </c:xVal>
          <c:yVal>
            <c:numRef>
              <c:f>Sheet1!$K$4:$K$1084</c:f>
              <c:numCache>
                <c:formatCode>0.00</c:formatCode>
                <c:ptCount val="1081"/>
                <c:pt idx="0">
                  <c:v>0</c:v>
                </c:pt>
                <c:pt idx="1">
                  <c:v>5.8177946336299903E-139</c:v>
                </c:pt>
                <c:pt idx="2">
                  <c:v>6.0020994094085563E-121</c:v>
                </c:pt>
                <c:pt idx="3">
                  <c:v>1.9748030306025976E-110</c:v>
                </c:pt>
                <c:pt idx="4">
                  <c:v>5.5410623764482213E-103</c:v>
                </c:pt>
                <c:pt idx="5">
                  <c:v>3.2354811737756971E-97</c:v>
                </c:pt>
                <c:pt idx="6">
                  <c:v>1.6313933871748572E-92</c:v>
                </c:pt>
                <c:pt idx="7">
                  <c:v>1.5174386198935783E-88</c:v>
                </c:pt>
                <c:pt idx="8">
                  <c:v>4.0961231874090137E-85</c:v>
                </c:pt>
                <c:pt idx="9">
                  <c:v>4.2980297139192718E-82</c:v>
                </c:pt>
                <c:pt idx="10">
                  <c:v>2.1402470386700499E-79</c:v>
                </c:pt>
                <c:pt idx="11">
                  <c:v>5.8313629322815366E-77</c:v>
                </c:pt>
                <c:pt idx="12">
                  <c:v>9.6567009607164247E-75</c:v>
                </c:pt>
                <c:pt idx="13">
                  <c:v>1.0526893177648884E-72</c:v>
                </c:pt>
                <c:pt idx="14">
                  <c:v>8.0375978998725291E-71</c:v>
                </c:pt>
                <c:pt idx="15">
                  <c:v>4.515072579781733E-69</c:v>
                </c:pt>
                <c:pt idx="16">
                  <c:v>1.9414812897797431E-67</c:v>
                </c:pt>
                <c:pt idx="17">
                  <c:v>6.6010738347454043E-66</c:v>
                </c:pt>
                <c:pt idx="18">
                  <c:v>1.8229496414747564E-64</c:v>
                </c:pt>
                <c:pt idx="19">
                  <c:v>4.1820139780849054E-63</c:v>
                </c:pt>
                <c:pt idx="20">
                  <c:v>8.1229582358662072E-62</c:v>
                </c:pt>
                <c:pt idx="21">
                  <c:v>1.3577419047422989E-60</c:v>
                </c:pt>
                <c:pt idx="22">
                  <c:v>1.9804571257370023E-59</c:v>
                </c:pt>
                <c:pt idx="23">
                  <c:v>2.551642424283248E-58</c:v>
                </c:pt>
                <c:pt idx="24">
                  <c:v>2.934737175273351E-57</c:v>
                </c:pt>
                <c:pt idx="25">
                  <c:v>3.0411671356004327E-56</c:v>
                </c:pt>
                <c:pt idx="26">
                  <c:v>2.8627650343495943E-55</c:v>
                </c:pt>
                <c:pt idx="27">
                  <c:v>2.4657879901696896E-54</c:v>
                </c:pt>
                <c:pt idx="28">
                  <c:v>1.9559458242716055E-53</c:v>
                </c:pt>
                <c:pt idx="29">
                  <c:v>1.437142631484374E-52</c:v>
                </c:pt>
                <c:pt idx="30">
                  <c:v>9.8319653497675473E-52</c:v>
                </c:pt>
                <c:pt idx="31">
                  <c:v>6.2923336616863528E-51</c:v>
                </c:pt>
                <c:pt idx="32">
                  <c:v>3.7831526941174229E-50</c:v>
                </c:pt>
                <c:pt idx="33">
                  <c:v>2.1450460570576952E-49</c:v>
                </c:pt>
                <c:pt idx="34">
                  <c:v>1.1510132125282343E-48</c:v>
                </c:pt>
                <c:pt idx="35">
                  <c:v>5.8637170427124175E-48</c:v>
                </c:pt>
                <c:pt idx="36">
                  <c:v>2.844365796296694E-47</c:v>
                </c:pt>
                <c:pt idx="37">
                  <c:v>1.3172976077269638E-46</c:v>
                </c:pt>
                <c:pt idx="38">
                  <c:v>5.8390381622316141E-46</c:v>
                </c:pt>
                <c:pt idx="39">
                  <c:v>2.4828300658001266E-45</c:v>
                </c:pt>
                <c:pt idx="40">
                  <c:v>1.0148809754697864E-44</c:v>
                </c:pt>
                <c:pt idx="41">
                  <c:v>3.9956928136953283E-44</c:v>
                </c:pt>
                <c:pt idx="42">
                  <c:v>1.5179699378967416E-43</c:v>
                </c:pt>
                <c:pt idx="43">
                  <c:v>5.5738867344665508E-43</c:v>
                </c:pt>
                <c:pt idx="44">
                  <c:v>1.9813283386958906E-42</c:v>
                </c:pt>
                <c:pt idx="45">
                  <c:v>6.8279722304286105E-42</c:v>
                </c:pt>
                <c:pt idx="46">
                  <c:v>2.2843144031316964E-41</c:v>
                </c:pt>
                <c:pt idx="47">
                  <c:v>7.4285236596820123E-41</c:v>
                </c:pt>
                <c:pt idx="48">
                  <c:v>2.3509875803695209E-40</c:v>
                </c:pt>
                <c:pt idx="49">
                  <c:v>7.2491310600390373E-40</c:v>
                </c:pt>
                <c:pt idx="50">
                  <c:v>2.1800500665439603E-39</c:v>
                </c:pt>
                <c:pt idx="51">
                  <c:v>6.400616856195226E-39</c:v>
                </c:pt>
                <c:pt idx="52">
                  <c:v>1.8363562637707821E-38</c:v>
                </c:pt>
                <c:pt idx="53">
                  <c:v>5.1529218533220449E-38</c:v>
                </c:pt>
                <c:pt idx="54">
                  <c:v>1.4153766516373452E-37</c:v>
                </c:pt>
                <c:pt idx="55">
                  <c:v>3.8084903977437977E-37</c:v>
                </c:pt>
                <c:pt idx="56">
                  <c:v>1.0046578297349268E-36</c:v>
                </c:pt>
                <c:pt idx="57">
                  <c:v>2.5999976221417752E-36</c:v>
                </c:pt>
                <c:pt idx="58">
                  <c:v>6.605508895837141E-36</c:v>
                </c:pt>
                <c:pt idx="59">
                  <c:v>1.6485131814428834E-35</c:v>
                </c:pt>
                <c:pt idx="60">
                  <c:v>4.0438199094587049E-35</c:v>
                </c:pt>
                <c:pt idx="61">
                  <c:v>9.7555540926953576E-35</c:v>
                </c:pt>
                <c:pt idx="62">
                  <c:v>2.315838492063012E-34</c:v>
                </c:pt>
                <c:pt idx="63">
                  <c:v>5.4123381573129143E-34</c:v>
                </c:pt>
                <c:pt idx="64">
                  <c:v>1.2459351908065262E-33</c:v>
                </c:pt>
                <c:pt idx="65">
                  <c:v>2.8264640729462356E-33</c:v>
                </c:pt>
                <c:pt idx="66">
                  <c:v>6.3215453962878553E-33</c:v>
                </c:pt>
                <c:pt idx="67">
                  <c:v>1.3945058745924316E-32</c:v>
                </c:pt>
                <c:pt idx="68">
                  <c:v>3.0353725759446429E-32</c:v>
                </c:pt>
                <c:pt idx="69">
                  <c:v>6.5218040400107474E-32</c:v>
                </c:pt>
                <c:pt idx="70">
                  <c:v>1.3837249113168765E-31</c:v>
                </c:pt>
                <c:pt idx="71">
                  <c:v>2.9001024453357031E-31</c:v>
                </c:pt>
                <c:pt idx="72">
                  <c:v>6.0063033116102034E-31</c:v>
                </c:pt>
                <c:pt idx="73">
                  <c:v>1.2296291176567861E-30</c:v>
                </c:pt>
                <c:pt idx="74">
                  <c:v>2.4891483050235072E-30</c:v>
                </c:pt>
                <c:pt idx="75">
                  <c:v>4.9838900198953333E-30</c:v>
                </c:pt>
                <c:pt idx="76">
                  <c:v>9.8730932989909114E-30</c:v>
                </c:pt>
                <c:pt idx="77">
                  <c:v>1.9356475050394233E-29</c:v>
                </c:pt>
                <c:pt idx="78">
                  <c:v>3.7566780797883696E-29</c:v>
                </c:pt>
                <c:pt idx="79">
                  <c:v>7.219354272849454E-29</c:v>
                </c:pt>
                <c:pt idx="80">
                  <c:v>1.3740962486606667E-28</c:v>
                </c:pt>
                <c:pt idx="81">
                  <c:v>2.5909803824226249E-28</c:v>
                </c:pt>
                <c:pt idx="82">
                  <c:v>4.8410458133138843E-28</c:v>
                </c:pt>
                <c:pt idx="83">
                  <c:v>8.9647596362482815E-28</c:v>
                </c:pt>
                <c:pt idx="84">
                  <c:v>1.6457176558659851E-27</c:v>
                </c:pt>
                <c:pt idx="85">
                  <c:v>2.9955651205197486E-27</c:v>
                </c:pt>
                <c:pt idx="86">
                  <c:v>5.4074853867371952E-27</c:v>
                </c:pt>
                <c:pt idx="87">
                  <c:v>9.6825220469001329E-27</c:v>
                </c:pt>
                <c:pt idx="88">
                  <c:v>1.7200407023470734E-26</c:v>
                </c:pt>
                <c:pt idx="89">
                  <c:v>3.0319626794793709E-26</c:v>
                </c:pt>
                <c:pt idx="90">
                  <c:v>5.3041900495350991E-26</c:v>
                </c:pt>
                <c:pt idx="91">
                  <c:v>9.2107947966787804E-26</c:v>
                </c:pt>
                <c:pt idx="92">
                  <c:v>1.5879187102760412E-25</c:v>
                </c:pt>
                <c:pt idx="93">
                  <c:v>2.7181949172830894E-25</c:v>
                </c:pt>
                <c:pt idx="94">
                  <c:v>4.6208296299190288E-25</c:v>
                </c:pt>
                <c:pt idx="95">
                  <c:v>7.8020749009984579E-25</c:v>
                </c:pt>
                <c:pt idx="96">
                  <c:v>1.3086178438614306E-24</c:v>
                </c:pt>
                <c:pt idx="97">
                  <c:v>2.1806600587661631E-24</c:v>
                </c:pt>
                <c:pt idx="98">
                  <c:v>3.6107175111384404E-24</c:v>
                </c:pt>
                <c:pt idx="99">
                  <c:v>5.9413577569963032E-24</c:v>
                </c:pt>
                <c:pt idx="100">
                  <c:v>9.71670652299863E-24</c:v>
                </c:pt>
                <c:pt idx="101">
                  <c:v>1.5795979822627184E-23</c:v>
                </c:pt>
                <c:pt idx="102">
                  <c:v>2.5528159615466133E-23</c:v>
                </c:pt>
                <c:pt idx="103">
                  <c:v>4.1019252396286644E-23</c:v>
                </c:pt>
                <c:pt idx="104">
                  <c:v>6.5538979383287293E-23</c:v>
                </c:pt>
                <c:pt idx="105">
                  <c:v>1.041363419226334E-22</c:v>
                </c:pt>
                <c:pt idx="106">
                  <c:v>1.6456646756539188E-22</c:v>
                </c:pt>
                <c:pt idx="107">
                  <c:v>2.5867898598803676E-22</c:v>
                </c:pt>
                <c:pt idx="108">
                  <c:v>4.044872862602252E-22</c:v>
                </c:pt>
                <c:pt idx="109">
                  <c:v>6.2923733107234428E-22</c:v>
                </c:pt>
                <c:pt idx="110">
                  <c:v>9.7393678894297122E-22</c:v>
                </c:pt>
                <c:pt idx="111">
                  <c:v>1.5000075541905621E-21</c:v>
                </c:pt>
                <c:pt idx="112">
                  <c:v>2.29901146352307E-21</c:v>
                </c:pt>
                <c:pt idx="113">
                  <c:v>3.5068035954130466E-21</c:v>
                </c:pt>
                <c:pt idx="114">
                  <c:v>5.3240358587834367E-21</c:v>
                </c:pt>
                <c:pt idx="115">
                  <c:v>8.0457284464941351E-21</c:v>
                </c:pt>
                <c:pt idx="116">
                  <c:v>1.2103733712783646E-20</c:v>
                </c:pt>
                <c:pt idx="117">
                  <c:v>1.8127452223542369E-20</c:v>
                </c:pt>
                <c:pt idx="118">
                  <c:v>2.7030280987939297E-20</c:v>
                </c:pt>
                <c:pt idx="119">
                  <c:v>4.0132190315303793E-20</c:v>
                </c:pt>
                <c:pt idx="120">
                  <c:v>5.9332821335230749E-20</c:v>
                </c:pt>
                <c:pt idx="121">
                  <c:v>8.7354948831773687E-20</c:v>
                </c:pt>
                <c:pt idx="122">
                  <c:v>1.2808556629423422E-19</c:v>
                </c:pt>
                <c:pt idx="123">
                  <c:v>1.8705188803612045E-19</c:v>
                </c:pt>
                <c:pt idx="124">
                  <c:v>2.7208310625749852E-19</c:v>
                </c:pt>
                <c:pt idx="125">
                  <c:v>3.94226945810047E-19</c:v>
                </c:pt>
                <c:pt idx="126">
                  <c:v>5.690144424150517E-19</c:v>
                </c:pt>
                <c:pt idx="127">
                  <c:v>8.1819891156962613E-19</c:v>
                </c:pt>
                <c:pt idx="128">
                  <c:v>1.1721383529601818E-18</c:v>
                </c:pt>
                <c:pt idx="129">
                  <c:v>1.6730478923113604E-18</c:v>
                </c:pt>
                <c:pt idx="130">
                  <c:v>2.3794246213588168E-18</c:v>
                </c:pt>
                <c:pt idx="131">
                  <c:v>3.3720469257785353E-18</c:v>
                </c:pt>
                <c:pt idx="132">
                  <c:v>4.7620812417682047E-18</c:v>
                </c:pt>
                <c:pt idx="133">
                  <c:v>6.7020003086004127E-18</c:v>
                </c:pt>
                <c:pt idx="134">
                  <c:v>9.4002400670664204E-18</c:v>
                </c:pt>
                <c:pt idx="135">
                  <c:v>1.3140812249013886E-17</c:v>
                </c:pt>
                <c:pt idx="136">
                  <c:v>1.8309465249597439E-17</c:v>
                </c:pt>
                <c:pt idx="137">
                  <c:v>2.5428470885779446E-17</c:v>
                </c:pt>
                <c:pt idx="138">
                  <c:v>3.5202739135735274E-17</c:v>
                </c:pt>
                <c:pt idx="139">
                  <c:v>4.8580764638540522E-17</c:v>
                </c:pt>
                <c:pt idx="140">
                  <c:v>6.6834934863505461E-17</c:v>
                </c:pt>
                <c:pt idx="141">
                  <c:v>9.1667039462800585E-17</c:v>
                </c:pt>
                <c:pt idx="142">
                  <c:v>1.2534648693086944E-16</c:v>
                </c:pt>
                <c:pt idx="143">
                  <c:v>1.7089084964675183E-16</c:v>
                </c:pt>
                <c:pt idx="144">
                  <c:v>2.3230103480991387E-16</c:v>
                </c:pt>
                <c:pt idx="145">
                  <c:v>3.1486675645504316E-16</c:v>
                </c:pt>
                <c:pt idx="146">
                  <c:v>4.255622348186639E-16</c:v>
                </c:pt>
                <c:pt idx="147">
                  <c:v>5.7355738536254506E-16</c:v>
                </c:pt>
                <c:pt idx="148">
                  <c:v>7.708764399376273E-16</c:v>
                </c:pt>
                <c:pt idx="149">
                  <c:v>1.033244283677794E-15</c:v>
                </c:pt>
                <c:pt idx="150">
                  <c:v>1.3811711793893951E-15</c:v>
                </c:pt>
                <c:pt idx="151">
                  <c:v>1.8413394559430853E-15</c:v>
                </c:pt>
                <c:pt idx="152">
                  <c:v>2.4483717278627775E-15</c:v>
                </c:pt>
                <c:pt idx="153">
                  <c:v>3.2470799787412422E-15</c:v>
                </c:pt>
                <c:pt idx="154">
                  <c:v>4.2953192124904393E-15</c:v>
                </c:pt>
                <c:pt idx="155">
                  <c:v>5.6675993543254736E-15</c:v>
                </c:pt>
                <c:pt idx="156">
                  <c:v>7.4596458693353606E-15</c:v>
                </c:pt>
                <c:pt idx="157">
                  <c:v>9.7941445999326046E-15</c:v>
                </c:pt>
                <c:pt idx="158">
                  <c:v>1.2827961324704064E-14</c:v>
                </c:pt>
                <c:pt idx="159">
                  <c:v>1.6761193561396703E-14</c:v>
                </c:pt>
                <c:pt idx="160">
                  <c:v>2.184849361595379E-14</c:v>
                </c:pt>
                <c:pt idx="161">
                  <c:v>2.8413200713503418E-14</c:v>
                </c:pt>
                <c:pt idx="162">
                  <c:v>3.6864939665056299E-14</c:v>
                </c:pt>
                <c:pt idx="163">
                  <c:v>4.7721487976531364E-14</c:v>
                </c:pt>
                <c:pt idx="164">
                  <c:v>6.1635887370273631E-14</c:v>
                </c:pt>
                <c:pt idx="165">
                  <c:v>7.9429984980423128E-14</c:v>
                </c:pt>
                <c:pt idx="166">
                  <c:v>1.0213584059459443E-13</c:v>
                </c:pt>
                <c:pt idx="167">
                  <c:v>1.3104673696532549E-13</c:v>
                </c:pt>
                <c:pt idx="168">
                  <c:v>1.677798894266849E-13</c:v>
                </c:pt>
                <c:pt idx="169">
                  <c:v>2.1435337934316756E-13</c:v>
                </c:pt>
                <c:pt idx="170">
                  <c:v>2.7328034552947797E-13</c:v>
                </c:pt>
                <c:pt idx="171">
                  <c:v>3.4768407292226126E-13</c:v>
                </c:pt>
                <c:pt idx="172">
                  <c:v>4.4143833492617505E-13</c:v>
                </c:pt>
                <c:pt idx="173">
                  <c:v>5.5933819403775019E-13</c:v>
                </c:pt>
                <c:pt idx="174">
                  <c:v>7.0730746654435551E-13</c:v>
                </c:pt>
                <c:pt idx="175">
                  <c:v>8.9265023660491644E-13</c:v>
                </c:pt>
                <c:pt idx="176">
                  <c:v>1.1243551919254976E-12</c:v>
                </c:pt>
                <c:pt idx="177">
                  <c:v>1.4134631808979086E-12</c:v>
                </c:pt>
                <c:pt idx="178">
                  <c:v>1.7735102976540299E-12</c:v>
                </c:pt>
                <c:pt idx="179">
                  <c:v>2.2210610306170079E-12</c:v>
                </c:pt>
                <c:pt idx="180">
                  <c:v>2.7763486115291638E-12</c:v>
                </c:pt>
                <c:pt idx="181">
                  <c:v>3.4640427321940542E-12</c:v>
                </c:pt>
                <c:pt idx="182">
                  <c:v>4.3141683195497334E-12</c:v>
                </c:pt>
                <c:pt idx="183">
                  <c:v>5.3632031490346178E-12</c:v>
                </c:pt>
                <c:pt idx="184">
                  <c:v>6.6553868139298861E-12</c:v>
                </c:pt>
                <c:pt idx="185">
                  <c:v>8.2442790475118621E-12</c:v>
                </c:pt>
                <c:pt idx="186">
                  <c:v>1.0194611720301754E-11</c:v>
                </c:pt>
                <c:pt idx="187">
                  <c:v>1.2584486124412195E-11</c:v>
                </c:pt>
                <c:pt idx="188">
                  <c:v>1.5507975543419238E-11</c:v>
                </c:pt>
                <c:pt idx="189">
                  <c:v>1.9078202737735475E-11</c:v>
                </c:pt>
                <c:pt idx="190">
                  <c:v>2.3430973018145046E-11</c:v>
                </c:pt>
                <c:pt idx="191">
                  <c:v>2.8729056219308976E-11</c:v>
                </c:pt>
                <c:pt idx="192">
                  <c:v>3.5167225327186432E-11</c:v>
                </c:pt>
                <c:pt idx="193">
                  <c:v>4.2978175989155504E-11</c:v>
                </c:pt>
                <c:pt idx="194">
                  <c:v>5.2439469898153316E-11</c:v>
                </c:pt>
                <c:pt idx="195">
                  <c:v>6.388166637501909E-11</c:v>
                </c:pt>
                <c:pt idx="196">
                  <c:v>7.7697830688944452E-11</c:v>
                </c:pt>
                <c:pt idx="197">
                  <c:v>9.4354635099610145E-11</c:v>
                </c:pt>
                <c:pt idx="198">
                  <c:v>1.1440529965651286E-10</c:v>
                </c:pt>
                <c:pt idx="199">
                  <c:v>1.3850465486938112E-10</c:v>
                </c:pt>
                <c:pt idx="200">
                  <c:v>1.6742664792772774E-10</c:v>
                </c:pt>
                <c:pt idx="201">
                  <c:v>2.0208465870062077E-10</c:v>
                </c:pt>
                <c:pt idx="202">
                  <c:v>2.4355504184033119E-10</c:v>
                </c:pt>
                <c:pt idx="203">
                  <c:v>2.9310436754619371E-10</c:v>
                </c:pt>
                <c:pt idx="204">
                  <c:v>3.5222089657319734E-10</c:v>
                </c:pt>
                <c:pt idx="205">
                  <c:v>4.2265089560524561E-10</c:v>
                </c:pt>
                <c:pt idx="206">
                  <c:v>5.0644047792934165E-10</c:v>
                </c:pt>
                <c:pt idx="207">
                  <c:v>6.0598374228174931E-10</c:v>
                </c:pt>
                <c:pt idx="208">
                  <c:v>7.2407808069704615E-10</c:v>
                </c:pt>
                <c:pt idx="209">
                  <c:v>8.6398763515274463E-10</c:v>
                </c:pt>
                <c:pt idx="210">
                  <c:v>1.0295160038216633E-9</c:v>
                </c:pt>
                <c:pt idx="211">
                  <c:v>1.2250894319517547E-9</c:v>
                </c:pt>
                <c:pt idx="212">
                  <c:v>1.455851871005914E-9</c:v>
                </c:pt>
                <c:pt idx="213">
                  <c:v>1.7277734540142519E-9</c:v>
                </c:pt>
                <c:pt idx="214">
                  <c:v>2.0477741165080839E-9</c:v>
                </c:pt>
                <c:pt idx="215">
                  <c:v>2.4238642924043388E-9</c:v>
                </c:pt>
                <c:pt idx="216">
                  <c:v>2.8653048343683212E-9</c:v>
                </c:pt>
                <c:pt idx="217">
                  <c:v>3.3827885501810785E-9</c:v>
                </c:pt>
                <c:pt idx="218">
                  <c:v>3.9886460122500261E-9</c:v>
                </c:pt>
                <c:pt idx="219">
                  <c:v>4.6970785885087954E-9</c:v>
                </c:pt>
                <c:pt idx="220">
                  <c:v>5.5244219615382771E-9</c:v>
                </c:pt>
                <c:pt idx="221">
                  <c:v>6.4894437508879017E-9</c:v>
                </c:pt>
                <c:pt idx="222">
                  <c:v>7.6136792334828748E-9</c:v>
                </c:pt>
                <c:pt idx="223">
                  <c:v>8.9218095709582041E-9</c:v>
                </c:pt>
                <c:pt idx="224">
                  <c:v>1.0442087403167963E-8</c:v>
                </c:pt>
                <c:pt idx="225">
                  <c:v>1.2206815156472383E-8</c:v>
                </c:pt>
                <c:pt idx="226">
                  <c:v>1.4252881946316426E-8</c:v>
                </c:pt>
                <c:pt idx="227">
                  <c:v>1.6622365528753176E-8</c:v>
                </c:pt>
                <c:pt idx="228">
                  <c:v>1.9363206377745423E-8</c:v>
                </c:pt>
                <c:pt idx="229">
                  <c:v>2.252996163714372E-8</c:v>
                </c:pt>
                <c:pt idx="230">
                  <c:v>2.6184647421138606E-8</c:v>
                </c:pt>
                <c:pt idx="231">
                  <c:v>3.0397678717756213E-8</c:v>
                </c:pt>
                <c:pt idx="232">
                  <c:v>3.5248916989637786E-8</c:v>
                </c:pt>
                <c:pt idx="233">
                  <c:v>4.0828836468101378E-8</c:v>
                </c:pt>
                <c:pt idx="234">
                  <c:v>4.7239821103412086E-8</c:v>
                </c:pt>
                <c:pt idx="235">
                  <c:v>5.4597605169567711E-8</c:v>
                </c:pt>
                <c:pt idx="236">
                  <c:v>6.3032871628800587E-8</c:v>
                </c:pt>
                <c:pt idx="237">
                  <c:v>7.2693023542752579E-8</c:v>
                </c:pt>
                <c:pt idx="238">
                  <c:v>8.3744145076854789E-8</c:v>
                </c:pt>
                <c:pt idx="239">
                  <c:v>9.6373169985157356E-8</c:v>
                </c:pt>
                <c:pt idx="240">
                  <c:v>1.1079027688754417E-7</c:v>
                </c:pt>
                <c:pt idx="241">
                  <c:v>1.2723153216303611E-7</c:v>
                </c:pt>
                <c:pt idx="242">
                  <c:v>1.4596180288443259E-7</c:v>
                </c:pt>
                <c:pt idx="243">
                  <c:v>1.6727796391365304E-7</c:v>
                </c:pt>
                <c:pt idx="244">
                  <c:v>1.91512425066227E-7</c:v>
                </c:pt>
                <c:pt idx="245">
                  <c:v>2.1903700613979778E-7</c:v>
                </c:pt>
                <c:pt idx="246">
                  <c:v>2.502671895872644E-7</c:v>
                </c:pt>
                <c:pt idx="247">
                  <c:v>2.8566678270214305E-7</c:v>
                </c:pt>
                <c:pt idx="248">
                  <c:v>3.2575302337329634E-7</c:v>
                </c:pt>
                <c:pt idx="249">
                  <c:v>3.7110216575946742E-7</c:v>
                </c:pt>
                <c:pt idx="250">
                  <c:v>4.2235558463191834E-7</c:v>
                </c:pt>
                <c:pt idx="251">
                  <c:v>4.8022643963624123E-7</c:v>
                </c:pt>
                <c:pt idx="252">
                  <c:v>5.4550694333158555E-7</c:v>
                </c:pt>
                <c:pt idx="253">
                  <c:v>6.1907627957736578E-7</c:v>
                </c:pt>
                <c:pt idx="254">
                  <c:v>7.019092216514578E-7</c:v>
                </c:pt>
                <c:pt idx="255">
                  <c:v>7.9508550239967488E-7</c:v>
                </c:pt>
                <c:pt idx="256">
                  <c:v>8.9979999173037546E-7</c:v>
                </c:pt>
                <c:pt idx="257">
                  <c:v>1.017373739877752E-6</c:v>
                </c:pt>
                <c:pt idx="258">
                  <c:v>1.1492659480590305E-6</c:v>
                </c:pt>
                <c:pt idx="259">
                  <c:v>1.2970869314397589E-6</c:v>
                </c:pt>
                <c:pt idx="260">
                  <c:v>1.4626121426919082E-6</c:v>
                </c:pt>
                <c:pt idx="261">
                  <c:v>1.6477973278759266E-6</c:v>
                </c:pt>
                <c:pt idx="262">
                  <c:v>1.8547948898932822E-6</c:v>
                </c:pt>
                <c:pt idx="263">
                  <c:v>2.0859715383307993E-6</c:v>
                </c:pt>
                <c:pt idx="264">
                  <c:v>2.3439273081459451E-6</c:v>
                </c:pt>
                <c:pt idx="265">
                  <c:v>2.6315160333107719E-6</c:v>
                </c:pt>
                <c:pt idx="266">
                  <c:v>2.9518673652309877E-6</c:v>
                </c:pt>
                <c:pt idx="267">
                  <c:v>3.3084104294755476E-6</c:v>
                </c:pt>
                <c:pt idx="268">
                  <c:v>3.7048992180744392E-6</c:v>
                </c:pt>
                <c:pt idx="269">
                  <c:v>4.1454398183579921E-6</c:v>
                </c:pt>
                <c:pt idx="270">
                  <c:v>4.6345195829999931E-6</c:v>
                </c:pt>
                <c:pt idx="271">
                  <c:v>5.1770383495787224E-6</c:v>
                </c:pt>
                <c:pt idx="272">
                  <c:v>5.7783418215602168E-6</c:v>
                </c:pt>
                <c:pt idx="273">
                  <c:v>6.4442572261231255E-6</c:v>
                </c:pt>
                <c:pt idx="274">
                  <c:v>7.1811313676631774E-6</c:v>
                </c:pt>
                <c:pt idx="275">
                  <c:v>7.9958711991161496E-6</c:v>
                </c:pt>
                <c:pt idx="276">
                  <c:v>8.8959870363956152E-6</c:v>
                </c:pt>
                <c:pt idx="277">
                  <c:v>9.8896385442450926E-6</c:v>
                </c:pt>
                <c:pt idx="278">
                  <c:v>1.0985683624608432E-5</c:v>
                </c:pt>
                <c:pt idx="279">
                  <c:v>1.2193730341225058E-5</c:v>
                </c:pt>
                <c:pt idx="280">
                  <c:v>1.3524192016512919E-5</c:v>
                </c:pt>
                <c:pt idx="281">
                  <c:v>1.4988345638899219E-5</c:v>
                </c:pt>
                <c:pt idx="282">
                  <c:v>1.6598393720555412E-5</c:v>
                </c:pt>
                <c:pt idx="283">
                  <c:v>1.8367529746973456E-5</c:v>
                </c:pt>
                <c:pt idx="284">
                  <c:v>2.0310007360947305E-5</c:v>
                </c:pt>
                <c:pt idx="285">
                  <c:v>2.2441213424261463E-5</c:v>
                </c:pt>
                <c:pt idx="286">
                  <c:v>2.4777745100732378E-5</c:v>
                </c:pt>
                <c:pt idx="287">
                  <c:v>2.7337491104122473E-5</c:v>
                </c:pt>
                <c:pt idx="288">
                  <c:v>3.0139717253872968E-5</c:v>
                </c:pt>
                <c:pt idx="289">
                  <c:v>3.3205156480500647E-5</c:v>
                </c:pt>
                <c:pt idx="290">
                  <c:v>3.6556103420877114E-5</c:v>
                </c:pt>
                <c:pt idx="291">
                  <c:v>4.0216513741409767E-5</c:v>
                </c:pt>
                <c:pt idx="292">
                  <c:v>4.4212108324346275E-5</c:v>
                </c:pt>
                <c:pt idx="293">
                  <c:v>4.8570482448981221E-5</c:v>
                </c:pt>
                <c:pt idx="294">
                  <c:v>5.3321220095467418E-5</c:v>
                </c:pt>
                <c:pt idx="295">
                  <c:v>5.8496013494142595E-5</c:v>
                </c:pt>
                <c:pt idx="296">
                  <c:v>6.4128788037762899E-5</c:v>
                </c:pt>
                <c:pt idx="297">
                  <c:v>7.0255832667811963E-5</c:v>
                </c:pt>
                <c:pt idx="298">
                  <c:v>7.6915935839002325E-5</c:v>
                </c:pt>
                <c:pt idx="299">
                  <c:v>8.4150527158255198E-5</c:v>
                </c:pt>
                <c:pt idx="300">
                  <c:v>9.200382478582634E-5</c:v>
                </c:pt>
                <c:pt idx="301">
                  <c:v>1.0052298867670433E-4</c:v>
                </c:pt>
                <c:pt idx="302">
                  <c:v>1.0975827973009232E-4</c:v>
                </c:pt>
                <c:pt idx="303">
                  <c:v>1.1976322490348143E-4</c:v>
                </c:pt>
                <c:pt idx="304">
                  <c:v>1.3059478833576675E-4</c:v>
                </c:pt>
                <c:pt idx="305">
                  <c:v>1.4231354851069989E-4</c:v>
                </c:pt>
                <c:pt idx="306">
                  <c:v>1.549838814780976E-4</c:v>
                </c:pt>
                <c:pt idx="307">
                  <c:v>1.6867415013523788E-4</c:v>
                </c:pt>
                <c:pt idx="308">
                  <c:v>1.8345689955510827E-4</c:v>
                </c:pt>
                <c:pt idx="309">
                  <c:v>1.9940905833135711E-4</c:v>
                </c:pt>
                <c:pt idx="310">
                  <c:v>2.1661214589210157E-4</c:v>
                </c:pt>
                <c:pt idx="311">
                  <c:v>2.3515248571619659E-4</c:v>
                </c:pt>
                <c:pt idx="312">
                  <c:v>2.551214243658752E-4</c:v>
                </c:pt>
                <c:pt idx="313">
                  <c:v>2.7661555622943905E-4</c:v>
                </c:pt>
                <c:pt idx="314">
                  <c:v>2.997369538461577E-4</c:v>
                </c:pt>
                <c:pt idx="315">
                  <c:v>3.2459340366353053E-4</c:v>
                </c:pt>
                <c:pt idx="316">
                  <c:v>3.5129864705389782E-4</c:v>
                </c:pt>
                <c:pt idx="317">
                  <c:v>3.7997262639372277E-4</c:v>
                </c:pt>
                <c:pt idx="318">
                  <c:v>4.1074173598414332E-4</c:v>
                </c:pt>
                <c:pt idx="319">
                  <c:v>4.4373907756619252E-4</c:v>
                </c:pt>
                <c:pt idx="320">
                  <c:v>4.7910472015805184E-4</c:v>
                </c:pt>
                <c:pt idx="321">
                  <c:v>5.1698596391505517E-4</c:v>
                </c:pt>
                <c:pt idx="322">
                  <c:v>5.5753760768600241E-4</c:v>
                </c:pt>
                <c:pt idx="323">
                  <c:v>6.00922219911593E-4</c:v>
                </c:pt>
                <c:pt idx="324">
                  <c:v>6.4731041248255745E-4</c:v>
                </c:pt>
                <c:pt idx="325">
                  <c:v>6.9688111714666563E-4</c:v>
                </c:pt>
                <c:pt idx="326">
                  <c:v>7.4982186402455927E-4</c:v>
                </c:pt>
                <c:pt idx="327">
                  <c:v>8.0632906176565427E-4</c:v>
                </c:pt>
                <c:pt idx="328">
                  <c:v>8.6660827884569571E-4</c:v>
                </c:pt>
                <c:pt idx="329">
                  <c:v>9.3087452547827541E-4</c:v>
                </c:pt>
                <c:pt idx="330">
                  <c:v>9.9935253558347406E-4</c:v>
                </c:pt>
                <c:pt idx="331">
                  <c:v>1.0722770482271059E-3</c:v>
                </c:pt>
                <c:pt idx="332">
                  <c:v>1.1498930879154409E-3</c:v>
                </c:pt>
                <c:pt idx="333">
                  <c:v>1.2324562431011352E-3</c:v>
                </c:pt>
                <c:pt idx="334">
                  <c:v>1.3202329422280197E-3</c:v>
                </c:pt>
                <c:pt idx="335">
                  <c:v>1.4135007266144507E-3</c:v>
                </c:pt>
                <c:pt idx="336">
                  <c:v>1.5125485194475176E-3</c:v>
                </c:pt>
                <c:pt idx="337">
                  <c:v>1.6176768901343798E-3</c:v>
                </c:pt>
                <c:pt idx="338">
                  <c:v>1.7291983132305699E-3</c:v>
                </c:pt>
                <c:pt idx="339">
                  <c:v>1.8474374211415285E-3</c:v>
                </c:pt>
                <c:pt idx="340">
                  <c:v>1.972731249768391E-3</c:v>
                </c:pt>
                <c:pt idx="341">
                  <c:v>2.1054294762485092E-3</c:v>
                </c:pt>
                <c:pt idx="342">
                  <c:v>2.2458946479183349E-3</c:v>
                </c:pt>
                <c:pt idx="343">
                  <c:v>2.3945024016074731E-3</c:v>
                </c:pt>
                <c:pt idx="344">
                  <c:v>2.551641672354507E-3</c:v>
                </c:pt>
                <c:pt idx="345">
                  <c:v>2.7177148906181153E-3</c:v>
                </c:pt>
                <c:pt idx="346">
                  <c:v>2.8931381670428374E-3</c:v>
                </c:pt>
                <c:pt idx="347">
                  <c:v>3.0783414638254161E-3</c:v>
                </c:pt>
                <c:pt idx="348">
                  <c:v>3.273768751717207E-3</c:v>
                </c:pt>
                <c:pt idx="349">
                  <c:v>3.4798781516887319E-3</c:v>
                </c:pt>
                <c:pt idx="350">
                  <c:v>3.6971420602765728E-3</c:v>
                </c:pt>
                <c:pt idx="351">
                  <c:v>3.9260472576275497E-3</c:v>
                </c:pt>
                <c:pt idx="352">
                  <c:v>4.1670949972543699E-3</c:v>
                </c:pt>
                <c:pt idx="353">
                  <c:v>4.4208010765160047E-3</c:v>
                </c:pt>
                <c:pt idx="354">
                  <c:v>4.6876958868409231E-3</c:v>
                </c:pt>
                <c:pt idx="355">
                  <c:v>4.9683244427153207E-3</c:v>
                </c:pt>
                <c:pt idx="356">
                  <c:v>5.2632463884682117E-3</c:v>
                </c:pt>
                <c:pt idx="357">
                  <c:v>5.5730359818967389E-3</c:v>
                </c:pt>
                <c:pt idx="358">
                  <c:v>5.8982820537878166E-3</c:v>
                </c:pt>
                <c:pt idx="359">
                  <c:v>6.2395879424105485E-3</c:v>
                </c:pt>
                <c:pt idx="360">
                  <c:v>6.5975714020741422E-3</c:v>
                </c:pt>
                <c:pt idx="361">
                  <c:v>6.9728644848680386E-3</c:v>
                </c:pt>
                <c:pt idx="362">
                  <c:v>7.3661133947279193E-3</c:v>
                </c:pt>
                <c:pt idx="363">
                  <c:v>7.777978312999527E-3</c:v>
                </c:pt>
                <c:pt idx="364">
                  <c:v>8.2091331947065551E-3</c:v>
                </c:pt>
                <c:pt idx="365">
                  <c:v>8.6602655347615652E-3</c:v>
                </c:pt>
                <c:pt idx="366">
                  <c:v>9.1320761033983813E-3</c:v>
                </c:pt>
                <c:pt idx="367">
                  <c:v>9.6252786501471368E-3</c:v>
                </c:pt>
                <c:pt idx="368">
                  <c:v>1.0140599575715852E-2</c:v>
                </c:pt>
                <c:pt idx="369">
                  <c:v>1.0678777571189719E-2</c:v>
                </c:pt>
                <c:pt idx="370">
                  <c:v>1.1240563224012977E-2</c:v>
                </c:pt>
                <c:pt idx="371">
                  <c:v>1.1826718590265812E-2</c:v>
                </c:pt>
                <c:pt idx="372">
                  <c:v>1.2438016732812199E-2</c:v>
                </c:pt>
                <c:pt idx="373">
                  <c:v>1.307524122494623E-2</c:v>
                </c:pt>
                <c:pt idx="374">
                  <c:v>1.3739185619231818E-2</c:v>
                </c:pt>
                <c:pt idx="375">
                  <c:v>1.4430652881290839E-2</c:v>
                </c:pt>
                <c:pt idx="376">
                  <c:v>1.5150454788366068E-2</c:v>
                </c:pt>
                <c:pt idx="377">
                  <c:v>1.5899411292547027E-2</c:v>
                </c:pt>
                <c:pt idx="378">
                  <c:v>1.6678349848626393E-2</c:v>
                </c:pt>
                <c:pt idx="379">
                  <c:v>1.7488104706622931E-2</c:v>
                </c:pt>
                <c:pt idx="380">
                  <c:v>1.8329516169081021E-2</c:v>
                </c:pt>
                <c:pt idx="381">
                  <c:v>1.9203429813341052E-2</c:v>
                </c:pt>
                <c:pt idx="382">
                  <c:v>2.0110695679042469E-2</c:v>
                </c:pt>
                <c:pt idx="383">
                  <c:v>2.1052167421214629E-2</c:v>
                </c:pt>
                <c:pt idx="384">
                  <c:v>2.2028701429380338E-2</c:v>
                </c:pt>
                <c:pt idx="385">
                  <c:v>2.3041155913183512E-2</c:v>
                </c:pt>
                <c:pt idx="386">
                  <c:v>2.4090389955144866E-2</c:v>
                </c:pt>
                <c:pt idx="387">
                  <c:v>2.5177262531213416E-2</c:v>
                </c:pt>
                <c:pt idx="388">
                  <c:v>2.630263149988744E-2</c:v>
                </c:pt>
                <c:pt idx="389">
                  <c:v>2.7467352560751508E-2</c:v>
                </c:pt>
                <c:pt idx="390">
                  <c:v>2.8672278183362952E-2</c:v>
                </c:pt>
                <c:pt idx="391">
                  <c:v>2.991825650750727E-2</c:v>
                </c:pt>
                <c:pt idx="392">
                  <c:v>3.1206130215925554E-2</c:v>
                </c:pt>
                <c:pt idx="393">
                  <c:v>3.2536735380705298E-2</c:v>
                </c:pt>
                <c:pt idx="394">
                  <c:v>3.3910900284596861E-2</c:v>
                </c:pt>
                <c:pt idx="395">
                  <c:v>3.5329444218614774E-2</c:v>
                </c:pt>
                <c:pt idx="396">
                  <c:v>3.6793176257357126E-2</c:v>
                </c:pt>
                <c:pt idx="397">
                  <c:v>3.8302894013544378E-2</c:v>
                </c:pt>
                <c:pt idx="398">
                  <c:v>3.9859382373382643E-2</c:v>
                </c:pt>
                <c:pt idx="399">
                  <c:v>4.1463412214402293E-2</c:v>
                </c:pt>
                <c:pt idx="400">
                  <c:v>4.3115739107515691E-2</c:v>
                </c:pt>
                <c:pt idx="401">
                  <c:v>4.4817102005099974E-2</c:v>
                </c:pt>
                <c:pt idx="402">
                  <c:v>4.6568221916986792E-2</c:v>
                </c:pt>
                <c:pt idx="403">
                  <c:v>4.8369800576284802E-2</c:v>
                </c:pt>
                <c:pt idx="404">
                  <c:v>5.0222519097055607E-2</c:v>
                </c:pt>
                <c:pt idx="405">
                  <c:v>5.2127036625897023E-2</c:v>
                </c:pt>
                <c:pt idx="406">
                  <c:v>5.4083988989543974E-2</c:v>
                </c:pt>
                <c:pt idx="407">
                  <c:v>5.6093987340664245E-2</c:v>
                </c:pt>
                <c:pt idx="408">
                  <c:v>5.8157616804064498E-2</c:v>
                </c:pt>
                <c:pt idx="409">
                  <c:v>6.0275435125554958E-2</c:v>
                </c:pt>
                <c:pt idx="410">
                  <c:v>6.2447971325782239E-2</c:v>
                </c:pt>
                <c:pt idx="411">
                  <c:v>6.4675724361359765E-2</c:v>
                </c:pt>
                <c:pt idx="412">
                  <c:v>6.6959161795652172E-2</c:v>
                </c:pt>
                <c:pt idx="413">
                  <c:v>6.929871848161348E-2</c:v>
                </c:pt>
                <c:pt idx="414">
                  <c:v>7.1694795259077432E-2</c:v>
                </c:pt>
                <c:pt idx="415">
                  <c:v>7.4147757668933584E-2</c:v>
                </c:pt>
                <c:pt idx="416">
                  <c:v>7.6657934686616955E-2</c:v>
                </c:pt>
                <c:pt idx="417">
                  <c:v>7.9225617477362634E-2</c:v>
                </c:pt>
                <c:pt idx="418">
                  <c:v>8.1851058175654148E-2</c:v>
                </c:pt>
                <c:pt idx="419">
                  <c:v>8.4534468691313466E-2</c:v>
                </c:pt>
                <c:pt idx="420">
                  <c:v>8.7276019544655595E-2</c:v>
                </c:pt>
                <c:pt idx="421">
                  <c:v>9.0075838733118543E-2</c:v>
                </c:pt>
                <c:pt idx="422">
                  <c:v>9.2934010631755284E-2</c:v>
                </c:pt>
                <c:pt idx="423">
                  <c:v>9.585057492996224E-2</c:v>
                </c:pt>
                <c:pt idx="424">
                  <c:v>9.8825525606764816E-2</c:v>
                </c:pt>
                <c:pt idx="425">
                  <c:v>0.10185880994696306</c:v>
                </c:pt>
                <c:pt idx="426">
                  <c:v>0.1049503276003866</c:v>
                </c:pt>
                <c:pt idx="427">
                  <c:v>0.10809992968647007</c:v>
                </c:pt>
                <c:pt idx="428">
                  <c:v>0.11130741794628832</c:v>
                </c:pt>
                <c:pt idx="429">
                  <c:v>0.11457254394416745</c:v>
                </c:pt>
                <c:pt idx="430">
                  <c:v>0.11789500832087398</c:v>
                </c:pt>
                <c:pt idx="431">
                  <c:v>0.12127446010038655</c:v>
                </c:pt>
                <c:pt idx="432">
                  <c:v>0.12471049605208999</c:v>
                </c:pt>
                <c:pt idx="433">
                  <c:v>0.12820266011025427</c:v>
                </c:pt>
                <c:pt idx="434">
                  <c:v>0.13175044285249216</c:v>
                </c:pt>
                <c:pt idx="435">
                  <c:v>0.13535328103886696</c:v>
                </c:pt>
                <c:pt idx="436">
                  <c:v>0.13901055721319411</c:v>
                </c:pt>
                <c:pt idx="437">
                  <c:v>0.14272159936797946</c:v>
                </c:pt>
                <c:pt idx="438">
                  <c:v>0.14648568067439552</c:v>
                </c:pt>
                <c:pt idx="439">
                  <c:v>0.150302019278517</c:v>
                </c:pt>
                <c:pt idx="440">
                  <c:v>0.15416977816498659</c:v>
                </c:pt>
                <c:pt idx="441">
                  <c:v>0.15808806508914977</c:v>
                </c:pt>
                <c:pt idx="442">
                  <c:v>0.16205593257860235</c:v>
                </c:pt>
                <c:pt idx="443">
                  <c:v>0.16607237800494876</c:v>
                </c:pt>
                <c:pt idx="444">
                  <c:v>0.17013634372650205</c:v>
                </c:pt>
                <c:pt idx="445">
                  <c:v>0.17424671730246821</c:v>
                </c:pt>
                <c:pt idx="446">
                  <c:v>0.17840233177912584</c:v>
                </c:pt>
                <c:pt idx="447">
                  <c:v>0.18260196604827469</c:v>
                </c:pt>
                <c:pt idx="448">
                  <c:v>0.18684434527824911</c:v>
                </c:pt>
                <c:pt idx="449">
                  <c:v>0.19112814141750226</c:v>
                </c:pt>
                <c:pt idx="450">
                  <c:v>0.19545197377077062</c:v>
                </c:pt>
                <c:pt idx="451">
                  <c:v>0.19981440964766375</c:v>
                </c:pt>
                <c:pt idx="452">
                  <c:v>0.20421396508332051</c:v>
                </c:pt>
                <c:pt idx="453">
                  <c:v>0.20864910563081349</c:v>
                </c:pt>
                <c:pt idx="454">
                  <c:v>0.21311824722465711</c:v>
                </c:pt>
                <c:pt idx="455">
                  <c:v>0.217619757114799</c:v>
                </c:pt>
                <c:pt idx="456">
                  <c:v>0.22215195487030354</c:v>
                </c:pt>
                <c:pt idx="457">
                  <c:v>0.22671311345174369</c:v>
                </c:pt>
                <c:pt idx="458">
                  <c:v>0.23130146035134597</c:v>
                </c:pt>
                <c:pt idx="459">
                  <c:v>0.23591517879962565</c:v>
                </c:pt>
                <c:pt idx="460">
                  <c:v>0.24055240903728947</c:v>
                </c:pt>
                <c:pt idx="461">
                  <c:v>0.24521124965095928</c:v>
                </c:pt>
                <c:pt idx="462">
                  <c:v>0.24988975897125315</c:v>
                </c:pt>
                <c:pt idx="463">
                  <c:v>0.2545859565314797</c:v>
                </c:pt>
                <c:pt idx="464">
                  <c:v>0.25929782458535922</c:v>
                </c:pt>
                <c:pt idx="465">
                  <c:v>0.26402330968175991</c:v>
                </c:pt>
                <c:pt idx="466">
                  <c:v>0.2687603242946171</c:v>
                </c:pt>
                <c:pt idx="467">
                  <c:v>0.27350674850592332</c:v>
                </c:pt>
                <c:pt idx="468">
                  <c:v>0.27826043173966641</c:v>
                </c:pt>
                <c:pt idx="469">
                  <c:v>0.28301919454445823</c:v>
                </c:pt>
                <c:pt idx="470">
                  <c:v>0.28778083042254815</c:v>
                </c:pt>
                <c:pt idx="471">
                  <c:v>0.29254310770279718</c:v>
                </c:pt>
                <c:pt idx="472">
                  <c:v>0.29730377145512488</c:v>
                </c:pt>
                <c:pt idx="473">
                  <c:v>0.30206054544389094</c:v>
                </c:pt>
                <c:pt idx="474">
                  <c:v>0.30681113411755184</c:v>
                </c:pt>
                <c:pt idx="475">
                  <c:v>0.31155322463191654</c:v>
                </c:pt>
                <c:pt idx="476">
                  <c:v>0.31628448890425276</c:v>
                </c:pt>
                <c:pt idx="477">
                  <c:v>0.32100258569541107</c:v>
                </c:pt>
                <c:pt idx="478">
                  <c:v>0.32570516271716826</c:v>
                </c:pt>
                <c:pt idx="479">
                  <c:v>0.33038985876184512</c:v>
                </c:pt>
                <c:pt idx="480">
                  <c:v>0.33505430585126594</c:v>
                </c:pt>
                <c:pt idx="481">
                  <c:v>0.33969613140214078</c:v>
                </c:pt>
                <c:pt idx="482">
                  <c:v>0.34431296040483123</c:v>
                </c:pt>
                <c:pt idx="483">
                  <c:v>0.34890241761252039</c:v>
                </c:pt>
                <c:pt idx="484">
                  <c:v>0.35346212973774754</c:v>
                </c:pt>
                <c:pt idx="485">
                  <c:v>0.35798972765327458</c:v>
                </c:pt>
                <c:pt idx="486">
                  <c:v>0.36248284859424618</c:v>
                </c:pt>
                <c:pt idx="487">
                  <c:v>0.36693913835862674</c:v>
                </c:pt>
                <c:pt idx="488">
                  <c:v>0.37135625350283441</c:v>
                </c:pt>
                <c:pt idx="489">
                  <c:v>0.37573186352963672</c:v>
                </c:pt>
                <c:pt idx="490">
                  <c:v>0.38006365306521295</c:v>
                </c:pt>
                <c:pt idx="491">
                  <c:v>0.38434932402254435</c:v>
                </c:pt>
                <c:pt idx="492">
                  <c:v>0.38858659774799975</c:v>
                </c:pt>
                <c:pt idx="493">
                  <c:v>0.39277321714842106</c:v>
                </c:pt>
                <c:pt idx="494">
                  <c:v>0.39690694879568728</c:v>
                </c:pt>
                <c:pt idx="495">
                  <c:v>0.40098558500597159</c:v>
                </c:pt>
                <c:pt idx="496">
                  <c:v>0.4050069458909622</c:v>
                </c:pt>
                <c:pt idx="497">
                  <c:v>0.40896888137825921</c:v>
                </c:pt>
                <c:pt idx="498">
                  <c:v>0.41286927319835243</c:v>
                </c:pt>
                <c:pt idx="499">
                  <c:v>0.41670603683548829</c:v>
                </c:pt>
                <c:pt idx="500">
                  <c:v>0.42047712344003763</c:v>
                </c:pt>
                <c:pt idx="501">
                  <c:v>0.42418052169972953</c:v>
                </c:pt>
                <c:pt idx="502">
                  <c:v>0.42781425966753167</c:v>
                </c:pt>
                <c:pt idx="503">
                  <c:v>0.43137640654374204</c:v>
                </c:pt>
                <c:pt idx="504">
                  <c:v>0.43486507441015848</c:v>
                </c:pt>
                <c:pt idx="505">
                  <c:v>0.43827841991416017</c:v>
                </c:pt>
                <c:pt idx="506">
                  <c:v>0.4416146459005984</c:v>
                </c:pt>
                <c:pt idx="507">
                  <c:v>0.44487200298966595</c:v>
                </c:pt>
                <c:pt idx="508">
                  <c:v>0.44804879109876428</c:v>
                </c:pt>
                <c:pt idx="509">
                  <c:v>0.45114336090663015</c:v>
                </c:pt>
                <c:pt idx="510">
                  <c:v>0.45415411525817001</c:v>
                </c:pt>
                <c:pt idx="511">
                  <c:v>0.45707951050824541</c:v>
                </c:pt>
                <c:pt idx="512">
                  <c:v>0.45991805780311379</c:v>
                </c:pt>
                <c:pt idx="513">
                  <c:v>0.46266832429812665</c:v>
                </c:pt>
                <c:pt idx="514">
                  <c:v>0.4653289343103697</c:v>
                </c:pt>
                <c:pt idx="515">
                  <c:v>0.46789857040521227</c:v>
                </c:pt>
                <c:pt idx="516">
                  <c:v>0.47037597441566453</c:v>
                </c:pt>
                <c:pt idx="517">
                  <c:v>0.47275994839363822</c:v>
                </c:pt>
                <c:pt idx="518">
                  <c:v>0.47504935549234029</c:v>
                </c:pt>
                <c:pt idx="519">
                  <c:v>0.47724312077898706</c:v>
                </c:pt>
                <c:pt idx="520">
                  <c:v>0.47934023197741044</c:v>
                </c:pt>
                <c:pt idx="521">
                  <c:v>0.48133974013993869</c:v>
                </c:pt>
                <c:pt idx="522">
                  <c:v>0.48324076024823881</c:v>
                </c:pt>
                <c:pt idx="523">
                  <c:v>0.48504247174286802</c:v>
                </c:pt>
                <c:pt idx="524">
                  <c:v>0.48674411898135278</c:v>
                </c:pt>
                <c:pt idx="525">
                  <c:v>0.4883450116247679</c:v>
                </c:pt>
                <c:pt idx="526">
                  <c:v>0.48984452495289621</c:v>
                </c:pt>
                <c:pt idx="527">
                  <c:v>0.49124210010804248</c:v>
                </c:pt>
                <c:pt idx="528">
                  <c:v>0.49253724426796952</c:v>
                </c:pt>
                <c:pt idx="529">
                  <c:v>0.49372953074805398</c:v>
                </c:pt>
                <c:pt idx="530">
                  <c:v>0.49481859903337189</c:v>
                </c:pt>
                <c:pt idx="531">
                  <c:v>0.49580415474120226</c:v>
                </c:pt>
                <c:pt idx="532">
                  <c:v>0.49668596951453337</c:v>
                </c:pt>
                <c:pt idx="533">
                  <c:v>0.4974638808474745</c:v>
                </c:pt>
                <c:pt idx="534">
                  <c:v>0.49813779184331869</c:v>
                </c:pt>
                <c:pt idx="535">
                  <c:v>0.49870767090623225</c:v>
                </c:pt>
                <c:pt idx="536">
                  <c:v>0.49917355136759584</c:v>
                </c:pt>
                <c:pt idx="537">
                  <c:v>0.4995355310481096</c:v>
                </c:pt>
                <c:pt idx="538">
                  <c:v>0.49979377175682765</c:v>
                </c:pt>
                <c:pt idx="539">
                  <c:v>0.49994849872843194</c:v>
                </c:pt>
                <c:pt idx="540">
                  <c:v>0.5</c:v>
                </c:pt>
                <c:pt idx="541">
                  <c:v>0.4999486257287864</c:v>
                </c:pt>
                <c:pt idx="542">
                  <c:v>0.49979478745238826</c:v>
                </c:pt>
                <c:pt idx="543">
                  <c:v>0.49953895729292769</c:v>
                </c:pt>
                <c:pt idx="544">
                  <c:v>0.49918166710675965</c:v>
                </c:pt>
                <c:pt idx="545">
                  <c:v>0.49872350758143685</c:v>
                </c:pt>
                <c:pt idx="546">
                  <c:v>0.49816512728161122</c:v>
                </c:pt>
                <c:pt idx="547">
                  <c:v>0.49750723164561267</c:v>
                </c:pt>
                <c:pt idx="548">
                  <c:v>0.49675058193457133</c:v>
                </c:pt>
                <c:pt idx="549">
                  <c:v>0.49589599413585012</c:v>
                </c:pt>
                <c:pt idx="550">
                  <c:v>0.49494433782272723</c:v>
                </c:pt>
                <c:pt idx="551">
                  <c:v>0.49389653497227742</c:v>
                </c:pt>
                <c:pt idx="552">
                  <c:v>0.49275355874329957</c:v>
                </c:pt>
                <c:pt idx="553">
                  <c:v>0.49151643221641794</c:v>
                </c:pt>
                <c:pt idx="554">
                  <c:v>0.49018622709822746</c:v>
                </c:pt>
                <c:pt idx="555">
                  <c:v>0.48876406239160025</c:v>
                </c:pt>
                <c:pt idx="556">
                  <c:v>0.48725110303413782</c:v>
                </c:pt>
                <c:pt idx="557">
                  <c:v>0.48564855850688249</c:v>
                </c:pt>
                <c:pt idx="558">
                  <c:v>0.48395768141531731</c:v>
                </c:pt>
                <c:pt idx="559">
                  <c:v>0.48217976604471813</c:v>
                </c:pt>
                <c:pt idx="560">
                  <c:v>0.48031614689195024</c:v>
                </c:pt>
                <c:pt idx="561">
                  <c:v>0.47836819717583279</c:v>
                </c:pt>
                <c:pt idx="562">
                  <c:v>0.47633732732803097</c:v>
                </c:pt>
                <c:pt idx="563">
                  <c:v>0.47422498346665437</c:v>
                </c:pt>
                <c:pt idx="564">
                  <c:v>0.47203264585455113</c:v>
                </c:pt>
                <c:pt idx="565">
                  <c:v>0.46976182734438293</c:v>
                </c:pt>
                <c:pt idx="566">
                  <c:v>0.4674140718124617</c:v>
                </c:pt>
                <c:pt idx="567">
                  <c:v>0.46499095258337048</c:v>
                </c:pt>
                <c:pt idx="568">
                  <c:v>0.46249407084742827</c:v>
                </c:pt>
                <c:pt idx="569">
                  <c:v>0.45992505407282247</c:v>
                </c:pt>
                <c:pt idx="570">
                  <c:v>0.4572855544144746</c:v>
                </c:pt>
                <c:pt idx="571">
                  <c:v>0.45457724712147074</c:v>
                </c:pt>
                <c:pt idx="572">
                  <c:v>0.45180182894495263</c:v>
                </c:pt>
                <c:pt idx="573">
                  <c:v>0.44896101654832421</c:v>
                </c:pt>
                <c:pt idx="574">
                  <c:v>0.44605654492155755</c:v>
                </c:pt>
                <c:pt idx="575">
                  <c:v>0.44309016580136917</c:v>
                </c:pt>
                <c:pt idx="576">
                  <c:v>0.44006364609899701</c:v>
                </c:pt>
                <c:pt idx="577">
                  <c:v>0.43697876633727195</c:v>
                </c:pt>
                <c:pt idx="578">
                  <c:v>0.43383731909860596</c:v>
                </c:pt>
                <c:pt idx="579">
                  <c:v>0.43064110748548845</c:v>
                </c:pt>
                <c:pt idx="580">
                  <c:v>0.42739194359507465</c:v>
                </c:pt>
                <c:pt idx="581">
                  <c:v>0.42409164700932345</c:v>
                </c:pt>
                <c:pt idx="582">
                  <c:v>0.42074204330214199</c:v>
                </c:pt>
                <c:pt idx="583">
                  <c:v>0.4173449625649886</c:v>
                </c:pt>
                <c:pt idx="584">
                  <c:v>0.41390223795218867</c:v>
                </c:pt>
                <c:pt idx="585">
                  <c:v>0.41041570424735507</c:v>
                </c:pt>
                <c:pt idx="586">
                  <c:v>0.40688719645207028</c:v>
                </c:pt>
                <c:pt idx="587">
                  <c:v>0.40331854839808878</c:v>
                </c:pt>
                <c:pt idx="588">
                  <c:v>0.39971159138413276</c:v>
                </c:pt>
                <c:pt idx="589">
                  <c:v>0.39606815283841407</c:v>
                </c:pt>
                <c:pt idx="590">
                  <c:v>0.39239005500784374</c:v>
                </c:pt>
                <c:pt idx="591">
                  <c:v>0.38867911367495167</c:v>
                </c:pt>
                <c:pt idx="592">
                  <c:v>0.38493713690336673</c:v>
                </c:pt>
                <c:pt idx="593">
                  <c:v>0.38116592381277858</c:v>
                </c:pt>
                <c:pt idx="594">
                  <c:v>0.37736726338411769</c:v>
                </c:pt>
                <c:pt idx="595">
                  <c:v>0.37354293329570276</c:v>
                </c:pt>
                <c:pt idx="596">
                  <c:v>0.36969469879109784</c:v>
                </c:pt>
                <c:pt idx="597">
                  <c:v>0.36582431157919837</c:v>
                </c:pt>
                <c:pt idx="598">
                  <c:v>0.36193350876724212</c:v>
                </c:pt>
                <c:pt idx="599">
                  <c:v>0.35802401182716825</c:v>
                </c:pt>
                <c:pt idx="600">
                  <c:v>0.35409752559581908</c:v>
                </c:pt>
                <c:pt idx="601">
                  <c:v>0.35015573730942462</c:v>
                </c:pt>
                <c:pt idx="602">
                  <c:v>0.34620031567265974</c:v>
                </c:pt>
                <c:pt idx="603">
                  <c:v>0.34223290996266165</c:v>
                </c:pt>
                <c:pt idx="604">
                  <c:v>0.33825514916816302</c:v>
                </c:pt>
                <c:pt idx="605">
                  <c:v>0.33426864116404725</c:v>
                </c:pt>
                <c:pt idx="606">
                  <c:v>0.330274971921377</c:v>
                </c:pt>
                <c:pt idx="607">
                  <c:v>0.32627570475308149</c:v>
                </c:pt>
                <c:pt idx="608">
                  <c:v>0.32227237959529825</c:v>
                </c:pt>
                <c:pt idx="609">
                  <c:v>0.31826651232442177</c:v>
                </c:pt>
                <c:pt idx="610">
                  <c:v>0.3142595941097881</c:v>
                </c:pt>
                <c:pt idx="611">
                  <c:v>0.31025309080193664</c:v>
                </c:pt>
                <c:pt idx="612">
                  <c:v>0.30624844235631754</c:v>
                </c:pt>
                <c:pt idx="613">
                  <c:v>0.30224706229227583</c:v>
                </c:pt>
                <c:pt idx="614">
                  <c:v>0.29825033718711164</c:v>
                </c:pt>
                <c:pt idx="615">
                  <c:v>0.29425962620497481</c:v>
                </c:pt>
                <c:pt idx="616">
                  <c:v>0.29027626066028761</c:v>
                </c:pt>
                <c:pt idx="617">
                  <c:v>0.28630154361541338</c:v>
                </c:pt>
                <c:pt idx="618">
                  <c:v>0.28233674951218368</c:v>
                </c:pt>
                <c:pt idx="619">
                  <c:v>0.278383123836904</c:v>
                </c:pt>
                <c:pt idx="620">
                  <c:v>0.27444188281844872</c:v>
                </c:pt>
                <c:pt idx="621">
                  <c:v>0.27051421315891516</c:v>
                </c:pt>
                <c:pt idx="622">
                  <c:v>0.26660127179648191</c:v>
                </c:pt>
                <c:pt idx="623">
                  <c:v>0.26270418569981802</c:v>
                </c:pt>
                <c:pt idx="624">
                  <c:v>0.25882405169362943</c:v>
                </c:pt>
                <c:pt idx="625">
                  <c:v>0.25496193631472475</c:v>
                </c:pt>
                <c:pt idx="626">
                  <c:v>0.2511188756980095</c:v>
                </c:pt>
                <c:pt idx="627">
                  <c:v>0.24729587549184151</c:v>
                </c:pt>
                <c:pt idx="628">
                  <c:v>0.24349391080211466</c:v>
                </c:pt>
                <c:pt idx="629">
                  <c:v>0.23971392616438711</c:v>
                </c:pt>
                <c:pt idx="630">
                  <c:v>0.23595683554344621</c:v>
                </c:pt>
                <c:pt idx="631">
                  <c:v>0.23222352235960006</c:v>
                </c:pt>
                <c:pt idx="632">
                  <c:v>0.22851483954100482</c:v>
                </c:pt>
                <c:pt idx="633">
                  <c:v>0.22483160960134904</c:v>
                </c:pt>
                <c:pt idx="634">
                  <c:v>0.22117462474212929</c:v>
                </c:pt>
                <c:pt idx="635">
                  <c:v>0.21754464697883533</c:v>
                </c:pt>
                <c:pt idx="636">
                  <c:v>0.21394240829028044</c:v>
                </c:pt>
                <c:pt idx="637">
                  <c:v>0.21036861079033387</c:v>
                </c:pt>
                <c:pt idx="638">
                  <c:v>0.20682392692131141</c:v>
                </c:pt>
                <c:pt idx="639">
                  <c:v>0.20330899966825053</c:v>
                </c:pt>
                <c:pt idx="640">
                  <c:v>0.19982444279332953</c:v>
                </c:pt>
                <c:pt idx="641">
                  <c:v>0.19637084108962893</c:v>
                </c:pt>
                <c:pt idx="642">
                  <c:v>0.19294875065350889</c:v>
                </c:pt>
                <c:pt idx="643">
                  <c:v>0.18955869917480503</c:v>
                </c:pt>
                <c:pt idx="644">
                  <c:v>0.18620118624407267</c:v>
                </c:pt>
                <c:pt idx="645">
                  <c:v>0.18287668367613383</c:v>
                </c:pt>
                <c:pt idx="646">
                  <c:v>0.17958563584912976</c:v>
                </c:pt>
                <c:pt idx="647">
                  <c:v>0.17632846005834626</c:v>
                </c:pt>
                <c:pt idx="648">
                  <c:v>0.17310554688403407</c:v>
                </c:pt>
                <c:pt idx="649">
                  <c:v>0.16991726057247178</c:v>
                </c:pt>
                <c:pt idx="650">
                  <c:v>0.16676393942954024</c:v>
                </c:pt>
                <c:pt idx="651">
                  <c:v>0.16364589622603698</c:v>
                </c:pt>
                <c:pt idx="652">
                  <c:v>0.16056341861402471</c:v>
                </c:pt>
                <c:pt idx="653">
                  <c:v>0.15751676955349095</c:v>
                </c:pt>
                <c:pt idx="654">
                  <c:v>0.15450618774854993</c:v>
                </c:pt>
                <c:pt idx="655">
                  <c:v>0.15153188809257229</c:v>
                </c:pt>
                <c:pt idx="656">
                  <c:v>0.14859406212145138</c:v>
                </c:pt>
                <c:pt idx="657">
                  <c:v>0.1456928784743847</c:v>
                </c:pt>
                <c:pt idx="658">
                  <c:v>0.14282848336146547</c:v>
                </c:pt>
                <c:pt idx="659">
                  <c:v>0.14000100103744387</c:v>
                </c:pt>
                <c:pt idx="660">
                  <c:v>0.13721053428097973</c:v>
                </c:pt>
                <c:pt idx="661">
                  <c:v>0.13445716487878023</c:v>
                </c:pt>
                <c:pt idx="662">
                  <c:v>0.13174095411398692</c:v>
                </c:pt>
                <c:pt idx="663">
                  <c:v>0.12906194325819284</c:v>
                </c:pt>
                <c:pt idx="664">
                  <c:v>0.1264201540665161</c:v>
                </c:pt>
                <c:pt idx="665">
                  <c:v>0.12381558927513722</c:v>
                </c:pt>
                <c:pt idx="666">
                  <c:v>0.12124823310073465</c:v>
                </c:pt>
                <c:pt idx="667">
                  <c:v>0.11871805174127043</c:v>
                </c:pt>
                <c:pt idx="668">
                  <c:v>0.11622499387759978</c:v>
                </c:pt>
                <c:pt idx="669">
                  <c:v>0.11376899117536253</c:v>
                </c:pt>
                <c:pt idx="670">
                  <c:v>0.11134995878668585</c:v>
                </c:pt>
                <c:pt idx="671">
                  <c:v>0.10896779585118267</c:v>
                </c:pt>
                <c:pt idx="672">
                  <c:v>0.10662238599578414</c:v>
                </c:pt>
                <c:pt idx="673">
                  <c:v>0.10431359783296394</c:v>
                </c:pt>
                <c:pt idx="674">
                  <c:v>0.10204128545688597</c:v>
                </c:pt>
                <c:pt idx="675">
                  <c:v>9.9805288937084152E-2</c:v>
                </c:pt>
                <c:pt idx="676">
                  <c:v>9.7605434809249617E-2</c:v>
                </c:pt>
                <c:pt idx="677">
                  <c:v>9.5441536562735907E-2</c:v>
                </c:pt>
                <c:pt idx="678">
                  <c:v>9.331339512441629E-2</c:v>
                </c:pt>
                <c:pt idx="679">
                  <c:v>9.1220799338524561E-2</c:v>
                </c:pt>
                <c:pt idx="680">
                  <c:v>8.9163526442148658E-2</c:v>
                </c:pt>
                <c:pt idx="681">
                  <c:v>8.7141342536043137E-2</c:v>
                </c:pt>
                <c:pt idx="682">
                  <c:v>8.5154003050448859E-2</c:v>
                </c:pt>
                <c:pt idx="683">
                  <c:v>8.3201253205639203E-2</c:v>
                </c:pt>
                <c:pt idx="684">
                  <c:v>8.1282828466890514E-2</c:v>
                </c:pt>
                <c:pt idx="685">
                  <c:v>7.9398454993640774E-2</c:v>
                </c:pt>
                <c:pt idx="686">
                  <c:v>7.7547850082561612E-2</c:v>
                </c:pt>
                <c:pt idx="687">
                  <c:v>7.5730722604331252E-2</c:v>
                </c:pt>
                <c:pt idx="688">
                  <c:v>7.3946773433880411E-2</c:v>
                </c:pt>
                <c:pt idx="689">
                  <c:v>7.2195695873903357E-2</c:v>
                </c:pt>
                <c:pt idx="690">
                  <c:v>7.0477176071454886E-2</c:v>
                </c:pt>
                <c:pt idx="691">
                  <c:v>6.8790893427447625E-2</c:v>
                </c:pt>
                <c:pt idx="692">
                  <c:v>6.7136520998894694E-2</c:v>
                </c:pt>
                <c:pt idx="693">
                  <c:v>6.5513725893744476E-2</c:v>
                </c:pt>
                <c:pt idx="694">
                  <c:v>6.3922169658176722E-2</c:v>
                </c:pt>
                <c:pt idx="695">
                  <c:v>6.2361508656232897E-2</c:v>
                </c:pt>
                <c:pt idx="696">
                  <c:v>6.083139444167323E-2</c:v>
                </c:pt>
                <c:pt idx="697">
                  <c:v>5.9331474121965731E-2</c:v>
                </c:pt>
                <c:pt idx="698">
                  <c:v>5.7861390714318707E-2</c:v>
                </c:pt>
                <c:pt idx="699">
                  <c:v>5.6420783493679058E-2</c:v>
                </c:pt>
                <c:pt idx="700">
                  <c:v>5.5009288332649002E-2</c:v>
                </c:pt>
                <c:pt idx="701">
                  <c:v>5.3626538033244547E-2</c:v>
                </c:pt>
                <c:pt idx="702">
                  <c:v>5.2272162650484733E-2</c:v>
                </c:pt>
                <c:pt idx="703">
                  <c:v>5.0945789807757415E-2</c:v>
                </c:pt>
                <c:pt idx="704">
                  <c:v>4.9647045003953498E-2</c:v>
                </c:pt>
                <c:pt idx="705">
                  <c:v>4.8375551912353938E-2</c:v>
                </c:pt>
                <c:pt idx="706">
                  <c:v>4.7130932671275258E-2</c:v>
                </c:pt>
                <c:pt idx="707">
                  <c:v>4.5912808166469497E-2</c:v>
                </c:pt>
                <c:pt idx="708">
                  <c:v>4.4720798305305925E-2</c:v>
                </c:pt>
                <c:pt idx="709">
                  <c:v>4.3554522282756018E-2</c:v>
                </c:pt>
                <c:pt idx="710">
                  <c:v>4.2413598839210927E-2</c:v>
                </c:pt>
                <c:pt idx="711">
                  <c:v>4.129764651017339E-2</c:v>
                </c:pt>
                <c:pt idx="712">
                  <c:v>4.0206283867879659E-2</c:v>
                </c:pt>
                <c:pt idx="713">
                  <c:v>3.9139129754890652E-2</c:v>
                </c:pt>
                <c:pt idx="714">
                  <c:v>3.8095803509727709E-2</c:v>
                </c:pt>
                <c:pt idx="715">
                  <c:v>3.7075925184615707E-2</c:v>
                </c:pt>
                <c:pt idx="716">
                  <c:v>3.6079115755403623E-2</c:v>
                </c:pt>
                <c:pt idx="717">
                  <c:v>3.5104997323746931E-2</c:v>
                </c:pt>
                <c:pt idx="718">
                  <c:v>3.4153193311638019E-2</c:v>
                </c:pt>
                <c:pt idx="719">
                  <c:v>3.3223328648366836E-2</c:v>
                </c:pt>
                <c:pt idx="720">
                  <c:v>3.2315029950014243E-2</c:v>
                </c:pt>
                <c:pt idx="721">
                  <c:v>3.1427925691575306E-2</c:v>
                </c:pt>
                <c:pt idx="722">
                  <c:v>3.0561646371811305E-2</c:v>
                </c:pt>
                <c:pt idx="723">
                  <c:v>2.971582467094604E-2</c:v>
                </c:pt>
                <c:pt idx="724">
                  <c:v>2.8890095601310454E-2</c:v>
                </c:pt>
                <c:pt idx="725">
                  <c:v>2.8084096651053311E-2</c:v>
                </c:pt>
                <c:pt idx="726">
                  <c:v>2.7297467921034237E-2</c:v>
                </c:pt>
                <c:pt idx="727">
                  <c:v>2.6529852255019658E-2</c:v>
                </c:pt>
                <c:pt idx="728">
                  <c:v>2.5780895363306178E-2</c:v>
                </c:pt>
                <c:pt idx="729">
                  <c:v>2.5050245939893079E-2</c:v>
                </c:pt>
                <c:pt idx="730">
                  <c:v>2.4337555773333353E-2</c:v>
                </c:pt>
                <c:pt idx="731">
                  <c:v>2.3642479851395913E-2</c:v>
                </c:pt>
                <c:pt idx="732">
                  <c:v>2.296467645966065E-2</c:v>
                </c:pt>
                <c:pt idx="733">
                  <c:v>2.2303807274188157E-2</c:v>
                </c:pt>
                <c:pt idx="734">
                  <c:v>2.1659537448394283E-2</c:v>
                </c:pt>
                <c:pt idx="735">
                  <c:v>2.1031535694258158E-2</c:v>
                </c:pt>
                <c:pt idx="736">
                  <c:v>2.0419474358010035E-2</c:v>
                </c:pt>
                <c:pt idx="737">
                  <c:v>1.9823029490426029E-2</c:v>
                </c:pt>
                <c:pt idx="738">
                  <c:v>1.9241880911866589E-2</c:v>
                </c:pt>
                <c:pt idx="739">
                  <c:v>1.8675712272202123E-2</c:v>
                </c:pt>
                <c:pt idx="740">
                  <c:v>1.8124211105753647E-2</c:v>
                </c:pt>
                <c:pt idx="741">
                  <c:v>1.7587068881390423E-2</c:v>
                </c:pt>
                <c:pt idx="742">
                  <c:v>1.7063981047918432E-2</c:v>
                </c:pt>
                <c:pt idx="743">
                  <c:v>1.6554647074898145E-2</c:v>
                </c:pt>
                <c:pt idx="744">
                  <c:v>1.605877048902124E-2</c:v>
                </c:pt>
                <c:pt idx="745">
                  <c:v>1.5576058906189544E-2</c:v>
                </c:pt>
                <c:pt idx="746">
                  <c:v>1.5106224059420128E-2</c:v>
                </c:pt>
                <c:pt idx="747">
                  <c:v>1.4648981822717332E-2</c:v>
                </c:pt>
                <c:pt idx="748">
                  <c:v>1.4204052231040033E-2</c:v>
                </c:pt>
                <c:pt idx="749">
                  <c:v>1.3771159496493397E-2</c:v>
                </c:pt>
                <c:pt idx="750">
                  <c:v>1.335003202087791E-2</c:v>
                </c:pt>
                <c:pt idx="751">
                  <c:v>1.2940402404721907E-2</c:v>
                </c:pt>
                <c:pt idx="752">
                  <c:v>1.2542007452922542E-2</c:v>
                </c:pt>
                <c:pt idx="753">
                  <c:v>1.2154588177123515E-2</c:v>
                </c:pt>
                <c:pt idx="754">
                  <c:v>1.1777889794949682E-2</c:v>
                </c:pt>
                <c:pt idx="755">
                  <c:v>1.1411661726222454E-2</c:v>
                </c:pt>
                <c:pt idx="756">
                  <c:v>1.1055657586274234E-2</c:v>
                </c:pt>
                <c:pt idx="757">
                  <c:v>1.0709635176480593E-2</c:v>
                </c:pt>
                <c:pt idx="758">
                  <c:v>1.0373356472126692E-2</c:v>
                </c:pt>
                <c:pt idx="759">
                  <c:v>1.0046587607720311E-2</c:v>
                </c:pt>
                <c:pt idx="760">
                  <c:v>9.729098859866463E-3</c:v>
                </c:pt>
                <c:pt idx="761">
                  <c:v>9.4206646278098567E-3</c:v>
                </c:pt>
                <c:pt idx="762">
                  <c:v>9.1210634117572451E-3</c:v>
                </c:pt>
                <c:pt idx="763">
                  <c:v>8.8300777890820102E-3</c:v>
                </c:pt>
                <c:pt idx="764">
                  <c:v>8.5474943885169262E-3</c:v>
                </c:pt>
                <c:pt idx="765">
                  <c:v>8.2731038624344992E-3</c:v>
                </c:pt>
                <c:pt idx="766">
                  <c:v>8.0067008573170475E-3</c:v>
                </c:pt>
                <c:pt idx="767">
                  <c:v>7.748083982510005E-3</c:v>
                </c:pt>
                <c:pt idx="768">
                  <c:v>7.4970557773556259E-3</c:v>
                </c:pt>
                <c:pt idx="769">
                  <c:v>7.2534226767991313E-3</c:v>
                </c:pt>
                <c:pt idx="770">
                  <c:v>7.0169949755565023E-3</c:v>
                </c:pt>
                <c:pt idx="771">
                  <c:v>6.7875867909330447E-3</c:v>
                </c:pt>
                <c:pt idx="772">
                  <c:v>6.565016024377212E-3</c:v>
                </c:pt>
                <c:pt idx="773">
                  <c:v>6.3491043218544436E-3</c:v>
                </c:pt>
                <c:pt idx="774">
                  <c:v>6.1396770331204513E-3</c:v>
                </c:pt>
                <c:pt idx="775">
                  <c:v>5.9365631699736113E-3</c:v>
                </c:pt>
                <c:pt idx="776">
                  <c:v>5.7395953635631259E-3</c:v>
                </c:pt>
                <c:pt idx="777">
                  <c:v>5.5486098208274185E-3</c:v>
                </c:pt>
                <c:pt idx="778">
                  <c:v>5.3634462801325214E-3</c:v>
                </c:pt>
                <c:pt idx="779">
                  <c:v>5.1839479661843551E-3</c:v>
                </c:pt>
                <c:pt idx="780">
                  <c:v>5.0099615442783475E-3</c:v>
                </c:pt>
                <c:pt idx="781">
                  <c:v>4.8413370739541061E-3</c:v>
                </c:pt>
                <c:pt idx="782">
                  <c:v>4.6779279621182611E-3</c:v>
                </c:pt>
                <c:pt idx="783">
                  <c:v>4.5195909156954929E-3</c:v>
                </c:pt>
                <c:pt idx="784">
                  <c:v>4.3661858938670705E-3</c:v>
                </c:pt>
                <c:pt idx="785">
                  <c:v>4.217576059955052E-3</c:v>
                </c:pt>
                <c:pt idx="786">
                  <c:v>4.0736277330047409E-3</c:v>
                </c:pt>
                <c:pt idx="787">
                  <c:v>3.9342103391197258E-3</c:v>
                </c:pt>
                <c:pt idx="788">
                  <c:v>3.7991963625997756E-3</c:v>
                </c:pt>
                <c:pt idx="789">
                  <c:v>3.6684612969306927E-3</c:v>
                </c:pt>
                <c:pt idx="790">
                  <c:v>3.5418835956717285E-3</c:v>
                </c:pt>
                <c:pt idx="791">
                  <c:v>3.4193446232874875E-3</c:v>
                </c:pt>
                <c:pt idx="792">
                  <c:v>3.3007286059656442E-3</c:v>
                </c:pt>
                <c:pt idx="793">
                  <c:v>3.1859225824624922E-3</c:v>
                </c:pt>
                <c:pt idx="794">
                  <c:v>3.0748163550155822E-3</c:v>
                </c:pt>
                <c:pt idx="795">
                  <c:v>2.9673024403613401E-3</c:v>
                </c:pt>
                <c:pt idx="796">
                  <c:v>2.8632760208928566E-3</c:v>
                </c:pt>
                <c:pt idx="797">
                  <c:v>2.7626348959929234E-3</c:v>
                </c:pt>
                <c:pt idx="798">
                  <c:v>2.6652794335747668E-3</c:v>
                </c:pt>
                <c:pt idx="799">
                  <c:v>2.5711125218605821E-3</c:v>
                </c:pt>
                <c:pt idx="800">
                  <c:v>2.4800395214283452E-3</c:v>
                </c:pt>
                <c:pt idx="801">
                  <c:v>2.3919682175544154E-3</c:v>
                </c:pt>
                <c:pt idx="802">
                  <c:v>2.3068087728777102E-3</c:v>
                </c:pt>
                <c:pt idx="803">
                  <c:v>2.2244736804111504E-3</c:v>
                </c:pt>
                <c:pt idx="804">
                  <c:v>2.1448777169234411E-3</c:v>
                </c:pt>
                <c:pt idx="805">
                  <c:v>2.06793789671318E-3</c:v>
                </c:pt>
                <c:pt idx="806">
                  <c:v>1.9935734257963958E-3</c:v>
                </c:pt>
                <c:pt idx="807">
                  <c:v>1.9217056565265062E-3</c:v>
                </c:pt>
                <c:pt idx="808">
                  <c:v>1.8522580426653366E-3</c:v>
                </c:pt>
                <c:pt idx="809">
                  <c:v>1.7851560949216185E-3</c:v>
                </c:pt>
                <c:pt idx="810">
                  <c:v>1.7203273369732703E-3</c:v>
                </c:pt>
                <c:pt idx="811">
                  <c:v>1.6577012619875451E-3</c:v>
                </c:pt>
                <c:pt idx="812">
                  <c:v>1.5972092896528807E-3</c:v>
                </c:pt>
                <c:pt idx="813">
                  <c:v>1.538784723734686E-3</c:v>
                </c:pt>
                <c:pt idx="814">
                  <c:v>1.4823627101662516E-3</c:v>
                </c:pt>
                <c:pt idx="815">
                  <c:v>1.4278801956856396E-3</c:v>
                </c:pt>
                <c:pt idx="816">
                  <c:v>1.3752758870272759E-3</c:v>
                </c:pt>
                <c:pt idx="817">
                  <c:v>1.3244902106770793E-3</c:v>
                </c:pt>
                <c:pt idx="818">
                  <c:v>1.2754652731985104E-3</c:v>
                </c:pt>
                <c:pt idx="819">
                  <c:v>1.2281448221363527E-3</c:v>
                </c:pt>
                <c:pt idx="820">
                  <c:v>1.1824742075036221E-3</c:v>
                </c:pt>
                <c:pt idx="821">
                  <c:v>1.1384003438571263E-3</c:v>
                </c:pt>
                <c:pt idx="822">
                  <c:v>1.0958716729656392E-3</c:v>
                </c:pt>
                <c:pt idx="823">
                  <c:v>1.0548381270739941E-3</c:v>
                </c:pt>
                <c:pt idx="824">
                  <c:v>1.01525109276641E-3</c:v>
                </c:pt>
                <c:pt idx="825">
                  <c:v>9.7706337543059418E-4</c:v>
                </c:pt>
                <c:pt idx="826">
                  <c:v>9.4022916432432769E-4</c:v>
                </c:pt>
                <c:pt idx="827">
                  <c:v>9.0470399824545502E-4</c:v>
                </c:pt>
                <c:pt idx="828">
                  <c:v>8.704447318053154E-4</c:v>
                </c:pt>
                <c:pt idx="829">
                  <c:v>8.3740950230526726E-4</c:v>
                </c:pt>
                <c:pt idx="830">
                  <c:v>8.0555769721567098E-4</c:v>
                </c:pt>
                <c:pt idx="831">
                  <c:v>7.7484992225569248E-4</c:v>
                </c:pt>
                <c:pt idx="832">
                  <c:v>7.4524797007219357E-4</c:v>
                </c:pt>
                <c:pt idx="833">
                  <c:v>7.1671478951529127E-4</c:v>
                </c:pt>
                <c:pt idx="834">
                  <c:v>6.8921445550785252E-4</c:v>
                </c:pt>
                <c:pt idx="835">
                  <c:v>6.627121395057831E-4</c:v>
                </c:pt>
                <c:pt idx="836">
                  <c:v>6.3717408054536249E-4</c:v>
                </c:pt>
                <c:pt idx="837">
                  <c:v>6.1256755687392355E-4</c:v>
                </c:pt>
                <c:pt idx="838">
                  <c:v>5.8886085815931224E-4</c:v>
                </c:pt>
                <c:pt idx="839">
                  <c:v>5.6602325827369423E-4</c:v>
                </c:pt>
                <c:pt idx="840">
                  <c:v>5.4402498864673267E-4</c:v>
                </c:pt>
                <c:pt idx="841">
                  <c:v>5.2283721218283701E-4</c:v>
                </c:pt>
                <c:pt idx="842">
                  <c:v>5.0243199773708101E-4</c:v>
                </c:pt>
                <c:pt idx="843">
                  <c:v>4.827822951440667E-4</c:v>
                </c:pt>
                <c:pt idx="844">
                  <c:v>4.638619107937252E-4</c:v>
                </c:pt>
                <c:pt idx="845">
                  <c:v>4.4564548374782158E-4</c:v>
                </c:pt>
                <c:pt idx="846">
                  <c:v>4.2810846239097367E-4</c:v>
                </c:pt>
                <c:pt idx="847">
                  <c:v>4.112270816093824E-4</c:v>
                </c:pt>
                <c:pt idx="848">
                  <c:v>3.9497834049076756E-4</c:v>
                </c:pt>
                <c:pt idx="849">
                  <c:v>3.7933998053851374E-4</c:v>
                </c:pt>
                <c:pt idx="850">
                  <c:v>3.6429046439302455E-4</c:v>
                </c:pt>
                <c:pt idx="851">
                  <c:v>3.4980895505322347E-4</c:v>
                </c:pt>
                <c:pt idx="852">
                  <c:v>3.3587529559086929E-4</c:v>
                </c:pt>
                <c:pt idx="853">
                  <c:v>3.224699893504293E-4</c:v>
                </c:pt>
                <c:pt idx="854">
                  <c:v>3.0957418062703331E-4</c:v>
                </c:pt>
                <c:pt idx="855">
                  <c:v>2.9716963581501475E-4</c:v>
                </c:pt>
                <c:pt idx="856">
                  <c:v>2.8523872501953898E-4</c:v>
                </c:pt>
                <c:pt idx="857">
                  <c:v>2.7376440412363805E-4</c:v>
                </c:pt>
                <c:pt idx="858">
                  <c:v>2.6273019730306682E-4</c:v>
                </c:pt>
                <c:pt idx="859">
                  <c:v>2.5212017998124518E-4</c:v>
                </c:pt>
                <c:pt idx="860">
                  <c:v>2.4191896221661651E-4</c:v>
                </c:pt>
                <c:pt idx="861">
                  <c:v>2.3211167251474784E-4</c:v>
                </c:pt>
                <c:pt idx="862">
                  <c:v>2.226839420573492E-4</c:v>
                </c:pt>
                <c:pt idx="863">
                  <c:v>2.1362188934061371E-4</c:v>
                </c:pt>
                <c:pt idx="864">
                  <c:v>2.049121052151151E-4</c:v>
                </c:pt>
                <c:pt idx="865">
                  <c:v>1.9654163831955422E-4</c:v>
                </c:pt>
                <c:pt idx="866">
                  <c:v>1.8849798090078161E-4</c:v>
                </c:pt>
                <c:pt idx="867">
                  <c:v>1.8076905501239086E-4</c:v>
                </c:pt>
                <c:pt idx="868">
                  <c:v>1.7334319908430697E-4</c:v>
                </c:pt>
                <c:pt idx="869">
                  <c:v>1.6620915485589043E-4</c:v>
                </c:pt>
                <c:pt idx="870">
                  <c:v>1.5935605466494451E-4</c:v>
                </c:pt>
                <c:pt idx="871">
                  <c:v>1.5277340908529232E-4</c:v>
                </c:pt>
                <c:pt idx="872">
                  <c:v>1.46451094905485E-4</c:v>
                </c:pt>
                <c:pt idx="873">
                  <c:v>1.4037934344132439E-4</c:v>
                </c:pt>
                <c:pt idx="874">
                  <c:v>1.3454872917495906E-4</c:v>
                </c:pt>
                <c:pt idx="875">
                  <c:v>1.2895015871335785E-4</c:v>
                </c:pt>
                <c:pt idx="876">
                  <c:v>1.2357486005908463E-4</c:v>
                </c:pt>
                <c:pt idx="877">
                  <c:v>1.1841437218628984E-4</c:v>
                </c:pt>
                <c:pt idx="878">
                  <c:v>1.1346053491502861E-4</c:v>
                </c:pt>
                <c:pt idx="879">
                  <c:v>1.0870547907700456E-4</c:v>
                </c:pt>
                <c:pt idx="880">
                  <c:v>1.0414161696597895E-4</c:v>
                </c:pt>
                <c:pt idx="881">
                  <c:v>9.9761633066133772E-5</c:v>
                </c:pt>
                <c:pt idx="882">
                  <c:v>9.555847505183093E-5</c:v>
                </c:pt>
                <c:pt idx="883">
                  <c:v>9.1525345052217595E-5</c:v>
                </c:pt>
                <c:pt idx="884">
                  <c:v>8.7655691174292401E-5</c:v>
                </c:pt>
                <c:pt idx="885">
                  <c:v>8.3943199278115987E-5</c:v>
                </c:pt>
                <c:pt idx="886">
                  <c:v>8.0381784997941516E-5</c:v>
                </c:pt>
                <c:pt idx="887">
                  <c:v>7.6965586003143016E-5</c:v>
                </c:pt>
                <c:pt idx="888">
                  <c:v>7.3688954492941652E-5</c:v>
                </c:pt>
                <c:pt idx="889">
                  <c:v>7.0546449918983145E-5</c:v>
                </c:pt>
                <c:pt idx="890">
                  <c:v>6.7532831929969348E-5</c:v>
                </c:pt>
                <c:pt idx="891">
                  <c:v>6.4643053532616231E-5</c:v>
                </c:pt>
                <c:pt idx="892">
                  <c:v>6.1872254463331855E-5</c:v>
                </c:pt>
                <c:pt idx="893">
                  <c:v>5.9215754765085441E-5</c:v>
                </c:pt>
                <c:pt idx="894">
                  <c:v>5.6669048564085529E-5</c:v>
                </c:pt>
                <c:pt idx="895">
                  <c:v>5.4227798040926332E-5</c:v>
                </c:pt>
                <c:pt idx="896">
                  <c:v>5.1887827591013555E-5</c:v>
                </c:pt>
                <c:pt idx="897">
                  <c:v>4.9645118169174495E-5</c:v>
                </c:pt>
                <c:pt idx="898">
                  <c:v>4.7495801813424201E-5</c:v>
                </c:pt>
                <c:pt idx="899">
                  <c:v>4.5436156343013253E-5</c:v>
                </c:pt>
                <c:pt idx="900">
                  <c:v>4.3462600225935454E-5</c:v>
                </c:pt>
                <c:pt idx="901">
                  <c:v>4.1571687611211377E-5</c:v>
                </c:pt>
                <c:pt idx="902">
                  <c:v>3.976010352133642E-5</c:v>
                </c:pt>
                <c:pt idx="903">
                  <c:v>3.8024659200394466E-5</c:v>
                </c:pt>
                <c:pt idx="904">
                  <c:v>3.636228761343751E-5</c:v>
                </c:pt>
                <c:pt idx="905">
                  <c:v>3.4770039092815188E-5</c:v>
                </c:pt>
                <c:pt idx="906">
                  <c:v>3.3245077127252845E-5</c:v>
                </c:pt>
                <c:pt idx="907">
                  <c:v>3.1784674289559443E-5</c:v>
                </c:pt>
                <c:pt idx="908">
                  <c:v>3.0386208298939448E-5</c:v>
                </c:pt>
                <c:pt idx="909">
                  <c:v>2.9047158213991453E-5</c:v>
                </c:pt>
                <c:pt idx="910">
                  <c:v>2.7765100752542986E-5</c:v>
                </c:pt>
                <c:pt idx="911">
                  <c:v>2.6537706734591656E-5</c:v>
                </c:pt>
                <c:pt idx="912">
                  <c:v>2.5362737644688263E-5</c:v>
                </c:pt>
                <c:pt idx="913">
                  <c:v>2.4238042310192602E-5</c:v>
                </c:pt>
                <c:pt idx="914">
                  <c:v>2.3161553691932084E-5</c:v>
                </c:pt>
                <c:pt idx="915">
                  <c:v>2.2131285783862631E-5</c:v>
                </c:pt>
                <c:pt idx="916">
                  <c:v>2.1145330618419159E-5</c:v>
                </c:pt>
                <c:pt idx="917">
                  <c:v>2.0201855374341695E-5</c:v>
                </c:pt>
                <c:pt idx="918">
                  <c:v>1.9299099583822158E-5</c:v>
                </c:pt>
                <c:pt idx="919">
                  <c:v>1.8435372435911825E-5</c:v>
                </c:pt>
                <c:pt idx="920">
                  <c:v>1.760905017320885E-5</c:v>
                </c:pt>
                <c:pt idx="921">
                  <c:v>1.6818573578916968E-5</c:v>
                </c:pt>
                <c:pt idx="922">
                  <c:v>1.6062445551443829E-5</c:v>
                </c:pt>
                <c:pt idx="923">
                  <c:v>1.533922876378946E-5</c:v>
                </c:pt>
                <c:pt idx="924">
                  <c:v>1.4647543405040601E-5</c:v>
                </c:pt>
                <c:pt idx="925">
                  <c:v>1.3986065001361459E-5</c:v>
                </c:pt>
                <c:pt idx="926">
                  <c:v>1.3353522313947328E-5</c:v>
                </c:pt>
                <c:pt idx="927">
                  <c:v>1.274869531147092E-5</c:v>
                </c:pt>
                <c:pt idx="928">
                  <c:v>1.2170413214618599E-5</c:v>
                </c:pt>
                <c:pt idx="929">
                  <c:v>1.1617552610388563E-5</c:v>
                </c:pt>
                <c:pt idx="930">
                  <c:v>1.1089035633880193E-5</c:v>
                </c:pt>
                <c:pt idx="931">
                  <c:v>1.0583828215369531E-5</c:v>
                </c:pt>
                <c:pt idx="932">
                  <c:v>1.010093839053218E-5</c:v>
                </c:pt>
                <c:pt idx="933">
                  <c:v>9.6394146717328342E-6</c:v>
                </c:pt>
                <c:pt idx="934">
                  <c:v>9.198344478358623E-6</c:v>
                </c:pt>
                <c:pt idx="935">
                  <c:v>8.7768526242383227E-6</c:v>
                </c:pt>
                <c:pt idx="936">
                  <c:v>8.3740998602414153E-6</c:v>
                </c:pt>
                <c:pt idx="937">
                  <c:v>7.9892814702062591E-6</c:v>
                </c:pt>
                <c:pt idx="938">
                  <c:v>7.6216259184072011E-6</c:v>
                </c:pt>
                <c:pt idx="939">
                  <c:v>7.2703935468174325E-6</c:v>
                </c:pt>
                <c:pt idx="940">
                  <c:v>6.9348753204789248E-6</c:v>
                </c:pt>
                <c:pt idx="941">
                  <c:v>6.6143916193424477E-6</c:v>
                </c:pt>
                <c:pt idx="942">
                  <c:v>6.3082910749897214E-6</c:v>
                </c:pt>
                <c:pt idx="943">
                  <c:v>6.0159494506957104E-6</c:v>
                </c:pt>
                <c:pt idx="944">
                  <c:v>5.7367685633403483E-6</c:v>
                </c:pt>
                <c:pt idx="945">
                  <c:v>5.4701752457211855E-6</c:v>
                </c:pt>
                <c:pt idx="946">
                  <c:v>5.2156203478661394E-6</c:v>
                </c:pt>
                <c:pt idx="947">
                  <c:v>4.9725777759860065E-6</c:v>
                </c:pt>
                <c:pt idx="948">
                  <c:v>4.7405435677522973E-6</c:v>
                </c:pt>
                <c:pt idx="949">
                  <c:v>4.5190350026249282E-6</c:v>
                </c:pt>
                <c:pt idx="950">
                  <c:v>4.3075897459951422E-6</c:v>
                </c:pt>
                <c:pt idx="951">
                  <c:v>4.1057650259489295E-6</c:v>
                </c:pt>
                <c:pt idx="952">
                  <c:v>3.9131368414935017E-6</c:v>
                </c:pt>
                <c:pt idx="953">
                  <c:v>3.7292992011270164E-6</c:v>
                </c:pt>
                <c:pt idx="954">
                  <c:v>3.5538633906678452E-6</c:v>
                </c:pt>
                <c:pt idx="955">
                  <c:v>3.3864572692940898E-6</c:v>
                </c:pt>
                <c:pt idx="956">
                  <c:v>3.2267245927796437E-6</c:v>
                </c:pt>
                <c:pt idx="957">
                  <c:v>3.0743243629446268E-6</c:v>
                </c:pt>
                <c:pt idx="958">
                  <c:v>2.9289302023712847E-6</c:v>
                </c:pt>
                <c:pt idx="959">
                  <c:v>2.7902297534674421E-6</c:v>
                </c:pt>
                <c:pt idx="960">
                  <c:v>2.6579241009907966E-6</c:v>
                </c:pt>
                <c:pt idx="961">
                  <c:v>2.5317272171745021E-6</c:v>
                </c:pt>
                <c:pt idx="962">
                  <c:v>2.4113654286270685E-6</c:v>
                </c:pt>
                <c:pt idx="963">
                  <c:v>2.2965769042037096E-6</c:v>
                </c:pt>
                <c:pt idx="964">
                  <c:v>2.1871111630752311E-6</c:v>
                </c:pt>
                <c:pt idx="965">
                  <c:v>2.0827286022471043E-6</c:v>
                </c:pt>
                <c:pt idx="966">
                  <c:v>1.9832000428054456E-6</c:v>
                </c:pt>
                <c:pt idx="967">
                  <c:v>1.8883062941920297E-6</c:v>
                </c:pt>
                <c:pt idx="968">
                  <c:v>1.7978377358351482E-6</c:v>
                </c:pt>
                <c:pt idx="969">
                  <c:v>1.7115939154848871E-6</c:v>
                </c:pt>
                <c:pt idx="970">
                  <c:v>1.6293831636249469E-6</c:v>
                </c:pt>
                <c:pt idx="971">
                  <c:v>1.5510222233545713E-6</c:v>
                </c:pt>
                <c:pt idx="972">
                  <c:v>1.4763358951555382E-6</c:v>
                </c:pt>
                <c:pt idx="973">
                  <c:v>1.4051566959792017E-6</c:v>
                </c:pt>
                <c:pt idx="974">
                  <c:v>1.3373245321087399E-6</c:v>
                </c:pt>
                <c:pt idx="975">
                  <c:v>1.2726863852713523E-6</c:v>
                </c:pt>
                <c:pt idx="976">
                  <c:v>1.2110960114925973E-6</c:v>
                </c:pt>
                <c:pt idx="977">
                  <c:v>1.1524136522044625E-6</c:v>
                </c:pt>
                <c:pt idx="978">
                  <c:v>1.096505757135394E-6</c:v>
                </c:pt>
                <c:pt idx="979">
                  <c:v>1.043244718527332E-6</c:v>
                </c:pt>
                <c:pt idx="980">
                  <c:v>9.9250861624162795E-7</c:v>
                </c:pt>
                <c:pt idx="981">
                  <c:v>9.4418097333128105E-7</c:v>
                </c:pt>
                <c:pt idx="982">
                  <c:v>8.981505216719557E-7</c:v>
                </c:pt>
                <c:pt idx="983">
                  <c:v>8.5431097725951716E-7</c:v>
                </c:pt>
                <c:pt idx="984">
                  <c:v>8.1256082479585378E-7</c:v>
                </c:pt>
                <c:pt idx="985">
                  <c:v>7.7280311119847982E-7</c:v>
                </c:pt>
                <c:pt idx="986">
                  <c:v>7.3494524768302319E-7</c:v>
                </c:pt>
                <c:pt idx="987">
                  <c:v>6.9889882008056654E-7</c:v>
                </c:pt>
                <c:pt idx="988">
                  <c:v>6.6457940706402956E-7</c:v>
                </c:pt>
                <c:pt idx="989">
                  <c:v>6.3190640597033795E-7</c:v>
                </c:pt>
                <c:pt idx="990">
                  <c:v>6.0080286591624448E-7</c:v>
                </c:pt>
                <c:pt idx="991">
                  <c:v>5.7119532791729721E-7</c:v>
                </c:pt>
                <c:pt idx="992">
                  <c:v>5.4301367173025534E-7</c:v>
                </c:pt>
                <c:pt idx="993">
                  <c:v>5.1619096914955572E-7</c:v>
                </c:pt>
                <c:pt idx="994">
                  <c:v>4.9066334349883902E-7</c:v>
                </c:pt>
                <c:pt idx="995">
                  <c:v>4.6636983506816222E-7</c:v>
                </c:pt>
                <c:pt idx="996">
                  <c:v>4.4325227225699529E-7</c:v>
                </c:pt>
                <c:pt idx="997">
                  <c:v>4.2125514819224887E-7</c:v>
                </c:pt>
                <c:pt idx="998">
                  <c:v>4.0032550259941094E-7</c:v>
                </c:pt>
                <c:pt idx="999">
                  <c:v>3.804128087132032E-7</c:v>
                </c:pt>
                <c:pt idx="1000">
                  <c:v>3.6146886502252073E-7</c:v>
                </c:pt>
                <c:pt idx="1001">
                  <c:v>3.4344769165227414E-7</c:v>
                </c:pt>
                <c:pt idx="1002">
                  <c:v>3.2630543119229962E-7</c:v>
                </c:pt>
                <c:pt idx="1003">
                  <c:v>3.1000025379082968E-7</c:v>
                </c:pt>
                <c:pt idx="1004">
                  <c:v>2.9449226633733219E-7</c:v>
                </c:pt>
                <c:pt idx="1005">
                  <c:v>2.7974342556595562E-7</c:v>
                </c:pt>
                <c:pt idx="1006">
                  <c:v>2.6571745491773272E-7</c:v>
                </c:pt>
                <c:pt idx="1007">
                  <c:v>2.5237976500589703E-7</c:v>
                </c:pt>
                <c:pt idx="1008">
                  <c:v>2.3969737753473176E-7</c:v>
                </c:pt>
                <c:pt idx="1009">
                  <c:v>2.2763885252832996E-7</c:v>
                </c:pt>
                <c:pt idx="1010">
                  <c:v>2.1617421873130978E-7</c:v>
                </c:pt>
                <c:pt idx="1011">
                  <c:v>2.0527490704890776E-7</c:v>
                </c:pt>
                <c:pt idx="1012">
                  <c:v>1.9491368689920313E-7</c:v>
                </c:pt>
                <c:pt idx="1013">
                  <c:v>1.8506460535531597E-7</c:v>
                </c:pt>
                <c:pt idx="1014">
                  <c:v>1.7570292896014673E-7</c:v>
                </c:pt>
                <c:pt idx="1015">
                  <c:v>1.6680508810111876E-7</c:v>
                </c:pt>
                <c:pt idx="1016">
                  <c:v>1.5834862383669954E-7</c:v>
                </c:pt>
                <c:pt idx="1017">
                  <c:v>1.5031213707102307E-7</c:v>
                </c:pt>
                <c:pt idx="1018">
                  <c:v>1.4267523997690829E-7</c:v>
                </c:pt>
                <c:pt idx="1019">
                  <c:v>1.3541850957175841E-7</c:v>
                </c:pt>
                <c:pt idx="1020">
                  <c:v>1.2852344335464434E-7</c:v>
                </c:pt>
                <c:pt idx="1021">
                  <c:v>1.2197241691653004E-7</c:v>
                </c:pt>
                <c:pt idx="1022">
                  <c:v>1.1574864343928726E-7</c:v>
                </c:pt>
                <c:pt idx="1023">
                  <c:v>1.0983613500253461E-7</c:v>
                </c:pt>
                <c:pt idx="1024">
                  <c:v>1.0421966562062994E-7</c:v>
                </c:pt>
                <c:pt idx="1025">
                  <c:v>9.8884735935366539E-8</c:v>
                </c:pt>
                <c:pt idx="1026">
                  <c:v>9.3817539492979722E-8</c:v>
                </c:pt>
                <c:pt idx="1027">
                  <c:v>8.9004930536987475E-8</c:v>
                </c:pt>
                <c:pt idx="1028">
                  <c:v>8.4434393251219341E-8</c:v>
                </c:pt>
                <c:pt idx="1029">
                  <c:v>8.0094012390162943E-8</c:v>
                </c:pt>
                <c:pt idx="1030">
                  <c:v>7.5972445236252828E-8</c:v>
                </c:pt>
                <c:pt idx="1031">
                  <c:v>7.2058894826370779E-8</c:v>
                </c:pt>
                <c:pt idx="1032">
                  <c:v>6.8343084392117391E-8</c:v>
                </c:pt>
                <c:pt idx="1033">
                  <c:v>6.4815232960811121E-8</c:v>
                </c:pt>
                <c:pt idx="1034">
                  <c:v>6.1466032066345126E-8</c:v>
                </c:pt>
                <c:pt idx="1035">
                  <c:v>5.8286623521189497E-8</c:v>
                </c:pt>
                <c:pt idx="1036">
                  <c:v>5.5268578202881803E-8</c:v>
                </c:pt>
                <c:pt idx="1037">
                  <c:v>5.2403875810278944E-8</c:v>
                </c:pt>
                <c:pt idx="1038">
                  <c:v>4.9684885546790973E-8</c:v>
                </c:pt>
                <c:pt idx="1039">
                  <c:v>4.7104347689569811E-8</c:v>
                </c:pt>
                <c:pt idx="1040">
                  <c:v>4.4655356005411719E-8</c:v>
                </c:pt>
                <c:pt idx="1041">
                  <c:v>4.2331340975781194E-8</c:v>
                </c:pt>
                <c:pt idx="1042">
                  <c:v>4.0126053794966274E-8</c:v>
                </c:pt>
                <c:pt idx="1043">
                  <c:v>3.8033551106920123E-8</c:v>
                </c:pt>
                <c:pt idx="1044">
                  <c:v>3.6048180447814604E-8</c:v>
                </c:pt>
                <c:pt idx="1045">
                  <c:v>3.4164566362741008E-8</c:v>
                </c:pt>
                <c:pt idx="1046">
                  <c:v>3.2377597166367357E-8</c:v>
                </c:pt>
                <c:pt idx="1047">
                  <c:v>3.0682412318640985E-8</c:v>
                </c:pt>
                <c:pt idx="1048">
                  <c:v>2.9074390387881071E-8</c:v>
                </c:pt>
                <c:pt idx="1049">
                  <c:v>2.7549137574816064E-8</c:v>
                </c:pt>
                <c:pt idx="1050">
                  <c:v>2.6102476772246864E-8</c:v>
                </c:pt>
                <c:pt idx="1051">
                  <c:v>2.4730437136122113E-8</c:v>
                </c:pt>
                <c:pt idx="1052">
                  <c:v>2.3429244144880918E-8</c:v>
                </c:pt>
                <c:pt idx="1053">
                  <c:v>2.2195310124906844E-8</c:v>
                </c:pt>
                <c:pt idx="1054">
                  <c:v>2.1025225220913896E-8</c:v>
                </c:pt>
                <c:pt idx="1055">
                  <c:v>1.9915748791021087E-8</c:v>
                </c:pt>
                <c:pt idx="1056">
                  <c:v>1.8863801207147104E-8</c:v>
                </c:pt>
                <c:pt idx="1057">
                  <c:v>1.7866456042213507E-8</c:v>
                </c:pt>
                <c:pt idx="1058">
                  <c:v>1.6920932626463408E-8</c:v>
                </c:pt>
                <c:pt idx="1059">
                  <c:v>1.6024588955981211E-8</c:v>
                </c:pt>
                <c:pt idx="1060">
                  <c:v>1.5174914937241868E-8</c:v>
                </c:pt>
                <c:pt idx="1061">
                  <c:v>1.4369525952245416E-8</c:v>
                </c:pt>
                <c:pt idx="1062">
                  <c:v>1.3606156729470395E-8</c:v>
                </c:pt>
                <c:pt idx="1063">
                  <c:v>1.2882655506533823E-8</c:v>
                </c:pt>
                <c:pt idx="1064">
                  <c:v>1.2196978471086004E-8</c:v>
                </c:pt>
                <c:pt idx="1065">
                  <c:v>1.1547184467058632E-8</c:v>
                </c:pt>
                <c:pt idx="1066">
                  <c:v>1.0931429953964383E-8</c:v>
                </c:pt>
                <c:pt idx="1067">
                  <c:v>1.0347964207500476E-8</c:v>
                </c:pt>
                <c:pt idx="1068">
                  <c:v>9.7951247502327391E-9</c:v>
                </c:pt>
                <c:pt idx="1069">
                  <c:v>9.2713330016411787E-9</c:v>
                </c:pt>
                <c:pt idx="1070">
                  <c:v>8.7750901372940283E-9</c:v>
                </c:pt>
                <c:pt idx="1071">
                  <c:v>8.3049731473782836E-9</c:v>
                </c:pt>
                <c:pt idx="1072">
                  <c:v>7.8596310852517093E-9</c:v>
                </c:pt>
                <c:pt idx="1073">
                  <c:v>7.4377814971137452E-9</c:v>
                </c:pt>
                <c:pt idx="1074">
                  <c:v>7.0382070242884891E-9</c:v>
                </c:pt>
                <c:pt idx="1075">
                  <c:v>6.6597521700026468E-9</c:v>
                </c:pt>
                <c:pt idx="1076">
                  <c:v>6.301320222912539E-9</c:v>
                </c:pt>
                <c:pt idx="1077">
                  <c:v>5.9618703299851184E-9</c:v>
                </c:pt>
                <c:pt idx="1078">
                  <c:v>5.6404147116776257E-9</c:v>
                </c:pt>
                <c:pt idx="1079">
                  <c:v>5.3360160126830337E-9</c:v>
                </c:pt>
                <c:pt idx="1080">
                  <c:v>5.0477847818170671E-9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0F27-43CB-B342-0B1853660F7A}"/>
            </c:ext>
          </c:extLst>
        </c:ser>
        <c:ser>
          <c:idx val="1"/>
          <c:order val="1"/>
          <c:tx>
            <c:strRef>
              <c:f>Sheet1!$L$3</c:f>
              <c:strCache>
                <c:ptCount val="1"/>
                <c:pt idx="0">
                  <c:v>Qp = 1.0 L/s</c:v>
                </c:pt>
              </c:strCache>
            </c:strRef>
          </c:tx>
          <c:spPr>
            <a:ln w="19050" cap="rnd">
              <a:solidFill>
                <a:srgbClr val="002060"/>
              </a:solidFill>
              <a:round/>
            </a:ln>
            <a:effectLst/>
          </c:spPr>
          <c:marker>
            <c:symbol val="none"/>
          </c:marker>
          <c:xVal>
            <c:numRef>
              <c:f>Sheet1!$J$4:$J$1084</c:f>
              <c:numCache>
                <c:formatCode>General</c:formatCode>
                <c:ptCount val="1081"/>
                <c:pt idx="0">
                  <c:v>0</c:v>
                </c:pt>
                <c:pt idx="1">
                  <c:v>2.7777777777777775E-3</c:v>
                </c:pt>
                <c:pt idx="2">
                  <c:v>5.5555555555555549E-3</c:v>
                </c:pt>
                <c:pt idx="3">
                  <c:v>8.3333333333333332E-3</c:v>
                </c:pt>
                <c:pt idx="4">
                  <c:v>1.111111111111111E-2</c:v>
                </c:pt>
                <c:pt idx="5">
                  <c:v>1.388888888888889E-2</c:v>
                </c:pt>
                <c:pt idx="6">
                  <c:v>1.6666666666666666E-2</c:v>
                </c:pt>
                <c:pt idx="7">
                  <c:v>1.9444444444444445E-2</c:v>
                </c:pt>
                <c:pt idx="8">
                  <c:v>2.222222222222222E-2</c:v>
                </c:pt>
                <c:pt idx="9">
                  <c:v>2.5000000000000001E-2</c:v>
                </c:pt>
                <c:pt idx="10">
                  <c:v>2.777777777777778E-2</c:v>
                </c:pt>
                <c:pt idx="11">
                  <c:v>3.0555555555555555E-2</c:v>
                </c:pt>
                <c:pt idx="12">
                  <c:v>3.3333333333333333E-2</c:v>
                </c:pt>
                <c:pt idx="13">
                  <c:v>3.6111111111111108E-2</c:v>
                </c:pt>
                <c:pt idx="14">
                  <c:v>3.888888888888889E-2</c:v>
                </c:pt>
                <c:pt idx="15">
                  <c:v>4.1666666666666664E-2</c:v>
                </c:pt>
                <c:pt idx="16">
                  <c:v>4.4444444444444439E-2</c:v>
                </c:pt>
                <c:pt idx="17">
                  <c:v>4.7222222222222228E-2</c:v>
                </c:pt>
                <c:pt idx="18">
                  <c:v>0.05</c:v>
                </c:pt>
                <c:pt idx="19">
                  <c:v>5.2777777777777778E-2</c:v>
                </c:pt>
                <c:pt idx="20">
                  <c:v>5.5555555555555559E-2</c:v>
                </c:pt>
                <c:pt idx="21">
                  <c:v>5.8333333333333334E-2</c:v>
                </c:pt>
                <c:pt idx="22">
                  <c:v>6.1111111111111109E-2</c:v>
                </c:pt>
                <c:pt idx="23">
                  <c:v>6.3888888888888898E-2</c:v>
                </c:pt>
                <c:pt idx="24">
                  <c:v>6.6666666666666666E-2</c:v>
                </c:pt>
                <c:pt idx="25">
                  <c:v>6.9444444444444448E-2</c:v>
                </c:pt>
                <c:pt idx="26">
                  <c:v>7.2222222222222215E-2</c:v>
                </c:pt>
                <c:pt idx="27">
                  <c:v>7.4999999999999997E-2</c:v>
                </c:pt>
                <c:pt idx="28">
                  <c:v>7.7777777777777779E-2</c:v>
                </c:pt>
                <c:pt idx="29">
                  <c:v>8.0555555555555547E-2</c:v>
                </c:pt>
                <c:pt idx="30">
                  <c:v>8.3333333333333329E-2</c:v>
                </c:pt>
                <c:pt idx="31">
                  <c:v>8.611111111111111E-2</c:v>
                </c:pt>
                <c:pt idx="32">
                  <c:v>8.8888888888888878E-2</c:v>
                </c:pt>
                <c:pt idx="33">
                  <c:v>9.166666666666666E-2</c:v>
                </c:pt>
                <c:pt idx="34">
                  <c:v>9.4444444444444456E-2</c:v>
                </c:pt>
                <c:pt idx="35">
                  <c:v>9.7222222222222224E-2</c:v>
                </c:pt>
                <c:pt idx="36">
                  <c:v>0.1</c:v>
                </c:pt>
                <c:pt idx="37">
                  <c:v>0.10277777777777779</c:v>
                </c:pt>
                <c:pt idx="38">
                  <c:v>0.10555555555555556</c:v>
                </c:pt>
                <c:pt idx="39">
                  <c:v>0.10833333333333334</c:v>
                </c:pt>
                <c:pt idx="40">
                  <c:v>0.11111111111111112</c:v>
                </c:pt>
                <c:pt idx="41">
                  <c:v>0.11388888888888889</c:v>
                </c:pt>
                <c:pt idx="42">
                  <c:v>0.11666666666666667</c:v>
                </c:pt>
                <c:pt idx="43">
                  <c:v>0.11944444444444445</c:v>
                </c:pt>
                <c:pt idx="44">
                  <c:v>0.12222222222222222</c:v>
                </c:pt>
                <c:pt idx="45">
                  <c:v>0.125</c:v>
                </c:pt>
                <c:pt idx="46">
                  <c:v>0.1277777777777778</c:v>
                </c:pt>
                <c:pt idx="47">
                  <c:v>0.13055555555555556</c:v>
                </c:pt>
                <c:pt idx="48">
                  <c:v>0.13333333333333333</c:v>
                </c:pt>
                <c:pt idx="49">
                  <c:v>0.1361111111111111</c:v>
                </c:pt>
                <c:pt idx="50">
                  <c:v>0.1388888888888889</c:v>
                </c:pt>
                <c:pt idx="51">
                  <c:v>0.14166666666666666</c:v>
                </c:pt>
                <c:pt idx="52">
                  <c:v>0.14444444444444443</c:v>
                </c:pt>
                <c:pt idx="53">
                  <c:v>0.14722222222222223</c:v>
                </c:pt>
                <c:pt idx="54">
                  <c:v>0.15</c:v>
                </c:pt>
                <c:pt idx="55">
                  <c:v>0.15277777777777776</c:v>
                </c:pt>
                <c:pt idx="56">
                  <c:v>0.15555555555555556</c:v>
                </c:pt>
                <c:pt idx="57">
                  <c:v>0.15833333333333333</c:v>
                </c:pt>
                <c:pt idx="58">
                  <c:v>0.16111111111111109</c:v>
                </c:pt>
                <c:pt idx="59">
                  <c:v>0.16388888888888889</c:v>
                </c:pt>
                <c:pt idx="60">
                  <c:v>0.16666666666666666</c:v>
                </c:pt>
                <c:pt idx="61">
                  <c:v>0.16944444444444443</c:v>
                </c:pt>
                <c:pt idx="62">
                  <c:v>0.17222222222222222</c:v>
                </c:pt>
                <c:pt idx="63">
                  <c:v>0.17499999999999999</c:v>
                </c:pt>
                <c:pt idx="64">
                  <c:v>0.17777777777777776</c:v>
                </c:pt>
                <c:pt idx="65">
                  <c:v>0.18055555555555555</c:v>
                </c:pt>
                <c:pt idx="66">
                  <c:v>0.18333333333333332</c:v>
                </c:pt>
                <c:pt idx="67">
                  <c:v>0.18611111111111109</c:v>
                </c:pt>
                <c:pt idx="68">
                  <c:v>0.18888888888888891</c:v>
                </c:pt>
                <c:pt idx="69">
                  <c:v>0.19166666666666668</c:v>
                </c:pt>
                <c:pt idx="70">
                  <c:v>0.19444444444444445</c:v>
                </c:pt>
                <c:pt idx="71">
                  <c:v>0.19722222222222224</c:v>
                </c:pt>
                <c:pt idx="72">
                  <c:v>0.2</c:v>
                </c:pt>
                <c:pt idx="73">
                  <c:v>0.20277777777777778</c:v>
                </c:pt>
                <c:pt idx="74">
                  <c:v>0.20555555555555557</c:v>
                </c:pt>
                <c:pt idx="75">
                  <c:v>0.20833333333333334</c:v>
                </c:pt>
                <c:pt idx="76">
                  <c:v>0.21111111111111111</c:v>
                </c:pt>
                <c:pt idx="77">
                  <c:v>0.21388888888888891</c:v>
                </c:pt>
                <c:pt idx="78">
                  <c:v>0.21666666666666667</c:v>
                </c:pt>
                <c:pt idx="79">
                  <c:v>0.21944444444444444</c:v>
                </c:pt>
                <c:pt idx="80">
                  <c:v>0.22222222222222224</c:v>
                </c:pt>
                <c:pt idx="81">
                  <c:v>0.22500000000000001</c:v>
                </c:pt>
                <c:pt idx="82">
                  <c:v>0.22777777777777777</c:v>
                </c:pt>
                <c:pt idx="83">
                  <c:v>0.23055555555555557</c:v>
                </c:pt>
                <c:pt idx="84">
                  <c:v>0.23333333333333334</c:v>
                </c:pt>
                <c:pt idx="85">
                  <c:v>0.2361111111111111</c:v>
                </c:pt>
                <c:pt idx="86">
                  <c:v>0.2388888888888889</c:v>
                </c:pt>
                <c:pt idx="87">
                  <c:v>0.24166666666666667</c:v>
                </c:pt>
                <c:pt idx="88">
                  <c:v>0.24444444444444444</c:v>
                </c:pt>
                <c:pt idx="89">
                  <c:v>0.24722222222222223</c:v>
                </c:pt>
                <c:pt idx="90">
                  <c:v>0.25</c:v>
                </c:pt>
                <c:pt idx="91">
                  <c:v>0.25277777777777777</c:v>
                </c:pt>
                <c:pt idx="92">
                  <c:v>0.25555555555555559</c:v>
                </c:pt>
                <c:pt idx="93">
                  <c:v>0.25833333333333336</c:v>
                </c:pt>
                <c:pt idx="94">
                  <c:v>0.26111111111111113</c:v>
                </c:pt>
                <c:pt idx="95">
                  <c:v>0.2638888888888889</c:v>
                </c:pt>
                <c:pt idx="96">
                  <c:v>0.26666666666666666</c:v>
                </c:pt>
                <c:pt idx="97">
                  <c:v>0.26944444444444449</c:v>
                </c:pt>
                <c:pt idx="98">
                  <c:v>0.2722222222222222</c:v>
                </c:pt>
                <c:pt idx="99">
                  <c:v>0.27500000000000002</c:v>
                </c:pt>
                <c:pt idx="100">
                  <c:v>0.27777777777777779</c:v>
                </c:pt>
                <c:pt idx="101">
                  <c:v>0.28055555555555556</c:v>
                </c:pt>
                <c:pt idx="102">
                  <c:v>0.28333333333333333</c:v>
                </c:pt>
                <c:pt idx="103">
                  <c:v>0.28611111111111115</c:v>
                </c:pt>
                <c:pt idx="104">
                  <c:v>0.28888888888888886</c:v>
                </c:pt>
                <c:pt idx="105">
                  <c:v>0.29166666666666669</c:v>
                </c:pt>
                <c:pt idx="106">
                  <c:v>0.29444444444444445</c:v>
                </c:pt>
                <c:pt idx="107">
                  <c:v>0.29722222222222222</c:v>
                </c:pt>
                <c:pt idx="108">
                  <c:v>0.3</c:v>
                </c:pt>
                <c:pt idx="109">
                  <c:v>0.30277777777777781</c:v>
                </c:pt>
                <c:pt idx="110">
                  <c:v>0.30555555555555552</c:v>
                </c:pt>
                <c:pt idx="111">
                  <c:v>0.30833333333333335</c:v>
                </c:pt>
                <c:pt idx="112">
                  <c:v>0.31111111111111112</c:v>
                </c:pt>
                <c:pt idx="113">
                  <c:v>0.31388888888888888</c:v>
                </c:pt>
                <c:pt idx="114">
                  <c:v>0.31666666666666665</c:v>
                </c:pt>
                <c:pt idx="115">
                  <c:v>0.31944444444444448</c:v>
                </c:pt>
                <c:pt idx="116">
                  <c:v>0.32222222222222219</c:v>
                </c:pt>
                <c:pt idx="117">
                  <c:v>0.32500000000000001</c:v>
                </c:pt>
                <c:pt idx="118">
                  <c:v>0.32777777777777778</c:v>
                </c:pt>
                <c:pt idx="119">
                  <c:v>0.33055555555555555</c:v>
                </c:pt>
                <c:pt idx="120">
                  <c:v>0.33333333333333331</c:v>
                </c:pt>
                <c:pt idx="121">
                  <c:v>0.33611111111111114</c:v>
                </c:pt>
                <c:pt idx="122">
                  <c:v>0.33888888888888885</c:v>
                </c:pt>
                <c:pt idx="123">
                  <c:v>0.34166666666666667</c:v>
                </c:pt>
                <c:pt idx="124">
                  <c:v>0.34444444444444444</c:v>
                </c:pt>
                <c:pt idx="125">
                  <c:v>0.34722222222222221</c:v>
                </c:pt>
                <c:pt idx="126">
                  <c:v>0.35</c:v>
                </c:pt>
                <c:pt idx="127">
                  <c:v>0.3527777777777778</c:v>
                </c:pt>
                <c:pt idx="128">
                  <c:v>0.35555555555555551</c:v>
                </c:pt>
                <c:pt idx="129">
                  <c:v>0.35833333333333334</c:v>
                </c:pt>
                <c:pt idx="130">
                  <c:v>0.3611111111111111</c:v>
                </c:pt>
                <c:pt idx="131">
                  <c:v>0.36388888888888887</c:v>
                </c:pt>
                <c:pt idx="132">
                  <c:v>0.36666666666666664</c:v>
                </c:pt>
                <c:pt idx="133">
                  <c:v>0.36944444444444446</c:v>
                </c:pt>
                <c:pt idx="134">
                  <c:v>0.37222222222222218</c:v>
                </c:pt>
                <c:pt idx="135">
                  <c:v>0.375</c:v>
                </c:pt>
                <c:pt idx="136">
                  <c:v>0.37777777777777782</c:v>
                </c:pt>
                <c:pt idx="137">
                  <c:v>0.38055555555555554</c:v>
                </c:pt>
                <c:pt idx="138">
                  <c:v>0.38333333333333336</c:v>
                </c:pt>
                <c:pt idx="139">
                  <c:v>0.38611111111111113</c:v>
                </c:pt>
                <c:pt idx="140">
                  <c:v>0.3888888888888889</c:v>
                </c:pt>
                <c:pt idx="141">
                  <c:v>0.39166666666666666</c:v>
                </c:pt>
                <c:pt idx="142">
                  <c:v>0.39444444444444449</c:v>
                </c:pt>
                <c:pt idx="143">
                  <c:v>0.3972222222222222</c:v>
                </c:pt>
                <c:pt idx="144">
                  <c:v>0.4</c:v>
                </c:pt>
                <c:pt idx="145">
                  <c:v>0.40277777777777779</c:v>
                </c:pt>
                <c:pt idx="146">
                  <c:v>0.40555555555555556</c:v>
                </c:pt>
                <c:pt idx="147">
                  <c:v>0.40833333333333333</c:v>
                </c:pt>
                <c:pt idx="148">
                  <c:v>0.41111111111111115</c:v>
                </c:pt>
                <c:pt idx="149">
                  <c:v>0.41388888888888886</c:v>
                </c:pt>
                <c:pt idx="150">
                  <c:v>0.41666666666666669</c:v>
                </c:pt>
                <c:pt idx="151">
                  <c:v>0.41944444444444445</c:v>
                </c:pt>
                <c:pt idx="152">
                  <c:v>0.42222222222222222</c:v>
                </c:pt>
                <c:pt idx="153">
                  <c:v>0.42499999999999999</c:v>
                </c:pt>
                <c:pt idx="154">
                  <c:v>0.42777777777777781</c:v>
                </c:pt>
                <c:pt idx="155">
                  <c:v>0.43055555555555552</c:v>
                </c:pt>
                <c:pt idx="156">
                  <c:v>0.43333333333333335</c:v>
                </c:pt>
                <c:pt idx="157">
                  <c:v>0.43611111111111112</c:v>
                </c:pt>
                <c:pt idx="158">
                  <c:v>0.43888888888888888</c:v>
                </c:pt>
                <c:pt idx="159">
                  <c:v>0.44166666666666665</c:v>
                </c:pt>
                <c:pt idx="160">
                  <c:v>0.44444444444444448</c:v>
                </c:pt>
                <c:pt idx="161">
                  <c:v>0.44722222222222219</c:v>
                </c:pt>
                <c:pt idx="162">
                  <c:v>0.45</c:v>
                </c:pt>
                <c:pt idx="163">
                  <c:v>0.45277777777777778</c:v>
                </c:pt>
                <c:pt idx="164">
                  <c:v>0.45555555555555555</c:v>
                </c:pt>
                <c:pt idx="165">
                  <c:v>0.45833333333333331</c:v>
                </c:pt>
                <c:pt idx="166">
                  <c:v>0.46111111111111114</c:v>
                </c:pt>
                <c:pt idx="167">
                  <c:v>0.46388888888888885</c:v>
                </c:pt>
                <c:pt idx="168">
                  <c:v>0.46666666666666667</c:v>
                </c:pt>
                <c:pt idx="169">
                  <c:v>0.46944444444444444</c:v>
                </c:pt>
                <c:pt idx="170">
                  <c:v>0.47222222222222221</c:v>
                </c:pt>
                <c:pt idx="171">
                  <c:v>0.47499999999999998</c:v>
                </c:pt>
                <c:pt idx="172">
                  <c:v>0.4777777777777778</c:v>
                </c:pt>
                <c:pt idx="173">
                  <c:v>0.48055555555555551</c:v>
                </c:pt>
                <c:pt idx="174">
                  <c:v>0.48333333333333334</c:v>
                </c:pt>
                <c:pt idx="175">
                  <c:v>0.4861111111111111</c:v>
                </c:pt>
                <c:pt idx="176">
                  <c:v>0.48888888888888887</c:v>
                </c:pt>
                <c:pt idx="177">
                  <c:v>0.49166666666666664</c:v>
                </c:pt>
                <c:pt idx="178">
                  <c:v>0.49444444444444446</c:v>
                </c:pt>
                <c:pt idx="179">
                  <c:v>0.49722222222222218</c:v>
                </c:pt>
                <c:pt idx="180">
                  <c:v>0.5</c:v>
                </c:pt>
                <c:pt idx="181">
                  <c:v>0.50277777777777777</c:v>
                </c:pt>
                <c:pt idx="182">
                  <c:v>0.50555555555555554</c:v>
                </c:pt>
                <c:pt idx="183">
                  <c:v>0.5083333333333333</c:v>
                </c:pt>
                <c:pt idx="184">
                  <c:v>0.51111111111111118</c:v>
                </c:pt>
                <c:pt idx="185">
                  <c:v>0.51388888888888884</c:v>
                </c:pt>
                <c:pt idx="186">
                  <c:v>0.51666666666666672</c:v>
                </c:pt>
                <c:pt idx="187">
                  <c:v>0.51944444444444449</c:v>
                </c:pt>
                <c:pt idx="188">
                  <c:v>0.52222222222222225</c:v>
                </c:pt>
                <c:pt idx="189">
                  <c:v>0.52500000000000002</c:v>
                </c:pt>
                <c:pt idx="190">
                  <c:v>0.52777777777777779</c:v>
                </c:pt>
                <c:pt idx="191">
                  <c:v>0.53055555555555556</c:v>
                </c:pt>
                <c:pt idx="192">
                  <c:v>0.53333333333333333</c:v>
                </c:pt>
                <c:pt idx="193">
                  <c:v>0.53611111111111109</c:v>
                </c:pt>
                <c:pt idx="194">
                  <c:v>0.53888888888888897</c:v>
                </c:pt>
                <c:pt idx="195">
                  <c:v>0.54166666666666663</c:v>
                </c:pt>
                <c:pt idx="196">
                  <c:v>0.5444444444444444</c:v>
                </c:pt>
                <c:pt idx="197">
                  <c:v>0.54722222222222228</c:v>
                </c:pt>
                <c:pt idx="198">
                  <c:v>0.55000000000000004</c:v>
                </c:pt>
                <c:pt idx="199">
                  <c:v>0.5527777777777777</c:v>
                </c:pt>
                <c:pt idx="200">
                  <c:v>0.55555555555555558</c:v>
                </c:pt>
                <c:pt idx="201">
                  <c:v>0.55833333333333335</c:v>
                </c:pt>
                <c:pt idx="202">
                  <c:v>0.56111111111111112</c:v>
                </c:pt>
                <c:pt idx="203">
                  <c:v>0.56388888888888888</c:v>
                </c:pt>
                <c:pt idx="204">
                  <c:v>0.56666666666666665</c:v>
                </c:pt>
                <c:pt idx="205">
                  <c:v>0.56944444444444442</c:v>
                </c:pt>
                <c:pt idx="206">
                  <c:v>0.5722222222222223</c:v>
                </c:pt>
                <c:pt idx="207">
                  <c:v>0.57499999999999996</c:v>
                </c:pt>
                <c:pt idx="208">
                  <c:v>0.57777777777777772</c:v>
                </c:pt>
                <c:pt idx="209">
                  <c:v>0.5805555555555556</c:v>
                </c:pt>
                <c:pt idx="210">
                  <c:v>0.58333333333333337</c:v>
                </c:pt>
                <c:pt idx="211">
                  <c:v>0.58611111111111103</c:v>
                </c:pt>
                <c:pt idx="212">
                  <c:v>0.58888888888888891</c:v>
                </c:pt>
                <c:pt idx="213">
                  <c:v>0.59166666666666667</c:v>
                </c:pt>
                <c:pt idx="214">
                  <c:v>0.59444444444444444</c:v>
                </c:pt>
                <c:pt idx="215">
                  <c:v>0.59722222222222221</c:v>
                </c:pt>
                <c:pt idx="216">
                  <c:v>0.6</c:v>
                </c:pt>
                <c:pt idx="217">
                  <c:v>0.60277777777777775</c:v>
                </c:pt>
                <c:pt idx="218">
                  <c:v>0.60555555555555562</c:v>
                </c:pt>
                <c:pt idx="219">
                  <c:v>0.60833333333333328</c:v>
                </c:pt>
                <c:pt idx="220">
                  <c:v>0.61111111111111105</c:v>
                </c:pt>
                <c:pt idx="221">
                  <c:v>0.61388888888888893</c:v>
                </c:pt>
                <c:pt idx="222">
                  <c:v>0.6166666666666667</c:v>
                </c:pt>
                <c:pt idx="223">
                  <c:v>0.61944444444444435</c:v>
                </c:pt>
                <c:pt idx="224">
                  <c:v>0.62222222222222223</c:v>
                </c:pt>
                <c:pt idx="225">
                  <c:v>0.625</c:v>
                </c:pt>
                <c:pt idx="226">
                  <c:v>0.62777777777777777</c:v>
                </c:pt>
                <c:pt idx="227">
                  <c:v>0.63055555555555565</c:v>
                </c:pt>
                <c:pt idx="228">
                  <c:v>0.6333333333333333</c:v>
                </c:pt>
                <c:pt idx="229">
                  <c:v>0.63611111111111107</c:v>
                </c:pt>
                <c:pt idx="230">
                  <c:v>0.63888888888888895</c:v>
                </c:pt>
                <c:pt idx="231">
                  <c:v>0.64166666666666672</c:v>
                </c:pt>
                <c:pt idx="232">
                  <c:v>0.64444444444444438</c:v>
                </c:pt>
                <c:pt idx="233">
                  <c:v>0.64722222222222225</c:v>
                </c:pt>
                <c:pt idx="234">
                  <c:v>0.65</c:v>
                </c:pt>
                <c:pt idx="235">
                  <c:v>0.65277777777777779</c:v>
                </c:pt>
                <c:pt idx="236">
                  <c:v>0.65555555555555556</c:v>
                </c:pt>
                <c:pt idx="237">
                  <c:v>0.65833333333333333</c:v>
                </c:pt>
                <c:pt idx="238">
                  <c:v>0.66111111111111109</c:v>
                </c:pt>
                <c:pt idx="239">
                  <c:v>0.66388888888888897</c:v>
                </c:pt>
                <c:pt idx="240">
                  <c:v>0.66666666666666663</c:v>
                </c:pt>
                <c:pt idx="241">
                  <c:v>0.6694444444444444</c:v>
                </c:pt>
                <c:pt idx="242">
                  <c:v>0.67222222222222228</c:v>
                </c:pt>
                <c:pt idx="243">
                  <c:v>0.67500000000000004</c:v>
                </c:pt>
                <c:pt idx="244">
                  <c:v>0.6777777777777777</c:v>
                </c:pt>
                <c:pt idx="245">
                  <c:v>0.68055555555555558</c:v>
                </c:pt>
                <c:pt idx="246">
                  <c:v>0.68333333333333335</c:v>
                </c:pt>
                <c:pt idx="247">
                  <c:v>0.68611111111111112</c:v>
                </c:pt>
                <c:pt idx="248">
                  <c:v>0.68888888888888888</c:v>
                </c:pt>
                <c:pt idx="249">
                  <c:v>0.69166666666666665</c:v>
                </c:pt>
                <c:pt idx="250">
                  <c:v>0.69444444444444442</c:v>
                </c:pt>
                <c:pt idx="251">
                  <c:v>0.6972222222222223</c:v>
                </c:pt>
                <c:pt idx="252">
                  <c:v>0.7</c:v>
                </c:pt>
                <c:pt idx="253">
                  <c:v>0.70277777777777772</c:v>
                </c:pt>
                <c:pt idx="254">
                  <c:v>0.7055555555555556</c:v>
                </c:pt>
                <c:pt idx="255">
                  <c:v>0.70833333333333337</c:v>
                </c:pt>
                <c:pt idx="256">
                  <c:v>0.71111111111111103</c:v>
                </c:pt>
                <c:pt idx="257">
                  <c:v>0.71388888888888891</c:v>
                </c:pt>
                <c:pt idx="258">
                  <c:v>0.71666666666666667</c:v>
                </c:pt>
                <c:pt idx="259">
                  <c:v>0.71944444444444444</c:v>
                </c:pt>
                <c:pt idx="260">
                  <c:v>0.72222222222222221</c:v>
                </c:pt>
                <c:pt idx="261">
                  <c:v>0.72499999999999998</c:v>
                </c:pt>
                <c:pt idx="262">
                  <c:v>0.72777777777777775</c:v>
                </c:pt>
                <c:pt idx="263">
                  <c:v>0.73055555555555562</c:v>
                </c:pt>
                <c:pt idx="264">
                  <c:v>0.73333333333333328</c:v>
                </c:pt>
                <c:pt idx="265">
                  <c:v>0.73611111111111105</c:v>
                </c:pt>
                <c:pt idx="266">
                  <c:v>0.73888888888888893</c:v>
                </c:pt>
                <c:pt idx="267">
                  <c:v>0.7416666666666667</c:v>
                </c:pt>
                <c:pt idx="268">
                  <c:v>0.74444444444444435</c:v>
                </c:pt>
                <c:pt idx="269">
                  <c:v>0.74722222222222223</c:v>
                </c:pt>
                <c:pt idx="270">
                  <c:v>0.75</c:v>
                </c:pt>
                <c:pt idx="271">
                  <c:v>0.75277777777777777</c:v>
                </c:pt>
                <c:pt idx="272">
                  <c:v>0.75555555555555565</c:v>
                </c:pt>
                <c:pt idx="273">
                  <c:v>0.7583333333333333</c:v>
                </c:pt>
                <c:pt idx="274">
                  <c:v>0.76111111111111107</c:v>
                </c:pt>
                <c:pt idx="275">
                  <c:v>0.76388888888888895</c:v>
                </c:pt>
                <c:pt idx="276">
                  <c:v>0.76666666666666672</c:v>
                </c:pt>
                <c:pt idx="277">
                  <c:v>0.76944444444444438</c:v>
                </c:pt>
                <c:pt idx="278">
                  <c:v>0.77222222222222225</c:v>
                </c:pt>
                <c:pt idx="279">
                  <c:v>0.77500000000000002</c:v>
                </c:pt>
                <c:pt idx="280">
                  <c:v>0.77777777777777779</c:v>
                </c:pt>
                <c:pt idx="281">
                  <c:v>0.78055555555555556</c:v>
                </c:pt>
                <c:pt idx="282">
                  <c:v>0.78333333333333333</c:v>
                </c:pt>
                <c:pt idx="283">
                  <c:v>0.78611111111111109</c:v>
                </c:pt>
                <c:pt idx="284">
                  <c:v>0.78888888888888897</c:v>
                </c:pt>
                <c:pt idx="285">
                  <c:v>0.79166666666666663</c:v>
                </c:pt>
                <c:pt idx="286">
                  <c:v>0.7944444444444444</c:v>
                </c:pt>
                <c:pt idx="287">
                  <c:v>0.79722222222222228</c:v>
                </c:pt>
                <c:pt idx="288">
                  <c:v>0.8</c:v>
                </c:pt>
                <c:pt idx="289">
                  <c:v>0.8027777777777777</c:v>
                </c:pt>
                <c:pt idx="290">
                  <c:v>0.80555555555555558</c:v>
                </c:pt>
                <c:pt idx="291">
                  <c:v>0.80833333333333335</c:v>
                </c:pt>
                <c:pt idx="292">
                  <c:v>0.81111111111111112</c:v>
                </c:pt>
                <c:pt idx="293">
                  <c:v>0.81388888888888888</c:v>
                </c:pt>
                <c:pt idx="294">
                  <c:v>0.81666666666666665</c:v>
                </c:pt>
                <c:pt idx="295">
                  <c:v>0.81944444444444442</c:v>
                </c:pt>
                <c:pt idx="296">
                  <c:v>0.8222222222222223</c:v>
                </c:pt>
                <c:pt idx="297">
                  <c:v>0.82499999999999996</c:v>
                </c:pt>
                <c:pt idx="298">
                  <c:v>0.82777777777777772</c:v>
                </c:pt>
                <c:pt idx="299">
                  <c:v>0.8305555555555556</c:v>
                </c:pt>
                <c:pt idx="300">
                  <c:v>0.83333333333333337</c:v>
                </c:pt>
                <c:pt idx="301">
                  <c:v>0.83611111111111103</c:v>
                </c:pt>
                <c:pt idx="302">
                  <c:v>0.83888888888888891</c:v>
                </c:pt>
                <c:pt idx="303">
                  <c:v>0.84166666666666667</c:v>
                </c:pt>
                <c:pt idx="304">
                  <c:v>0.84444444444444444</c:v>
                </c:pt>
                <c:pt idx="305">
                  <c:v>0.84722222222222221</c:v>
                </c:pt>
                <c:pt idx="306">
                  <c:v>0.85</c:v>
                </c:pt>
                <c:pt idx="307">
                  <c:v>0.85277777777777775</c:v>
                </c:pt>
                <c:pt idx="308">
                  <c:v>0.85555555555555562</c:v>
                </c:pt>
                <c:pt idx="309">
                  <c:v>0.85833333333333328</c:v>
                </c:pt>
                <c:pt idx="310">
                  <c:v>0.86111111111111105</c:v>
                </c:pt>
                <c:pt idx="311">
                  <c:v>0.86388888888888893</c:v>
                </c:pt>
                <c:pt idx="312">
                  <c:v>0.8666666666666667</c:v>
                </c:pt>
                <c:pt idx="313">
                  <c:v>0.86944444444444435</c:v>
                </c:pt>
                <c:pt idx="314">
                  <c:v>0.87222222222222223</c:v>
                </c:pt>
                <c:pt idx="315">
                  <c:v>0.875</c:v>
                </c:pt>
                <c:pt idx="316">
                  <c:v>0.87777777777777777</c:v>
                </c:pt>
                <c:pt idx="317">
                  <c:v>0.88055555555555565</c:v>
                </c:pt>
                <c:pt idx="318">
                  <c:v>0.8833333333333333</c:v>
                </c:pt>
                <c:pt idx="319">
                  <c:v>0.88611111111111107</c:v>
                </c:pt>
                <c:pt idx="320">
                  <c:v>0.88888888888888895</c:v>
                </c:pt>
                <c:pt idx="321">
                  <c:v>0.89166666666666672</c:v>
                </c:pt>
                <c:pt idx="322">
                  <c:v>0.89444444444444438</c:v>
                </c:pt>
                <c:pt idx="323">
                  <c:v>0.89722222222222225</c:v>
                </c:pt>
                <c:pt idx="324">
                  <c:v>0.9</c:v>
                </c:pt>
                <c:pt idx="325">
                  <c:v>0.90277777777777779</c:v>
                </c:pt>
                <c:pt idx="326">
                  <c:v>0.90555555555555556</c:v>
                </c:pt>
                <c:pt idx="327">
                  <c:v>0.90833333333333333</c:v>
                </c:pt>
                <c:pt idx="328">
                  <c:v>0.91111111111111109</c:v>
                </c:pt>
                <c:pt idx="329">
                  <c:v>0.91388888888888897</c:v>
                </c:pt>
                <c:pt idx="330">
                  <c:v>0.91666666666666663</c:v>
                </c:pt>
                <c:pt idx="331">
                  <c:v>0.9194444444444444</c:v>
                </c:pt>
                <c:pt idx="332">
                  <c:v>0.92222222222222228</c:v>
                </c:pt>
                <c:pt idx="333">
                  <c:v>0.92500000000000004</c:v>
                </c:pt>
                <c:pt idx="334">
                  <c:v>0.9277777777777777</c:v>
                </c:pt>
                <c:pt idx="335">
                  <c:v>0.93055555555555558</c:v>
                </c:pt>
                <c:pt idx="336">
                  <c:v>0.93333333333333335</c:v>
                </c:pt>
                <c:pt idx="337">
                  <c:v>0.93611111111111112</c:v>
                </c:pt>
                <c:pt idx="338">
                  <c:v>0.93888888888888888</c:v>
                </c:pt>
                <c:pt idx="339">
                  <c:v>0.94166666666666665</c:v>
                </c:pt>
                <c:pt idx="340">
                  <c:v>0.94444444444444442</c:v>
                </c:pt>
                <c:pt idx="341">
                  <c:v>0.9472222222222223</c:v>
                </c:pt>
                <c:pt idx="342">
                  <c:v>0.95</c:v>
                </c:pt>
                <c:pt idx="343">
                  <c:v>0.95277777777777772</c:v>
                </c:pt>
                <c:pt idx="344">
                  <c:v>0.9555555555555556</c:v>
                </c:pt>
                <c:pt idx="345">
                  <c:v>0.95833333333333337</c:v>
                </c:pt>
                <c:pt idx="346">
                  <c:v>0.96111111111111103</c:v>
                </c:pt>
                <c:pt idx="347">
                  <c:v>0.96388888888888891</c:v>
                </c:pt>
                <c:pt idx="348">
                  <c:v>0.96666666666666667</c:v>
                </c:pt>
                <c:pt idx="349">
                  <c:v>0.96944444444444444</c:v>
                </c:pt>
                <c:pt idx="350">
                  <c:v>0.97222222222222221</c:v>
                </c:pt>
                <c:pt idx="351">
                  <c:v>0.97499999999999998</c:v>
                </c:pt>
                <c:pt idx="352">
                  <c:v>0.97777777777777775</c:v>
                </c:pt>
                <c:pt idx="353">
                  <c:v>0.98055555555555562</c:v>
                </c:pt>
                <c:pt idx="354">
                  <c:v>0.98333333333333328</c:v>
                </c:pt>
                <c:pt idx="355">
                  <c:v>0.98611111111111105</c:v>
                </c:pt>
                <c:pt idx="356">
                  <c:v>0.98888888888888893</c:v>
                </c:pt>
                <c:pt idx="357">
                  <c:v>0.9916666666666667</c:v>
                </c:pt>
                <c:pt idx="358">
                  <c:v>0.99444444444444435</c:v>
                </c:pt>
                <c:pt idx="359">
                  <c:v>0.99722222222222223</c:v>
                </c:pt>
                <c:pt idx="360">
                  <c:v>1</c:v>
                </c:pt>
                <c:pt idx="361">
                  <c:v>1.0027777777777778</c:v>
                </c:pt>
                <c:pt idx="362">
                  <c:v>1.0055555555555555</c:v>
                </c:pt>
                <c:pt idx="363">
                  <c:v>1.0083333333333333</c:v>
                </c:pt>
                <c:pt idx="364">
                  <c:v>1.0111111111111111</c:v>
                </c:pt>
                <c:pt idx="365">
                  <c:v>1.0138888888888888</c:v>
                </c:pt>
                <c:pt idx="366">
                  <c:v>1.0166666666666666</c:v>
                </c:pt>
                <c:pt idx="367">
                  <c:v>1.0194444444444444</c:v>
                </c:pt>
                <c:pt idx="368">
                  <c:v>1.0222222222222224</c:v>
                </c:pt>
                <c:pt idx="369">
                  <c:v>1.0249999999999999</c:v>
                </c:pt>
                <c:pt idx="370">
                  <c:v>1.0277777777777777</c:v>
                </c:pt>
                <c:pt idx="371">
                  <c:v>1.0305555555555557</c:v>
                </c:pt>
                <c:pt idx="372">
                  <c:v>1.0333333333333334</c:v>
                </c:pt>
                <c:pt idx="373">
                  <c:v>1.036111111111111</c:v>
                </c:pt>
                <c:pt idx="374">
                  <c:v>1.038888888888889</c:v>
                </c:pt>
                <c:pt idx="375">
                  <c:v>1.0416666666666667</c:v>
                </c:pt>
                <c:pt idx="376">
                  <c:v>1.0444444444444445</c:v>
                </c:pt>
                <c:pt idx="377">
                  <c:v>1.0472222222222223</c:v>
                </c:pt>
                <c:pt idx="378">
                  <c:v>1.05</c:v>
                </c:pt>
                <c:pt idx="379">
                  <c:v>1.0527777777777778</c:v>
                </c:pt>
                <c:pt idx="380">
                  <c:v>1.0555555555555556</c:v>
                </c:pt>
                <c:pt idx="381">
                  <c:v>1.0583333333333333</c:v>
                </c:pt>
                <c:pt idx="382">
                  <c:v>1.0611111111111111</c:v>
                </c:pt>
                <c:pt idx="383">
                  <c:v>1.0638888888888889</c:v>
                </c:pt>
                <c:pt idx="384">
                  <c:v>1.0666666666666667</c:v>
                </c:pt>
                <c:pt idx="385">
                  <c:v>1.0694444444444444</c:v>
                </c:pt>
                <c:pt idx="386">
                  <c:v>1.0722222222222222</c:v>
                </c:pt>
                <c:pt idx="387">
                  <c:v>1.075</c:v>
                </c:pt>
                <c:pt idx="388">
                  <c:v>1.0777777777777779</c:v>
                </c:pt>
                <c:pt idx="389">
                  <c:v>1.0805555555555555</c:v>
                </c:pt>
                <c:pt idx="390">
                  <c:v>1.0833333333333333</c:v>
                </c:pt>
                <c:pt idx="391">
                  <c:v>1.0861111111111112</c:v>
                </c:pt>
                <c:pt idx="392">
                  <c:v>1.0888888888888888</c:v>
                </c:pt>
                <c:pt idx="393">
                  <c:v>1.0916666666666666</c:v>
                </c:pt>
                <c:pt idx="394">
                  <c:v>1.0944444444444446</c:v>
                </c:pt>
                <c:pt idx="395">
                  <c:v>1.0972222222222221</c:v>
                </c:pt>
                <c:pt idx="396">
                  <c:v>1.1000000000000001</c:v>
                </c:pt>
                <c:pt idx="397">
                  <c:v>1.1027777777777779</c:v>
                </c:pt>
                <c:pt idx="398">
                  <c:v>1.1055555555555554</c:v>
                </c:pt>
                <c:pt idx="399">
                  <c:v>1.1083333333333334</c:v>
                </c:pt>
                <c:pt idx="400">
                  <c:v>1.1111111111111112</c:v>
                </c:pt>
                <c:pt idx="401">
                  <c:v>1.1138888888888887</c:v>
                </c:pt>
                <c:pt idx="402">
                  <c:v>1.1166666666666667</c:v>
                </c:pt>
                <c:pt idx="403">
                  <c:v>1.1194444444444445</c:v>
                </c:pt>
                <c:pt idx="404">
                  <c:v>1.1222222222222222</c:v>
                </c:pt>
                <c:pt idx="405">
                  <c:v>1.125</c:v>
                </c:pt>
                <c:pt idx="406">
                  <c:v>1.1277777777777778</c:v>
                </c:pt>
                <c:pt idx="407">
                  <c:v>1.1305555555555555</c:v>
                </c:pt>
                <c:pt idx="408">
                  <c:v>1.1333333333333333</c:v>
                </c:pt>
                <c:pt idx="409">
                  <c:v>1.1361111111111113</c:v>
                </c:pt>
                <c:pt idx="410">
                  <c:v>1.1388888888888888</c:v>
                </c:pt>
                <c:pt idx="411">
                  <c:v>1.1416666666666666</c:v>
                </c:pt>
                <c:pt idx="412">
                  <c:v>1.1444444444444446</c:v>
                </c:pt>
                <c:pt idx="413">
                  <c:v>1.1472222222222221</c:v>
                </c:pt>
                <c:pt idx="414">
                  <c:v>1.1499999999999999</c:v>
                </c:pt>
                <c:pt idx="415">
                  <c:v>1.1527777777777779</c:v>
                </c:pt>
                <c:pt idx="416">
                  <c:v>1.1555555555555554</c:v>
                </c:pt>
                <c:pt idx="417">
                  <c:v>1.1583333333333334</c:v>
                </c:pt>
                <c:pt idx="418">
                  <c:v>1.1611111111111112</c:v>
                </c:pt>
                <c:pt idx="419">
                  <c:v>1.1638888888888888</c:v>
                </c:pt>
                <c:pt idx="420">
                  <c:v>1.1666666666666667</c:v>
                </c:pt>
                <c:pt idx="421">
                  <c:v>1.1694444444444445</c:v>
                </c:pt>
                <c:pt idx="422">
                  <c:v>1.1722222222222221</c:v>
                </c:pt>
                <c:pt idx="423">
                  <c:v>1.175</c:v>
                </c:pt>
                <c:pt idx="424">
                  <c:v>1.1777777777777778</c:v>
                </c:pt>
                <c:pt idx="425">
                  <c:v>1.1805555555555556</c:v>
                </c:pt>
                <c:pt idx="426">
                  <c:v>1.1833333333333333</c:v>
                </c:pt>
                <c:pt idx="427">
                  <c:v>1.1861111111111111</c:v>
                </c:pt>
                <c:pt idx="428">
                  <c:v>1.1888888888888889</c:v>
                </c:pt>
                <c:pt idx="429">
                  <c:v>1.1916666666666667</c:v>
                </c:pt>
                <c:pt idx="430">
                  <c:v>1.1944444444444444</c:v>
                </c:pt>
                <c:pt idx="431">
                  <c:v>1.1972222222222222</c:v>
                </c:pt>
                <c:pt idx="432">
                  <c:v>1.2</c:v>
                </c:pt>
                <c:pt idx="433">
                  <c:v>1.2027777777777779</c:v>
                </c:pt>
                <c:pt idx="434">
                  <c:v>1.2055555555555555</c:v>
                </c:pt>
                <c:pt idx="435">
                  <c:v>1.2083333333333333</c:v>
                </c:pt>
                <c:pt idx="436">
                  <c:v>1.2111111111111112</c:v>
                </c:pt>
                <c:pt idx="437">
                  <c:v>1.2138888888888888</c:v>
                </c:pt>
                <c:pt idx="438">
                  <c:v>1.2166666666666666</c:v>
                </c:pt>
                <c:pt idx="439">
                  <c:v>1.2194444444444446</c:v>
                </c:pt>
                <c:pt idx="440">
                  <c:v>1.2222222222222221</c:v>
                </c:pt>
                <c:pt idx="441">
                  <c:v>1.2250000000000001</c:v>
                </c:pt>
                <c:pt idx="442">
                  <c:v>1.2277777777777779</c:v>
                </c:pt>
                <c:pt idx="443">
                  <c:v>1.2305555555555554</c:v>
                </c:pt>
                <c:pt idx="444">
                  <c:v>1.2333333333333334</c:v>
                </c:pt>
                <c:pt idx="445">
                  <c:v>1.2361111111111112</c:v>
                </c:pt>
                <c:pt idx="446">
                  <c:v>1.2388888888888887</c:v>
                </c:pt>
                <c:pt idx="447">
                  <c:v>1.2416666666666667</c:v>
                </c:pt>
                <c:pt idx="448">
                  <c:v>1.2444444444444445</c:v>
                </c:pt>
                <c:pt idx="449">
                  <c:v>1.2472222222222222</c:v>
                </c:pt>
                <c:pt idx="450">
                  <c:v>1.25</c:v>
                </c:pt>
                <c:pt idx="451">
                  <c:v>1.2527777777777778</c:v>
                </c:pt>
                <c:pt idx="452">
                  <c:v>1.2555555555555555</c:v>
                </c:pt>
                <c:pt idx="453">
                  <c:v>1.2583333333333333</c:v>
                </c:pt>
                <c:pt idx="454">
                  <c:v>1.2611111111111113</c:v>
                </c:pt>
                <c:pt idx="455">
                  <c:v>1.2638888888888888</c:v>
                </c:pt>
                <c:pt idx="456">
                  <c:v>1.2666666666666666</c:v>
                </c:pt>
                <c:pt idx="457">
                  <c:v>1.2694444444444446</c:v>
                </c:pt>
                <c:pt idx="458">
                  <c:v>1.2722222222222221</c:v>
                </c:pt>
                <c:pt idx="459">
                  <c:v>1.2749999999999999</c:v>
                </c:pt>
                <c:pt idx="460">
                  <c:v>1.2777777777777779</c:v>
                </c:pt>
                <c:pt idx="461">
                  <c:v>1.2805555555555554</c:v>
                </c:pt>
                <c:pt idx="462">
                  <c:v>1.2833333333333334</c:v>
                </c:pt>
                <c:pt idx="463">
                  <c:v>1.2861111111111112</c:v>
                </c:pt>
                <c:pt idx="464">
                  <c:v>1.2888888888888888</c:v>
                </c:pt>
                <c:pt idx="465">
                  <c:v>1.2916666666666667</c:v>
                </c:pt>
                <c:pt idx="466">
                  <c:v>1.2944444444444445</c:v>
                </c:pt>
                <c:pt idx="467">
                  <c:v>1.2972222222222221</c:v>
                </c:pt>
                <c:pt idx="468">
                  <c:v>1.3</c:v>
                </c:pt>
                <c:pt idx="469">
                  <c:v>1.3027777777777778</c:v>
                </c:pt>
                <c:pt idx="470">
                  <c:v>1.3055555555555556</c:v>
                </c:pt>
                <c:pt idx="471">
                  <c:v>1.3083333333333333</c:v>
                </c:pt>
                <c:pt idx="472">
                  <c:v>1.3111111111111111</c:v>
                </c:pt>
                <c:pt idx="473">
                  <c:v>1.3138888888888889</c:v>
                </c:pt>
                <c:pt idx="474">
                  <c:v>1.3166666666666667</c:v>
                </c:pt>
                <c:pt idx="475">
                  <c:v>1.3194444444444444</c:v>
                </c:pt>
                <c:pt idx="476">
                  <c:v>1.3222222222222222</c:v>
                </c:pt>
                <c:pt idx="477">
                  <c:v>1.325</c:v>
                </c:pt>
                <c:pt idx="478">
                  <c:v>1.3277777777777779</c:v>
                </c:pt>
                <c:pt idx="479">
                  <c:v>1.3305555555555555</c:v>
                </c:pt>
                <c:pt idx="480">
                  <c:v>1.3333333333333333</c:v>
                </c:pt>
                <c:pt idx="481">
                  <c:v>1.3361111111111112</c:v>
                </c:pt>
                <c:pt idx="482">
                  <c:v>1.3388888888888888</c:v>
                </c:pt>
                <c:pt idx="483">
                  <c:v>1.3416666666666666</c:v>
                </c:pt>
                <c:pt idx="484">
                  <c:v>1.3444444444444446</c:v>
                </c:pt>
                <c:pt idx="485">
                  <c:v>1.3472222222222221</c:v>
                </c:pt>
                <c:pt idx="486">
                  <c:v>1.35</c:v>
                </c:pt>
                <c:pt idx="487">
                  <c:v>1.3527777777777779</c:v>
                </c:pt>
                <c:pt idx="488">
                  <c:v>1.3555555555555554</c:v>
                </c:pt>
                <c:pt idx="489">
                  <c:v>1.3583333333333334</c:v>
                </c:pt>
                <c:pt idx="490">
                  <c:v>1.3611111111111112</c:v>
                </c:pt>
                <c:pt idx="491">
                  <c:v>1.3638888888888887</c:v>
                </c:pt>
                <c:pt idx="492">
                  <c:v>1.3666666666666667</c:v>
                </c:pt>
                <c:pt idx="493">
                  <c:v>1.3694444444444445</c:v>
                </c:pt>
                <c:pt idx="494">
                  <c:v>1.3722222222222222</c:v>
                </c:pt>
                <c:pt idx="495">
                  <c:v>1.375</c:v>
                </c:pt>
                <c:pt idx="496">
                  <c:v>1.3777777777777778</c:v>
                </c:pt>
                <c:pt idx="497">
                  <c:v>1.3805555555555555</c:v>
                </c:pt>
                <c:pt idx="498">
                  <c:v>1.3833333333333333</c:v>
                </c:pt>
                <c:pt idx="499">
                  <c:v>1.3861111111111113</c:v>
                </c:pt>
                <c:pt idx="500">
                  <c:v>1.3888888888888888</c:v>
                </c:pt>
                <c:pt idx="501">
                  <c:v>1.3916666666666666</c:v>
                </c:pt>
                <c:pt idx="502">
                  <c:v>1.3944444444444446</c:v>
                </c:pt>
                <c:pt idx="503">
                  <c:v>1.3972222222222221</c:v>
                </c:pt>
                <c:pt idx="504">
                  <c:v>1.4</c:v>
                </c:pt>
                <c:pt idx="505">
                  <c:v>1.4027777777777779</c:v>
                </c:pt>
                <c:pt idx="506">
                  <c:v>1.4055555555555554</c:v>
                </c:pt>
                <c:pt idx="507">
                  <c:v>1.4083333333333334</c:v>
                </c:pt>
                <c:pt idx="508">
                  <c:v>1.4111111111111112</c:v>
                </c:pt>
                <c:pt idx="509">
                  <c:v>1.4138888888888888</c:v>
                </c:pt>
                <c:pt idx="510">
                  <c:v>1.4166666666666667</c:v>
                </c:pt>
                <c:pt idx="511">
                  <c:v>1.4194444444444445</c:v>
                </c:pt>
                <c:pt idx="512">
                  <c:v>1.4222222222222221</c:v>
                </c:pt>
                <c:pt idx="513">
                  <c:v>1.425</c:v>
                </c:pt>
                <c:pt idx="514">
                  <c:v>1.4277777777777778</c:v>
                </c:pt>
                <c:pt idx="515">
                  <c:v>1.4305555555555556</c:v>
                </c:pt>
                <c:pt idx="516">
                  <c:v>1.4333333333333333</c:v>
                </c:pt>
                <c:pt idx="517">
                  <c:v>1.4361111111111111</c:v>
                </c:pt>
                <c:pt idx="518">
                  <c:v>1.4388888888888889</c:v>
                </c:pt>
                <c:pt idx="519">
                  <c:v>1.4416666666666667</c:v>
                </c:pt>
                <c:pt idx="520">
                  <c:v>1.4444444444444444</c:v>
                </c:pt>
                <c:pt idx="521">
                  <c:v>1.4472222222222222</c:v>
                </c:pt>
                <c:pt idx="522">
                  <c:v>1.45</c:v>
                </c:pt>
                <c:pt idx="523">
                  <c:v>1.4527777777777779</c:v>
                </c:pt>
                <c:pt idx="524">
                  <c:v>1.4555555555555555</c:v>
                </c:pt>
                <c:pt idx="525">
                  <c:v>1.4583333333333333</c:v>
                </c:pt>
                <c:pt idx="526">
                  <c:v>1.4611111111111112</c:v>
                </c:pt>
                <c:pt idx="527">
                  <c:v>1.4638888888888888</c:v>
                </c:pt>
                <c:pt idx="528">
                  <c:v>1.4666666666666666</c:v>
                </c:pt>
                <c:pt idx="529">
                  <c:v>1.4694444444444446</c:v>
                </c:pt>
                <c:pt idx="530">
                  <c:v>1.4722222222222221</c:v>
                </c:pt>
                <c:pt idx="531">
                  <c:v>1.4750000000000001</c:v>
                </c:pt>
                <c:pt idx="532">
                  <c:v>1.4777777777777779</c:v>
                </c:pt>
                <c:pt idx="533">
                  <c:v>1.4805555555555554</c:v>
                </c:pt>
                <c:pt idx="534">
                  <c:v>1.4833333333333334</c:v>
                </c:pt>
                <c:pt idx="535">
                  <c:v>1.4861111111111112</c:v>
                </c:pt>
                <c:pt idx="536">
                  <c:v>1.4888888888888887</c:v>
                </c:pt>
                <c:pt idx="537">
                  <c:v>1.4916666666666667</c:v>
                </c:pt>
                <c:pt idx="538">
                  <c:v>1.4944444444444445</c:v>
                </c:pt>
                <c:pt idx="539">
                  <c:v>1.4972222222222222</c:v>
                </c:pt>
                <c:pt idx="540">
                  <c:v>1.5</c:v>
                </c:pt>
                <c:pt idx="541">
                  <c:v>1.5027777777777778</c:v>
                </c:pt>
                <c:pt idx="542">
                  <c:v>1.5055555555555555</c:v>
                </c:pt>
                <c:pt idx="543">
                  <c:v>1.5083333333333333</c:v>
                </c:pt>
                <c:pt idx="544">
                  <c:v>1.5111111111111113</c:v>
                </c:pt>
                <c:pt idx="545">
                  <c:v>1.5138888888888888</c:v>
                </c:pt>
                <c:pt idx="546">
                  <c:v>1.5166666666666666</c:v>
                </c:pt>
                <c:pt idx="547">
                  <c:v>1.5194444444444446</c:v>
                </c:pt>
                <c:pt idx="548">
                  <c:v>1.5222222222222221</c:v>
                </c:pt>
                <c:pt idx="549">
                  <c:v>1.5249999999999999</c:v>
                </c:pt>
                <c:pt idx="550">
                  <c:v>1.5277777777777779</c:v>
                </c:pt>
                <c:pt idx="551">
                  <c:v>1.5305555555555554</c:v>
                </c:pt>
                <c:pt idx="552">
                  <c:v>1.5333333333333334</c:v>
                </c:pt>
                <c:pt idx="553">
                  <c:v>1.5361111111111112</c:v>
                </c:pt>
                <c:pt idx="554">
                  <c:v>1.5388888888888888</c:v>
                </c:pt>
                <c:pt idx="555">
                  <c:v>1.5416666666666667</c:v>
                </c:pt>
                <c:pt idx="556">
                  <c:v>1.5444444444444445</c:v>
                </c:pt>
                <c:pt idx="557">
                  <c:v>1.5472222222222221</c:v>
                </c:pt>
                <c:pt idx="558">
                  <c:v>1.55</c:v>
                </c:pt>
                <c:pt idx="559">
                  <c:v>1.5527777777777778</c:v>
                </c:pt>
                <c:pt idx="560">
                  <c:v>1.5555555555555556</c:v>
                </c:pt>
                <c:pt idx="561">
                  <c:v>1.5583333333333333</c:v>
                </c:pt>
                <c:pt idx="562">
                  <c:v>1.5611111111111111</c:v>
                </c:pt>
                <c:pt idx="563">
                  <c:v>1.5638888888888889</c:v>
                </c:pt>
                <c:pt idx="564">
                  <c:v>1.5666666666666667</c:v>
                </c:pt>
                <c:pt idx="565">
                  <c:v>1.5694444444444444</c:v>
                </c:pt>
                <c:pt idx="566">
                  <c:v>1.5722222222222222</c:v>
                </c:pt>
                <c:pt idx="567">
                  <c:v>1.575</c:v>
                </c:pt>
                <c:pt idx="568">
                  <c:v>1.5777777777777779</c:v>
                </c:pt>
                <c:pt idx="569">
                  <c:v>1.5805555555555555</c:v>
                </c:pt>
                <c:pt idx="570">
                  <c:v>1.5833333333333333</c:v>
                </c:pt>
                <c:pt idx="571">
                  <c:v>1.5861111111111112</c:v>
                </c:pt>
                <c:pt idx="572">
                  <c:v>1.5888888888888888</c:v>
                </c:pt>
                <c:pt idx="573">
                  <c:v>1.5916666666666666</c:v>
                </c:pt>
                <c:pt idx="574">
                  <c:v>1.5944444444444446</c:v>
                </c:pt>
                <c:pt idx="575">
                  <c:v>1.5972222222222221</c:v>
                </c:pt>
                <c:pt idx="576">
                  <c:v>1.6</c:v>
                </c:pt>
                <c:pt idx="577">
                  <c:v>1.6027777777777779</c:v>
                </c:pt>
                <c:pt idx="578">
                  <c:v>1.6055555555555554</c:v>
                </c:pt>
                <c:pt idx="579">
                  <c:v>1.6083333333333334</c:v>
                </c:pt>
                <c:pt idx="580">
                  <c:v>1.6111111111111112</c:v>
                </c:pt>
                <c:pt idx="581">
                  <c:v>1.6138888888888887</c:v>
                </c:pt>
                <c:pt idx="582">
                  <c:v>1.6166666666666667</c:v>
                </c:pt>
                <c:pt idx="583">
                  <c:v>1.6194444444444445</c:v>
                </c:pt>
                <c:pt idx="584">
                  <c:v>1.6222222222222222</c:v>
                </c:pt>
                <c:pt idx="585">
                  <c:v>1.625</c:v>
                </c:pt>
                <c:pt idx="586">
                  <c:v>1.6277777777777778</c:v>
                </c:pt>
                <c:pt idx="587">
                  <c:v>1.6305555555555555</c:v>
                </c:pt>
                <c:pt idx="588">
                  <c:v>1.6333333333333333</c:v>
                </c:pt>
                <c:pt idx="589">
                  <c:v>1.6361111111111113</c:v>
                </c:pt>
                <c:pt idx="590">
                  <c:v>1.6388888888888888</c:v>
                </c:pt>
                <c:pt idx="591">
                  <c:v>1.6416666666666666</c:v>
                </c:pt>
                <c:pt idx="592">
                  <c:v>1.6444444444444446</c:v>
                </c:pt>
                <c:pt idx="593">
                  <c:v>1.6472222222222221</c:v>
                </c:pt>
                <c:pt idx="594">
                  <c:v>1.65</c:v>
                </c:pt>
                <c:pt idx="595">
                  <c:v>1.6527777777777779</c:v>
                </c:pt>
                <c:pt idx="596">
                  <c:v>1.6555555555555554</c:v>
                </c:pt>
                <c:pt idx="597">
                  <c:v>1.6583333333333334</c:v>
                </c:pt>
                <c:pt idx="598">
                  <c:v>1.6611111111111112</c:v>
                </c:pt>
                <c:pt idx="599">
                  <c:v>1.6638888888888888</c:v>
                </c:pt>
                <c:pt idx="600">
                  <c:v>1.6666666666666667</c:v>
                </c:pt>
                <c:pt idx="601">
                  <c:v>1.6694444444444445</c:v>
                </c:pt>
                <c:pt idx="602">
                  <c:v>1.6722222222222221</c:v>
                </c:pt>
                <c:pt idx="603">
                  <c:v>1.675</c:v>
                </c:pt>
                <c:pt idx="604">
                  <c:v>1.6777777777777778</c:v>
                </c:pt>
                <c:pt idx="605">
                  <c:v>1.6805555555555556</c:v>
                </c:pt>
                <c:pt idx="606">
                  <c:v>1.6833333333333333</c:v>
                </c:pt>
                <c:pt idx="607">
                  <c:v>1.6861111111111111</c:v>
                </c:pt>
                <c:pt idx="608">
                  <c:v>1.6888888888888889</c:v>
                </c:pt>
                <c:pt idx="609">
                  <c:v>1.6916666666666667</c:v>
                </c:pt>
                <c:pt idx="610">
                  <c:v>1.6944444444444444</c:v>
                </c:pt>
                <c:pt idx="611">
                  <c:v>1.6972222222222222</c:v>
                </c:pt>
                <c:pt idx="612">
                  <c:v>1.7</c:v>
                </c:pt>
                <c:pt idx="613">
                  <c:v>1.7027777777777779</c:v>
                </c:pt>
                <c:pt idx="614">
                  <c:v>1.7055555555555555</c:v>
                </c:pt>
                <c:pt idx="615">
                  <c:v>1.7083333333333333</c:v>
                </c:pt>
                <c:pt idx="616">
                  <c:v>1.7111111111111112</c:v>
                </c:pt>
                <c:pt idx="617">
                  <c:v>1.7138888888888888</c:v>
                </c:pt>
                <c:pt idx="618">
                  <c:v>1.7166666666666666</c:v>
                </c:pt>
                <c:pt idx="619">
                  <c:v>1.7194444444444446</c:v>
                </c:pt>
                <c:pt idx="620">
                  <c:v>1.7222222222222221</c:v>
                </c:pt>
                <c:pt idx="621">
                  <c:v>1.7250000000000001</c:v>
                </c:pt>
                <c:pt idx="622">
                  <c:v>1.7277777777777779</c:v>
                </c:pt>
                <c:pt idx="623">
                  <c:v>1.7305555555555554</c:v>
                </c:pt>
                <c:pt idx="624">
                  <c:v>1.7333333333333334</c:v>
                </c:pt>
                <c:pt idx="625">
                  <c:v>1.7361111111111112</c:v>
                </c:pt>
                <c:pt idx="626">
                  <c:v>1.7388888888888887</c:v>
                </c:pt>
                <c:pt idx="627">
                  <c:v>1.7416666666666667</c:v>
                </c:pt>
                <c:pt idx="628">
                  <c:v>1.7444444444444445</c:v>
                </c:pt>
                <c:pt idx="629">
                  <c:v>1.7472222222222222</c:v>
                </c:pt>
                <c:pt idx="630">
                  <c:v>1.75</c:v>
                </c:pt>
                <c:pt idx="631">
                  <c:v>1.7527777777777778</c:v>
                </c:pt>
                <c:pt idx="632">
                  <c:v>1.7555555555555555</c:v>
                </c:pt>
                <c:pt idx="633">
                  <c:v>1.7583333333333333</c:v>
                </c:pt>
                <c:pt idx="634">
                  <c:v>1.7611111111111113</c:v>
                </c:pt>
                <c:pt idx="635">
                  <c:v>1.7638888888888888</c:v>
                </c:pt>
                <c:pt idx="636">
                  <c:v>1.7666666666666666</c:v>
                </c:pt>
                <c:pt idx="637">
                  <c:v>1.7694444444444446</c:v>
                </c:pt>
                <c:pt idx="638">
                  <c:v>1.7722222222222221</c:v>
                </c:pt>
                <c:pt idx="639">
                  <c:v>1.7749999999999999</c:v>
                </c:pt>
                <c:pt idx="640">
                  <c:v>1.7777777777777779</c:v>
                </c:pt>
                <c:pt idx="641">
                  <c:v>1.7805555555555554</c:v>
                </c:pt>
                <c:pt idx="642">
                  <c:v>1.7833333333333334</c:v>
                </c:pt>
                <c:pt idx="643">
                  <c:v>1.7861111111111112</c:v>
                </c:pt>
                <c:pt idx="644">
                  <c:v>1.7888888888888888</c:v>
                </c:pt>
                <c:pt idx="645">
                  <c:v>1.7916666666666667</c:v>
                </c:pt>
                <c:pt idx="646">
                  <c:v>1.7944444444444445</c:v>
                </c:pt>
                <c:pt idx="647">
                  <c:v>1.7972222222222221</c:v>
                </c:pt>
                <c:pt idx="648">
                  <c:v>1.8</c:v>
                </c:pt>
                <c:pt idx="649">
                  <c:v>1.8027777777777778</c:v>
                </c:pt>
                <c:pt idx="650">
                  <c:v>1.8055555555555556</c:v>
                </c:pt>
                <c:pt idx="651">
                  <c:v>1.8083333333333333</c:v>
                </c:pt>
                <c:pt idx="652">
                  <c:v>1.8111111111111111</c:v>
                </c:pt>
                <c:pt idx="653">
                  <c:v>1.8138888888888889</c:v>
                </c:pt>
                <c:pt idx="654">
                  <c:v>1.8166666666666667</c:v>
                </c:pt>
                <c:pt idx="655">
                  <c:v>1.8194444444444444</c:v>
                </c:pt>
                <c:pt idx="656">
                  <c:v>1.8222222222222222</c:v>
                </c:pt>
                <c:pt idx="657">
                  <c:v>1.825</c:v>
                </c:pt>
                <c:pt idx="658">
                  <c:v>1.8277777777777779</c:v>
                </c:pt>
                <c:pt idx="659">
                  <c:v>1.8305555555555555</c:v>
                </c:pt>
                <c:pt idx="660">
                  <c:v>1.8333333333333333</c:v>
                </c:pt>
                <c:pt idx="661">
                  <c:v>1.8361111111111112</c:v>
                </c:pt>
                <c:pt idx="662">
                  <c:v>1.8388888888888888</c:v>
                </c:pt>
                <c:pt idx="663">
                  <c:v>1.8416666666666666</c:v>
                </c:pt>
                <c:pt idx="664">
                  <c:v>1.8444444444444446</c:v>
                </c:pt>
                <c:pt idx="665">
                  <c:v>1.8472222222222221</c:v>
                </c:pt>
                <c:pt idx="666">
                  <c:v>1.85</c:v>
                </c:pt>
                <c:pt idx="667">
                  <c:v>1.8527777777777779</c:v>
                </c:pt>
                <c:pt idx="668">
                  <c:v>1.8555555555555554</c:v>
                </c:pt>
                <c:pt idx="669">
                  <c:v>1.8583333333333334</c:v>
                </c:pt>
                <c:pt idx="670">
                  <c:v>1.8611111111111112</c:v>
                </c:pt>
                <c:pt idx="671">
                  <c:v>1.8638888888888887</c:v>
                </c:pt>
                <c:pt idx="672">
                  <c:v>1.8666666666666667</c:v>
                </c:pt>
                <c:pt idx="673">
                  <c:v>1.8694444444444445</c:v>
                </c:pt>
                <c:pt idx="674">
                  <c:v>1.8722222222222222</c:v>
                </c:pt>
                <c:pt idx="675">
                  <c:v>1.875</c:v>
                </c:pt>
                <c:pt idx="676">
                  <c:v>1.8777777777777778</c:v>
                </c:pt>
                <c:pt idx="677">
                  <c:v>1.8805555555555555</c:v>
                </c:pt>
                <c:pt idx="678">
                  <c:v>1.8833333333333333</c:v>
                </c:pt>
                <c:pt idx="679">
                  <c:v>1.8861111111111113</c:v>
                </c:pt>
                <c:pt idx="680">
                  <c:v>1.8888888888888888</c:v>
                </c:pt>
                <c:pt idx="681">
                  <c:v>1.8916666666666666</c:v>
                </c:pt>
                <c:pt idx="682">
                  <c:v>1.8944444444444446</c:v>
                </c:pt>
                <c:pt idx="683">
                  <c:v>1.8972222222222221</c:v>
                </c:pt>
                <c:pt idx="684">
                  <c:v>1.9</c:v>
                </c:pt>
                <c:pt idx="685">
                  <c:v>1.9027777777777779</c:v>
                </c:pt>
                <c:pt idx="686">
                  <c:v>1.9055555555555554</c:v>
                </c:pt>
                <c:pt idx="687">
                  <c:v>1.9083333333333334</c:v>
                </c:pt>
                <c:pt idx="688">
                  <c:v>1.9111111111111112</c:v>
                </c:pt>
                <c:pt idx="689">
                  <c:v>1.9138888888888888</c:v>
                </c:pt>
                <c:pt idx="690">
                  <c:v>1.9166666666666667</c:v>
                </c:pt>
                <c:pt idx="691">
                  <c:v>1.9194444444444445</c:v>
                </c:pt>
                <c:pt idx="692">
                  <c:v>1.9222222222222221</c:v>
                </c:pt>
                <c:pt idx="693">
                  <c:v>1.925</c:v>
                </c:pt>
                <c:pt idx="694">
                  <c:v>1.9277777777777778</c:v>
                </c:pt>
                <c:pt idx="695">
                  <c:v>1.9305555555555556</c:v>
                </c:pt>
                <c:pt idx="696">
                  <c:v>1.9333333333333333</c:v>
                </c:pt>
                <c:pt idx="697">
                  <c:v>1.9361111111111111</c:v>
                </c:pt>
                <c:pt idx="698">
                  <c:v>1.9388888888888889</c:v>
                </c:pt>
                <c:pt idx="699">
                  <c:v>1.9416666666666667</c:v>
                </c:pt>
                <c:pt idx="700">
                  <c:v>1.9444444444444444</c:v>
                </c:pt>
                <c:pt idx="701">
                  <c:v>1.9472222222222222</c:v>
                </c:pt>
                <c:pt idx="702">
                  <c:v>1.95</c:v>
                </c:pt>
                <c:pt idx="703">
                  <c:v>1.9527777777777779</c:v>
                </c:pt>
                <c:pt idx="704">
                  <c:v>1.9555555555555555</c:v>
                </c:pt>
                <c:pt idx="705">
                  <c:v>1.9583333333333333</c:v>
                </c:pt>
                <c:pt idx="706">
                  <c:v>1.9611111111111112</c:v>
                </c:pt>
                <c:pt idx="707">
                  <c:v>1.9638888888888888</c:v>
                </c:pt>
                <c:pt idx="708">
                  <c:v>1.9666666666666666</c:v>
                </c:pt>
                <c:pt idx="709">
                  <c:v>1.9694444444444446</c:v>
                </c:pt>
                <c:pt idx="710">
                  <c:v>1.9722222222222221</c:v>
                </c:pt>
                <c:pt idx="711">
                  <c:v>1.9750000000000001</c:v>
                </c:pt>
                <c:pt idx="712">
                  <c:v>1.9777777777777779</c:v>
                </c:pt>
                <c:pt idx="713">
                  <c:v>1.9805555555555554</c:v>
                </c:pt>
                <c:pt idx="714">
                  <c:v>1.9833333333333334</c:v>
                </c:pt>
                <c:pt idx="715">
                  <c:v>1.9861111111111112</c:v>
                </c:pt>
                <c:pt idx="716">
                  <c:v>1.9888888888888887</c:v>
                </c:pt>
                <c:pt idx="717">
                  <c:v>1.9916666666666667</c:v>
                </c:pt>
                <c:pt idx="718">
                  <c:v>1.9944444444444445</c:v>
                </c:pt>
                <c:pt idx="719">
                  <c:v>1.9972222222222222</c:v>
                </c:pt>
                <c:pt idx="720">
                  <c:v>2</c:v>
                </c:pt>
                <c:pt idx="721">
                  <c:v>2.0027777777777778</c:v>
                </c:pt>
                <c:pt idx="722">
                  <c:v>2.0055555555555555</c:v>
                </c:pt>
                <c:pt idx="723">
                  <c:v>2.0083333333333333</c:v>
                </c:pt>
                <c:pt idx="724">
                  <c:v>2.0111111111111111</c:v>
                </c:pt>
                <c:pt idx="725">
                  <c:v>2.0138888888888888</c:v>
                </c:pt>
                <c:pt idx="726">
                  <c:v>2.0166666666666666</c:v>
                </c:pt>
                <c:pt idx="727">
                  <c:v>2.0194444444444444</c:v>
                </c:pt>
                <c:pt idx="728">
                  <c:v>2.0222222222222221</c:v>
                </c:pt>
                <c:pt idx="729">
                  <c:v>2.0249999999999999</c:v>
                </c:pt>
                <c:pt idx="730">
                  <c:v>2.0277777777777777</c:v>
                </c:pt>
                <c:pt idx="731">
                  <c:v>2.0305555555555554</c:v>
                </c:pt>
                <c:pt idx="732">
                  <c:v>2.0333333333333332</c:v>
                </c:pt>
                <c:pt idx="733">
                  <c:v>2.036111111111111</c:v>
                </c:pt>
                <c:pt idx="734">
                  <c:v>2.0388888888888888</c:v>
                </c:pt>
                <c:pt idx="735">
                  <c:v>2.0416666666666665</c:v>
                </c:pt>
                <c:pt idx="736">
                  <c:v>2.0444444444444447</c:v>
                </c:pt>
                <c:pt idx="737">
                  <c:v>2.0472222222222221</c:v>
                </c:pt>
                <c:pt idx="738">
                  <c:v>2.0499999999999998</c:v>
                </c:pt>
                <c:pt idx="739">
                  <c:v>2.052777777777778</c:v>
                </c:pt>
                <c:pt idx="740">
                  <c:v>2.0555555555555554</c:v>
                </c:pt>
                <c:pt idx="741">
                  <c:v>2.0583333333333331</c:v>
                </c:pt>
                <c:pt idx="742">
                  <c:v>2.0611111111111113</c:v>
                </c:pt>
                <c:pt idx="743">
                  <c:v>2.0638888888888887</c:v>
                </c:pt>
                <c:pt idx="744">
                  <c:v>2.0666666666666669</c:v>
                </c:pt>
                <c:pt idx="745">
                  <c:v>2.0694444444444446</c:v>
                </c:pt>
                <c:pt idx="746">
                  <c:v>2.072222222222222</c:v>
                </c:pt>
                <c:pt idx="747">
                  <c:v>2.0750000000000002</c:v>
                </c:pt>
                <c:pt idx="748">
                  <c:v>2.0777777777777779</c:v>
                </c:pt>
                <c:pt idx="749">
                  <c:v>2.0805555555555553</c:v>
                </c:pt>
                <c:pt idx="750">
                  <c:v>2.0833333333333335</c:v>
                </c:pt>
                <c:pt idx="751">
                  <c:v>2.0861111111111112</c:v>
                </c:pt>
                <c:pt idx="752">
                  <c:v>2.088888888888889</c:v>
                </c:pt>
                <c:pt idx="753">
                  <c:v>2.0916666666666668</c:v>
                </c:pt>
                <c:pt idx="754">
                  <c:v>2.0944444444444446</c:v>
                </c:pt>
                <c:pt idx="755">
                  <c:v>2.0972222222222223</c:v>
                </c:pt>
                <c:pt idx="756">
                  <c:v>2.1</c:v>
                </c:pt>
                <c:pt idx="757">
                  <c:v>2.1027777777777779</c:v>
                </c:pt>
                <c:pt idx="758">
                  <c:v>2.1055555555555556</c:v>
                </c:pt>
                <c:pt idx="759">
                  <c:v>2.1083333333333334</c:v>
                </c:pt>
                <c:pt idx="760">
                  <c:v>2.1111111111111112</c:v>
                </c:pt>
                <c:pt idx="761">
                  <c:v>2.1138888888888889</c:v>
                </c:pt>
                <c:pt idx="762">
                  <c:v>2.1166666666666667</c:v>
                </c:pt>
                <c:pt idx="763">
                  <c:v>2.1194444444444445</c:v>
                </c:pt>
                <c:pt idx="764">
                  <c:v>2.1222222222222222</c:v>
                </c:pt>
                <c:pt idx="765">
                  <c:v>2.125</c:v>
                </c:pt>
                <c:pt idx="766">
                  <c:v>2.1277777777777778</c:v>
                </c:pt>
                <c:pt idx="767">
                  <c:v>2.1305555555555555</c:v>
                </c:pt>
                <c:pt idx="768">
                  <c:v>2.1333333333333333</c:v>
                </c:pt>
                <c:pt idx="769">
                  <c:v>2.1361111111111111</c:v>
                </c:pt>
                <c:pt idx="770">
                  <c:v>2.1388888888888888</c:v>
                </c:pt>
                <c:pt idx="771">
                  <c:v>2.1416666666666666</c:v>
                </c:pt>
                <c:pt idx="772">
                  <c:v>2.1444444444444444</c:v>
                </c:pt>
                <c:pt idx="773">
                  <c:v>2.1472222222222226</c:v>
                </c:pt>
                <c:pt idx="774">
                  <c:v>2.15</c:v>
                </c:pt>
                <c:pt idx="775">
                  <c:v>2.1527777777777777</c:v>
                </c:pt>
                <c:pt idx="776">
                  <c:v>2.1555555555555559</c:v>
                </c:pt>
                <c:pt idx="777">
                  <c:v>2.1583333333333332</c:v>
                </c:pt>
                <c:pt idx="778">
                  <c:v>2.161111111111111</c:v>
                </c:pt>
                <c:pt idx="779">
                  <c:v>2.1638888888888892</c:v>
                </c:pt>
                <c:pt idx="780">
                  <c:v>2.1666666666666665</c:v>
                </c:pt>
                <c:pt idx="781">
                  <c:v>2.1694444444444443</c:v>
                </c:pt>
                <c:pt idx="782">
                  <c:v>2.1722222222222225</c:v>
                </c:pt>
                <c:pt idx="783">
                  <c:v>2.1749999999999998</c:v>
                </c:pt>
                <c:pt idx="784">
                  <c:v>2.1777777777777776</c:v>
                </c:pt>
                <c:pt idx="785">
                  <c:v>2.1805555555555558</c:v>
                </c:pt>
                <c:pt idx="786">
                  <c:v>2.1833333333333331</c:v>
                </c:pt>
                <c:pt idx="787">
                  <c:v>2.1861111111111109</c:v>
                </c:pt>
                <c:pt idx="788">
                  <c:v>2.1888888888888891</c:v>
                </c:pt>
                <c:pt idx="789">
                  <c:v>2.1916666666666669</c:v>
                </c:pt>
                <c:pt idx="790">
                  <c:v>2.1944444444444442</c:v>
                </c:pt>
                <c:pt idx="791">
                  <c:v>2.1972222222222224</c:v>
                </c:pt>
                <c:pt idx="792">
                  <c:v>2.2000000000000002</c:v>
                </c:pt>
                <c:pt idx="793">
                  <c:v>2.2027777777777775</c:v>
                </c:pt>
                <c:pt idx="794">
                  <c:v>2.2055555555555557</c:v>
                </c:pt>
                <c:pt idx="795">
                  <c:v>2.2083333333333335</c:v>
                </c:pt>
                <c:pt idx="796">
                  <c:v>2.2111111111111108</c:v>
                </c:pt>
                <c:pt idx="797">
                  <c:v>2.213888888888889</c:v>
                </c:pt>
                <c:pt idx="798">
                  <c:v>2.2166666666666668</c:v>
                </c:pt>
                <c:pt idx="799">
                  <c:v>2.2194444444444441</c:v>
                </c:pt>
                <c:pt idx="800">
                  <c:v>2.2222222222222223</c:v>
                </c:pt>
                <c:pt idx="801">
                  <c:v>2.2250000000000001</c:v>
                </c:pt>
                <c:pt idx="802">
                  <c:v>2.2277777777777774</c:v>
                </c:pt>
                <c:pt idx="803">
                  <c:v>2.2305555555555556</c:v>
                </c:pt>
                <c:pt idx="804">
                  <c:v>2.2333333333333334</c:v>
                </c:pt>
                <c:pt idx="805">
                  <c:v>2.2361111111111112</c:v>
                </c:pt>
                <c:pt idx="806">
                  <c:v>2.2388888888888889</c:v>
                </c:pt>
                <c:pt idx="807">
                  <c:v>2.2416666666666667</c:v>
                </c:pt>
                <c:pt idx="808">
                  <c:v>2.2444444444444445</c:v>
                </c:pt>
                <c:pt idx="809">
                  <c:v>2.2472222222222222</c:v>
                </c:pt>
                <c:pt idx="810">
                  <c:v>2.25</c:v>
                </c:pt>
                <c:pt idx="811">
                  <c:v>2.2527777777777778</c:v>
                </c:pt>
                <c:pt idx="812">
                  <c:v>2.2555555555555555</c:v>
                </c:pt>
                <c:pt idx="813">
                  <c:v>2.2583333333333333</c:v>
                </c:pt>
                <c:pt idx="814">
                  <c:v>2.2611111111111111</c:v>
                </c:pt>
                <c:pt idx="815">
                  <c:v>2.2638888888888888</c:v>
                </c:pt>
                <c:pt idx="816">
                  <c:v>2.2666666666666666</c:v>
                </c:pt>
                <c:pt idx="817">
                  <c:v>2.2694444444444444</c:v>
                </c:pt>
                <c:pt idx="818">
                  <c:v>2.2722222222222226</c:v>
                </c:pt>
                <c:pt idx="819">
                  <c:v>2.2749999999999999</c:v>
                </c:pt>
                <c:pt idx="820">
                  <c:v>2.2777777777777777</c:v>
                </c:pt>
                <c:pt idx="821">
                  <c:v>2.2805555555555559</c:v>
                </c:pt>
                <c:pt idx="822">
                  <c:v>2.2833333333333332</c:v>
                </c:pt>
                <c:pt idx="823">
                  <c:v>2.286111111111111</c:v>
                </c:pt>
                <c:pt idx="824">
                  <c:v>2.2888888888888892</c:v>
                </c:pt>
                <c:pt idx="825">
                  <c:v>2.2916666666666665</c:v>
                </c:pt>
                <c:pt idx="826">
                  <c:v>2.2944444444444443</c:v>
                </c:pt>
                <c:pt idx="827">
                  <c:v>2.2972222222222225</c:v>
                </c:pt>
                <c:pt idx="828">
                  <c:v>2.2999999999999998</c:v>
                </c:pt>
                <c:pt idx="829">
                  <c:v>2.3027777777777776</c:v>
                </c:pt>
                <c:pt idx="830">
                  <c:v>2.3055555555555558</c:v>
                </c:pt>
                <c:pt idx="831">
                  <c:v>2.3083333333333331</c:v>
                </c:pt>
                <c:pt idx="832">
                  <c:v>2.3111111111111109</c:v>
                </c:pt>
                <c:pt idx="833">
                  <c:v>2.3138888888888891</c:v>
                </c:pt>
                <c:pt idx="834">
                  <c:v>2.3166666666666669</c:v>
                </c:pt>
                <c:pt idx="835">
                  <c:v>2.3194444444444442</c:v>
                </c:pt>
                <c:pt idx="836">
                  <c:v>2.3222222222222224</c:v>
                </c:pt>
                <c:pt idx="837">
                  <c:v>2.3250000000000002</c:v>
                </c:pt>
                <c:pt idx="838">
                  <c:v>2.3277777777777775</c:v>
                </c:pt>
                <c:pt idx="839">
                  <c:v>2.3305555555555557</c:v>
                </c:pt>
                <c:pt idx="840">
                  <c:v>2.3333333333333335</c:v>
                </c:pt>
                <c:pt idx="841">
                  <c:v>2.3361111111111108</c:v>
                </c:pt>
                <c:pt idx="842">
                  <c:v>2.338888888888889</c:v>
                </c:pt>
                <c:pt idx="843">
                  <c:v>2.3416666666666668</c:v>
                </c:pt>
                <c:pt idx="844">
                  <c:v>2.3444444444444441</c:v>
                </c:pt>
                <c:pt idx="845">
                  <c:v>2.3472222222222223</c:v>
                </c:pt>
                <c:pt idx="846">
                  <c:v>2.35</c:v>
                </c:pt>
                <c:pt idx="847">
                  <c:v>2.3527777777777774</c:v>
                </c:pt>
                <c:pt idx="848">
                  <c:v>2.3555555555555556</c:v>
                </c:pt>
                <c:pt idx="849">
                  <c:v>2.3583333333333334</c:v>
                </c:pt>
                <c:pt idx="850">
                  <c:v>2.3611111111111112</c:v>
                </c:pt>
                <c:pt idx="851">
                  <c:v>2.3638888888888889</c:v>
                </c:pt>
                <c:pt idx="852">
                  <c:v>2.3666666666666667</c:v>
                </c:pt>
                <c:pt idx="853">
                  <c:v>2.3694444444444445</c:v>
                </c:pt>
                <c:pt idx="854">
                  <c:v>2.3722222222222222</c:v>
                </c:pt>
                <c:pt idx="855">
                  <c:v>2.375</c:v>
                </c:pt>
                <c:pt idx="856">
                  <c:v>2.3777777777777778</c:v>
                </c:pt>
                <c:pt idx="857">
                  <c:v>2.3805555555555555</c:v>
                </c:pt>
                <c:pt idx="858">
                  <c:v>2.3833333333333333</c:v>
                </c:pt>
                <c:pt idx="859">
                  <c:v>2.3861111111111111</c:v>
                </c:pt>
                <c:pt idx="860">
                  <c:v>2.3888888888888888</c:v>
                </c:pt>
                <c:pt idx="861">
                  <c:v>2.3916666666666666</c:v>
                </c:pt>
                <c:pt idx="862">
                  <c:v>2.3944444444444444</c:v>
                </c:pt>
                <c:pt idx="863">
                  <c:v>2.3972222222222226</c:v>
                </c:pt>
                <c:pt idx="864">
                  <c:v>2.4</c:v>
                </c:pt>
                <c:pt idx="865">
                  <c:v>2.4027777777777777</c:v>
                </c:pt>
                <c:pt idx="866">
                  <c:v>2.4055555555555559</c:v>
                </c:pt>
                <c:pt idx="867">
                  <c:v>2.4083333333333332</c:v>
                </c:pt>
                <c:pt idx="868">
                  <c:v>2.411111111111111</c:v>
                </c:pt>
                <c:pt idx="869">
                  <c:v>2.4138888888888892</c:v>
                </c:pt>
                <c:pt idx="870">
                  <c:v>2.4166666666666665</c:v>
                </c:pt>
                <c:pt idx="871">
                  <c:v>2.4194444444444443</c:v>
                </c:pt>
                <c:pt idx="872">
                  <c:v>2.4222222222222225</c:v>
                </c:pt>
                <c:pt idx="873">
                  <c:v>2.4249999999999998</c:v>
                </c:pt>
                <c:pt idx="874">
                  <c:v>2.4277777777777776</c:v>
                </c:pt>
                <c:pt idx="875">
                  <c:v>2.4305555555555558</c:v>
                </c:pt>
                <c:pt idx="876">
                  <c:v>2.4333333333333331</c:v>
                </c:pt>
                <c:pt idx="877">
                  <c:v>2.4361111111111109</c:v>
                </c:pt>
                <c:pt idx="878">
                  <c:v>2.4388888888888891</c:v>
                </c:pt>
                <c:pt idx="879">
                  <c:v>2.4416666666666669</c:v>
                </c:pt>
                <c:pt idx="880">
                  <c:v>2.4444444444444442</c:v>
                </c:pt>
                <c:pt idx="881">
                  <c:v>2.4472222222222224</c:v>
                </c:pt>
                <c:pt idx="882">
                  <c:v>2.4500000000000002</c:v>
                </c:pt>
                <c:pt idx="883">
                  <c:v>2.4527777777777775</c:v>
                </c:pt>
                <c:pt idx="884">
                  <c:v>2.4555555555555557</c:v>
                </c:pt>
                <c:pt idx="885">
                  <c:v>2.4583333333333335</c:v>
                </c:pt>
                <c:pt idx="886">
                  <c:v>2.4611111111111108</c:v>
                </c:pt>
                <c:pt idx="887">
                  <c:v>2.463888888888889</c:v>
                </c:pt>
                <c:pt idx="888">
                  <c:v>2.4666666666666668</c:v>
                </c:pt>
                <c:pt idx="889">
                  <c:v>2.4694444444444441</c:v>
                </c:pt>
                <c:pt idx="890">
                  <c:v>2.4722222222222223</c:v>
                </c:pt>
                <c:pt idx="891">
                  <c:v>2.4750000000000001</c:v>
                </c:pt>
                <c:pt idx="892">
                  <c:v>2.4777777777777774</c:v>
                </c:pt>
                <c:pt idx="893">
                  <c:v>2.4805555555555556</c:v>
                </c:pt>
                <c:pt idx="894">
                  <c:v>2.4833333333333334</c:v>
                </c:pt>
                <c:pt idx="895">
                  <c:v>2.4861111111111112</c:v>
                </c:pt>
                <c:pt idx="896">
                  <c:v>2.4888888888888889</c:v>
                </c:pt>
                <c:pt idx="897">
                  <c:v>2.4916666666666667</c:v>
                </c:pt>
                <c:pt idx="898">
                  <c:v>2.4944444444444445</c:v>
                </c:pt>
                <c:pt idx="899">
                  <c:v>2.4972222222222222</c:v>
                </c:pt>
                <c:pt idx="900">
                  <c:v>2.5</c:v>
                </c:pt>
                <c:pt idx="901">
                  <c:v>2.5027777777777778</c:v>
                </c:pt>
                <c:pt idx="902">
                  <c:v>2.5055555555555555</c:v>
                </c:pt>
                <c:pt idx="903">
                  <c:v>2.5083333333333333</c:v>
                </c:pt>
                <c:pt idx="904">
                  <c:v>2.5111111111111111</c:v>
                </c:pt>
                <c:pt idx="905">
                  <c:v>2.5138888888888888</c:v>
                </c:pt>
                <c:pt idx="906">
                  <c:v>2.5166666666666666</c:v>
                </c:pt>
                <c:pt idx="907">
                  <c:v>2.5194444444444444</c:v>
                </c:pt>
                <c:pt idx="908">
                  <c:v>2.5222222222222226</c:v>
                </c:pt>
                <c:pt idx="909">
                  <c:v>2.5249999999999999</c:v>
                </c:pt>
                <c:pt idx="910">
                  <c:v>2.5277777777777777</c:v>
                </c:pt>
                <c:pt idx="911">
                  <c:v>2.5305555555555559</c:v>
                </c:pt>
                <c:pt idx="912">
                  <c:v>2.5333333333333332</c:v>
                </c:pt>
                <c:pt idx="913">
                  <c:v>2.536111111111111</c:v>
                </c:pt>
                <c:pt idx="914">
                  <c:v>2.5388888888888892</c:v>
                </c:pt>
                <c:pt idx="915">
                  <c:v>2.5416666666666665</c:v>
                </c:pt>
                <c:pt idx="916">
                  <c:v>2.5444444444444443</c:v>
                </c:pt>
                <c:pt idx="917">
                  <c:v>2.5472222222222225</c:v>
                </c:pt>
                <c:pt idx="918">
                  <c:v>2.5499999999999998</c:v>
                </c:pt>
                <c:pt idx="919">
                  <c:v>2.5527777777777776</c:v>
                </c:pt>
                <c:pt idx="920">
                  <c:v>2.5555555555555558</c:v>
                </c:pt>
                <c:pt idx="921">
                  <c:v>2.5583333333333331</c:v>
                </c:pt>
                <c:pt idx="922">
                  <c:v>2.5611111111111109</c:v>
                </c:pt>
                <c:pt idx="923">
                  <c:v>2.5638888888888891</c:v>
                </c:pt>
                <c:pt idx="924">
                  <c:v>2.5666666666666669</c:v>
                </c:pt>
                <c:pt idx="925">
                  <c:v>2.5694444444444442</c:v>
                </c:pt>
                <c:pt idx="926">
                  <c:v>2.5722222222222224</c:v>
                </c:pt>
                <c:pt idx="927">
                  <c:v>2.5750000000000002</c:v>
                </c:pt>
                <c:pt idx="928">
                  <c:v>2.5777777777777775</c:v>
                </c:pt>
                <c:pt idx="929">
                  <c:v>2.5805555555555557</c:v>
                </c:pt>
                <c:pt idx="930">
                  <c:v>2.5833333333333335</c:v>
                </c:pt>
                <c:pt idx="931">
                  <c:v>2.5861111111111108</c:v>
                </c:pt>
                <c:pt idx="932">
                  <c:v>2.588888888888889</c:v>
                </c:pt>
                <c:pt idx="933">
                  <c:v>2.5916666666666668</c:v>
                </c:pt>
                <c:pt idx="934">
                  <c:v>2.5944444444444441</c:v>
                </c:pt>
                <c:pt idx="935">
                  <c:v>2.5972222222222223</c:v>
                </c:pt>
                <c:pt idx="936">
                  <c:v>2.6</c:v>
                </c:pt>
                <c:pt idx="937">
                  <c:v>2.6027777777777774</c:v>
                </c:pt>
                <c:pt idx="938">
                  <c:v>2.6055555555555556</c:v>
                </c:pt>
                <c:pt idx="939">
                  <c:v>2.6083333333333334</c:v>
                </c:pt>
                <c:pt idx="940">
                  <c:v>2.6111111111111112</c:v>
                </c:pt>
                <c:pt idx="941">
                  <c:v>2.6138888888888889</c:v>
                </c:pt>
                <c:pt idx="942">
                  <c:v>2.6166666666666667</c:v>
                </c:pt>
                <c:pt idx="943">
                  <c:v>2.6194444444444445</c:v>
                </c:pt>
                <c:pt idx="944">
                  <c:v>2.6222222222222222</c:v>
                </c:pt>
                <c:pt idx="945">
                  <c:v>2.625</c:v>
                </c:pt>
                <c:pt idx="946">
                  <c:v>2.6277777777777778</c:v>
                </c:pt>
                <c:pt idx="947">
                  <c:v>2.6305555555555555</c:v>
                </c:pt>
                <c:pt idx="948">
                  <c:v>2.6333333333333333</c:v>
                </c:pt>
                <c:pt idx="949">
                  <c:v>2.6361111111111111</c:v>
                </c:pt>
                <c:pt idx="950">
                  <c:v>2.6388888888888888</c:v>
                </c:pt>
                <c:pt idx="951">
                  <c:v>2.6416666666666666</c:v>
                </c:pt>
                <c:pt idx="952">
                  <c:v>2.6444444444444444</c:v>
                </c:pt>
                <c:pt idx="953">
                  <c:v>2.6472222222222226</c:v>
                </c:pt>
                <c:pt idx="954">
                  <c:v>2.65</c:v>
                </c:pt>
                <c:pt idx="955">
                  <c:v>2.6527777777777777</c:v>
                </c:pt>
                <c:pt idx="956">
                  <c:v>2.6555555555555559</c:v>
                </c:pt>
                <c:pt idx="957">
                  <c:v>2.6583333333333332</c:v>
                </c:pt>
                <c:pt idx="958">
                  <c:v>2.661111111111111</c:v>
                </c:pt>
                <c:pt idx="959">
                  <c:v>2.6638888888888892</c:v>
                </c:pt>
                <c:pt idx="960">
                  <c:v>2.6666666666666665</c:v>
                </c:pt>
                <c:pt idx="961">
                  <c:v>2.6694444444444443</c:v>
                </c:pt>
                <c:pt idx="962">
                  <c:v>2.6722222222222225</c:v>
                </c:pt>
                <c:pt idx="963">
                  <c:v>2.6749999999999998</c:v>
                </c:pt>
                <c:pt idx="964">
                  <c:v>2.6777777777777776</c:v>
                </c:pt>
                <c:pt idx="965">
                  <c:v>2.6805555555555558</c:v>
                </c:pt>
                <c:pt idx="966">
                  <c:v>2.6833333333333331</c:v>
                </c:pt>
                <c:pt idx="967">
                  <c:v>2.6861111111111109</c:v>
                </c:pt>
                <c:pt idx="968">
                  <c:v>2.6888888888888891</c:v>
                </c:pt>
                <c:pt idx="969">
                  <c:v>2.6916666666666669</c:v>
                </c:pt>
                <c:pt idx="970">
                  <c:v>2.6944444444444442</c:v>
                </c:pt>
                <c:pt idx="971">
                  <c:v>2.6972222222222224</c:v>
                </c:pt>
                <c:pt idx="972">
                  <c:v>2.7</c:v>
                </c:pt>
                <c:pt idx="973">
                  <c:v>2.7027777777777775</c:v>
                </c:pt>
                <c:pt idx="974">
                  <c:v>2.7055555555555557</c:v>
                </c:pt>
                <c:pt idx="975">
                  <c:v>2.7083333333333335</c:v>
                </c:pt>
                <c:pt idx="976">
                  <c:v>2.7111111111111108</c:v>
                </c:pt>
                <c:pt idx="977">
                  <c:v>2.713888888888889</c:v>
                </c:pt>
                <c:pt idx="978">
                  <c:v>2.7166666666666668</c:v>
                </c:pt>
                <c:pt idx="979">
                  <c:v>2.7194444444444441</c:v>
                </c:pt>
                <c:pt idx="980">
                  <c:v>2.7222222222222223</c:v>
                </c:pt>
                <c:pt idx="981">
                  <c:v>2.7250000000000001</c:v>
                </c:pt>
                <c:pt idx="982">
                  <c:v>2.7277777777777774</c:v>
                </c:pt>
                <c:pt idx="983">
                  <c:v>2.7305555555555556</c:v>
                </c:pt>
                <c:pt idx="984">
                  <c:v>2.7333333333333334</c:v>
                </c:pt>
                <c:pt idx="985">
                  <c:v>2.7361111111111112</c:v>
                </c:pt>
                <c:pt idx="986">
                  <c:v>2.7388888888888889</c:v>
                </c:pt>
                <c:pt idx="987">
                  <c:v>2.7416666666666667</c:v>
                </c:pt>
                <c:pt idx="988">
                  <c:v>2.7444444444444445</c:v>
                </c:pt>
                <c:pt idx="989">
                  <c:v>2.7472222222222222</c:v>
                </c:pt>
                <c:pt idx="990">
                  <c:v>2.75</c:v>
                </c:pt>
                <c:pt idx="991">
                  <c:v>2.7527777777777778</c:v>
                </c:pt>
                <c:pt idx="992">
                  <c:v>2.7555555555555555</c:v>
                </c:pt>
                <c:pt idx="993">
                  <c:v>2.7583333333333333</c:v>
                </c:pt>
                <c:pt idx="994">
                  <c:v>2.7611111111111111</c:v>
                </c:pt>
                <c:pt idx="995">
                  <c:v>2.7638888888888888</c:v>
                </c:pt>
                <c:pt idx="996">
                  <c:v>2.7666666666666666</c:v>
                </c:pt>
                <c:pt idx="997">
                  <c:v>2.7694444444444444</c:v>
                </c:pt>
                <c:pt idx="998">
                  <c:v>2.7722222222222226</c:v>
                </c:pt>
                <c:pt idx="999">
                  <c:v>2.7749999999999999</c:v>
                </c:pt>
                <c:pt idx="1000">
                  <c:v>2.7777777777777777</c:v>
                </c:pt>
                <c:pt idx="1001">
                  <c:v>2.7805555555555559</c:v>
                </c:pt>
                <c:pt idx="1002">
                  <c:v>2.7833333333333332</c:v>
                </c:pt>
                <c:pt idx="1003">
                  <c:v>2.786111111111111</c:v>
                </c:pt>
                <c:pt idx="1004">
                  <c:v>2.7888888888888892</c:v>
                </c:pt>
                <c:pt idx="1005">
                  <c:v>2.7916666666666665</c:v>
                </c:pt>
                <c:pt idx="1006">
                  <c:v>2.7944444444444443</c:v>
                </c:pt>
                <c:pt idx="1007">
                  <c:v>2.7972222222222225</c:v>
                </c:pt>
                <c:pt idx="1008">
                  <c:v>2.8</c:v>
                </c:pt>
                <c:pt idx="1009">
                  <c:v>2.8027777777777776</c:v>
                </c:pt>
                <c:pt idx="1010">
                  <c:v>2.8055555555555558</c:v>
                </c:pt>
                <c:pt idx="1011">
                  <c:v>2.8083333333333331</c:v>
                </c:pt>
                <c:pt idx="1012">
                  <c:v>2.8111111111111109</c:v>
                </c:pt>
                <c:pt idx="1013">
                  <c:v>2.8138888888888891</c:v>
                </c:pt>
                <c:pt idx="1014">
                  <c:v>2.8166666666666669</c:v>
                </c:pt>
                <c:pt idx="1015">
                  <c:v>2.8194444444444442</c:v>
                </c:pt>
                <c:pt idx="1016">
                  <c:v>2.8222222222222224</c:v>
                </c:pt>
                <c:pt idx="1017">
                  <c:v>2.8250000000000002</c:v>
                </c:pt>
                <c:pt idx="1018">
                  <c:v>2.8277777777777775</c:v>
                </c:pt>
                <c:pt idx="1019">
                  <c:v>2.8305555555555557</c:v>
                </c:pt>
                <c:pt idx="1020">
                  <c:v>2.8333333333333335</c:v>
                </c:pt>
                <c:pt idx="1021">
                  <c:v>2.8361111111111108</c:v>
                </c:pt>
                <c:pt idx="1022">
                  <c:v>2.838888888888889</c:v>
                </c:pt>
                <c:pt idx="1023">
                  <c:v>2.8416666666666668</c:v>
                </c:pt>
                <c:pt idx="1024">
                  <c:v>2.8444444444444441</c:v>
                </c:pt>
                <c:pt idx="1025">
                  <c:v>2.8472222222222223</c:v>
                </c:pt>
                <c:pt idx="1026">
                  <c:v>2.85</c:v>
                </c:pt>
                <c:pt idx="1027">
                  <c:v>2.8527777777777774</c:v>
                </c:pt>
                <c:pt idx="1028">
                  <c:v>2.8555555555555556</c:v>
                </c:pt>
                <c:pt idx="1029">
                  <c:v>2.8583333333333334</c:v>
                </c:pt>
                <c:pt idx="1030">
                  <c:v>2.8611111111111112</c:v>
                </c:pt>
                <c:pt idx="1031">
                  <c:v>2.8638888888888889</c:v>
                </c:pt>
                <c:pt idx="1032">
                  <c:v>2.8666666666666667</c:v>
                </c:pt>
                <c:pt idx="1033">
                  <c:v>2.8694444444444445</c:v>
                </c:pt>
                <c:pt idx="1034">
                  <c:v>2.8722222222222222</c:v>
                </c:pt>
                <c:pt idx="1035">
                  <c:v>2.875</c:v>
                </c:pt>
                <c:pt idx="1036">
                  <c:v>2.8777777777777778</c:v>
                </c:pt>
                <c:pt idx="1037">
                  <c:v>2.8805555555555555</c:v>
                </c:pt>
                <c:pt idx="1038">
                  <c:v>2.8833333333333333</c:v>
                </c:pt>
                <c:pt idx="1039">
                  <c:v>2.8861111111111111</c:v>
                </c:pt>
                <c:pt idx="1040">
                  <c:v>2.8888888888888888</c:v>
                </c:pt>
                <c:pt idx="1041">
                  <c:v>2.8916666666666666</c:v>
                </c:pt>
                <c:pt idx="1042">
                  <c:v>2.8944444444444444</c:v>
                </c:pt>
                <c:pt idx="1043">
                  <c:v>2.8972222222222226</c:v>
                </c:pt>
                <c:pt idx="1044">
                  <c:v>2.9</c:v>
                </c:pt>
                <c:pt idx="1045">
                  <c:v>2.9027777777777777</c:v>
                </c:pt>
                <c:pt idx="1046">
                  <c:v>2.9055555555555559</c:v>
                </c:pt>
                <c:pt idx="1047">
                  <c:v>2.9083333333333332</c:v>
                </c:pt>
                <c:pt idx="1048">
                  <c:v>2.911111111111111</c:v>
                </c:pt>
                <c:pt idx="1049">
                  <c:v>2.9138888888888892</c:v>
                </c:pt>
                <c:pt idx="1050">
                  <c:v>2.9166666666666665</c:v>
                </c:pt>
                <c:pt idx="1051">
                  <c:v>2.9194444444444443</c:v>
                </c:pt>
                <c:pt idx="1052">
                  <c:v>2.9222222222222225</c:v>
                </c:pt>
                <c:pt idx="1053">
                  <c:v>2.9249999999999998</c:v>
                </c:pt>
                <c:pt idx="1054">
                  <c:v>2.9277777777777776</c:v>
                </c:pt>
                <c:pt idx="1055">
                  <c:v>2.9305555555555558</c:v>
                </c:pt>
                <c:pt idx="1056">
                  <c:v>2.9333333333333331</c:v>
                </c:pt>
                <c:pt idx="1057">
                  <c:v>2.9361111111111109</c:v>
                </c:pt>
                <c:pt idx="1058">
                  <c:v>2.9388888888888891</c:v>
                </c:pt>
                <c:pt idx="1059">
                  <c:v>2.9416666666666669</c:v>
                </c:pt>
                <c:pt idx="1060">
                  <c:v>2.9444444444444442</c:v>
                </c:pt>
                <c:pt idx="1061">
                  <c:v>2.9472222222222224</c:v>
                </c:pt>
                <c:pt idx="1062">
                  <c:v>2.95</c:v>
                </c:pt>
                <c:pt idx="1063">
                  <c:v>2.9527777777777775</c:v>
                </c:pt>
                <c:pt idx="1064">
                  <c:v>2.9555555555555557</c:v>
                </c:pt>
                <c:pt idx="1065">
                  <c:v>2.9583333333333335</c:v>
                </c:pt>
                <c:pt idx="1066">
                  <c:v>2.9611111111111108</c:v>
                </c:pt>
                <c:pt idx="1067">
                  <c:v>2.963888888888889</c:v>
                </c:pt>
                <c:pt idx="1068">
                  <c:v>2.9666666666666668</c:v>
                </c:pt>
                <c:pt idx="1069">
                  <c:v>2.9694444444444441</c:v>
                </c:pt>
                <c:pt idx="1070">
                  <c:v>2.9722222222222223</c:v>
                </c:pt>
                <c:pt idx="1071">
                  <c:v>2.9750000000000001</c:v>
                </c:pt>
                <c:pt idx="1072">
                  <c:v>2.9777777777777774</c:v>
                </c:pt>
                <c:pt idx="1073">
                  <c:v>2.9805555555555556</c:v>
                </c:pt>
                <c:pt idx="1074">
                  <c:v>2.9833333333333334</c:v>
                </c:pt>
                <c:pt idx="1075">
                  <c:v>2.9861111111111112</c:v>
                </c:pt>
                <c:pt idx="1076">
                  <c:v>2.9888888888888889</c:v>
                </c:pt>
                <c:pt idx="1077">
                  <c:v>2.9916666666666667</c:v>
                </c:pt>
                <c:pt idx="1078">
                  <c:v>2.9944444444444445</c:v>
                </c:pt>
                <c:pt idx="1079">
                  <c:v>2.9972222222222222</c:v>
                </c:pt>
                <c:pt idx="1080">
                  <c:v>3</c:v>
                </c:pt>
              </c:numCache>
            </c:numRef>
          </c:xVal>
          <c:yVal>
            <c:numRef>
              <c:f>Sheet1!$L$4:$L$1084</c:f>
              <c:numCache>
                <c:formatCode>0.00</c:formatCode>
                <c:ptCount val="1081"/>
                <c:pt idx="0">
                  <c:v>0</c:v>
                </c:pt>
                <c:pt idx="1">
                  <c:v>1.1635589267259981E-138</c:v>
                </c:pt>
                <c:pt idx="2">
                  <c:v>1.2004198818817113E-120</c:v>
                </c:pt>
                <c:pt idx="3">
                  <c:v>3.9496060612051953E-110</c:v>
                </c:pt>
                <c:pt idx="4">
                  <c:v>1.1082124752896443E-102</c:v>
                </c:pt>
                <c:pt idx="5">
                  <c:v>6.4709623475513943E-97</c:v>
                </c:pt>
                <c:pt idx="6">
                  <c:v>3.2627867743497144E-92</c:v>
                </c:pt>
                <c:pt idx="7">
                  <c:v>3.0348772397871566E-88</c:v>
                </c:pt>
                <c:pt idx="8">
                  <c:v>8.1922463748180274E-85</c:v>
                </c:pt>
                <c:pt idx="9">
                  <c:v>8.5960594278385436E-82</c:v>
                </c:pt>
                <c:pt idx="10">
                  <c:v>4.2804940773400998E-79</c:v>
                </c:pt>
                <c:pt idx="11">
                  <c:v>1.1662725864563073E-76</c:v>
                </c:pt>
                <c:pt idx="12">
                  <c:v>1.9313401921432849E-74</c:v>
                </c:pt>
                <c:pt idx="13">
                  <c:v>2.1053786355297769E-72</c:v>
                </c:pt>
                <c:pt idx="14">
                  <c:v>1.6075195799745058E-70</c:v>
                </c:pt>
                <c:pt idx="15">
                  <c:v>9.030145159563466E-69</c:v>
                </c:pt>
                <c:pt idx="16">
                  <c:v>3.8829625795594863E-67</c:v>
                </c:pt>
                <c:pt idx="17">
                  <c:v>1.3202147669490809E-65</c:v>
                </c:pt>
                <c:pt idx="18">
                  <c:v>3.6458992829495127E-64</c:v>
                </c:pt>
                <c:pt idx="19">
                  <c:v>8.3640279561698108E-63</c:v>
                </c:pt>
                <c:pt idx="20">
                  <c:v>1.6245916471732414E-61</c:v>
                </c:pt>
                <c:pt idx="21">
                  <c:v>2.7154838094845977E-60</c:v>
                </c:pt>
                <c:pt idx="22">
                  <c:v>3.9609142514740047E-59</c:v>
                </c:pt>
                <c:pt idx="23">
                  <c:v>5.103284848566496E-58</c:v>
                </c:pt>
                <c:pt idx="24">
                  <c:v>5.869474350546702E-57</c:v>
                </c:pt>
                <c:pt idx="25">
                  <c:v>6.0823342712008654E-56</c:v>
                </c:pt>
                <c:pt idx="26">
                  <c:v>5.7255300686991885E-55</c:v>
                </c:pt>
                <c:pt idx="27">
                  <c:v>4.9315759803393793E-54</c:v>
                </c:pt>
                <c:pt idx="28">
                  <c:v>3.911891648543211E-53</c:v>
                </c:pt>
                <c:pt idx="29">
                  <c:v>2.8742852629687481E-52</c:v>
                </c:pt>
                <c:pt idx="30">
                  <c:v>1.9663930699535095E-51</c:v>
                </c:pt>
                <c:pt idx="31">
                  <c:v>1.2584667323372706E-50</c:v>
                </c:pt>
                <c:pt idx="32">
                  <c:v>7.5663053882348458E-50</c:v>
                </c:pt>
                <c:pt idx="33">
                  <c:v>4.2900921141153904E-49</c:v>
                </c:pt>
                <c:pt idx="34">
                  <c:v>2.3020264250564687E-48</c:v>
                </c:pt>
                <c:pt idx="35">
                  <c:v>1.1727434085424835E-47</c:v>
                </c:pt>
                <c:pt idx="36">
                  <c:v>5.688731592593388E-47</c:v>
                </c:pt>
                <c:pt idx="37">
                  <c:v>2.6345952154539276E-46</c:v>
                </c:pt>
                <c:pt idx="38">
                  <c:v>1.1678076324463228E-45</c:v>
                </c:pt>
                <c:pt idx="39">
                  <c:v>4.9656601316002531E-45</c:v>
                </c:pt>
                <c:pt idx="40">
                  <c:v>2.0297619509395727E-44</c:v>
                </c:pt>
                <c:pt idx="41">
                  <c:v>7.9913856273906565E-44</c:v>
                </c:pt>
                <c:pt idx="42">
                  <c:v>3.0359398757934832E-43</c:v>
                </c:pt>
                <c:pt idx="43">
                  <c:v>1.1147773468933102E-42</c:v>
                </c:pt>
                <c:pt idx="44">
                  <c:v>3.9626566773917812E-42</c:v>
                </c:pt>
                <c:pt idx="45">
                  <c:v>1.3655944460857221E-41</c:v>
                </c:pt>
                <c:pt idx="46">
                  <c:v>4.5686288062633929E-41</c:v>
                </c:pt>
                <c:pt idx="47">
                  <c:v>1.4857047319364025E-40</c:v>
                </c:pt>
                <c:pt idx="48">
                  <c:v>4.7019751607390418E-40</c:v>
                </c:pt>
                <c:pt idx="49">
                  <c:v>1.4498262120078075E-39</c:v>
                </c:pt>
                <c:pt idx="50">
                  <c:v>4.3601001330879207E-39</c:v>
                </c:pt>
                <c:pt idx="51">
                  <c:v>1.2801233712390452E-38</c:v>
                </c:pt>
                <c:pt idx="52">
                  <c:v>3.6727125275415642E-38</c:v>
                </c:pt>
                <c:pt idx="53">
                  <c:v>1.030584370664409E-37</c:v>
                </c:pt>
                <c:pt idx="54">
                  <c:v>2.8307533032746905E-37</c:v>
                </c:pt>
                <c:pt idx="55">
                  <c:v>7.6169807954875954E-37</c:v>
                </c:pt>
                <c:pt idx="56">
                  <c:v>2.0093156594698536E-36</c:v>
                </c:pt>
                <c:pt idx="57">
                  <c:v>5.1999952442835504E-36</c:v>
                </c:pt>
                <c:pt idx="58">
                  <c:v>1.3211017791674282E-35</c:v>
                </c:pt>
                <c:pt idx="59">
                  <c:v>3.2970263628857669E-35</c:v>
                </c:pt>
                <c:pt idx="60">
                  <c:v>8.0876398189174098E-35</c:v>
                </c:pt>
                <c:pt idx="61">
                  <c:v>1.9511108185390715E-34</c:v>
                </c:pt>
                <c:pt idx="62">
                  <c:v>4.631676984126024E-34</c:v>
                </c:pt>
                <c:pt idx="63">
                  <c:v>1.0824676314625829E-33</c:v>
                </c:pt>
                <c:pt idx="64">
                  <c:v>2.4918703816130524E-33</c:v>
                </c:pt>
                <c:pt idx="65">
                  <c:v>5.6529281458924713E-33</c:v>
                </c:pt>
                <c:pt idx="66">
                  <c:v>1.2643090792575711E-32</c:v>
                </c:pt>
                <c:pt idx="67">
                  <c:v>2.7890117491848633E-32</c:v>
                </c:pt>
                <c:pt idx="68">
                  <c:v>6.0707451518892857E-32</c:v>
                </c:pt>
                <c:pt idx="69">
                  <c:v>1.3043608080021495E-31</c:v>
                </c:pt>
                <c:pt idx="70">
                  <c:v>2.767449822633753E-31</c:v>
                </c:pt>
                <c:pt idx="71">
                  <c:v>5.8002048906714062E-31</c:v>
                </c:pt>
                <c:pt idx="72">
                  <c:v>1.2012606623220407E-30</c:v>
                </c:pt>
                <c:pt idx="73">
                  <c:v>2.4592582353135722E-30</c:v>
                </c:pt>
                <c:pt idx="74">
                  <c:v>4.9782966100470144E-30</c:v>
                </c:pt>
                <c:pt idx="75">
                  <c:v>9.9677800397906667E-30</c:v>
                </c:pt>
                <c:pt idx="76">
                  <c:v>1.9746186597981823E-29</c:v>
                </c:pt>
                <c:pt idx="77">
                  <c:v>3.8712950100788467E-29</c:v>
                </c:pt>
                <c:pt idx="78">
                  <c:v>7.5133561595767392E-29</c:v>
                </c:pt>
                <c:pt idx="79">
                  <c:v>1.4438708545698908E-28</c:v>
                </c:pt>
                <c:pt idx="80">
                  <c:v>2.7481924973213335E-28</c:v>
                </c:pt>
                <c:pt idx="81">
                  <c:v>5.1819607648452498E-28</c:v>
                </c:pt>
                <c:pt idx="82">
                  <c:v>9.6820916266277685E-28</c:v>
                </c:pt>
                <c:pt idx="83">
                  <c:v>1.7929519272496563E-27</c:v>
                </c:pt>
                <c:pt idx="84">
                  <c:v>3.2914353117319702E-27</c:v>
                </c:pt>
                <c:pt idx="85">
                  <c:v>5.9911302410394973E-27</c:v>
                </c:pt>
                <c:pt idx="86">
                  <c:v>1.081497077347439E-26</c:v>
                </c:pt>
                <c:pt idx="87">
                  <c:v>1.9365044093800266E-26</c:v>
                </c:pt>
                <c:pt idx="88">
                  <c:v>3.4400814046941468E-26</c:v>
                </c:pt>
                <c:pt idx="89">
                  <c:v>6.0639253589587417E-26</c:v>
                </c:pt>
                <c:pt idx="90">
                  <c:v>1.0608380099070198E-25</c:v>
                </c:pt>
                <c:pt idx="91">
                  <c:v>1.8421589593357561E-25</c:v>
                </c:pt>
                <c:pt idx="92">
                  <c:v>3.1758374205520824E-25</c:v>
                </c:pt>
                <c:pt idx="93">
                  <c:v>5.4363898345661789E-25</c:v>
                </c:pt>
                <c:pt idx="94">
                  <c:v>9.2416592598380576E-25</c:v>
                </c:pt>
                <c:pt idx="95">
                  <c:v>1.5604149801996916E-24</c:v>
                </c:pt>
                <c:pt idx="96">
                  <c:v>2.6172356877228612E-24</c:v>
                </c:pt>
                <c:pt idx="97">
                  <c:v>4.3613201175323262E-24</c:v>
                </c:pt>
                <c:pt idx="98">
                  <c:v>7.2214350222768809E-24</c:v>
                </c:pt>
                <c:pt idx="99">
                  <c:v>1.1882715513992606E-23</c:v>
                </c:pt>
                <c:pt idx="100">
                  <c:v>1.943341304599726E-23</c:v>
                </c:pt>
                <c:pt idx="101">
                  <c:v>3.1591959645254369E-23</c:v>
                </c:pt>
                <c:pt idx="102">
                  <c:v>5.1056319230932266E-23</c:v>
                </c:pt>
                <c:pt idx="103">
                  <c:v>8.2038504792573287E-23</c:v>
                </c:pt>
                <c:pt idx="104">
                  <c:v>1.3107795876657459E-22</c:v>
                </c:pt>
                <c:pt idx="105">
                  <c:v>2.0827268384526679E-22</c:v>
                </c:pt>
                <c:pt idx="106">
                  <c:v>3.2913293513078377E-22</c:v>
                </c:pt>
                <c:pt idx="107">
                  <c:v>5.1735797197607352E-22</c:v>
                </c:pt>
                <c:pt idx="108">
                  <c:v>8.0897457252045041E-22</c:v>
                </c:pt>
                <c:pt idx="109">
                  <c:v>1.2584746621446886E-21</c:v>
                </c:pt>
                <c:pt idx="110">
                  <c:v>1.9478735778859424E-21</c:v>
                </c:pt>
                <c:pt idx="111">
                  <c:v>3.0000151083811243E-21</c:v>
                </c:pt>
                <c:pt idx="112">
                  <c:v>4.5980229270461399E-21</c:v>
                </c:pt>
                <c:pt idx="113">
                  <c:v>7.0136071908260933E-21</c:v>
                </c:pt>
                <c:pt idx="114">
                  <c:v>1.0648071717566873E-20</c:v>
                </c:pt>
                <c:pt idx="115">
                  <c:v>1.609145689298827E-20</c:v>
                </c:pt>
                <c:pt idx="116">
                  <c:v>2.4207467425567291E-20</c:v>
                </c:pt>
                <c:pt idx="117">
                  <c:v>3.6254904447084738E-20</c:v>
                </c:pt>
                <c:pt idx="118">
                  <c:v>5.4060561975878595E-20</c:v>
                </c:pt>
                <c:pt idx="119">
                  <c:v>8.0264380630607586E-20</c:v>
                </c:pt>
                <c:pt idx="120">
                  <c:v>1.186656426704615E-19</c:v>
                </c:pt>
                <c:pt idx="121">
                  <c:v>1.7470989766354737E-19</c:v>
                </c:pt>
                <c:pt idx="122">
                  <c:v>2.5617113258846844E-19</c:v>
                </c:pt>
                <c:pt idx="123">
                  <c:v>3.7410377607224089E-19</c:v>
                </c:pt>
                <c:pt idx="124">
                  <c:v>5.4416621251499703E-19</c:v>
                </c:pt>
                <c:pt idx="125">
                  <c:v>7.8845389162009399E-19</c:v>
                </c:pt>
                <c:pt idx="126">
                  <c:v>1.1380288848301034E-18</c:v>
                </c:pt>
                <c:pt idx="127">
                  <c:v>1.6363978231392523E-18</c:v>
                </c:pt>
                <c:pt idx="128">
                  <c:v>2.3442767059203636E-18</c:v>
                </c:pt>
                <c:pt idx="129">
                  <c:v>3.3460957846227207E-18</c:v>
                </c:pt>
                <c:pt idx="130">
                  <c:v>4.7588492427176335E-18</c:v>
                </c:pt>
                <c:pt idx="131">
                  <c:v>6.7440938515570706E-18</c:v>
                </c:pt>
                <c:pt idx="132">
                  <c:v>9.5241624835364093E-18</c:v>
                </c:pt>
                <c:pt idx="133">
                  <c:v>1.3404000617200825E-17</c:v>
                </c:pt>
                <c:pt idx="134">
                  <c:v>1.8800480134132841E-17</c:v>
                </c:pt>
                <c:pt idx="135">
                  <c:v>2.6281624498027772E-17</c:v>
                </c:pt>
                <c:pt idx="136">
                  <c:v>3.6618930499194878E-17</c:v>
                </c:pt>
                <c:pt idx="137">
                  <c:v>5.0856941771558892E-17</c:v>
                </c:pt>
                <c:pt idx="138">
                  <c:v>7.0405478271470548E-17</c:v>
                </c:pt>
                <c:pt idx="139">
                  <c:v>9.7161529277081044E-17</c:v>
                </c:pt>
                <c:pt idx="140">
                  <c:v>1.3366986972701092E-16</c:v>
                </c:pt>
                <c:pt idx="141">
                  <c:v>1.8333407892560117E-16</c:v>
                </c:pt>
                <c:pt idx="142">
                  <c:v>2.5069297386173889E-16</c:v>
                </c:pt>
                <c:pt idx="143">
                  <c:v>3.4178169929350366E-16</c:v>
                </c:pt>
                <c:pt idx="144">
                  <c:v>4.6460206961982773E-16</c:v>
                </c:pt>
                <c:pt idx="145">
                  <c:v>6.2973351291008632E-16</c:v>
                </c:pt>
                <c:pt idx="146">
                  <c:v>8.511244696373278E-16</c:v>
                </c:pt>
                <c:pt idx="147">
                  <c:v>1.1471147707250901E-15</c:v>
                </c:pt>
                <c:pt idx="148">
                  <c:v>1.5417528798752546E-15</c:v>
                </c:pt>
                <c:pt idx="149">
                  <c:v>2.066488567355588E-15</c:v>
                </c:pt>
                <c:pt idx="150">
                  <c:v>2.7623423587787903E-15</c:v>
                </c:pt>
                <c:pt idx="151">
                  <c:v>3.6826789118861707E-15</c:v>
                </c:pt>
                <c:pt idx="152">
                  <c:v>4.896743455725555E-15</c:v>
                </c:pt>
                <c:pt idx="153">
                  <c:v>6.4941599574824843E-15</c:v>
                </c:pt>
                <c:pt idx="154">
                  <c:v>8.5906384249808786E-15</c:v>
                </c:pt>
                <c:pt idx="155">
                  <c:v>1.1335198708650947E-14</c:v>
                </c:pt>
                <c:pt idx="156">
                  <c:v>1.4919291738670721E-14</c:v>
                </c:pt>
                <c:pt idx="157">
                  <c:v>1.9588289199865209E-14</c:v>
                </c:pt>
                <c:pt idx="158">
                  <c:v>2.5655922649408129E-14</c:v>
                </c:pt>
                <c:pt idx="159">
                  <c:v>3.3522387122793405E-14</c:v>
                </c:pt>
                <c:pt idx="160">
                  <c:v>4.369698723190758E-14</c:v>
                </c:pt>
                <c:pt idx="161">
                  <c:v>5.6826401427006836E-14</c:v>
                </c:pt>
                <c:pt idx="162">
                  <c:v>7.3729879330112599E-14</c:v>
                </c:pt>
                <c:pt idx="163">
                  <c:v>9.5442975953062728E-14</c:v>
                </c:pt>
                <c:pt idx="164">
                  <c:v>1.2327177474054726E-13</c:v>
                </c:pt>
                <c:pt idx="165">
                  <c:v>1.5885996996084626E-13</c:v>
                </c:pt>
                <c:pt idx="166">
                  <c:v>2.0427168118918885E-13</c:v>
                </c:pt>
                <c:pt idx="167">
                  <c:v>2.6209347393065099E-13</c:v>
                </c:pt>
                <c:pt idx="168">
                  <c:v>3.355597788533698E-13</c:v>
                </c:pt>
                <c:pt idx="169">
                  <c:v>4.2870675868633513E-13</c:v>
                </c:pt>
                <c:pt idx="170">
                  <c:v>5.4656069105895593E-13</c:v>
                </c:pt>
                <c:pt idx="171">
                  <c:v>6.9536814584452252E-13</c:v>
                </c:pt>
                <c:pt idx="172">
                  <c:v>8.8287666985235011E-13</c:v>
                </c:pt>
                <c:pt idx="173">
                  <c:v>1.1186763880755004E-12</c:v>
                </c:pt>
                <c:pt idx="174">
                  <c:v>1.414614933088711E-12</c:v>
                </c:pt>
                <c:pt idx="175">
                  <c:v>1.7853004732098329E-12</c:v>
                </c:pt>
                <c:pt idx="176">
                  <c:v>2.2487103838509952E-12</c:v>
                </c:pt>
                <c:pt idx="177">
                  <c:v>2.8269263617958171E-12</c:v>
                </c:pt>
                <c:pt idx="178">
                  <c:v>3.5470205953080598E-12</c:v>
                </c:pt>
                <c:pt idx="179">
                  <c:v>4.4421220612340159E-12</c:v>
                </c:pt>
                <c:pt idx="180">
                  <c:v>5.5526972230583276E-12</c:v>
                </c:pt>
                <c:pt idx="181">
                  <c:v>6.9280854643881084E-12</c:v>
                </c:pt>
                <c:pt idx="182">
                  <c:v>8.6283366390994669E-12</c:v>
                </c:pt>
                <c:pt idx="183">
                  <c:v>1.0726406298069236E-11</c:v>
                </c:pt>
                <c:pt idx="184">
                  <c:v>1.3310773627859772E-11</c:v>
                </c:pt>
                <c:pt idx="185">
                  <c:v>1.6488558095023724E-11</c:v>
                </c:pt>
                <c:pt idx="186">
                  <c:v>2.0389223440603509E-11</c:v>
                </c:pt>
                <c:pt idx="187">
                  <c:v>2.5168972248824391E-11</c:v>
                </c:pt>
                <c:pt idx="188">
                  <c:v>3.1015951086838476E-11</c:v>
                </c:pt>
                <c:pt idx="189">
                  <c:v>3.8156405475470951E-11</c:v>
                </c:pt>
                <c:pt idx="190">
                  <c:v>4.6861946036290093E-11</c:v>
                </c:pt>
                <c:pt idx="191">
                  <c:v>5.7458112438617952E-11</c:v>
                </c:pt>
                <c:pt idx="192">
                  <c:v>7.0334450654372864E-11</c:v>
                </c:pt>
                <c:pt idx="193">
                  <c:v>8.5956351978311008E-11</c:v>
                </c:pt>
                <c:pt idx="194">
                  <c:v>1.0487893979630663E-10</c:v>
                </c:pt>
                <c:pt idx="195">
                  <c:v>1.2776333275003818E-10</c:v>
                </c:pt>
                <c:pt idx="196">
                  <c:v>1.553956613778889E-10</c:v>
                </c:pt>
                <c:pt idx="197">
                  <c:v>1.8870927019922029E-10</c:v>
                </c:pt>
                <c:pt idx="198">
                  <c:v>2.2881059931302572E-10</c:v>
                </c:pt>
                <c:pt idx="199">
                  <c:v>2.7700930973876223E-10</c:v>
                </c:pt>
                <c:pt idx="200">
                  <c:v>3.3485329585545549E-10</c:v>
                </c:pt>
                <c:pt idx="201">
                  <c:v>4.0416931740124153E-10</c:v>
                </c:pt>
                <c:pt idx="202">
                  <c:v>4.8711008368066238E-10</c:v>
                </c:pt>
                <c:pt idx="203">
                  <c:v>5.8620873509238743E-10</c:v>
                </c:pt>
                <c:pt idx="204">
                  <c:v>7.0444179314639468E-10</c:v>
                </c:pt>
                <c:pt idx="205">
                  <c:v>8.4530179121049123E-10</c:v>
                </c:pt>
                <c:pt idx="206">
                  <c:v>1.0128809558586833E-9</c:v>
                </c:pt>
                <c:pt idx="207">
                  <c:v>1.2119674845634986E-9</c:v>
                </c:pt>
                <c:pt idx="208">
                  <c:v>1.4481561613940923E-9</c:v>
                </c:pt>
                <c:pt idx="209">
                  <c:v>1.7279752703054893E-9</c:v>
                </c:pt>
                <c:pt idx="210">
                  <c:v>2.0590320076433266E-9</c:v>
                </c:pt>
                <c:pt idx="211">
                  <c:v>2.4501788639035094E-9</c:v>
                </c:pt>
                <c:pt idx="212">
                  <c:v>2.911703742011828E-9</c:v>
                </c:pt>
                <c:pt idx="213">
                  <c:v>3.4555469080285037E-9</c:v>
                </c:pt>
                <c:pt idx="214">
                  <c:v>4.0955482330161679E-9</c:v>
                </c:pt>
                <c:pt idx="215">
                  <c:v>4.8477285848086776E-9</c:v>
                </c:pt>
                <c:pt idx="216">
                  <c:v>5.7306096687366424E-9</c:v>
                </c:pt>
                <c:pt idx="217">
                  <c:v>6.7655771003621571E-9</c:v>
                </c:pt>
                <c:pt idx="218">
                  <c:v>7.9772920245000521E-9</c:v>
                </c:pt>
                <c:pt idx="219">
                  <c:v>9.3941571770175908E-9</c:v>
                </c:pt>
                <c:pt idx="220">
                  <c:v>1.1048843923076554E-8</c:v>
                </c:pt>
                <c:pt idx="221">
                  <c:v>1.2978887501775803E-8</c:v>
                </c:pt>
                <c:pt idx="222">
                  <c:v>1.522735846696575E-8</c:v>
                </c:pt>
                <c:pt idx="223">
                  <c:v>1.7843619141916408E-8</c:v>
                </c:pt>
                <c:pt idx="224">
                  <c:v>2.0884174806335925E-8</c:v>
                </c:pt>
                <c:pt idx="225">
                  <c:v>2.4413630312944767E-8</c:v>
                </c:pt>
                <c:pt idx="226">
                  <c:v>2.8505763892632851E-8</c:v>
                </c:pt>
                <c:pt idx="227">
                  <c:v>3.3244731057506352E-8</c:v>
                </c:pt>
                <c:pt idx="228">
                  <c:v>3.8726412755490845E-8</c:v>
                </c:pt>
                <c:pt idx="229">
                  <c:v>4.505992327428744E-8</c:v>
                </c:pt>
                <c:pt idx="230">
                  <c:v>5.2369294842277213E-8</c:v>
                </c:pt>
                <c:pt idx="231">
                  <c:v>6.0795357435512426E-8</c:v>
                </c:pt>
                <c:pt idx="232">
                  <c:v>7.0497833979275572E-8</c:v>
                </c:pt>
                <c:pt idx="233">
                  <c:v>8.1657672936202756E-8</c:v>
                </c:pt>
                <c:pt idx="234">
                  <c:v>9.4479642206824172E-8</c:v>
                </c:pt>
                <c:pt idx="235">
                  <c:v>1.0919521033913542E-7</c:v>
                </c:pt>
                <c:pt idx="236">
                  <c:v>1.2606574325760117E-7</c:v>
                </c:pt>
                <c:pt idx="237">
                  <c:v>1.4538604708550516E-7</c:v>
                </c:pt>
                <c:pt idx="238">
                  <c:v>1.6748829015370958E-7</c:v>
                </c:pt>
                <c:pt idx="239">
                  <c:v>1.9274633997031471E-7</c:v>
                </c:pt>
                <c:pt idx="240">
                  <c:v>2.2158055377508835E-7</c:v>
                </c:pt>
                <c:pt idx="241">
                  <c:v>2.5446306432607223E-7</c:v>
                </c:pt>
                <c:pt idx="242">
                  <c:v>2.9192360576886518E-7</c:v>
                </c:pt>
                <c:pt idx="243">
                  <c:v>3.3455592782730607E-7</c:v>
                </c:pt>
                <c:pt idx="244">
                  <c:v>3.83024850132454E-7</c:v>
                </c:pt>
                <c:pt idx="245">
                  <c:v>4.3807401227959557E-7</c:v>
                </c:pt>
                <c:pt idx="246">
                  <c:v>5.0053437917452881E-7</c:v>
                </c:pt>
                <c:pt idx="247">
                  <c:v>5.7133356540428611E-7</c:v>
                </c:pt>
                <c:pt idx="248">
                  <c:v>6.5150604674659267E-7</c:v>
                </c:pt>
                <c:pt idx="249">
                  <c:v>7.4220433151893484E-7</c:v>
                </c:pt>
                <c:pt idx="250">
                  <c:v>8.4471116926383668E-7</c:v>
                </c:pt>
                <c:pt idx="251">
                  <c:v>9.6045287927248247E-7</c:v>
                </c:pt>
                <c:pt idx="252">
                  <c:v>1.0910138866631711E-6</c:v>
                </c:pt>
                <c:pt idx="253">
                  <c:v>1.2381525591547316E-6</c:v>
                </c:pt>
                <c:pt idx="254">
                  <c:v>1.4038184433029156E-6</c:v>
                </c:pt>
                <c:pt idx="255">
                  <c:v>1.5901710047993498E-6</c:v>
                </c:pt>
                <c:pt idx="256">
                  <c:v>1.7995999834607509E-6</c:v>
                </c:pt>
                <c:pt idx="257">
                  <c:v>2.034747479755504E-6</c:v>
                </c:pt>
                <c:pt idx="258">
                  <c:v>2.2985318961180609E-6</c:v>
                </c:pt>
                <c:pt idx="259">
                  <c:v>2.5941738628795179E-6</c:v>
                </c:pt>
                <c:pt idx="260">
                  <c:v>2.9252242853838163E-6</c:v>
                </c:pt>
                <c:pt idx="261">
                  <c:v>3.2955946557518532E-6</c:v>
                </c:pt>
                <c:pt idx="262">
                  <c:v>3.7095897797865644E-6</c:v>
                </c:pt>
                <c:pt idx="263">
                  <c:v>4.1719430766615986E-6</c:v>
                </c:pt>
                <c:pt idx="264">
                  <c:v>4.6878546162918903E-6</c:v>
                </c:pt>
                <c:pt idx="265">
                  <c:v>5.2630320666215438E-6</c:v>
                </c:pt>
                <c:pt idx="266">
                  <c:v>5.9037347304619755E-6</c:v>
                </c:pt>
                <c:pt idx="267">
                  <c:v>6.6168208589510951E-6</c:v>
                </c:pt>
                <c:pt idx="268">
                  <c:v>7.4097984361488783E-6</c:v>
                </c:pt>
                <c:pt idx="269">
                  <c:v>8.2908796367159842E-6</c:v>
                </c:pt>
                <c:pt idx="270">
                  <c:v>9.2690391659999861E-6</c:v>
                </c:pt>
                <c:pt idx="271">
                  <c:v>1.0354076699157445E-5</c:v>
                </c:pt>
                <c:pt idx="272">
                  <c:v>1.1556683643120434E-5</c:v>
                </c:pt>
                <c:pt idx="273">
                  <c:v>1.2888514452246251E-5</c:v>
                </c:pt>
                <c:pt idx="274">
                  <c:v>1.4362262735326355E-5</c:v>
                </c:pt>
                <c:pt idx="275">
                  <c:v>1.5991742398232299E-5</c:v>
                </c:pt>
                <c:pt idx="276">
                  <c:v>1.779197407279123E-5</c:v>
                </c:pt>
                <c:pt idx="277">
                  <c:v>1.9779277088490185E-5</c:v>
                </c:pt>
                <c:pt idx="278">
                  <c:v>2.1971367249216864E-5</c:v>
                </c:pt>
                <c:pt idx="279">
                  <c:v>2.4387460682450116E-5</c:v>
                </c:pt>
                <c:pt idx="280">
                  <c:v>2.7048384033025838E-5</c:v>
                </c:pt>
                <c:pt idx="281">
                  <c:v>2.9976691277798437E-5</c:v>
                </c:pt>
                <c:pt idx="282">
                  <c:v>3.3196787441110823E-5</c:v>
                </c:pt>
                <c:pt idx="283">
                  <c:v>3.6735059493946912E-5</c:v>
                </c:pt>
                <c:pt idx="284">
                  <c:v>4.0620014721894609E-5</c:v>
                </c:pt>
                <c:pt idx="285">
                  <c:v>4.4882426848522926E-5</c:v>
                </c:pt>
                <c:pt idx="286">
                  <c:v>4.9555490201464756E-5</c:v>
                </c:pt>
                <c:pt idx="287">
                  <c:v>5.4674982208244946E-5</c:v>
                </c:pt>
                <c:pt idx="288">
                  <c:v>6.0279434507745935E-5</c:v>
                </c:pt>
                <c:pt idx="289">
                  <c:v>6.6410312961001294E-5</c:v>
                </c:pt>
                <c:pt idx="290">
                  <c:v>7.3112206841754229E-5</c:v>
                </c:pt>
                <c:pt idx="291">
                  <c:v>8.0433027482819535E-5</c:v>
                </c:pt>
                <c:pt idx="292">
                  <c:v>8.8424216648692549E-5</c:v>
                </c:pt>
                <c:pt idx="293">
                  <c:v>9.7140964897962442E-5</c:v>
                </c:pt>
                <c:pt idx="294">
                  <c:v>1.0664244019093484E-4</c:v>
                </c:pt>
                <c:pt idx="295">
                  <c:v>1.1699202698828519E-4</c:v>
                </c:pt>
                <c:pt idx="296">
                  <c:v>1.282575760755258E-4</c:v>
                </c:pt>
                <c:pt idx="297">
                  <c:v>1.4051166533562393E-4</c:v>
                </c:pt>
                <c:pt idx="298">
                  <c:v>1.5383187167800465E-4</c:v>
                </c:pt>
                <c:pt idx="299">
                  <c:v>1.683010543165104E-4</c:v>
                </c:pt>
                <c:pt idx="300">
                  <c:v>1.8400764957165268E-4</c:v>
                </c:pt>
                <c:pt idx="301">
                  <c:v>2.0104597735340866E-4</c:v>
                </c:pt>
                <c:pt idx="302">
                  <c:v>2.1951655946018464E-4</c:v>
                </c:pt>
                <c:pt idx="303">
                  <c:v>2.3952644980696286E-4</c:v>
                </c:pt>
                <c:pt idx="304">
                  <c:v>2.6118957667153349E-4</c:v>
                </c:pt>
                <c:pt idx="305">
                  <c:v>2.8462709702139978E-4</c:v>
                </c:pt>
                <c:pt idx="306">
                  <c:v>3.0996776295619521E-4</c:v>
                </c:pt>
                <c:pt idx="307">
                  <c:v>3.3734830027047576E-4</c:v>
                </c:pt>
                <c:pt idx="308">
                  <c:v>3.6691379911021654E-4</c:v>
                </c:pt>
                <c:pt idx="309">
                  <c:v>3.9881811666271421E-4</c:v>
                </c:pt>
                <c:pt idx="310">
                  <c:v>4.3322429178420315E-4</c:v>
                </c:pt>
                <c:pt idx="311">
                  <c:v>4.7030497143239319E-4</c:v>
                </c:pt>
                <c:pt idx="312">
                  <c:v>5.1024284873175041E-4</c:v>
                </c:pt>
                <c:pt idx="313">
                  <c:v>5.532311124588781E-4</c:v>
                </c:pt>
                <c:pt idx="314">
                  <c:v>5.9947390769231541E-4</c:v>
                </c:pt>
                <c:pt idx="315">
                  <c:v>6.4918680732706105E-4</c:v>
                </c:pt>
                <c:pt idx="316">
                  <c:v>7.0259729410779564E-4</c:v>
                </c:pt>
                <c:pt idx="317">
                  <c:v>7.5994525278744553E-4</c:v>
                </c:pt>
                <c:pt idx="318">
                  <c:v>8.2148347196828663E-4</c:v>
                </c:pt>
                <c:pt idx="319">
                  <c:v>8.8747815513238505E-4</c:v>
                </c:pt>
                <c:pt idx="320">
                  <c:v>9.5820944031610369E-4</c:v>
                </c:pt>
                <c:pt idx="321">
                  <c:v>1.0339719278301103E-3</c:v>
                </c:pt>
                <c:pt idx="322">
                  <c:v>1.1150752153720048E-3</c:v>
                </c:pt>
                <c:pt idx="323">
                  <c:v>1.201844439823186E-3</c:v>
                </c:pt>
                <c:pt idx="324">
                  <c:v>1.2946208249651149E-3</c:v>
                </c:pt>
                <c:pt idx="325">
                  <c:v>1.3937622342933313E-3</c:v>
                </c:pt>
                <c:pt idx="326">
                  <c:v>1.4996437280491185E-3</c:v>
                </c:pt>
                <c:pt idx="327">
                  <c:v>1.6126581235313085E-3</c:v>
                </c:pt>
                <c:pt idx="328">
                  <c:v>1.7332165576913914E-3</c:v>
                </c:pt>
                <c:pt idx="329">
                  <c:v>1.8617490509565508E-3</c:v>
                </c:pt>
                <c:pt idx="330">
                  <c:v>1.9987050711669481E-3</c:v>
                </c:pt>
                <c:pt idx="331">
                  <c:v>2.1445540964542117E-3</c:v>
                </c:pt>
                <c:pt idx="332">
                  <c:v>2.2997861758308818E-3</c:v>
                </c:pt>
                <c:pt idx="333">
                  <c:v>2.4649124862022704E-3</c:v>
                </c:pt>
                <c:pt idx="334">
                  <c:v>2.6404658844560395E-3</c:v>
                </c:pt>
                <c:pt idx="335">
                  <c:v>2.8270014532289015E-3</c:v>
                </c:pt>
                <c:pt idx="336">
                  <c:v>3.0250970388950352E-3</c:v>
                </c:pt>
                <c:pt idx="337">
                  <c:v>3.2353537802687596E-3</c:v>
                </c:pt>
                <c:pt idx="338">
                  <c:v>3.4583966264611398E-3</c:v>
                </c:pt>
                <c:pt idx="339">
                  <c:v>3.694874842283057E-3</c:v>
                </c:pt>
                <c:pt idx="340">
                  <c:v>3.945462499536782E-3</c:v>
                </c:pt>
                <c:pt idx="341">
                  <c:v>4.2108589524970184E-3</c:v>
                </c:pt>
                <c:pt idx="342">
                  <c:v>4.4917892958366698E-3</c:v>
                </c:pt>
                <c:pt idx="343">
                  <c:v>4.7890048032149463E-3</c:v>
                </c:pt>
                <c:pt idx="344">
                  <c:v>5.1032833447090141E-3</c:v>
                </c:pt>
                <c:pt idx="345">
                  <c:v>5.4354297812362305E-3</c:v>
                </c:pt>
                <c:pt idx="346">
                  <c:v>5.7862763340856748E-3</c:v>
                </c:pt>
                <c:pt idx="347">
                  <c:v>6.1566829276508321E-3</c:v>
                </c:pt>
                <c:pt idx="348">
                  <c:v>6.5475375034344139E-3</c:v>
                </c:pt>
                <c:pt idx="349">
                  <c:v>6.9597563033774639E-3</c:v>
                </c:pt>
                <c:pt idx="350">
                  <c:v>7.3942841205531457E-3</c:v>
                </c:pt>
                <c:pt idx="351">
                  <c:v>7.8520945152550994E-3</c:v>
                </c:pt>
                <c:pt idx="352">
                  <c:v>8.3341899945087398E-3</c:v>
                </c:pt>
                <c:pt idx="353">
                  <c:v>8.8416021530320094E-3</c:v>
                </c:pt>
                <c:pt idx="354">
                  <c:v>9.3753917736818463E-3</c:v>
                </c:pt>
                <c:pt idx="355">
                  <c:v>9.9366488854306413E-3</c:v>
                </c:pt>
                <c:pt idx="356">
                  <c:v>1.0526492776936423E-2</c:v>
                </c:pt>
                <c:pt idx="357">
                  <c:v>1.1146071963793478E-2</c:v>
                </c:pt>
                <c:pt idx="358">
                  <c:v>1.1796564107575633E-2</c:v>
                </c:pt>
                <c:pt idx="359">
                  <c:v>1.2479175884821097E-2</c:v>
                </c:pt>
                <c:pt idx="360">
                  <c:v>1.3195142804148284E-2</c:v>
                </c:pt>
                <c:pt idx="361">
                  <c:v>1.3945728969736077E-2</c:v>
                </c:pt>
                <c:pt idx="362">
                  <c:v>1.4732226789455839E-2</c:v>
                </c:pt>
                <c:pt idx="363">
                  <c:v>1.5555956625999054E-2</c:v>
                </c:pt>
                <c:pt idx="364">
                  <c:v>1.641826638941311E-2</c:v>
                </c:pt>
                <c:pt idx="365">
                  <c:v>1.732053106952313E-2</c:v>
                </c:pt>
                <c:pt idx="366">
                  <c:v>1.8264152206796763E-2</c:v>
                </c:pt>
                <c:pt idx="367">
                  <c:v>1.9250557300294274E-2</c:v>
                </c:pt>
                <c:pt idx="368">
                  <c:v>2.0281199151431704E-2</c:v>
                </c:pt>
                <c:pt idx="369">
                  <c:v>2.1357555142379438E-2</c:v>
                </c:pt>
                <c:pt idx="370">
                  <c:v>2.2481126448025954E-2</c:v>
                </c:pt>
                <c:pt idx="371">
                  <c:v>2.3653437180531624E-2</c:v>
                </c:pt>
                <c:pt idx="372">
                  <c:v>2.4876033465624399E-2</c:v>
                </c:pt>
                <c:pt idx="373">
                  <c:v>2.6150482449892459E-2</c:v>
                </c:pt>
                <c:pt idx="374">
                  <c:v>2.7478371238463636E-2</c:v>
                </c:pt>
                <c:pt idx="375">
                  <c:v>2.8861305762581679E-2</c:v>
                </c:pt>
                <c:pt idx="376">
                  <c:v>3.0300909576732135E-2</c:v>
                </c:pt>
                <c:pt idx="377">
                  <c:v>3.1798822585094054E-2</c:v>
                </c:pt>
                <c:pt idx="378">
                  <c:v>3.3356699697252787E-2</c:v>
                </c:pt>
                <c:pt idx="379">
                  <c:v>3.4976209413245862E-2</c:v>
                </c:pt>
                <c:pt idx="380">
                  <c:v>3.6659032338162041E-2</c:v>
                </c:pt>
                <c:pt idx="381">
                  <c:v>3.8406859626682104E-2</c:v>
                </c:pt>
                <c:pt idx="382">
                  <c:v>4.0221391358084939E-2</c:v>
                </c:pt>
                <c:pt idx="383">
                  <c:v>4.2104334842429259E-2</c:v>
                </c:pt>
                <c:pt idx="384">
                  <c:v>4.4057402858760676E-2</c:v>
                </c:pt>
                <c:pt idx="385">
                  <c:v>4.6082311826367024E-2</c:v>
                </c:pt>
                <c:pt idx="386">
                  <c:v>4.8180779910289732E-2</c:v>
                </c:pt>
                <c:pt idx="387">
                  <c:v>5.0354525062426832E-2</c:v>
                </c:pt>
                <c:pt idx="388">
                  <c:v>5.2605262999774881E-2</c:v>
                </c:pt>
                <c:pt idx="389">
                  <c:v>5.4934705121503016E-2</c:v>
                </c:pt>
                <c:pt idx="390">
                  <c:v>5.7344556366725905E-2</c:v>
                </c:pt>
                <c:pt idx="391">
                  <c:v>5.9836513015014539E-2</c:v>
                </c:pt>
                <c:pt idx="392">
                  <c:v>6.2412260431851108E-2</c:v>
                </c:pt>
                <c:pt idx="393">
                  <c:v>6.5073470761410596E-2</c:v>
                </c:pt>
                <c:pt idx="394">
                  <c:v>6.7821800569193721E-2</c:v>
                </c:pt>
                <c:pt idx="395">
                  <c:v>7.0658888437229547E-2</c:v>
                </c:pt>
                <c:pt idx="396">
                  <c:v>7.3586352514714251E-2</c:v>
                </c:pt>
                <c:pt idx="397">
                  <c:v>7.6605788027088756E-2</c:v>
                </c:pt>
                <c:pt idx="398">
                  <c:v>7.9718764746765286E-2</c:v>
                </c:pt>
                <c:pt idx="399">
                  <c:v>8.2926824428804585E-2</c:v>
                </c:pt>
                <c:pt idx="400">
                  <c:v>8.6231478215031382E-2</c:v>
                </c:pt>
                <c:pt idx="401">
                  <c:v>8.9634204010199947E-2</c:v>
                </c:pt>
                <c:pt idx="402">
                  <c:v>9.3136443833973584E-2</c:v>
                </c:pt>
                <c:pt idx="403">
                  <c:v>9.6739601152569604E-2</c:v>
                </c:pt>
                <c:pt idx="404">
                  <c:v>0.10044503819411121</c:v>
                </c:pt>
                <c:pt idx="405">
                  <c:v>0.10425407325179405</c:v>
                </c:pt>
                <c:pt idx="406">
                  <c:v>0.10816797797908795</c:v>
                </c:pt>
                <c:pt idx="407">
                  <c:v>0.11218797468132849</c:v>
                </c:pt>
                <c:pt idx="408">
                  <c:v>0.116315233608129</c:v>
                </c:pt>
                <c:pt idx="409">
                  <c:v>0.12055087025110992</c:v>
                </c:pt>
                <c:pt idx="410">
                  <c:v>0.12489594265156448</c:v>
                </c:pt>
                <c:pt idx="411">
                  <c:v>0.12935144872271953</c:v>
                </c:pt>
                <c:pt idx="412">
                  <c:v>0.13391832359130434</c:v>
                </c:pt>
                <c:pt idx="413">
                  <c:v>0.13859743696322696</c:v>
                </c:pt>
                <c:pt idx="414">
                  <c:v>0.14338959051815486</c:v>
                </c:pt>
                <c:pt idx="415">
                  <c:v>0.14829551533786717</c:v>
                </c:pt>
                <c:pt idx="416">
                  <c:v>0.15331586937323391</c:v>
                </c:pt>
                <c:pt idx="417">
                  <c:v>0.15845123495472527</c:v>
                </c:pt>
                <c:pt idx="418">
                  <c:v>0.1637021163513083</c:v>
                </c:pt>
                <c:pt idx="419">
                  <c:v>0.16906893738262693</c:v>
                </c:pt>
                <c:pt idx="420">
                  <c:v>0.17455203908931119</c:v>
                </c:pt>
                <c:pt idx="421">
                  <c:v>0.18015167746623709</c:v>
                </c:pt>
                <c:pt idx="422">
                  <c:v>0.18586802126351057</c:v>
                </c:pt>
                <c:pt idx="423">
                  <c:v>0.19170114985992448</c:v>
                </c:pt>
                <c:pt idx="424">
                  <c:v>0.19765105121352963</c:v>
                </c:pt>
                <c:pt idx="425">
                  <c:v>0.20371761989392612</c:v>
                </c:pt>
                <c:pt idx="426">
                  <c:v>0.2099006552007732</c:v>
                </c:pt>
                <c:pt idx="427">
                  <c:v>0.21619985937294015</c:v>
                </c:pt>
                <c:pt idx="428">
                  <c:v>0.22261483589257663</c:v>
                </c:pt>
                <c:pt idx="429">
                  <c:v>0.2291450878883349</c:v>
                </c:pt>
                <c:pt idx="430">
                  <c:v>0.23579001664174795</c:v>
                </c:pt>
                <c:pt idx="431">
                  <c:v>0.24254892020077309</c:v>
                </c:pt>
                <c:pt idx="432">
                  <c:v>0.24942099210417998</c:v>
                </c:pt>
                <c:pt idx="433">
                  <c:v>0.25640532022050855</c:v>
                </c:pt>
                <c:pt idx="434">
                  <c:v>0.26350088570498431</c:v>
                </c:pt>
                <c:pt idx="435">
                  <c:v>0.27070656207773391</c:v>
                </c:pt>
                <c:pt idx="436">
                  <c:v>0.27802111442638822</c:v>
                </c:pt>
                <c:pt idx="437">
                  <c:v>0.28544319873595891</c:v>
                </c:pt>
                <c:pt idx="438">
                  <c:v>0.29297136134879104</c:v>
                </c:pt>
                <c:pt idx="439">
                  <c:v>0.30060403855703399</c:v>
                </c:pt>
                <c:pt idx="440">
                  <c:v>0.30833955632997317</c:v>
                </c:pt>
                <c:pt idx="441">
                  <c:v>0.31617613017829954</c:v>
                </c:pt>
                <c:pt idx="442">
                  <c:v>0.32411186515720469</c:v>
                </c:pt>
                <c:pt idx="443">
                  <c:v>0.33214475600989751</c:v>
                </c:pt>
                <c:pt idx="444">
                  <c:v>0.3402726874530041</c:v>
                </c:pt>
                <c:pt idx="445">
                  <c:v>0.34849343460493643</c:v>
                </c:pt>
                <c:pt idx="446">
                  <c:v>0.35680466355825169</c:v>
                </c:pt>
                <c:pt idx="447">
                  <c:v>0.36520393209654939</c:v>
                </c:pt>
                <c:pt idx="448">
                  <c:v>0.37368869055649823</c:v>
                </c:pt>
                <c:pt idx="449">
                  <c:v>0.38225628283500451</c:v>
                </c:pt>
                <c:pt idx="450">
                  <c:v>0.39090394754154123</c:v>
                </c:pt>
                <c:pt idx="451">
                  <c:v>0.39962881929532751</c:v>
                </c:pt>
                <c:pt idx="452">
                  <c:v>0.40842793016664103</c:v>
                </c:pt>
                <c:pt idx="453">
                  <c:v>0.41729821126162697</c:v>
                </c:pt>
                <c:pt idx="454">
                  <c:v>0.42623649444931422</c:v>
                </c:pt>
                <c:pt idx="455">
                  <c:v>0.435239514229598</c:v>
                </c:pt>
                <c:pt idx="456">
                  <c:v>0.44430390974060707</c:v>
                </c:pt>
                <c:pt idx="457">
                  <c:v>0.45342622690348738</c:v>
                </c:pt>
                <c:pt idx="458">
                  <c:v>0.46260292070269193</c:v>
                </c:pt>
                <c:pt idx="459">
                  <c:v>0.47183035759925129</c:v>
                </c:pt>
                <c:pt idx="460">
                  <c:v>0.48110481807457894</c:v>
                </c:pt>
                <c:pt idx="461">
                  <c:v>0.49042249930191856</c:v>
                </c:pt>
                <c:pt idx="462">
                  <c:v>0.4997795179425063</c:v>
                </c:pt>
                <c:pt idx="463">
                  <c:v>0.50917191306295939</c:v>
                </c:pt>
                <c:pt idx="464">
                  <c:v>0.51859564917071843</c:v>
                </c:pt>
                <c:pt idx="465">
                  <c:v>0.52804661936351982</c:v>
                </c:pt>
                <c:pt idx="466">
                  <c:v>0.53752064858923421</c:v>
                </c:pt>
                <c:pt idx="467">
                  <c:v>0.54701349701184665</c:v>
                </c:pt>
                <c:pt idx="468">
                  <c:v>0.55652086347933283</c:v>
                </c:pt>
                <c:pt idx="469">
                  <c:v>0.56603838908891646</c:v>
                </c:pt>
                <c:pt idx="470">
                  <c:v>0.5755616608450963</c:v>
                </c:pt>
                <c:pt idx="471">
                  <c:v>0.58508621540559436</c:v>
                </c:pt>
                <c:pt idx="472">
                  <c:v>0.59460754291024975</c:v>
                </c:pt>
                <c:pt idx="473">
                  <c:v>0.60412109088778188</c:v>
                </c:pt>
                <c:pt idx="474">
                  <c:v>0.61362226823510369</c:v>
                </c:pt>
                <c:pt idx="475">
                  <c:v>0.62310644926383307</c:v>
                </c:pt>
                <c:pt idx="476">
                  <c:v>0.63256897780850552</c:v>
                </c:pt>
                <c:pt idx="477">
                  <c:v>0.64200517139082214</c:v>
                </c:pt>
                <c:pt idx="478">
                  <c:v>0.65141032543433652</c:v>
                </c:pt>
                <c:pt idx="479">
                  <c:v>0.66077971752369025</c:v>
                </c:pt>
                <c:pt idx="480">
                  <c:v>0.67010861170253189</c:v>
                </c:pt>
                <c:pt idx="481">
                  <c:v>0.67939226280428155</c:v>
                </c:pt>
                <c:pt idx="482">
                  <c:v>0.68862592080966245</c:v>
                </c:pt>
                <c:pt idx="483">
                  <c:v>0.69780483522504078</c:v>
                </c:pt>
                <c:pt idx="484">
                  <c:v>0.70692425947549509</c:v>
                </c:pt>
                <c:pt idx="485">
                  <c:v>0.71597945530654916</c:v>
                </c:pt>
                <c:pt idx="486">
                  <c:v>0.72496569718849235</c:v>
                </c:pt>
                <c:pt idx="487">
                  <c:v>0.73387827671725347</c:v>
                </c:pt>
                <c:pt idx="488">
                  <c:v>0.74271250700566882</c:v>
                </c:pt>
                <c:pt idx="489">
                  <c:v>0.75146372705927345</c:v>
                </c:pt>
                <c:pt idx="490">
                  <c:v>0.76012730613042589</c:v>
                </c:pt>
                <c:pt idx="491">
                  <c:v>0.76869864804508869</c:v>
                </c:pt>
                <c:pt idx="492">
                  <c:v>0.7771731954959995</c:v>
                </c:pt>
                <c:pt idx="493">
                  <c:v>0.78554643429684212</c:v>
                </c:pt>
                <c:pt idx="494">
                  <c:v>0.79381389759137455</c:v>
                </c:pt>
                <c:pt idx="495">
                  <c:v>0.80197117001194318</c:v>
                </c:pt>
                <c:pt idx="496">
                  <c:v>0.8100138917819244</c:v>
                </c:pt>
                <c:pt idx="497">
                  <c:v>0.81793776275651842</c:v>
                </c:pt>
                <c:pt idx="498">
                  <c:v>0.82573854639670485</c:v>
                </c:pt>
                <c:pt idx="499">
                  <c:v>0.83341207367097658</c:v>
                </c:pt>
                <c:pt idx="500">
                  <c:v>0.84095424688007525</c:v>
                </c:pt>
                <c:pt idx="501">
                  <c:v>0.84836104339945906</c:v>
                </c:pt>
                <c:pt idx="502">
                  <c:v>0.85562851933506334</c:v>
                </c:pt>
                <c:pt idx="503">
                  <c:v>0.86275281308748408</c:v>
                </c:pt>
                <c:pt idx="504">
                  <c:v>0.86973014882031696</c:v>
                </c:pt>
                <c:pt idx="505">
                  <c:v>0.87655683982832033</c:v>
                </c:pt>
                <c:pt idx="506">
                  <c:v>0.8832292918011968</c:v>
                </c:pt>
                <c:pt idx="507">
                  <c:v>0.8897440059793319</c:v>
                </c:pt>
                <c:pt idx="508">
                  <c:v>0.89609758219752855</c:v>
                </c:pt>
                <c:pt idx="509">
                  <c:v>0.90228672181326031</c:v>
                </c:pt>
                <c:pt idx="510">
                  <c:v>0.90830823051634002</c:v>
                </c:pt>
                <c:pt idx="511">
                  <c:v>0.91415902101649082</c:v>
                </c:pt>
                <c:pt idx="512">
                  <c:v>0.91983611560622758</c:v>
                </c:pt>
                <c:pt idx="513">
                  <c:v>0.92533664859625331</c:v>
                </c:pt>
                <c:pt idx="514">
                  <c:v>0.9306578686207394</c:v>
                </c:pt>
                <c:pt idx="515">
                  <c:v>0.93579714081042453</c:v>
                </c:pt>
                <c:pt idx="516">
                  <c:v>0.94075194883132907</c:v>
                </c:pt>
                <c:pt idx="517">
                  <c:v>0.94551989678727644</c:v>
                </c:pt>
                <c:pt idx="518">
                  <c:v>0.95009871098468057</c:v>
                </c:pt>
                <c:pt idx="519">
                  <c:v>0.95448624155797412</c:v>
                </c:pt>
                <c:pt idx="520">
                  <c:v>0.95868046395482087</c:v>
                </c:pt>
                <c:pt idx="521">
                  <c:v>0.96267948027987738</c:v>
                </c:pt>
                <c:pt idx="522">
                  <c:v>0.96648152049647762</c:v>
                </c:pt>
                <c:pt idx="523">
                  <c:v>0.97008494348573604</c:v>
                </c:pt>
                <c:pt idx="524">
                  <c:v>0.97348823796270556</c:v>
                </c:pt>
                <c:pt idx="525">
                  <c:v>0.9766900232495358</c:v>
                </c:pt>
                <c:pt idx="526">
                  <c:v>0.97968904990579242</c:v>
                </c:pt>
                <c:pt idx="527">
                  <c:v>0.98248420021608496</c:v>
                </c:pt>
                <c:pt idx="528">
                  <c:v>0.98507448853593904</c:v>
                </c:pt>
                <c:pt idx="529">
                  <c:v>0.98745906149610796</c:v>
                </c:pt>
                <c:pt idx="530">
                  <c:v>0.98963719806674377</c:v>
                </c:pt>
                <c:pt idx="531">
                  <c:v>0.99160830948240453</c:v>
                </c:pt>
                <c:pt idx="532">
                  <c:v>0.99337193902906673</c:v>
                </c:pt>
                <c:pt idx="533">
                  <c:v>0.99492776169494901</c:v>
                </c:pt>
                <c:pt idx="534">
                  <c:v>0.99627558368663738</c:v>
                </c:pt>
                <c:pt idx="535">
                  <c:v>0.9974153418124645</c:v>
                </c:pt>
                <c:pt idx="536">
                  <c:v>0.99834710273519167</c:v>
                </c:pt>
                <c:pt idx="537">
                  <c:v>0.99907106209621921</c:v>
                </c:pt>
                <c:pt idx="538">
                  <c:v>0.99958754351365531</c:v>
                </c:pt>
                <c:pt idx="539">
                  <c:v>0.99989699745686389</c:v>
                </c:pt>
                <c:pt idx="540">
                  <c:v>1</c:v>
                </c:pt>
                <c:pt idx="541">
                  <c:v>0.9998972514575728</c:v>
                </c:pt>
                <c:pt idx="542">
                  <c:v>0.99958957490477651</c:v>
                </c:pt>
                <c:pt idx="543">
                  <c:v>0.99907791458585538</c:v>
                </c:pt>
                <c:pt idx="544">
                  <c:v>0.9983633342135193</c:v>
                </c:pt>
                <c:pt idx="545">
                  <c:v>0.99744701516287371</c:v>
                </c:pt>
                <c:pt idx="546">
                  <c:v>0.99633025456322244</c:v>
                </c:pt>
                <c:pt idx="547">
                  <c:v>0.99501446329122534</c:v>
                </c:pt>
                <c:pt idx="548">
                  <c:v>0.99350116386914267</c:v>
                </c:pt>
                <c:pt idx="549">
                  <c:v>0.99179198827170023</c:v>
                </c:pt>
                <c:pt idx="550">
                  <c:v>0.98988867564545446</c:v>
                </c:pt>
                <c:pt idx="551">
                  <c:v>0.98779306994455485</c:v>
                </c:pt>
                <c:pt idx="552">
                  <c:v>0.98550711748659914</c:v>
                </c:pt>
                <c:pt idx="553">
                  <c:v>0.98303286443283588</c:v>
                </c:pt>
                <c:pt idx="554">
                  <c:v>0.98037245419645491</c:v>
                </c:pt>
                <c:pt idx="555">
                  <c:v>0.9775281247832005</c:v>
                </c:pt>
                <c:pt idx="556">
                  <c:v>0.97450220606827564</c:v>
                </c:pt>
                <c:pt idx="557">
                  <c:v>0.97129711701376498</c:v>
                </c:pt>
                <c:pt idx="558">
                  <c:v>0.96791536283063462</c:v>
                </c:pt>
                <c:pt idx="559">
                  <c:v>0.96435953208943626</c:v>
                </c:pt>
                <c:pt idx="560">
                  <c:v>0.96063229378390047</c:v>
                </c:pt>
                <c:pt idx="561">
                  <c:v>0.95673639435166558</c:v>
                </c:pt>
                <c:pt idx="562">
                  <c:v>0.95267465465606194</c:v>
                </c:pt>
                <c:pt idx="563">
                  <c:v>0.94844996693330874</c:v>
                </c:pt>
                <c:pt idx="564">
                  <c:v>0.94406529170910225</c:v>
                </c:pt>
                <c:pt idx="565">
                  <c:v>0.93952365468876586</c:v>
                </c:pt>
                <c:pt idx="566">
                  <c:v>0.93482814362492339</c:v>
                </c:pt>
                <c:pt idx="567">
                  <c:v>0.92998190516674095</c:v>
                </c:pt>
                <c:pt idx="568">
                  <c:v>0.92498814169485655</c:v>
                </c:pt>
                <c:pt idx="569">
                  <c:v>0.91985010814564494</c:v>
                </c:pt>
                <c:pt idx="570">
                  <c:v>0.91457110882894921</c:v>
                </c:pt>
                <c:pt idx="571">
                  <c:v>0.90915449424294148</c:v>
                </c:pt>
                <c:pt idx="572">
                  <c:v>0.90360365788990527</c:v>
                </c:pt>
                <c:pt idx="573">
                  <c:v>0.89792203309664842</c:v>
                </c:pt>
                <c:pt idx="574">
                  <c:v>0.8921130898431151</c:v>
                </c:pt>
                <c:pt idx="575">
                  <c:v>0.88618033160273835</c:v>
                </c:pt>
                <c:pt idx="576">
                  <c:v>0.88012729219799402</c:v>
                </c:pt>
                <c:pt idx="577">
                  <c:v>0.8739575326745439</c:v>
                </c:pt>
                <c:pt idx="578">
                  <c:v>0.86767463819721191</c:v>
                </c:pt>
                <c:pt idx="579">
                  <c:v>0.8612822149709769</c:v>
                </c:pt>
                <c:pt idx="580">
                  <c:v>0.85478388719014931</c:v>
                </c:pt>
                <c:pt idx="581">
                  <c:v>0.84818329401864689</c:v>
                </c:pt>
                <c:pt idx="582">
                  <c:v>0.84148408660428398</c:v>
                </c:pt>
                <c:pt idx="583">
                  <c:v>0.83468992512997719</c:v>
                </c:pt>
                <c:pt idx="584">
                  <c:v>0.82780447590437733</c:v>
                </c:pt>
                <c:pt idx="585">
                  <c:v>0.82083140849471015</c:v>
                </c:pt>
                <c:pt idx="586">
                  <c:v>0.81377439290414055</c:v>
                </c:pt>
                <c:pt idx="587">
                  <c:v>0.80663709679617757</c:v>
                </c:pt>
                <c:pt idx="588">
                  <c:v>0.79942318276826552</c:v>
                </c:pt>
                <c:pt idx="589">
                  <c:v>0.79213630567682813</c:v>
                </c:pt>
                <c:pt idx="590">
                  <c:v>0.78478011001568748</c:v>
                </c:pt>
                <c:pt idx="591">
                  <c:v>0.77735822734990334</c:v>
                </c:pt>
                <c:pt idx="592">
                  <c:v>0.76987427380673346</c:v>
                </c:pt>
                <c:pt idx="593">
                  <c:v>0.76233184762555717</c:v>
                </c:pt>
                <c:pt idx="594">
                  <c:v>0.75473452676823538</c:v>
                </c:pt>
                <c:pt idx="595">
                  <c:v>0.74708586659140552</c:v>
                </c:pt>
                <c:pt idx="596">
                  <c:v>0.73938939758219568</c:v>
                </c:pt>
                <c:pt idx="597">
                  <c:v>0.73164862315839674</c:v>
                </c:pt>
                <c:pt idx="598">
                  <c:v>0.72386701753448424</c:v>
                </c:pt>
                <c:pt idx="599">
                  <c:v>0.71604802365433651</c:v>
                </c:pt>
                <c:pt idx="600">
                  <c:v>0.70819505119163817</c:v>
                </c:pt>
                <c:pt idx="601">
                  <c:v>0.70031147461884924</c:v>
                </c:pt>
                <c:pt idx="602">
                  <c:v>0.69240063134531948</c:v>
                </c:pt>
                <c:pt idx="603">
                  <c:v>0.68446581992532329</c:v>
                </c:pt>
                <c:pt idx="604">
                  <c:v>0.67651029833632603</c:v>
                </c:pt>
                <c:pt idx="605">
                  <c:v>0.66853728232809451</c:v>
                </c:pt>
                <c:pt idx="606">
                  <c:v>0.66054994384275401</c:v>
                </c:pt>
                <c:pt idx="607">
                  <c:v>0.65255140950616297</c:v>
                </c:pt>
                <c:pt idx="608">
                  <c:v>0.64454475919059651</c:v>
                </c:pt>
                <c:pt idx="609">
                  <c:v>0.63653302464884354</c:v>
                </c:pt>
                <c:pt idx="610">
                  <c:v>0.6285191882195762</c:v>
                </c:pt>
                <c:pt idx="611">
                  <c:v>0.62050618160387327</c:v>
                </c:pt>
                <c:pt idx="612">
                  <c:v>0.61249688471263508</c:v>
                </c:pt>
                <c:pt idx="613">
                  <c:v>0.60449412458455165</c:v>
                </c:pt>
                <c:pt idx="614">
                  <c:v>0.59650067437422327</c:v>
                </c:pt>
                <c:pt idx="615">
                  <c:v>0.58851925240994962</c:v>
                </c:pt>
                <c:pt idx="616">
                  <c:v>0.58055252132057522</c:v>
                </c:pt>
                <c:pt idx="617">
                  <c:v>0.57260308723082676</c:v>
                </c:pt>
                <c:pt idx="618">
                  <c:v>0.56467349902436736</c:v>
                </c:pt>
                <c:pt idx="619">
                  <c:v>0.556766247673808</c:v>
                </c:pt>
                <c:pt idx="620">
                  <c:v>0.54888376563689745</c:v>
                </c:pt>
                <c:pt idx="621">
                  <c:v>0.54102842631783032</c:v>
                </c:pt>
                <c:pt idx="622">
                  <c:v>0.53320254359296382</c:v>
                </c:pt>
                <c:pt idx="623">
                  <c:v>0.52540837139963603</c:v>
                </c:pt>
                <c:pt idx="624">
                  <c:v>0.51764810338725886</c:v>
                </c:pt>
                <c:pt idx="625">
                  <c:v>0.50992387262944949</c:v>
                </c:pt>
                <c:pt idx="626">
                  <c:v>0.50223775139601901</c:v>
                </c:pt>
                <c:pt idx="627">
                  <c:v>0.49459175098368302</c:v>
                </c:pt>
                <c:pt idx="628">
                  <c:v>0.48698782160422932</c:v>
                </c:pt>
                <c:pt idx="629">
                  <c:v>0.47942785232877422</c:v>
                </c:pt>
                <c:pt idx="630">
                  <c:v>0.47191367108689242</c:v>
                </c:pt>
                <c:pt idx="631">
                  <c:v>0.46444704471920012</c:v>
                </c:pt>
                <c:pt idx="632">
                  <c:v>0.45702967908200964</c:v>
                </c:pt>
                <c:pt idx="633">
                  <c:v>0.44966321920269808</c:v>
                </c:pt>
                <c:pt idx="634">
                  <c:v>0.44234924948425858</c:v>
                </c:pt>
                <c:pt idx="635">
                  <c:v>0.43508929395767065</c:v>
                </c:pt>
                <c:pt idx="636">
                  <c:v>0.42788481658056088</c:v>
                </c:pt>
                <c:pt idx="637">
                  <c:v>0.42073722158066773</c:v>
                </c:pt>
                <c:pt idx="638">
                  <c:v>0.41364785384262281</c:v>
                </c:pt>
                <c:pt idx="639">
                  <c:v>0.40661799933650106</c:v>
                </c:pt>
                <c:pt idx="640">
                  <c:v>0.39964888558665906</c:v>
                </c:pt>
                <c:pt idx="641">
                  <c:v>0.39274168217925787</c:v>
                </c:pt>
                <c:pt idx="642">
                  <c:v>0.38589750130701778</c:v>
                </c:pt>
                <c:pt idx="643">
                  <c:v>0.37911739834961006</c:v>
                </c:pt>
                <c:pt idx="644">
                  <c:v>0.37240237248814534</c:v>
                </c:pt>
                <c:pt idx="645">
                  <c:v>0.36575336735226766</c:v>
                </c:pt>
                <c:pt idx="646">
                  <c:v>0.35917127169825952</c:v>
                </c:pt>
                <c:pt idx="647">
                  <c:v>0.35265692011669253</c:v>
                </c:pt>
                <c:pt idx="648">
                  <c:v>0.34621109376806813</c:v>
                </c:pt>
                <c:pt idx="649">
                  <c:v>0.33983452114494356</c:v>
                </c:pt>
                <c:pt idx="650">
                  <c:v>0.33352787885908047</c:v>
                </c:pt>
                <c:pt idx="651">
                  <c:v>0.32729179245207396</c:v>
                </c:pt>
                <c:pt idx="652">
                  <c:v>0.32112683722804941</c:v>
                </c:pt>
                <c:pt idx="653">
                  <c:v>0.3150335391069819</c:v>
                </c:pt>
                <c:pt idx="654">
                  <c:v>0.30901237549709987</c:v>
                </c:pt>
                <c:pt idx="655">
                  <c:v>0.30306377618514457</c:v>
                </c:pt>
                <c:pt idx="656">
                  <c:v>0.29718812424290275</c:v>
                </c:pt>
                <c:pt idx="657">
                  <c:v>0.29138575694876939</c:v>
                </c:pt>
                <c:pt idx="658">
                  <c:v>0.28565696672293095</c:v>
                </c:pt>
                <c:pt idx="659">
                  <c:v>0.28000200207488773</c:v>
                </c:pt>
                <c:pt idx="660">
                  <c:v>0.27442106856195947</c:v>
                </c:pt>
                <c:pt idx="661">
                  <c:v>0.26891432975756047</c:v>
                </c:pt>
                <c:pt idx="662">
                  <c:v>0.26348190822797385</c:v>
                </c:pt>
                <c:pt idx="663">
                  <c:v>0.25812388651638568</c:v>
                </c:pt>
                <c:pt idx="664">
                  <c:v>0.25284030813303221</c:v>
                </c:pt>
                <c:pt idx="665">
                  <c:v>0.24763117855027444</c:v>
                </c:pt>
                <c:pt idx="666">
                  <c:v>0.24249646620146931</c:v>
                </c:pt>
                <c:pt idx="667">
                  <c:v>0.23743610348254085</c:v>
                </c:pt>
                <c:pt idx="668">
                  <c:v>0.23244998775519957</c:v>
                </c:pt>
                <c:pt idx="669">
                  <c:v>0.22753798235072506</c:v>
                </c:pt>
                <c:pt idx="670">
                  <c:v>0.22269991757337171</c:v>
                </c:pt>
                <c:pt idx="671">
                  <c:v>0.21793559170236534</c:v>
                </c:pt>
                <c:pt idx="672">
                  <c:v>0.21324477199156827</c:v>
                </c:pt>
                <c:pt idx="673">
                  <c:v>0.20862719566592788</c:v>
                </c:pt>
                <c:pt idx="674">
                  <c:v>0.20408257091377194</c:v>
                </c:pt>
                <c:pt idx="675">
                  <c:v>0.1996105778741683</c:v>
                </c:pt>
                <c:pt idx="676">
                  <c:v>0.19521086961849923</c:v>
                </c:pt>
                <c:pt idx="677">
                  <c:v>0.19088307312547181</c:v>
                </c:pt>
                <c:pt idx="678">
                  <c:v>0.18662679024883258</c:v>
                </c:pt>
                <c:pt idx="679">
                  <c:v>0.18244159867704912</c:v>
                </c:pt>
                <c:pt idx="680">
                  <c:v>0.17832705288429732</c:v>
                </c:pt>
                <c:pt idx="681">
                  <c:v>0.17428268507208627</c:v>
                </c:pt>
                <c:pt idx="682">
                  <c:v>0.17030800610089772</c:v>
                </c:pt>
                <c:pt idx="683">
                  <c:v>0.16640250641127841</c:v>
                </c:pt>
                <c:pt idx="684">
                  <c:v>0.16256565693378103</c:v>
                </c:pt>
                <c:pt idx="685">
                  <c:v>0.15879690998728155</c:v>
                </c:pt>
                <c:pt idx="686">
                  <c:v>0.15509570016512322</c:v>
                </c:pt>
                <c:pt idx="687">
                  <c:v>0.1514614452086625</c:v>
                </c:pt>
                <c:pt idx="688">
                  <c:v>0.14789354686776082</c:v>
                </c:pt>
                <c:pt idx="689">
                  <c:v>0.14439139174780671</c:v>
                </c:pt>
                <c:pt idx="690">
                  <c:v>0.14095435214290977</c:v>
                </c:pt>
                <c:pt idx="691">
                  <c:v>0.13758178685489525</c:v>
                </c:pt>
                <c:pt idx="692">
                  <c:v>0.13427304199778939</c:v>
                </c:pt>
                <c:pt idx="693">
                  <c:v>0.13102745178748895</c:v>
                </c:pt>
                <c:pt idx="694">
                  <c:v>0.12784433931635344</c:v>
                </c:pt>
                <c:pt idx="695">
                  <c:v>0.12472301731246579</c:v>
                </c:pt>
                <c:pt idx="696">
                  <c:v>0.12166278888334646</c:v>
                </c:pt>
                <c:pt idx="697">
                  <c:v>0.11866294824393146</c:v>
                </c:pt>
                <c:pt idx="698">
                  <c:v>0.11572278142863741</c:v>
                </c:pt>
                <c:pt idx="699">
                  <c:v>0.11284156698735812</c:v>
                </c:pt>
                <c:pt idx="700">
                  <c:v>0.110018576665298</c:v>
                </c:pt>
                <c:pt idx="701">
                  <c:v>0.10725307606648909</c:v>
                </c:pt>
                <c:pt idx="702">
                  <c:v>0.10454432530096947</c:v>
                </c:pt>
                <c:pt idx="703">
                  <c:v>0.10189157961551483</c:v>
                </c:pt>
                <c:pt idx="704">
                  <c:v>9.9294090007906996E-2</c:v>
                </c:pt>
                <c:pt idx="705">
                  <c:v>9.6751103824707876E-2</c:v>
                </c:pt>
                <c:pt idx="706">
                  <c:v>9.4261865342550516E-2</c:v>
                </c:pt>
                <c:pt idx="707">
                  <c:v>9.1825616332938995E-2</c:v>
                </c:pt>
                <c:pt idx="708">
                  <c:v>8.9441596610611851E-2</c:v>
                </c:pt>
                <c:pt idx="709">
                  <c:v>8.7109044565512037E-2</c:v>
                </c:pt>
                <c:pt idx="710">
                  <c:v>8.4827197678421853E-2</c:v>
                </c:pt>
                <c:pt idx="711">
                  <c:v>8.259529302034678E-2</c:v>
                </c:pt>
                <c:pt idx="712">
                  <c:v>8.0412567735759319E-2</c:v>
                </c:pt>
                <c:pt idx="713">
                  <c:v>7.8278259509781303E-2</c:v>
                </c:pt>
                <c:pt idx="714">
                  <c:v>7.6191607019455418E-2</c:v>
                </c:pt>
                <c:pt idx="715">
                  <c:v>7.4151850369231415E-2</c:v>
                </c:pt>
                <c:pt idx="716">
                  <c:v>7.2158231510807247E-2</c:v>
                </c:pt>
                <c:pt idx="717">
                  <c:v>7.0209994647493862E-2</c:v>
                </c:pt>
                <c:pt idx="718">
                  <c:v>6.8306386623276039E-2</c:v>
                </c:pt>
                <c:pt idx="719">
                  <c:v>6.6446657296733672E-2</c:v>
                </c:pt>
                <c:pt idx="720">
                  <c:v>6.4630059900028486E-2</c:v>
                </c:pt>
                <c:pt idx="721">
                  <c:v>6.2855851383150613E-2</c:v>
                </c:pt>
                <c:pt idx="722">
                  <c:v>6.1123292743622611E-2</c:v>
                </c:pt>
                <c:pt idx="723">
                  <c:v>5.943164934189208E-2</c:v>
                </c:pt>
                <c:pt idx="724">
                  <c:v>5.7780191202620908E-2</c:v>
                </c:pt>
                <c:pt idx="725">
                  <c:v>5.6168193302106623E-2</c:v>
                </c:pt>
                <c:pt idx="726">
                  <c:v>5.4594935842068475E-2</c:v>
                </c:pt>
                <c:pt idx="727">
                  <c:v>5.3059704510039316E-2</c:v>
                </c:pt>
                <c:pt idx="728">
                  <c:v>5.1561790726612357E-2</c:v>
                </c:pt>
                <c:pt idx="729">
                  <c:v>5.0100491879786158E-2</c:v>
                </c:pt>
                <c:pt idx="730">
                  <c:v>4.8675111546666705E-2</c:v>
                </c:pt>
                <c:pt idx="731">
                  <c:v>4.7284959702791826E-2</c:v>
                </c:pt>
                <c:pt idx="732">
                  <c:v>4.5929352919321299E-2</c:v>
                </c:pt>
                <c:pt idx="733">
                  <c:v>4.4607614548376313E-2</c:v>
                </c:pt>
                <c:pt idx="734">
                  <c:v>4.3319074896788566E-2</c:v>
                </c:pt>
                <c:pt idx="735">
                  <c:v>4.2063071388516317E-2</c:v>
                </c:pt>
                <c:pt idx="736">
                  <c:v>4.083894871602007E-2</c:v>
                </c:pt>
                <c:pt idx="737">
                  <c:v>3.9646058980852057E-2</c:v>
                </c:pt>
                <c:pt idx="738">
                  <c:v>3.8483761823733177E-2</c:v>
                </c:pt>
                <c:pt idx="739">
                  <c:v>3.7351424544404245E-2</c:v>
                </c:pt>
                <c:pt idx="740">
                  <c:v>3.6248422211507293E-2</c:v>
                </c:pt>
                <c:pt idx="741">
                  <c:v>3.5174137762780847E-2</c:v>
                </c:pt>
                <c:pt idx="742">
                  <c:v>3.4127962095836864E-2</c:v>
                </c:pt>
                <c:pt idx="743">
                  <c:v>3.3109294149796291E-2</c:v>
                </c:pt>
                <c:pt idx="744">
                  <c:v>3.211754097804248E-2</c:v>
                </c:pt>
                <c:pt idx="745">
                  <c:v>3.1152117812379088E-2</c:v>
                </c:pt>
                <c:pt idx="746">
                  <c:v>3.0212448118840256E-2</c:v>
                </c:pt>
                <c:pt idx="747">
                  <c:v>2.9297963645434664E-2</c:v>
                </c:pt>
                <c:pt idx="748">
                  <c:v>2.8408104462080065E-2</c:v>
                </c:pt>
                <c:pt idx="749">
                  <c:v>2.7542318992986793E-2</c:v>
                </c:pt>
                <c:pt idx="750">
                  <c:v>2.670006404175582E-2</c:v>
                </c:pt>
                <c:pt idx="751">
                  <c:v>2.5880804809443814E-2</c:v>
                </c:pt>
                <c:pt idx="752">
                  <c:v>2.5084014905845085E-2</c:v>
                </c:pt>
                <c:pt idx="753">
                  <c:v>2.4309176354247029E-2</c:v>
                </c:pt>
                <c:pt idx="754">
                  <c:v>2.3555779589899364E-2</c:v>
                </c:pt>
                <c:pt idx="755">
                  <c:v>2.2823323452444907E-2</c:v>
                </c:pt>
                <c:pt idx="756">
                  <c:v>2.2111315172548468E-2</c:v>
                </c:pt>
                <c:pt idx="757">
                  <c:v>2.1419270352961185E-2</c:v>
                </c:pt>
                <c:pt idx="758">
                  <c:v>2.0746712944253384E-2</c:v>
                </c:pt>
                <c:pt idx="759">
                  <c:v>2.0093175215440622E-2</c:v>
                </c:pt>
                <c:pt idx="760">
                  <c:v>1.9458197719732926E-2</c:v>
                </c:pt>
                <c:pt idx="761">
                  <c:v>1.8841329255619713E-2</c:v>
                </c:pt>
                <c:pt idx="762">
                  <c:v>1.824212682351449E-2</c:v>
                </c:pt>
                <c:pt idx="763">
                  <c:v>1.766015557816402E-2</c:v>
                </c:pt>
                <c:pt idx="764">
                  <c:v>1.7094988777033852E-2</c:v>
                </c:pt>
                <c:pt idx="765">
                  <c:v>1.6546207724868998E-2</c:v>
                </c:pt>
                <c:pt idx="766">
                  <c:v>1.6013401714634095E-2</c:v>
                </c:pt>
                <c:pt idx="767">
                  <c:v>1.549616796502001E-2</c:v>
                </c:pt>
                <c:pt idx="768">
                  <c:v>1.4994111554711252E-2</c:v>
                </c:pt>
                <c:pt idx="769">
                  <c:v>1.4506845353598263E-2</c:v>
                </c:pt>
                <c:pt idx="770">
                  <c:v>1.4033989951113005E-2</c:v>
                </c:pt>
                <c:pt idx="771">
                  <c:v>1.3575173581866089E-2</c:v>
                </c:pt>
                <c:pt idx="772">
                  <c:v>1.3130032048754424E-2</c:v>
                </c:pt>
                <c:pt idx="773">
                  <c:v>1.2698208643708887E-2</c:v>
                </c:pt>
                <c:pt idx="774">
                  <c:v>1.2279354066240903E-2</c:v>
                </c:pt>
                <c:pt idx="775">
                  <c:v>1.1873126339947223E-2</c:v>
                </c:pt>
                <c:pt idx="776">
                  <c:v>1.1479190727126252E-2</c:v>
                </c:pt>
                <c:pt idx="777">
                  <c:v>1.1097219641654837E-2</c:v>
                </c:pt>
                <c:pt idx="778">
                  <c:v>1.0726892560265043E-2</c:v>
                </c:pt>
                <c:pt idx="779">
                  <c:v>1.036789593236871E-2</c:v>
                </c:pt>
                <c:pt idx="780">
                  <c:v>1.0019923088556695E-2</c:v>
                </c:pt>
                <c:pt idx="781">
                  <c:v>9.6826741479082122E-3</c:v>
                </c:pt>
                <c:pt idx="782">
                  <c:v>9.3558559242365221E-3</c:v>
                </c:pt>
                <c:pt idx="783">
                  <c:v>9.0391818313909859E-3</c:v>
                </c:pt>
                <c:pt idx="784">
                  <c:v>8.732371787734141E-3</c:v>
                </c:pt>
                <c:pt idx="785">
                  <c:v>8.435152119910104E-3</c:v>
                </c:pt>
                <c:pt idx="786">
                  <c:v>8.1472554660094818E-3</c:v>
                </c:pt>
                <c:pt idx="787">
                  <c:v>7.8684206782394517E-3</c:v>
                </c:pt>
                <c:pt idx="788">
                  <c:v>7.5983927251995513E-3</c:v>
                </c:pt>
                <c:pt idx="789">
                  <c:v>7.3369225938613855E-3</c:v>
                </c:pt>
                <c:pt idx="790">
                  <c:v>7.0837671913434571E-3</c:v>
                </c:pt>
                <c:pt idx="791">
                  <c:v>6.8386892465749751E-3</c:v>
                </c:pt>
                <c:pt idx="792">
                  <c:v>6.6014572119312883E-3</c:v>
                </c:pt>
                <c:pt idx="793">
                  <c:v>6.3718451649249844E-3</c:v>
                </c:pt>
                <c:pt idx="794">
                  <c:v>6.1496327100311644E-3</c:v>
                </c:pt>
                <c:pt idx="795">
                  <c:v>5.9346048807226801E-3</c:v>
                </c:pt>
                <c:pt idx="796">
                  <c:v>5.7265520417857131E-3</c:v>
                </c:pt>
                <c:pt idx="797">
                  <c:v>5.5252697919858469E-3</c:v>
                </c:pt>
                <c:pt idx="798">
                  <c:v>5.3305588671495336E-3</c:v>
                </c:pt>
                <c:pt idx="799">
                  <c:v>5.1422250437211641E-3</c:v>
                </c:pt>
                <c:pt idx="800">
                  <c:v>4.9600790428566905E-3</c:v>
                </c:pt>
                <c:pt idx="801">
                  <c:v>4.7839364351088308E-3</c:v>
                </c:pt>
                <c:pt idx="802">
                  <c:v>4.6136175457554204E-3</c:v>
                </c:pt>
                <c:pt idx="803">
                  <c:v>4.4489473608223008E-3</c:v>
                </c:pt>
                <c:pt idx="804">
                  <c:v>4.2897554338468822E-3</c:v>
                </c:pt>
                <c:pt idx="805">
                  <c:v>4.13587579342636E-3</c:v>
                </c:pt>
                <c:pt idx="806">
                  <c:v>3.9871468515927915E-3</c:v>
                </c:pt>
                <c:pt idx="807">
                  <c:v>3.8434113130530125E-3</c:v>
                </c:pt>
                <c:pt idx="808">
                  <c:v>3.7045160853306732E-3</c:v>
                </c:pt>
                <c:pt idx="809">
                  <c:v>3.570312189843237E-3</c:v>
                </c:pt>
                <c:pt idx="810">
                  <c:v>3.4406546739465405E-3</c:v>
                </c:pt>
                <c:pt idx="811">
                  <c:v>3.3154025239750902E-3</c:v>
                </c:pt>
                <c:pt idx="812">
                  <c:v>3.1944185793057614E-3</c:v>
                </c:pt>
                <c:pt idx="813">
                  <c:v>3.0775694474693719E-3</c:v>
                </c:pt>
                <c:pt idx="814">
                  <c:v>2.9647254203325033E-3</c:v>
                </c:pt>
                <c:pt idx="815">
                  <c:v>2.8557603913712793E-3</c:v>
                </c:pt>
                <c:pt idx="816">
                  <c:v>2.7505517740545517E-3</c:v>
                </c:pt>
                <c:pt idx="817">
                  <c:v>2.6489804213541586E-3</c:v>
                </c:pt>
                <c:pt idx="818">
                  <c:v>2.5509305463970208E-3</c:v>
                </c:pt>
                <c:pt idx="819">
                  <c:v>2.4562896442727055E-3</c:v>
                </c:pt>
                <c:pt idx="820">
                  <c:v>2.3649484150072442E-3</c:v>
                </c:pt>
                <c:pt idx="821">
                  <c:v>2.2768006877142526E-3</c:v>
                </c:pt>
                <c:pt idx="822">
                  <c:v>2.1917433459312783E-3</c:v>
                </c:pt>
                <c:pt idx="823">
                  <c:v>2.1096762541479882E-3</c:v>
                </c:pt>
                <c:pt idx="824">
                  <c:v>2.03050218553282E-3</c:v>
                </c:pt>
                <c:pt idx="825">
                  <c:v>1.9541267508611884E-3</c:v>
                </c:pt>
                <c:pt idx="826">
                  <c:v>1.8804583286486554E-3</c:v>
                </c:pt>
                <c:pt idx="827">
                  <c:v>1.80940799649091E-3</c:v>
                </c:pt>
                <c:pt idx="828">
                  <c:v>1.7408894636106308E-3</c:v>
                </c:pt>
                <c:pt idx="829">
                  <c:v>1.6748190046105345E-3</c:v>
                </c:pt>
                <c:pt idx="830">
                  <c:v>1.611115394431342E-3</c:v>
                </c:pt>
                <c:pt idx="831">
                  <c:v>1.549699844511385E-3</c:v>
                </c:pt>
                <c:pt idx="832">
                  <c:v>1.4904959401443871E-3</c:v>
                </c:pt>
                <c:pt idx="833">
                  <c:v>1.4334295790305825E-3</c:v>
                </c:pt>
                <c:pt idx="834">
                  <c:v>1.378428911015705E-3</c:v>
                </c:pt>
                <c:pt idx="835">
                  <c:v>1.3254242790115662E-3</c:v>
                </c:pt>
                <c:pt idx="836">
                  <c:v>1.274348161090725E-3</c:v>
                </c:pt>
                <c:pt idx="837">
                  <c:v>1.2251351137478471E-3</c:v>
                </c:pt>
                <c:pt idx="838">
                  <c:v>1.1777217163186245E-3</c:v>
                </c:pt>
                <c:pt idx="839">
                  <c:v>1.1320465165473885E-3</c:v>
                </c:pt>
                <c:pt idx="840">
                  <c:v>1.0880499772934653E-3</c:v>
                </c:pt>
                <c:pt idx="841">
                  <c:v>1.045674424365674E-3</c:v>
                </c:pt>
                <c:pt idx="842">
                  <c:v>1.004863995474162E-3</c:v>
                </c:pt>
                <c:pt idx="843">
                  <c:v>9.655645902881334E-4</c:v>
                </c:pt>
                <c:pt idx="844">
                  <c:v>9.277238215874504E-4</c:v>
                </c:pt>
                <c:pt idx="845">
                  <c:v>8.9129096749564316E-4</c:v>
                </c:pt>
                <c:pt idx="846">
                  <c:v>8.5621692478194734E-4</c:v>
                </c:pt>
                <c:pt idx="847">
                  <c:v>8.2245416321876481E-4</c:v>
                </c:pt>
                <c:pt idx="848">
                  <c:v>7.8995668098153513E-4</c:v>
                </c:pt>
                <c:pt idx="849">
                  <c:v>7.5867996107702748E-4</c:v>
                </c:pt>
                <c:pt idx="850">
                  <c:v>7.2858092878604909E-4</c:v>
                </c:pt>
                <c:pt idx="851">
                  <c:v>6.9961791010644694E-4</c:v>
                </c:pt>
                <c:pt idx="852">
                  <c:v>6.7175059118173858E-4</c:v>
                </c:pt>
                <c:pt idx="853">
                  <c:v>6.4493997870085861E-4</c:v>
                </c:pt>
                <c:pt idx="854">
                  <c:v>6.1914836125406662E-4</c:v>
                </c:pt>
                <c:pt idx="855">
                  <c:v>5.9433927163002949E-4</c:v>
                </c:pt>
                <c:pt idx="856">
                  <c:v>5.7047745003907795E-4</c:v>
                </c:pt>
                <c:pt idx="857">
                  <c:v>5.4752880824727611E-4</c:v>
                </c:pt>
                <c:pt idx="858">
                  <c:v>5.2546039460613363E-4</c:v>
                </c:pt>
                <c:pt idx="859">
                  <c:v>5.0424035996249035E-4</c:v>
                </c:pt>
                <c:pt idx="860">
                  <c:v>4.8383792443323302E-4</c:v>
                </c:pt>
                <c:pt idx="861">
                  <c:v>4.6422334502949569E-4</c:v>
                </c:pt>
                <c:pt idx="862">
                  <c:v>4.453678841146984E-4</c:v>
                </c:pt>
                <c:pt idx="863">
                  <c:v>4.2724377868122741E-4</c:v>
                </c:pt>
                <c:pt idx="864">
                  <c:v>4.0982421043023019E-4</c:v>
                </c:pt>
                <c:pt idx="865">
                  <c:v>3.9308327663910845E-4</c:v>
                </c:pt>
                <c:pt idx="866">
                  <c:v>3.7699596180156323E-4</c:v>
                </c:pt>
                <c:pt idx="867">
                  <c:v>3.6153811002478172E-4</c:v>
                </c:pt>
                <c:pt idx="868">
                  <c:v>3.4668639816861393E-4</c:v>
                </c:pt>
                <c:pt idx="869">
                  <c:v>3.3241830971178087E-4</c:v>
                </c:pt>
                <c:pt idx="870">
                  <c:v>3.1871210932988902E-4</c:v>
                </c:pt>
                <c:pt idx="871">
                  <c:v>3.0554681817058463E-4</c:v>
                </c:pt>
                <c:pt idx="872">
                  <c:v>2.9290218981097E-4</c:v>
                </c:pt>
                <c:pt idx="873">
                  <c:v>2.8075868688264878E-4</c:v>
                </c:pt>
                <c:pt idx="874">
                  <c:v>2.6909745834991812E-4</c:v>
                </c:pt>
                <c:pt idx="875">
                  <c:v>2.579003174267157E-4</c:v>
                </c:pt>
                <c:pt idx="876">
                  <c:v>2.4714972011816925E-4</c:v>
                </c:pt>
                <c:pt idx="877">
                  <c:v>2.3682874437257968E-4</c:v>
                </c:pt>
                <c:pt idx="878">
                  <c:v>2.2692106983005723E-4</c:v>
                </c:pt>
                <c:pt idx="879">
                  <c:v>2.1741095815400912E-4</c:v>
                </c:pt>
                <c:pt idx="880">
                  <c:v>2.082832339319579E-4</c:v>
                </c:pt>
                <c:pt idx="881">
                  <c:v>1.9952326613226754E-4</c:v>
                </c:pt>
                <c:pt idx="882">
                  <c:v>1.9111695010366186E-4</c:v>
                </c:pt>
                <c:pt idx="883">
                  <c:v>1.8305069010443519E-4</c:v>
                </c:pt>
                <c:pt idx="884">
                  <c:v>1.753113823485848E-4</c:v>
                </c:pt>
                <c:pt idx="885">
                  <c:v>1.6788639855623197E-4</c:v>
                </c:pt>
                <c:pt idx="886">
                  <c:v>1.6076356999588303E-4</c:v>
                </c:pt>
                <c:pt idx="887">
                  <c:v>1.5393117200628603E-4</c:v>
                </c:pt>
                <c:pt idx="888">
                  <c:v>1.473779089858833E-4</c:v>
                </c:pt>
                <c:pt idx="889">
                  <c:v>1.4109289983796629E-4</c:v>
                </c:pt>
                <c:pt idx="890">
                  <c:v>1.350656638599387E-4</c:v>
                </c:pt>
                <c:pt idx="891">
                  <c:v>1.2928610706523246E-4</c:v>
                </c:pt>
                <c:pt idx="892">
                  <c:v>1.2374450892666371E-4</c:v>
                </c:pt>
                <c:pt idx="893">
                  <c:v>1.1843150953017088E-4</c:v>
                </c:pt>
                <c:pt idx="894">
                  <c:v>1.1333809712817106E-4</c:v>
                </c:pt>
                <c:pt idx="895">
                  <c:v>1.0845559608185266E-4</c:v>
                </c:pt>
                <c:pt idx="896">
                  <c:v>1.0377565518202711E-4</c:v>
                </c:pt>
                <c:pt idx="897">
                  <c:v>9.929023633834899E-5</c:v>
                </c:pt>
                <c:pt idx="898">
                  <c:v>9.4991603626848402E-5</c:v>
                </c:pt>
                <c:pt idx="899">
                  <c:v>9.0872312686026506E-5</c:v>
                </c:pt>
                <c:pt idx="900">
                  <c:v>8.6925200451870907E-5</c:v>
                </c:pt>
                <c:pt idx="901">
                  <c:v>8.3143375222422753E-5</c:v>
                </c:pt>
                <c:pt idx="902">
                  <c:v>7.9520207042672839E-5</c:v>
                </c:pt>
                <c:pt idx="903">
                  <c:v>7.6049318400788933E-5</c:v>
                </c:pt>
                <c:pt idx="904">
                  <c:v>7.272457522687502E-5</c:v>
                </c:pt>
                <c:pt idx="905">
                  <c:v>6.9540078185630376E-5</c:v>
                </c:pt>
                <c:pt idx="906">
                  <c:v>6.6490154254505689E-5</c:v>
                </c:pt>
                <c:pt idx="907">
                  <c:v>6.3569348579118885E-5</c:v>
                </c:pt>
                <c:pt idx="908">
                  <c:v>6.0772416597878895E-5</c:v>
                </c:pt>
                <c:pt idx="909">
                  <c:v>5.8094316427982906E-5</c:v>
                </c:pt>
                <c:pt idx="910">
                  <c:v>5.5530201505085972E-5</c:v>
                </c:pt>
                <c:pt idx="911">
                  <c:v>5.3075413469183312E-5</c:v>
                </c:pt>
                <c:pt idx="912">
                  <c:v>5.0725475289376527E-5</c:v>
                </c:pt>
                <c:pt idx="913">
                  <c:v>4.8476084620385204E-5</c:v>
                </c:pt>
                <c:pt idx="914">
                  <c:v>4.6323107383864167E-5</c:v>
                </c:pt>
                <c:pt idx="915">
                  <c:v>4.4262571567725262E-5</c:v>
                </c:pt>
                <c:pt idx="916">
                  <c:v>4.2290661236838318E-5</c:v>
                </c:pt>
                <c:pt idx="917">
                  <c:v>4.0403710748683391E-5</c:v>
                </c:pt>
                <c:pt idx="918">
                  <c:v>3.8598199167644317E-5</c:v>
                </c:pt>
                <c:pt idx="919">
                  <c:v>3.687074487182365E-5</c:v>
                </c:pt>
                <c:pt idx="920">
                  <c:v>3.5218100346417699E-5</c:v>
                </c:pt>
                <c:pt idx="921">
                  <c:v>3.3637147157833936E-5</c:v>
                </c:pt>
                <c:pt idx="922">
                  <c:v>3.2124891102887659E-5</c:v>
                </c:pt>
                <c:pt idx="923">
                  <c:v>3.067845752757892E-5</c:v>
                </c:pt>
                <c:pt idx="924">
                  <c:v>2.9295086810081201E-5</c:v>
                </c:pt>
                <c:pt idx="925">
                  <c:v>2.7972130002722918E-5</c:v>
                </c:pt>
                <c:pt idx="926">
                  <c:v>2.6707044627894655E-5</c:v>
                </c:pt>
                <c:pt idx="927">
                  <c:v>2.549739062294184E-5</c:v>
                </c:pt>
                <c:pt idx="928">
                  <c:v>2.4340826429237199E-5</c:v>
                </c:pt>
                <c:pt idx="929">
                  <c:v>2.3235105220777126E-5</c:v>
                </c:pt>
                <c:pt idx="930">
                  <c:v>2.2178071267760387E-5</c:v>
                </c:pt>
                <c:pt idx="931">
                  <c:v>2.1167656430739063E-5</c:v>
                </c:pt>
                <c:pt idx="932">
                  <c:v>2.0201876781064359E-5</c:v>
                </c:pt>
                <c:pt idx="933">
                  <c:v>1.9278829343465668E-5</c:v>
                </c:pt>
                <c:pt idx="934">
                  <c:v>1.8396688956717246E-5</c:v>
                </c:pt>
                <c:pt idx="935">
                  <c:v>1.7553705248476645E-5</c:v>
                </c:pt>
                <c:pt idx="936">
                  <c:v>1.6748199720482831E-5</c:v>
                </c:pt>
                <c:pt idx="937">
                  <c:v>1.5978562940412518E-5</c:v>
                </c:pt>
                <c:pt idx="938">
                  <c:v>1.5243251836814402E-5</c:v>
                </c:pt>
                <c:pt idx="939">
                  <c:v>1.4540787093634865E-5</c:v>
                </c:pt>
                <c:pt idx="940">
                  <c:v>1.386975064095785E-5</c:v>
                </c:pt>
                <c:pt idx="941">
                  <c:v>1.3228783238684895E-5</c:v>
                </c:pt>
                <c:pt idx="942">
                  <c:v>1.2616582149979443E-5</c:v>
                </c:pt>
                <c:pt idx="943">
                  <c:v>1.2031898901391421E-5</c:v>
                </c:pt>
                <c:pt idx="944">
                  <c:v>1.1473537126680697E-5</c:v>
                </c:pt>
                <c:pt idx="945">
                  <c:v>1.0940350491442371E-5</c:v>
                </c:pt>
                <c:pt idx="946">
                  <c:v>1.0431240695732279E-5</c:v>
                </c:pt>
                <c:pt idx="947">
                  <c:v>9.945155551972013E-6</c:v>
                </c:pt>
                <c:pt idx="948">
                  <c:v>9.4810871355045947E-6</c:v>
                </c:pt>
                <c:pt idx="949">
                  <c:v>9.0380700052498564E-6</c:v>
                </c:pt>
                <c:pt idx="950">
                  <c:v>8.6151794919902844E-6</c:v>
                </c:pt>
                <c:pt idx="951">
                  <c:v>8.2115300518978591E-6</c:v>
                </c:pt>
                <c:pt idx="952">
                  <c:v>7.8262736829870034E-6</c:v>
                </c:pt>
                <c:pt idx="953">
                  <c:v>7.4585984022540328E-6</c:v>
                </c:pt>
                <c:pt idx="954">
                  <c:v>7.1077267813356904E-6</c:v>
                </c:pt>
                <c:pt idx="955">
                  <c:v>6.7729145385881797E-6</c:v>
                </c:pt>
                <c:pt idx="956">
                  <c:v>6.4534491855592873E-6</c:v>
                </c:pt>
                <c:pt idx="957">
                  <c:v>6.1486487258892536E-6</c:v>
                </c:pt>
                <c:pt idx="958">
                  <c:v>5.8578604047425694E-6</c:v>
                </c:pt>
                <c:pt idx="959">
                  <c:v>5.5804595069348843E-6</c:v>
                </c:pt>
                <c:pt idx="960">
                  <c:v>5.3158482019815933E-6</c:v>
                </c:pt>
                <c:pt idx="961">
                  <c:v>5.0634544343490042E-6</c:v>
                </c:pt>
                <c:pt idx="962">
                  <c:v>4.822730857254137E-6</c:v>
                </c:pt>
                <c:pt idx="963">
                  <c:v>4.5931538084074191E-6</c:v>
                </c:pt>
                <c:pt idx="964">
                  <c:v>4.3742223261504621E-6</c:v>
                </c:pt>
                <c:pt idx="965">
                  <c:v>4.1654572044942085E-6</c:v>
                </c:pt>
                <c:pt idx="966">
                  <c:v>3.9664000856108912E-6</c:v>
                </c:pt>
                <c:pt idx="967">
                  <c:v>3.7766125883840595E-6</c:v>
                </c:pt>
                <c:pt idx="968">
                  <c:v>3.5956754716702963E-6</c:v>
                </c:pt>
                <c:pt idx="969">
                  <c:v>3.4231878309697742E-6</c:v>
                </c:pt>
                <c:pt idx="970">
                  <c:v>3.2587663272498937E-6</c:v>
                </c:pt>
                <c:pt idx="971">
                  <c:v>3.1020444467091425E-6</c:v>
                </c:pt>
                <c:pt idx="972">
                  <c:v>2.9526717903110763E-6</c:v>
                </c:pt>
                <c:pt idx="973">
                  <c:v>2.8103133919584034E-6</c:v>
                </c:pt>
                <c:pt idx="974">
                  <c:v>2.6746490642174798E-6</c:v>
                </c:pt>
                <c:pt idx="975">
                  <c:v>2.5453727705427045E-6</c:v>
                </c:pt>
                <c:pt idx="976">
                  <c:v>2.4221920229851945E-6</c:v>
                </c:pt>
                <c:pt idx="977">
                  <c:v>2.3048273044089249E-6</c:v>
                </c:pt>
                <c:pt idx="978">
                  <c:v>2.193011514270788E-6</c:v>
                </c:pt>
                <c:pt idx="979">
                  <c:v>2.0864894370546641E-6</c:v>
                </c:pt>
                <c:pt idx="980">
                  <c:v>1.9850172324832559E-6</c:v>
                </c:pt>
                <c:pt idx="981">
                  <c:v>1.8883619466625621E-6</c:v>
                </c:pt>
                <c:pt idx="982">
                  <c:v>1.7963010433439114E-6</c:v>
                </c:pt>
                <c:pt idx="983">
                  <c:v>1.7086219545190343E-6</c:v>
                </c:pt>
                <c:pt idx="984">
                  <c:v>1.6251216495917076E-6</c:v>
                </c:pt>
                <c:pt idx="985">
                  <c:v>1.5456062223969596E-6</c:v>
                </c:pt>
                <c:pt idx="986">
                  <c:v>1.4698904953660464E-6</c:v>
                </c:pt>
                <c:pt idx="987">
                  <c:v>1.3977976401611331E-6</c:v>
                </c:pt>
                <c:pt idx="988">
                  <c:v>1.3291588141280591E-6</c:v>
                </c:pt>
                <c:pt idx="989">
                  <c:v>1.2638128119406759E-6</c:v>
                </c:pt>
                <c:pt idx="990">
                  <c:v>1.201605731832489E-6</c:v>
                </c:pt>
                <c:pt idx="991">
                  <c:v>1.1423906558345944E-6</c:v>
                </c:pt>
                <c:pt idx="992">
                  <c:v>1.0860273434605107E-6</c:v>
                </c:pt>
                <c:pt idx="993">
                  <c:v>1.0323819382991114E-6</c:v>
                </c:pt>
                <c:pt idx="994">
                  <c:v>9.8132668699767803E-7</c:v>
                </c:pt>
                <c:pt idx="995">
                  <c:v>9.3273967013632444E-7</c:v>
                </c:pt>
                <c:pt idx="996">
                  <c:v>8.8650454451399057E-7</c:v>
                </c:pt>
                <c:pt idx="997">
                  <c:v>8.4251029638449775E-7</c:v>
                </c:pt>
                <c:pt idx="998">
                  <c:v>8.0065100519882188E-7</c:v>
                </c:pt>
                <c:pt idx="999">
                  <c:v>7.6082561742640639E-7</c:v>
                </c:pt>
                <c:pt idx="1000">
                  <c:v>7.2293773004504146E-7</c:v>
                </c:pt>
                <c:pt idx="1001">
                  <c:v>6.8689538330454828E-7</c:v>
                </c:pt>
                <c:pt idx="1002">
                  <c:v>6.5261086238459925E-7</c:v>
                </c:pt>
                <c:pt idx="1003">
                  <c:v>6.2000050758165936E-7</c:v>
                </c:pt>
                <c:pt idx="1004">
                  <c:v>5.8898453267466439E-7</c:v>
                </c:pt>
                <c:pt idx="1005">
                  <c:v>5.5948685113191125E-7</c:v>
                </c:pt>
                <c:pt idx="1006">
                  <c:v>5.3143490983546545E-7</c:v>
                </c:pt>
                <c:pt idx="1007">
                  <c:v>5.0475953001179405E-7</c:v>
                </c:pt>
                <c:pt idx="1008">
                  <c:v>4.7939475506946353E-7</c:v>
                </c:pt>
                <c:pt idx="1009">
                  <c:v>4.5527770505665991E-7</c:v>
                </c:pt>
                <c:pt idx="1010">
                  <c:v>4.3234843746261956E-7</c:v>
                </c:pt>
                <c:pt idx="1011">
                  <c:v>4.1054981409781552E-7</c:v>
                </c:pt>
                <c:pt idx="1012">
                  <c:v>3.8982737379840626E-7</c:v>
                </c:pt>
                <c:pt idx="1013">
                  <c:v>3.7012921071063194E-7</c:v>
                </c:pt>
                <c:pt idx="1014">
                  <c:v>3.5140585792029346E-7</c:v>
                </c:pt>
                <c:pt idx="1015">
                  <c:v>3.3361017620223752E-7</c:v>
                </c:pt>
                <c:pt idx="1016">
                  <c:v>3.1669724767339907E-7</c:v>
                </c:pt>
                <c:pt idx="1017">
                  <c:v>3.0062427414204615E-7</c:v>
                </c:pt>
                <c:pt idx="1018">
                  <c:v>2.8535047995381658E-7</c:v>
                </c:pt>
                <c:pt idx="1019">
                  <c:v>2.7083701914351681E-7</c:v>
                </c:pt>
                <c:pt idx="1020">
                  <c:v>2.5704688670928868E-7</c:v>
                </c:pt>
                <c:pt idx="1021">
                  <c:v>2.4394483383306009E-7</c:v>
                </c:pt>
                <c:pt idx="1022">
                  <c:v>2.3149728687857453E-7</c:v>
                </c:pt>
                <c:pt idx="1023">
                  <c:v>2.1967227000506921E-7</c:v>
                </c:pt>
                <c:pt idx="1024">
                  <c:v>2.0843933124125988E-7</c:v>
                </c:pt>
                <c:pt idx="1025">
                  <c:v>1.9776947187073308E-7</c:v>
                </c:pt>
                <c:pt idx="1026">
                  <c:v>1.8763507898595944E-7</c:v>
                </c:pt>
                <c:pt idx="1027">
                  <c:v>1.7800986107397495E-7</c:v>
                </c:pt>
                <c:pt idx="1028">
                  <c:v>1.6886878650243868E-7</c:v>
                </c:pt>
                <c:pt idx="1029">
                  <c:v>1.6018802478032589E-7</c:v>
                </c:pt>
                <c:pt idx="1030">
                  <c:v>1.5194489047250566E-7</c:v>
                </c:pt>
                <c:pt idx="1031">
                  <c:v>1.4411778965274156E-7</c:v>
                </c:pt>
                <c:pt idx="1032">
                  <c:v>1.3668616878423478E-7</c:v>
                </c:pt>
                <c:pt idx="1033">
                  <c:v>1.2963046592162224E-7</c:v>
                </c:pt>
                <c:pt idx="1034">
                  <c:v>1.2293206413269025E-7</c:v>
                </c:pt>
                <c:pt idx="1035">
                  <c:v>1.1657324704237899E-7</c:v>
                </c:pt>
                <c:pt idx="1036">
                  <c:v>1.1053715640576361E-7</c:v>
                </c:pt>
                <c:pt idx="1037">
                  <c:v>1.0480775162055789E-7</c:v>
                </c:pt>
                <c:pt idx="1038">
                  <c:v>9.9369771093581946E-8</c:v>
                </c:pt>
                <c:pt idx="1039">
                  <c:v>9.4208695379139622E-8</c:v>
                </c:pt>
                <c:pt idx="1040">
                  <c:v>8.9310712010823439E-8</c:v>
                </c:pt>
                <c:pt idx="1041">
                  <c:v>8.4662681951562388E-8</c:v>
                </c:pt>
                <c:pt idx="1042">
                  <c:v>8.0252107589932548E-8</c:v>
                </c:pt>
                <c:pt idx="1043">
                  <c:v>7.6067102213840245E-8</c:v>
                </c:pt>
                <c:pt idx="1044">
                  <c:v>7.2096360895629208E-8</c:v>
                </c:pt>
                <c:pt idx="1045">
                  <c:v>6.8329132725482017E-8</c:v>
                </c:pt>
                <c:pt idx="1046">
                  <c:v>6.4755194332734714E-8</c:v>
                </c:pt>
                <c:pt idx="1047">
                  <c:v>6.1364824637281971E-8</c:v>
                </c:pt>
                <c:pt idx="1048">
                  <c:v>5.8148780775762142E-8</c:v>
                </c:pt>
                <c:pt idx="1049">
                  <c:v>5.5098275149632129E-8</c:v>
                </c:pt>
                <c:pt idx="1050">
                  <c:v>5.2204953544493728E-8</c:v>
                </c:pt>
                <c:pt idx="1051">
                  <c:v>4.9460874272244226E-8</c:v>
                </c:pt>
                <c:pt idx="1052">
                  <c:v>4.6858488289761837E-8</c:v>
                </c:pt>
                <c:pt idx="1053">
                  <c:v>4.4390620249813688E-8</c:v>
                </c:pt>
                <c:pt idx="1054">
                  <c:v>4.2050450441827791E-8</c:v>
                </c:pt>
                <c:pt idx="1055">
                  <c:v>3.9831497582042175E-8</c:v>
                </c:pt>
                <c:pt idx="1056">
                  <c:v>3.7727602414294208E-8</c:v>
                </c:pt>
                <c:pt idx="1057">
                  <c:v>3.5732912084427015E-8</c:v>
                </c:pt>
                <c:pt idx="1058">
                  <c:v>3.3841865252926817E-8</c:v>
                </c:pt>
                <c:pt idx="1059">
                  <c:v>3.2049177911962421E-8</c:v>
                </c:pt>
                <c:pt idx="1060">
                  <c:v>3.0349829874483735E-8</c:v>
                </c:pt>
                <c:pt idx="1061">
                  <c:v>2.8739051904490831E-8</c:v>
                </c:pt>
                <c:pt idx="1062">
                  <c:v>2.7212313458940791E-8</c:v>
                </c:pt>
                <c:pt idx="1063">
                  <c:v>2.5765311013067646E-8</c:v>
                </c:pt>
                <c:pt idx="1064">
                  <c:v>2.4393956942172008E-8</c:v>
                </c:pt>
                <c:pt idx="1065">
                  <c:v>2.3094368934117265E-8</c:v>
                </c:pt>
                <c:pt idx="1066">
                  <c:v>2.1862859907928766E-8</c:v>
                </c:pt>
                <c:pt idx="1067">
                  <c:v>2.0695928415000953E-8</c:v>
                </c:pt>
                <c:pt idx="1068">
                  <c:v>1.9590249500465478E-8</c:v>
                </c:pt>
                <c:pt idx="1069">
                  <c:v>1.8542666003282357E-8</c:v>
                </c:pt>
                <c:pt idx="1070">
                  <c:v>1.7550180274588057E-8</c:v>
                </c:pt>
                <c:pt idx="1071">
                  <c:v>1.6609946294756567E-8</c:v>
                </c:pt>
                <c:pt idx="1072">
                  <c:v>1.5719262170503419E-8</c:v>
                </c:pt>
                <c:pt idx="1073">
                  <c:v>1.487556299422749E-8</c:v>
                </c:pt>
                <c:pt idx="1074">
                  <c:v>1.4076414048576978E-8</c:v>
                </c:pt>
                <c:pt idx="1075">
                  <c:v>1.3319504340005294E-8</c:v>
                </c:pt>
                <c:pt idx="1076">
                  <c:v>1.2602640445825078E-8</c:v>
                </c:pt>
                <c:pt idx="1077">
                  <c:v>1.1923740659970237E-8</c:v>
                </c:pt>
                <c:pt idx="1078">
                  <c:v>1.1280829423355251E-8</c:v>
                </c:pt>
                <c:pt idx="1079">
                  <c:v>1.0672032025366067E-8</c:v>
                </c:pt>
                <c:pt idx="1080">
                  <c:v>1.0095569563634134E-8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0F27-43CB-B342-0B1853660F7A}"/>
            </c:ext>
          </c:extLst>
        </c:ser>
        <c:ser>
          <c:idx val="2"/>
          <c:order val="2"/>
          <c:tx>
            <c:strRef>
              <c:f>Sheet1!$M$3</c:f>
              <c:strCache>
                <c:ptCount val="1"/>
                <c:pt idx="0">
                  <c:v>Qp = 1.5 L/s</c:v>
                </c:pt>
              </c:strCache>
            </c:strRef>
          </c:tx>
          <c:spPr>
            <a:ln w="19050" cap="rnd">
              <a:solidFill>
                <a:srgbClr val="0070C0"/>
              </a:solidFill>
              <a:round/>
            </a:ln>
            <a:effectLst/>
          </c:spPr>
          <c:marker>
            <c:symbol val="none"/>
          </c:marker>
          <c:xVal>
            <c:numRef>
              <c:f>Sheet1!$J$4:$J$1084</c:f>
              <c:numCache>
                <c:formatCode>General</c:formatCode>
                <c:ptCount val="1081"/>
                <c:pt idx="0">
                  <c:v>0</c:v>
                </c:pt>
                <c:pt idx="1">
                  <c:v>2.7777777777777775E-3</c:v>
                </c:pt>
                <c:pt idx="2">
                  <c:v>5.5555555555555549E-3</c:v>
                </c:pt>
                <c:pt idx="3">
                  <c:v>8.3333333333333332E-3</c:v>
                </c:pt>
                <c:pt idx="4">
                  <c:v>1.111111111111111E-2</c:v>
                </c:pt>
                <c:pt idx="5">
                  <c:v>1.388888888888889E-2</c:v>
                </c:pt>
                <c:pt idx="6">
                  <c:v>1.6666666666666666E-2</c:v>
                </c:pt>
                <c:pt idx="7">
                  <c:v>1.9444444444444445E-2</c:v>
                </c:pt>
                <c:pt idx="8">
                  <c:v>2.222222222222222E-2</c:v>
                </c:pt>
                <c:pt idx="9">
                  <c:v>2.5000000000000001E-2</c:v>
                </c:pt>
                <c:pt idx="10">
                  <c:v>2.777777777777778E-2</c:v>
                </c:pt>
                <c:pt idx="11">
                  <c:v>3.0555555555555555E-2</c:v>
                </c:pt>
                <c:pt idx="12">
                  <c:v>3.3333333333333333E-2</c:v>
                </c:pt>
                <c:pt idx="13">
                  <c:v>3.6111111111111108E-2</c:v>
                </c:pt>
                <c:pt idx="14">
                  <c:v>3.888888888888889E-2</c:v>
                </c:pt>
                <c:pt idx="15">
                  <c:v>4.1666666666666664E-2</c:v>
                </c:pt>
                <c:pt idx="16">
                  <c:v>4.4444444444444439E-2</c:v>
                </c:pt>
                <c:pt idx="17">
                  <c:v>4.7222222222222228E-2</c:v>
                </c:pt>
                <c:pt idx="18">
                  <c:v>0.05</c:v>
                </c:pt>
                <c:pt idx="19">
                  <c:v>5.2777777777777778E-2</c:v>
                </c:pt>
                <c:pt idx="20">
                  <c:v>5.5555555555555559E-2</c:v>
                </c:pt>
                <c:pt idx="21">
                  <c:v>5.8333333333333334E-2</c:v>
                </c:pt>
                <c:pt idx="22">
                  <c:v>6.1111111111111109E-2</c:v>
                </c:pt>
                <c:pt idx="23">
                  <c:v>6.3888888888888898E-2</c:v>
                </c:pt>
                <c:pt idx="24">
                  <c:v>6.6666666666666666E-2</c:v>
                </c:pt>
                <c:pt idx="25">
                  <c:v>6.9444444444444448E-2</c:v>
                </c:pt>
                <c:pt idx="26">
                  <c:v>7.2222222222222215E-2</c:v>
                </c:pt>
                <c:pt idx="27">
                  <c:v>7.4999999999999997E-2</c:v>
                </c:pt>
                <c:pt idx="28">
                  <c:v>7.7777777777777779E-2</c:v>
                </c:pt>
                <c:pt idx="29">
                  <c:v>8.0555555555555547E-2</c:v>
                </c:pt>
                <c:pt idx="30">
                  <c:v>8.3333333333333329E-2</c:v>
                </c:pt>
                <c:pt idx="31">
                  <c:v>8.611111111111111E-2</c:v>
                </c:pt>
                <c:pt idx="32">
                  <c:v>8.8888888888888878E-2</c:v>
                </c:pt>
                <c:pt idx="33">
                  <c:v>9.166666666666666E-2</c:v>
                </c:pt>
                <c:pt idx="34">
                  <c:v>9.4444444444444456E-2</c:v>
                </c:pt>
                <c:pt idx="35">
                  <c:v>9.7222222222222224E-2</c:v>
                </c:pt>
                <c:pt idx="36">
                  <c:v>0.1</c:v>
                </c:pt>
                <c:pt idx="37">
                  <c:v>0.10277777777777779</c:v>
                </c:pt>
                <c:pt idx="38">
                  <c:v>0.10555555555555556</c:v>
                </c:pt>
                <c:pt idx="39">
                  <c:v>0.10833333333333334</c:v>
                </c:pt>
                <c:pt idx="40">
                  <c:v>0.11111111111111112</c:v>
                </c:pt>
                <c:pt idx="41">
                  <c:v>0.11388888888888889</c:v>
                </c:pt>
                <c:pt idx="42">
                  <c:v>0.11666666666666667</c:v>
                </c:pt>
                <c:pt idx="43">
                  <c:v>0.11944444444444445</c:v>
                </c:pt>
                <c:pt idx="44">
                  <c:v>0.12222222222222222</c:v>
                </c:pt>
                <c:pt idx="45">
                  <c:v>0.125</c:v>
                </c:pt>
                <c:pt idx="46">
                  <c:v>0.1277777777777778</c:v>
                </c:pt>
                <c:pt idx="47">
                  <c:v>0.13055555555555556</c:v>
                </c:pt>
                <c:pt idx="48">
                  <c:v>0.13333333333333333</c:v>
                </c:pt>
                <c:pt idx="49">
                  <c:v>0.1361111111111111</c:v>
                </c:pt>
                <c:pt idx="50">
                  <c:v>0.1388888888888889</c:v>
                </c:pt>
                <c:pt idx="51">
                  <c:v>0.14166666666666666</c:v>
                </c:pt>
                <c:pt idx="52">
                  <c:v>0.14444444444444443</c:v>
                </c:pt>
                <c:pt idx="53">
                  <c:v>0.14722222222222223</c:v>
                </c:pt>
                <c:pt idx="54">
                  <c:v>0.15</c:v>
                </c:pt>
                <c:pt idx="55">
                  <c:v>0.15277777777777776</c:v>
                </c:pt>
                <c:pt idx="56">
                  <c:v>0.15555555555555556</c:v>
                </c:pt>
                <c:pt idx="57">
                  <c:v>0.15833333333333333</c:v>
                </c:pt>
                <c:pt idx="58">
                  <c:v>0.16111111111111109</c:v>
                </c:pt>
                <c:pt idx="59">
                  <c:v>0.16388888888888889</c:v>
                </c:pt>
                <c:pt idx="60">
                  <c:v>0.16666666666666666</c:v>
                </c:pt>
                <c:pt idx="61">
                  <c:v>0.16944444444444443</c:v>
                </c:pt>
                <c:pt idx="62">
                  <c:v>0.17222222222222222</c:v>
                </c:pt>
                <c:pt idx="63">
                  <c:v>0.17499999999999999</c:v>
                </c:pt>
                <c:pt idx="64">
                  <c:v>0.17777777777777776</c:v>
                </c:pt>
                <c:pt idx="65">
                  <c:v>0.18055555555555555</c:v>
                </c:pt>
                <c:pt idx="66">
                  <c:v>0.18333333333333332</c:v>
                </c:pt>
                <c:pt idx="67">
                  <c:v>0.18611111111111109</c:v>
                </c:pt>
                <c:pt idx="68">
                  <c:v>0.18888888888888891</c:v>
                </c:pt>
                <c:pt idx="69">
                  <c:v>0.19166666666666668</c:v>
                </c:pt>
                <c:pt idx="70">
                  <c:v>0.19444444444444445</c:v>
                </c:pt>
                <c:pt idx="71">
                  <c:v>0.19722222222222224</c:v>
                </c:pt>
                <c:pt idx="72">
                  <c:v>0.2</c:v>
                </c:pt>
                <c:pt idx="73">
                  <c:v>0.20277777777777778</c:v>
                </c:pt>
                <c:pt idx="74">
                  <c:v>0.20555555555555557</c:v>
                </c:pt>
                <c:pt idx="75">
                  <c:v>0.20833333333333334</c:v>
                </c:pt>
                <c:pt idx="76">
                  <c:v>0.21111111111111111</c:v>
                </c:pt>
                <c:pt idx="77">
                  <c:v>0.21388888888888891</c:v>
                </c:pt>
                <c:pt idx="78">
                  <c:v>0.21666666666666667</c:v>
                </c:pt>
                <c:pt idx="79">
                  <c:v>0.21944444444444444</c:v>
                </c:pt>
                <c:pt idx="80">
                  <c:v>0.22222222222222224</c:v>
                </c:pt>
                <c:pt idx="81">
                  <c:v>0.22500000000000001</c:v>
                </c:pt>
                <c:pt idx="82">
                  <c:v>0.22777777777777777</c:v>
                </c:pt>
                <c:pt idx="83">
                  <c:v>0.23055555555555557</c:v>
                </c:pt>
                <c:pt idx="84">
                  <c:v>0.23333333333333334</c:v>
                </c:pt>
                <c:pt idx="85">
                  <c:v>0.2361111111111111</c:v>
                </c:pt>
                <c:pt idx="86">
                  <c:v>0.2388888888888889</c:v>
                </c:pt>
                <c:pt idx="87">
                  <c:v>0.24166666666666667</c:v>
                </c:pt>
                <c:pt idx="88">
                  <c:v>0.24444444444444444</c:v>
                </c:pt>
                <c:pt idx="89">
                  <c:v>0.24722222222222223</c:v>
                </c:pt>
                <c:pt idx="90">
                  <c:v>0.25</c:v>
                </c:pt>
                <c:pt idx="91">
                  <c:v>0.25277777777777777</c:v>
                </c:pt>
                <c:pt idx="92">
                  <c:v>0.25555555555555559</c:v>
                </c:pt>
                <c:pt idx="93">
                  <c:v>0.25833333333333336</c:v>
                </c:pt>
                <c:pt idx="94">
                  <c:v>0.26111111111111113</c:v>
                </c:pt>
                <c:pt idx="95">
                  <c:v>0.2638888888888889</c:v>
                </c:pt>
                <c:pt idx="96">
                  <c:v>0.26666666666666666</c:v>
                </c:pt>
                <c:pt idx="97">
                  <c:v>0.26944444444444449</c:v>
                </c:pt>
                <c:pt idx="98">
                  <c:v>0.2722222222222222</c:v>
                </c:pt>
                <c:pt idx="99">
                  <c:v>0.27500000000000002</c:v>
                </c:pt>
                <c:pt idx="100">
                  <c:v>0.27777777777777779</c:v>
                </c:pt>
                <c:pt idx="101">
                  <c:v>0.28055555555555556</c:v>
                </c:pt>
                <c:pt idx="102">
                  <c:v>0.28333333333333333</c:v>
                </c:pt>
                <c:pt idx="103">
                  <c:v>0.28611111111111115</c:v>
                </c:pt>
                <c:pt idx="104">
                  <c:v>0.28888888888888886</c:v>
                </c:pt>
                <c:pt idx="105">
                  <c:v>0.29166666666666669</c:v>
                </c:pt>
                <c:pt idx="106">
                  <c:v>0.29444444444444445</c:v>
                </c:pt>
                <c:pt idx="107">
                  <c:v>0.29722222222222222</c:v>
                </c:pt>
                <c:pt idx="108">
                  <c:v>0.3</c:v>
                </c:pt>
                <c:pt idx="109">
                  <c:v>0.30277777777777781</c:v>
                </c:pt>
                <c:pt idx="110">
                  <c:v>0.30555555555555552</c:v>
                </c:pt>
                <c:pt idx="111">
                  <c:v>0.30833333333333335</c:v>
                </c:pt>
                <c:pt idx="112">
                  <c:v>0.31111111111111112</c:v>
                </c:pt>
                <c:pt idx="113">
                  <c:v>0.31388888888888888</c:v>
                </c:pt>
                <c:pt idx="114">
                  <c:v>0.31666666666666665</c:v>
                </c:pt>
                <c:pt idx="115">
                  <c:v>0.31944444444444448</c:v>
                </c:pt>
                <c:pt idx="116">
                  <c:v>0.32222222222222219</c:v>
                </c:pt>
                <c:pt idx="117">
                  <c:v>0.32500000000000001</c:v>
                </c:pt>
                <c:pt idx="118">
                  <c:v>0.32777777777777778</c:v>
                </c:pt>
                <c:pt idx="119">
                  <c:v>0.33055555555555555</c:v>
                </c:pt>
                <c:pt idx="120">
                  <c:v>0.33333333333333331</c:v>
                </c:pt>
                <c:pt idx="121">
                  <c:v>0.33611111111111114</c:v>
                </c:pt>
                <c:pt idx="122">
                  <c:v>0.33888888888888885</c:v>
                </c:pt>
                <c:pt idx="123">
                  <c:v>0.34166666666666667</c:v>
                </c:pt>
                <c:pt idx="124">
                  <c:v>0.34444444444444444</c:v>
                </c:pt>
                <c:pt idx="125">
                  <c:v>0.34722222222222221</c:v>
                </c:pt>
                <c:pt idx="126">
                  <c:v>0.35</c:v>
                </c:pt>
                <c:pt idx="127">
                  <c:v>0.3527777777777778</c:v>
                </c:pt>
                <c:pt idx="128">
                  <c:v>0.35555555555555551</c:v>
                </c:pt>
                <c:pt idx="129">
                  <c:v>0.35833333333333334</c:v>
                </c:pt>
                <c:pt idx="130">
                  <c:v>0.3611111111111111</c:v>
                </c:pt>
                <c:pt idx="131">
                  <c:v>0.36388888888888887</c:v>
                </c:pt>
                <c:pt idx="132">
                  <c:v>0.36666666666666664</c:v>
                </c:pt>
                <c:pt idx="133">
                  <c:v>0.36944444444444446</c:v>
                </c:pt>
                <c:pt idx="134">
                  <c:v>0.37222222222222218</c:v>
                </c:pt>
                <c:pt idx="135">
                  <c:v>0.375</c:v>
                </c:pt>
                <c:pt idx="136">
                  <c:v>0.37777777777777782</c:v>
                </c:pt>
                <c:pt idx="137">
                  <c:v>0.38055555555555554</c:v>
                </c:pt>
                <c:pt idx="138">
                  <c:v>0.38333333333333336</c:v>
                </c:pt>
                <c:pt idx="139">
                  <c:v>0.38611111111111113</c:v>
                </c:pt>
                <c:pt idx="140">
                  <c:v>0.3888888888888889</c:v>
                </c:pt>
                <c:pt idx="141">
                  <c:v>0.39166666666666666</c:v>
                </c:pt>
                <c:pt idx="142">
                  <c:v>0.39444444444444449</c:v>
                </c:pt>
                <c:pt idx="143">
                  <c:v>0.3972222222222222</c:v>
                </c:pt>
                <c:pt idx="144">
                  <c:v>0.4</c:v>
                </c:pt>
                <c:pt idx="145">
                  <c:v>0.40277777777777779</c:v>
                </c:pt>
                <c:pt idx="146">
                  <c:v>0.40555555555555556</c:v>
                </c:pt>
                <c:pt idx="147">
                  <c:v>0.40833333333333333</c:v>
                </c:pt>
                <c:pt idx="148">
                  <c:v>0.41111111111111115</c:v>
                </c:pt>
                <c:pt idx="149">
                  <c:v>0.41388888888888886</c:v>
                </c:pt>
                <c:pt idx="150">
                  <c:v>0.41666666666666669</c:v>
                </c:pt>
                <c:pt idx="151">
                  <c:v>0.41944444444444445</c:v>
                </c:pt>
                <c:pt idx="152">
                  <c:v>0.42222222222222222</c:v>
                </c:pt>
                <c:pt idx="153">
                  <c:v>0.42499999999999999</c:v>
                </c:pt>
                <c:pt idx="154">
                  <c:v>0.42777777777777781</c:v>
                </c:pt>
                <c:pt idx="155">
                  <c:v>0.43055555555555552</c:v>
                </c:pt>
                <c:pt idx="156">
                  <c:v>0.43333333333333335</c:v>
                </c:pt>
                <c:pt idx="157">
                  <c:v>0.43611111111111112</c:v>
                </c:pt>
                <c:pt idx="158">
                  <c:v>0.43888888888888888</c:v>
                </c:pt>
                <c:pt idx="159">
                  <c:v>0.44166666666666665</c:v>
                </c:pt>
                <c:pt idx="160">
                  <c:v>0.44444444444444448</c:v>
                </c:pt>
                <c:pt idx="161">
                  <c:v>0.44722222222222219</c:v>
                </c:pt>
                <c:pt idx="162">
                  <c:v>0.45</c:v>
                </c:pt>
                <c:pt idx="163">
                  <c:v>0.45277777777777778</c:v>
                </c:pt>
                <c:pt idx="164">
                  <c:v>0.45555555555555555</c:v>
                </c:pt>
                <c:pt idx="165">
                  <c:v>0.45833333333333331</c:v>
                </c:pt>
                <c:pt idx="166">
                  <c:v>0.46111111111111114</c:v>
                </c:pt>
                <c:pt idx="167">
                  <c:v>0.46388888888888885</c:v>
                </c:pt>
                <c:pt idx="168">
                  <c:v>0.46666666666666667</c:v>
                </c:pt>
                <c:pt idx="169">
                  <c:v>0.46944444444444444</c:v>
                </c:pt>
                <c:pt idx="170">
                  <c:v>0.47222222222222221</c:v>
                </c:pt>
                <c:pt idx="171">
                  <c:v>0.47499999999999998</c:v>
                </c:pt>
                <c:pt idx="172">
                  <c:v>0.4777777777777778</c:v>
                </c:pt>
                <c:pt idx="173">
                  <c:v>0.48055555555555551</c:v>
                </c:pt>
                <c:pt idx="174">
                  <c:v>0.48333333333333334</c:v>
                </c:pt>
                <c:pt idx="175">
                  <c:v>0.4861111111111111</c:v>
                </c:pt>
                <c:pt idx="176">
                  <c:v>0.48888888888888887</c:v>
                </c:pt>
                <c:pt idx="177">
                  <c:v>0.49166666666666664</c:v>
                </c:pt>
                <c:pt idx="178">
                  <c:v>0.49444444444444446</c:v>
                </c:pt>
                <c:pt idx="179">
                  <c:v>0.49722222222222218</c:v>
                </c:pt>
                <c:pt idx="180">
                  <c:v>0.5</c:v>
                </c:pt>
                <c:pt idx="181">
                  <c:v>0.50277777777777777</c:v>
                </c:pt>
                <c:pt idx="182">
                  <c:v>0.50555555555555554</c:v>
                </c:pt>
                <c:pt idx="183">
                  <c:v>0.5083333333333333</c:v>
                </c:pt>
                <c:pt idx="184">
                  <c:v>0.51111111111111118</c:v>
                </c:pt>
                <c:pt idx="185">
                  <c:v>0.51388888888888884</c:v>
                </c:pt>
                <c:pt idx="186">
                  <c:v>0.51666666666666672</c:v>
                </c:pt>
                <c:pt idx="187">
                  <c:v>0.51944444444444449</c:v>
                </c:pt>
                <c:pt idx="188">
                  <c:v>0.52222222222222225</c:v>
                </c:pt>
                <c:pt idx="189">
                  <c:v>0.52500000000000002</c:v>
                </c:pt>
                <c:pt idx="190">
                  <c:v>0.52777777777777779</c:v>
                </c:pt>
                <c:pt idx="191">
                  <c:v>0.53055555555555556</c:v>
                </c:pt>
                <c:pt idx="192">
                  <c:v>0.53333333333333333</c:v>
                </c:pt>
                <c:pt idx="193">
                  <c:v>0.53611111111111109</c:v>
                </c:pt>
                <c:pt idx="194">
                  <c:v>0.53888888888888897</c:v>
                </c:pt>
                <c:pt idx="195">
                  <c:v>0.54166666666666663</c:v>
                </c:pt>
                <c:pt idx="196">
                  <c:v>0.5444444444444444</c:v>
                </c:pt>
                <c:pt idx="197">
                  <c:v>0.54722222222222228</c:v>
                </c:pt>
                <c:pt idx="198">
                  <c:v>0.55000000000000004</c:v>
                </c:pt>
                <c:pt idx="199">
                  <c:v>0.5527777777777777</c:v>
                </c:pt>
                <c:pt idx="200">
                  <c:v>0.55555555555555558</c:v>
                </c:pt>
                <c:pt idx="201">
                  <c:v>0.55833333333333335</c:v>
                </c:pt>
                <c:pt idx="202">
                  <c:v>0.56111111111111112</c:v>
                </c:pt>
                <c:pt idx="203">
                  <c:v>0.56388888888888888</c:v>
                </c:pt>
                <c:pt idx="204">
                  <c:v>0.56666666666666665</c:v>
                </c:pt>
                <c:pt idx="205">
                  <c:v>0.56944444444444442</c:v>
                </c:pt>
                <c:pt idx="206">
                  <c:v>0.5722222222222223</c:v>
                </c:pt>
                <c:pt idx="207">
                  <c:v>0.57499999999999996</c:v>
                </c:pt>
                <c:pt idx="208">
                  <c:v>0.57777777777777772</c:v>
                </c:pt>
                <c:pt idx="209">
                  <c:v>0.5805555555555556</c:v>
                </c:pt>
                <c:pt idx="210">
                  <c:v>0.58333333333333337</c:v>
                </c:pt>
                <c:pt idx="211">
                  <c:v>0.58611111111111103</c:v>
                </c:pt>
                <c:pt idx="212">
                  <c:v>0.58888888888888891</c:v>
                </c:pt>
                <c:pt idx="213">
                  <c:v>0.59166666666666667</c:v>
                </c:pt>
                <c:pt idx="214">
                  <c:v>0.59444444444444444</c:v>
                </c:pt>
                <c:pt idx="215">
                  <c:v>0.59722222222222221</c:v>
                </c:pt>
                <c:pt idx="216">
                  <c:v>0.6</c:v>
                </c:pt>
                <c:pt idx="217">
                  <c:v>0.60277777777777775</c:v>
                </c:pt>
                <c:pt idx="218">
                  <c:v>0.60555555555555562</c:v>
                </c:pt>
                <c:pt idx="219">
                  <c:v>0.60833333333333328</c:v>
                </c:pt>
                <c:pt idx="220">
                  <c:v>0.61111111111111105</c:v>
                </c:pt>
                <c:pt idx="221">
                  <c:v>0.61388888888888893</c:v>
                </c:pt>
                <c:pt idx="222">
                  <c:v>0.6166666666666667</c:v>
                </c:pt>
                <c:pt idx="223">
                  <c:v>0.61944444444444435</c:v>
                </c:pt>
                <c:pt idx="224">
                  <c:v>0.62222222222222223</c:v>
                </c:pt>
                <c:pt idx="225">
                  <c:v>0.625</c:v>
                </c:pt>
                <c:pt idx="226">
                  <c:v>0.62777777777777777</c:v>
                </c:pt>
                <c:pt idx="227">
                  <c:v>0.63055555555555565</c:v>
                </c:pt>
                <c:pt idx="228">
                  <c:v>0.6333333333333333</c:v>
                </c:pt>
                <c:pt idx="229">
                  <c:v>0.63611111111111107</c:v>
                </c:pt>
                <c:pt idx="230">
                  <c:v>0.63888888888888895</c:v>
                </c:pt>
                <c:pt idx="231">
                  <c:v>0.64166666666666672</c:v>
                </c:pt>
                <c:pt idx="232">
                  <c:v>0.64444444444444438</c:v>
                </c:pt>
                <c:pt idx="233">
                  <c:v>0.64722222222222225</c:v>
                </c:pt>
                <c:pt idx="234">
                  <c:v>0.65</c:v>
                </c:pt>
                <c:pt idx="235">
                  <c:v>0.65277777777777779</c:v>
                </c:pt>
                <c:pt idx="236">
                  <c:v>0.65555555555555556</c:v>
                </c:pt>
                <c:pt idx="237">
                  <c:v>0.65833333333333333</c:v>
                </c:pt>
                <c:pt idx="238">
                  <c:v>0.66111111111111109</c:v>
                </c:pt>
                <c:pt idx="239">
                  <c:v>0.66388888888888897</c:v>
                </c:pt>
                <c:pt idx="240">
                  <c:v>0.66666666666666663</c:v>
                </c:pt>
                <c:pt idx="241">
                  <c:v>0.6694444444444444</c:v>
                </c:pt>
                <c:pt idx="242">
                  <c:v>0.67222222222222228</c:v>
                </c:pt>
                <c:pt idx="243">
                  <c:v>0.67500000000000004</c:v>
                </c:pt>
                <c:pt idx="244">
                  <c:v>0.6777777777777777</c:v>
                </c:pt>
                <c:pt idx="245">
                  <c:v>0.68055555555555558</c:v>
                </c:pt>
                <c:pt idx="246">
                  <c:v>0.68333333333333335</c:v>
                </c:pt>
                <c:pt idx="247">
                  <c:v>0.68611111111111112</c:v>
                </c:pt>
                <c:pt idx="248">
                  <c:v>0.68888888888888888</c:v>
                </c:pt>
                <c:pt idx="249">
                  <c:v>0.69166666666666665</c:v>
                </c:pt>
                <c:pt idx="250">
                  <c:v>0.69444444444444442</c:v>
                </c:pt>
                <c:pt idx="251">
                  <c:v>0.6972222222222223</c:v>
                </c:pt>
                <c:pt idx="252">
                  <c:v>0.7</c:v>
                </c:pt>
                <c:pt idx="253">
                  <c:v>0.70277777777777772</c:v>
                </c:pt>
                <c:pt idx="254">
                  <c:v>0.7055555555555556</c:v>
                </c:pt>
                <c:pt idx="255">
                  <c:v>0.70833333333333337</c:v>
                </c:pt>
                <c:pt idx="256">
                  <c:v>0.71111111111111103</c:v>
                </c:pt>
                <c:pt idx="257">
                  <c:v>0.71388888888888891</c:v>
                </c:pt>
                <c:pt idx="258">
                  <c:v>0.71666666666666667</c:v>
                </c:pt>
                <c:pt idx="259">
                  <c:v>0.71944444444444444</c:v>
                </c:pt>
                <c:pt idx="260">
                  <c:v>0.72222222222222221</c:v>
                </c:pt>
                <c:pt idx="261">
                  <c:v>0.72499999999999998</c:v>
                </c:pt>
                <c:pt idx="262">
                  <c:v>0.72777777777777775</c:v>
                </c:pt>
                <c:pt idx="263">
                  <c:v>0.73055555555555562</c:v>
                </c:pt>
                <c:pt idx="264">
                  <c:v>0.73333333333333328</c:v>
                </c:pt>
                <c:pt idx="265">
                  <c:v>0.73611111111111105</c:v>
                </c:pt>
                <c:pt idx="266">
                  <c:v>0.73888888888888893</c:v>
                </c:pt>
                <c:pt idx="267">
                  <c:v>0.7416666666666667</c:v>
                </c:pt>
                <c:pt idx="268">
                  <c:v>0.74444444444444435</c:v>
                </c:pt>
                <c:pt idx="269">
                  <c:v>0.74722222222222223</c:v>
                </c:pt>
                <c:pt idx="270">
                  <c:v>0.75</c:v>
                </c:pt>
                <c:pt idx="271">
                  <c:v>0.75277777777777777</c:v>
                </c:pt>
                <c:pt idx="272">
                  <c:v>0.75555555555555565</c:v>
                </c:pt>
                <c:pt idx="273">
                  <c:v>0.7583333333333333</c:v>
                </c:pt>
                <c:pt idx="274">
                  <c:v>0.76111111111111107</c:v>
                </c:pt>
                <c:pt idx="275">
                  <c:v>0.76388888888888895</c:v>
                </c:pt>
                <c:pt idx="276">
                  <c:v>0.76666666666666672</c:v>
                </c:pt>
                <c:pt idx="277">
                  <c:v>0.76944444444444438</c:v>
                </c:pt>
                <c:pt idx="278">
                  <c:v>0.77222222222222225</c:v>
                </c:pt>
                <c:pt idx="279">
                  <c:v>0.77500000000000002</c:v>
                </c:pt>
                <c:pt idx="280">
                  <c:v>0.77777777777777779</c:v>
                </c:pt>
                <c:pt idx="281">
                  <c:v>0.78055555555555556</c:v>
                </c:pt>
                <c:pt idx="282">
                  <c:v>0.78333333333333333</c:v>
                </c:pt>
                <c:pt idx="283">
                  <c:v>0.78611111111111109</c:v>
                </c:pt>
                <c:pt idx="284">
                  <c:v>0.78888888888888897</c:v>
                </c:pt>
                <c:pt idx="285">
                  <c:v>0.79166666666666663</c:v>
                </c:pt>
                <c:pt idx="286">
                  <c:v>0.7944444444444444</c:v>
                </c:pt>
                <c:pt idx="287">
                  <c:v>0.79722222222222228</c:v>
                </c:pt>
                <c:pt idx="288">
                  <c:v>0.8</c:v>
                </c:pt>
                <c:pt idx="289">
                  <c:v>0.8027777777777777</c:v>
                </c:pt>
                <c:pt idx="290">
                  <c:v>0.80555555555555558</c:v>
                </c:pt>
                <c:pt idx="291">
                  <c:v>0.80833333333333335</c:v>
                </c:pt>
                <c:pt idx="292">
                  <c:v>0.81111111111111112</c:v>
                </c:pt>
                <c:pt idx="293">
                  <c:v>0.81388888888888888</c:v>
                </c:pt>
                <c:pt idx="294">
                  <c:v>0.81666666666666665</c:v>
                </c:pt>
                <c:pt idx="295">
                  <c:v>0.81944444444444442</c:v>
                </c:pt>
                <c:pt idx="296">
                  <c:v>0.8222222222222223</c:v>
                </c:pt>
                <c:pt idx="297">
                  <c:v>0.82499999999999996</c:v>
                </c:pt>
                <c:pt idx="298">
                  <c:v>0.82777777777777772</c:v>
                </c:pt>
                <c:pt idx="299">
                  <c:v>0.8305555555555556</c:v>
                </c:pt>
                <c:pt idx="300">
                  <c:v>0.83333333333333337</c:v>
                </c:pt>
                <c:pt idx="301">
                  <c:v>0.83611111111111103</c:v>
                </c:pt>
                <c:pt idx="302">
                  <c:v>0.83888888888888891</c:v>
                </c:pt>
                <c:pt idx="303">
                  <c:v>0.84166666666666667</c:v>
                </c:pt>
                <c:pt idx="304">
                  <c:v>0.84444444444444444</c:v>
                </c:pt>
                <c:pt idx="305">
                  <c:v>0.84722222222222221</c:v>
                </c:pt>
                <c:pt idx="306">
                  <c:v>0.85</c:v>
                </c:pt>
                <c:pt idx="307">
                  <c:v>0.85277777777777775</c:v>
                </c:pt>
                <c:pt idx="308">
                  <c:v>0.85555555555555562</c:v>
                </c:pt>
                <c:pt idx="309">
                  <c:v>0.85833333333333328</c:v>
                </c:pt>
                <c:pt idx="310">
                  <c:v>0.86111111111111105</c:v>
                </c:pt>
                <c:pt idx="311">
                  <c:v>0.86388888888888893</c:v>
                </c:pt>
                <c:pt idx="312">
                  <c:v>0.8666666666666667</c:v>
                </c:pt>
                <c:pt idx="313">
                  <c:v>0.86944444444444435</c:v>
                </c:pt>
                <c:pt idx="314">
                  <c:v>0.87222222222222223</c:v>
                </c:pt>
                <c:pt idx="315">
                  <c:v>0.875</c:v>
                </c:pt>
                <c:pt idx="316">
                  <c:v>0.87777777777777777</c:v>
                </c:pt>
                <c:pt idx="317">
                  <c:v>0.88055555555555565</c:v>
                </c:pt>
                <c:pt idx="318">
                  <c:v>0.8833333333333333</c:v>
                </c:pt>
                <c:pt idx="319">
                  <c:v>0.88611111111111107</c:v>
                </c:pt>
                <c:pt idx="320">
                  <c:v>0.88888888888888895</c:v>
                </c:pt>
                <c:pt idx="321">
                  <c:v>0.89166666666666672</c:v>
                </c:pt>
                <c:pt idx="322">
                  <c:v>0.89444444444444438</c:v>
                </c:pt>
                <c:pt idx="323">
                  <c:v>0.89722222222222225</c:v>
                </c:pt>
                <c:pt idx="324">
                  <c:v>0.9</c:v>
                </c:pt>
                <c:pt idx="325">
                  <c:v>0.90277777777777779</c:v>
                </c:pt>
                <c:pt idx="326">
                  <c:v>0.90555555555555556</c:v>
                </c:pt>
                <c:pt idx="327">
                  <c:v>0.90833333333333333</c:v>
                </c:pt>
                <c:pt idx="328">
                  <c:v>0.91111111111111109</c:v>
                </c:pt>
                <c:pt idx="329">
                  <c:v>0.91388888888888897</c:v>
                </c:pt>
                <c:pt idx="330">
                  <c:v>0.91666666666666663</c:v>
                </c:pt>
                <c:pt idx="331">
                  <c:v>0.9194444444444444</c:v>
                </c:pt>
                <c:pt idx="332">
                  <c:v>0.92222222222222228</c:v>
                </c:pt>
                <c:pt idx="333">
                  <c:v>0.92500000000000004</c:v>
                </c:pt>
                <c:pt idx="334">
                  <c:v>0.9277777777777777</c:v>
                </c:pt>
                <c:pt idx="335">
                  <c:v>0.93055555555555558</c:v>
                </c:pt>
                <c:pt idx="336">
                  <c:v>0.93333333333333335</c:v>
                </c:pt>
                <c:pt idx="337">
                  <c:v>0.93611111111111112</c:v>
                </c:pt>
                <c:pt idx="338">
                  <c:v>0.93888888888888888</c:v>
                </c:pt>
                <c:pt idx="339">
                  <c:v>0.94166666666666665</c:v>
                </c:pt>
                <c:pt idx="340">
                  <c:v>0.94444444444444442</c:v>
                </c:pt>
                <c:pt idx="341">
                  <c:v>0.9472222222222223</c:v>
                </c:pt>
                <c:pt idx="342">
                  <c:v>0.95</c:v>
                </c:pt>
                <c:pt idx="343">
                  <c:v>0.95277777777777772</c:v>
                </c:pt>
                <c:pt idx="344">
                  <c:v>0.9555555555555556</c:v>
                </c:pt>
                <c:pt idx="345">
                  <c:v>0.95833333333333337</c:v>
                </c:pt>
                <c:pt idx="346">
                  <c:v>0.96111111111111103</c:v>
                </c:pt>
                <c:pt idx="347">
                  <c:v>0.96388888888888891</c:v>
                </c:pt>
                <c:pt idx="348">
                  <c:v>0.96666666666666667</c:v>
                </c:pt>
                <c:pt idx="349">
                  <c:v>0.96944444444444444</c:v>
                </c:pt>
                <c:pt idx="350">
                  <c:v>0.97222222222222221</c:v>
                </c:pt>
                <c:pt idx="351">
                  <c:v>0.97499999999999998</c:v>
                </c:pt>
                <c:pt idx="352">
                  <c:v>0.97777777777777775</c:v>
                </c:pt>
                <c:pt idx="353">
                  <c:v>0.98055555555555562</c:v>
                </c:pt>
                <c:pt idx="354">
                  <c:v>0.98333333333333328</c:v>
                </c:pt>
                <c:pt idx="355">
                  <c:v>0.98611111111111105</c:v>
                </c:pt>
                <c:pt idx="356">
                  <c:v>0.98888888888888893</c:v>
                </c:pt>
                <c:pt idx="357">
                  <c:v>0.9916666666666667</c:v>
                </c:pt>
                <c:pt idx="358">
                  <c:v>0.99444444444444435</c:v>
                </c:pt>
                <c:pt idx="359">
                  <c:v>0.99722222222222223</c:v>
                </c:pt>
                <c:pt idx="360">
                  <c:v>1</c:v>
                </c:pt>
                <c:pt idx="361">
                  <c:v>1.0027777777777778</c:v>
                </c:pt>
                <c:pt idx="362">
                  <c:v>1.0055555555555555</c:v>
                </c:pt>
                <c:pt idx="363">
                  <c:v>1.0083333333333333</c:v>
                </c:pt>
                <c:pt idx="364">
                  <c:v>1.0111111111111111</c:v>
                </c:pt>
                <c:pt idx="365">
                  <c:v>1.0138888888888888</c:v>
                </c:pt>
                <c:pt idx="366">
                  <c:v>1.0166666666666666</c:v>
                </c:pt>
                <c:pt idx="367">
                  <c:v>1.0194444444444444</c:v>
                </c:pt>
                <c:pt idx="368">
                  <c:v>1.0222222222222224</c:v>
                </c:pt>
                <c:pt idx="369">
                  <c:v>1.0249999999999999</c:v>
                </c:pt>
                <c:pt idx="370">
                  <c:v>1.0277777777777777</c:v>
                </c:pt>
                <c:pt idx="371">
                  <c:v>1.0305555555555557</c:v>
                </c:pt>
                <c:pt idx="372">
                  <c:v>1.0333333333333334</c:v>
                </c:pt>
                <c:pt idx="373">
                  <c:v>1.036111111111111</c:v>
                </c:pt>
                <c:pt idx="374">
                  <c:v>1.038888888888889</c:v>
                </c:pt>
                <c:pt idx="375">
                  <c:v>1.0416666666666667</c:v>
                </c:pt>
                <c:pt idx="376">
                  <c:v>1.0444444444444445</c:v>
                </c:pt>
                <c:pt idx="377">
                  <c:v>1.0472222222222223</c:v>
                </c:pt>
                <c:pt idx="378">
                  <c:v>1.05</c:v>
                </c:pt>
                <c:pt idx="379">
                  <c:v>1.0527777777777778</c:v>
                </c:pt>
                <c:pt idx="380">
                  <c:v>1.0555555555555556</c:v>
                </c:pt>
                <c:pt idx="381">
                  <c:v>1.0583333333333333</c:v>
                </c:pt>
                <c:pt idx="382">
                  <c:v>1.0611111111111111</c:v>
                </c:pt>
                <c:pt idx="383">
                  <c:v>1.0638888888888889</c:v>
                </c:pt>
                <c:pt idx="384">
                  <c:v>1.0666666666666667</c:v>
                </c:pt>
                <c:pt idx="385">
                  <c:v>1.0694444444444444</c:v>
                </c:pt>
                <c:pt idx="386">
                  <c:v>1.0722222222222222</c:v>
                </c:pt>
                <c:pt idx="387">
                  <c:v>1.075</c:v>
                </c:pt>
                <c:pt idx="388">
                  <c:v>1.0777777777777779</c:v>
                </c:pt>
                <c:pt idx="389">
                  <c:v>1.0805555555555555</c:v>
                </c:pt>
                <c:pt idx="390">
                  <c:v>1.0833333333333333</c:v>
                </c:pt>
                <c:pt idx="391">
                  <c:v>1.0861111111111112</c:v>
                </c:pt>
                <c:pt idx="392">
                  <c:v>1.0888888888888888</c:v>
                </c:pt>
                <c:pt idx="393">
                  <c:v>1.0916666666666666</c:v>
                </c:pt>
                <c:pt idx="394">
                  <c:v>1.0944444444444446</c:v>
                </c:pt>
                <c:pt idx="395">
                  <c:v>1.0972222222222221</c:v>
                </c:pt>
                <c:pt idx="396">
                  <c:v>1.1000000000000001</c:v>
                </c:pt>
                <c:pt idx="397">
                  <c:v>1.1027777777777779</c:v>
                </c:pt>
                <c:pt idx="398">
                  <c:v>1.1055555555555554</c:v>
                </c:pt>
                <c:pt idx="399">
                  <c:v>1.1083333333333334</c:v>
                </c:pt>
                <c:pt idx="400">
                  <c:v>1.1111111111111112</c:v>
                </c:pt>
                <c:pt idx="401">
                  <c:v>1.1138888888888887</c:v>
                </c:pt>
                <c:pt idx="402">
                  <c:v>1.1166666666666667</c:v>
                </c:pt>
                <c:pt idx="403">
                  <c:v>1.1194444444444445</c:v>
                </c:pt>
                <c:pt idx="404">
                  <c:v>1.1222222222222222</c:v>
                </c:pt>
                <c:pt idx="405">
                  <c:v>1.125</c:v>
                </c:pt>
                <c:pt idx="406">
                  <c:v>1.1277777777777778</c:v>
                </c:pt>
                <c:pt idx="407">
                  <c:v>1.1305555555555555</c:v>
                </c:pt>
                <c:pt idx="408">
                  <c:v>1.1333333333333333</c:v>
                </c:pt>
                <c:pt idx="409">
                  <c:v>1.1361111111111113</c:v>
                </c:pt>
                <c:pt idx="410">
                  <c:v>1.1388888888888888</c:v>
                </c:pt>
                <c:pt idx="411">
                  <c:v>1.1416666666666666</c:v>
                </c:pt>
                <c:pt idx="412">
                  <c:v>1.1444444444444446</c:v>
                </c:pt>
                <c:pt idx="413">
                  <c:v>1.1472222222222221</c:v>
                </c:pt>
                <c:pt idx="414">
                  <c:v>1.1499999999999999</c:v>
                </c:pt>
                <c:pt idx="415">
                  <c:v>1.1527777777777779</c:v>
                </c:pt>
                <c:pt idx="416">
                  <c:v>1.1555555555555554</c:v>
                </c:pt>
                <c:pt idx="417">
                  <c:v>1.1583333333333334</c:v>
                </c:pt>
                <c:pt idx="418">
                  <c:v>1.1611111111111112</c:v>
                </c:pt>
                <c:pt idx="419">
                  <c:v>1.1638888888888888</c:v>
                </c:pt>
                <c:pt idx="420">
                  <c:v>1.1666666666666667</c:v>
                </c:pt>
                <c:pt idx="421">
                  <c:v>1.1694444444444445</c:v>
                </c:pt>
                <c:pt idx="422">
                  <c:v>1.1722222222222221</c:v>
                </c:pt>
                <c:pt idx="423">
                  <c:v>1.175</c:v>
                </c:pt>
                <c:pt idx="424">
                  <c:v>1.1777777777777778</c:v>
                </c:pt>
                <c:pt idx="425">
                  <c:v>1.1805555555555556</c:v>
                </c:pt>
                <c:pt idx="426">
                  <c:v>1.1833333333333333</c:v>
                </c:pt>
                <c:pt idx="427">
                  <c:v>1.1861111111111111</c:v>
                </c:pt>
                <c:pt idx="428">
                  <c:v>1.1888888888888889</c:v>
                </c:pt>
                <c:pt idx="429">
                  <c:v>1.1916666666666667</c:v>
                </c:pt>
                <c:pt idx="430">
                  <c:v>1.1944444444444444</c:v>
                </c:pt>
                <c:pt idx="431">
                  <c:v>1.1972222222222222</c:v>
                </c:pt>
                <c:pt idx="432">
                  <c:v>1.2</c:v>
                </c:pt>
                <c:pt idx="433">
                  <c:v>1.2027777777777779</c:v>
                </c:pt>
                <c:pt idx="434">
                  <c:v>1.2055555555555555</c:v>
                </c:pt>
                <c:pt idx="435">
                  <c:v>1.2083333333333333</c:v>
                </c:pt>
                <c:pt idx="436">
                  <c:v>1.2111111111111112</c:v>
                </c:pt>
                <c:pt idx="437">
                  <c:v>1.2138888888888888</c:v>
                </c:pt>
                <c:pt idx="438">
                  <c:v>1.2166666666666666</c:v>
                </c:pt>
                <c:pt idx="439">
                  <c:v>1.2194444444444446</c:v>
                </c:pt>
                <c:pt idx="440">
                  <c:v>1.2222222222222221</c:v>
                </c:pt>
                <c:pt idx="441">
                  <c:v>1.2250000000000001</c:v>
                </c:pt>
                <c:pt idx="442">
                  <c:v>1.2277777777777779</c:v>
                </c:pt>
                <c:pt idx="443">
                  <c:v>1.2305555555555554</c:v>
                </c:pt>
                <c:pt idx="444">
                  <c:v>1.2333333333333334</c:v>
                </c:pt>
                <c:pt idx="445">
                  <c:v>1.2361111111111112</c:v>
                </c:pt>
                <c:pt idx="446">
                  <c:v>1.2388888888888887</c:v>
                </c:pt>
                <c:pt idx="447">
                  <c:v>1.2416666666666667</c:v>
                </c:pt>
                <c:pt idx="448">
                  <c:v>1.2444444444444445</c:v>
                </c:pt>
                <c:pt idx="449">
                  <c:v>1.2472222222222222</c:v>
                </c:pt>
                <c:pt idx="450">
                  <c:v>1.25</c:v>
                </c:pt>
                <c:pt idx="451">
                  <c:v>1.2527777777777778</c:v>
                </c:pt>
                <c:pt idx="452">
                  <c:v>1.2555555555555555</c:v>
                </c:pt>
                <c:pt idx="453">
                  <c:v>1.2583333333333333</c:v>
                </c:pt>
                <c:pt idx="454">
                  <c:v>1.2611111111111113</c:v>
                </c:pt>
                <c:pt idx="455">
                  <c:v>1.2638888888888888</c:v>
                </c:pt>
                <c:pt idx="456">
                  <c:v>1.2666666666666666</c:v>
                </c:pt>
                <c:pt idx="457">
                  <c:v>1.2694444444444446</c:v>
                </c:pt>
                <c:pt idx="458">
                  <c:v>1.2722222222222221</c:v>
                </c:pt>
                <c:pt idx="459">
                  <c:v>1.2749999999999999</c:v>
                </c:pt>
                <c:pt idx="460">
                  <c:v>1.2777777777777779</c:v>
                </c:pt>
                <c:pt idx="461">
                  <c:v>1.2805555555555554</c:v>
                </c:pt>
                <c:pt idx="462">
                  <c:v>1.2833333333333334</c:v>
                </c:pt>
                <c:pt idx="463">
                  <c:v>1.2861111111111112</c:v>
                </c:pt>
                <c:pt idx="464">
                  <c:v>1.2888888888888888</c:v>
                </c:pt>
                <c:pt idx="465">
                  <c:v>1.2916666666666667</c:v>
                </c:pt>
                <c:pt idx="466">
                  <c:v>1.2944444444444445</c:v>
                </c:pt>
                <c:pt idx="467">
                  <c:v>1.2972222222222221</c:v>
                </c:pt>
                <c:pt idx="468">
                  <c:v>1.3</c:v>
                </c:pt>
                <c:pt idx="469">
                  <c:v>1.3027777777777778</c:v>
                </c:pt>
                <c:pt idx="470">
                  <c:v>1.3055555555555556</c:v>
                </c:pt>
                <c:pt idx="471">
                  <c:v>1.3083333333333333</c:v>
                </c:pt>
                <c:pt idx="472">
                  <c:v>1.3111111111111111</c:v>
                </c:pt>
                <c:pt idx="473">
                  <c:v>1.3138888888888889</c:v>
                </c:pt>
                <c:pt idx="474">
                  <c:v>1.3166666666666667</c:v>
                </c:pt>
                <c:pt idx="475">
                  <c:v>1.3194444444444444</c:v>
                </c:pt>
                <c:pt idx="476">
                  <c:v>1.3222222222222222</c:v>
                </c:pt>
                <c:pt idx="477">
                  <c:v>1.325</c:v>
                </c:pt>
                <c:pt idx="478">
                  <c:v>1.3277777777777779</c:v>
                </c:pt>
                <c:pt idx="479">
                  <c:v>1.3305555555555555</c:v>
                </c:pt>
                <c:pt idx="480">
                  <c:v>1.3333333333333333</c:v>
                </c:pt>
                <c:pt idx="481">
                  <c:v>1.3361111111111112</c:v>
                </c:pt>
                <c:pt idx="482">
                  <c:v>1.3388888888888888</c:v>
                </c:pt>
                <c:pt idx="483">
                  <c:v>1.3416666666666666</c:v>
                </c:pt>
                <c:pt idx="484">
                  <c:v>1.3444444444444446</c:v>
                </c:pt>
                <c:pt idx="485">
                  <c:v>1.3472222222222221</c:v>
                </c:pt>
                <c:pt idx="486">
                  <c:v>1.35</c:v>
                </c:pt>
                <c:pt idx="487">
                  <c:v>1.3527777777777779</c:v>
                </c:pt>
                <c:pt idx="488">
                  <c:v>1.3555555555555554</c:v>
                </c:pt>
                <c:pt idx="489">
                  <c:v>1.3583333333333334</c:v>
                </c:pt>
                <c:pt idx="490">
                  <c:v>1.3611111111111112</c:v>
                </c:pt>
                <c:pt idx="491">
                  <c:v>1.3638888888888887</c:v>
                </c:pt>
                <c:pt idx="492">
                  <c:v>1.3666666666666667</c:v>
                </c:pt>
                <c:pt idx="493">
                  <c:v>1.3694444444444445</c:v>
                </c:pt>
                <c:pt idx="494">
                  <c:v>1.3722222222222222</c:v>
                </c:pt>
                <c:pt idx="495">
                  <c:v>1.375</c:v>
                </c:pt>
                <c:pt idx="496">
                  <c:v>1.3777777777777778</c:v>
                </c:pt>
                <c:pt idx="497">
                  <c:v>1.3805555555555555</c:v>
                </c:pt>
                <c:pt idx="498">
                  <c:v>1.3833333333333333</c:v>
                </c:pt>
                <c:pt idx="499">
                  <c:v>1.3861111111111113</c:v>
                </c:pt>
                <c:pt idx="500">
                  <c:v>1.3888888888888888</c:v>
                </c:pt>
                <c:pt idx="501">
                  <c:v>1.3916666666666666</c:v>
                </c:pt>
                <c:pt idx="502">
                  <c:v>1.3944444444444446</c:v>
                </c:pt>
                <c:pt idx="503">
                  <c:v>1.3972222222222221</c:v>
                </c:pt>
                <c:pt idx="504">
                  <c:v>1.4</c:v>
                </c:pt>
                <c:pt idx="505">
                  <c:v>1.4027777777777779</c:v>
                </c:pt>
                <c:pt idx="506">
                  <c:v>1.4055555555555554</c:v>
                </c:pt>
                <c:pt idx="507">
                  <c:v>1.4083333333333334</c:v>
                </c:pt>
                <c:pt idx="508">
                  <c:v>1.4111111111111112</c:v>
                </c:pt>
                <c:pt idx="509">
                  <c:v>1.4138888888888888</c:v>
                </c:pt>
                <c:pt idx="510">
                  <c:v>1.4166666666666667</c:v>
                </c:pt>
                <c:pt idx="511">
                  <c:v>1.4194444444444445</c:v>
                </c:pt>
                <c:pt idx="512">
                  <c:v>1.4222222222222221</c:v>
                </c:pt>
                <c:pt idx="513">
                  <c:v>1.425</c:v>
                </c:pt>
                <c:pt idx="514">
                  <c:v>1.4277777777777778</c:v>
                </c:pt>
                <c:pt idx="515">
                  <c:v>1.4305555555555556</c:v>
                </c:pt>
                <c:pt idx="516">
                  <c:v>1.4333333333333333</c:v>
                </c:pt>
                <c:pt idx="517">
                  <c:v>1.4361111111111111</c:v>
                </c:pt>
                <c:pt idx="518">
                  <c:v>1.4388888888888889</c:v>
                </c:pt>
                <c:pt idx="519">
                  <c:v>1.4416666666666667</c:v>
                </c:pt>
                <c:pt idx="520">
                  <c:v>1.4444444444444444</c:v>
                </c:pt>
                <c:pt idx="521">
                  <c:v>1.4472222222222222</c:v>
                </c:pt>
                <c:pt idx="522">
                  <c:v>1.45</c:v>
                </c:pt>
                <c:pt idx="523">
                  <c:v>1.4527777777777779</c:v>
                </c:pt>
                <c:pt idx="524">
                  <c:v>1.4555555555555555</c:v>
                </c:pt>
                <c:pt idx="525">
                  <c:v>1.4583333333333333</c:v>
                </c:pt>
                <c:pt idx="526">
                  <c:v>1.4611111111111112</c:v>
                </c:pt>
                <c:pt idx="527">
                  <c:v>1.4638888888888888</c:v>
                </c:pt>
                <c:pt idx="528">
                  <c:v>1.4666666666666666</c:v>
                </c:pt>
                <c:pt idx="529">
                  <c:v>1.4694444444444446</c:v>
                </c:pt>
                <c:pt idx="530">
                  <c:v>1.4722222222222221</c:v>
                </c:pt>
                <c:pt idx="531">
                  <c:v>1.4750000000000001</c:v>
                </c:pt>
                <c:pt idx="532">
                  <c:v>1.4777777777777779</c:v>
                </c:pt>
                <c:pt idx="533">
                  <c:v>1.4805555555555554</c:v>
                </c:pt>
                <c:pt idx="534">
                  <c:v>1.4833333333333334</c:v>
                </c:pt>
                <c:pt idx="535">
                  <c:v>1.4861111111111112</c:v>
                </c:pt>
                <c:pt idx="536">
                  <c:v>1.4888888888888887</c:v>
                </c:pt>
                <c:pt idx="537">
                  <c:v>1.4916666666666667</c:v>
                </c:pt>
                <c:pt idx="538">
                  <c:v>1.4944444444444445</c:v>
                </c:pt>
                <c:pt idx="539">
                  <c:v>1.4972222222222222</c:v>
                </c:pt>
                <c:pt idx="540">
                  <c:v>1.5</c:v>
                </c:pt>
                <c:pt idx="541">
                  <c:v>1.5027777777777778</c:v>
                </c:pt>
                <c:pt idx="542">
                  <c:v>1.5055555555555555</c:v>
                </c:pt>
                <c:pt idx="543">
                  <c:v>1.5083333333333333</c:v>
                </c:pt>
                <c:pt idx="544">
                  <c:v>1.5111111111111113</c:v>
                </c:pt>
                <c:pt idx="545">
                  <c:v>1.5138888888888888</c:v>
                </c:pt>
                <c:pt idx="546">
                  <c:v>1.5166666666666666</c:v>
                </c:pt>
                <c:pt idx="547">
                  <c:v>1.5194444444444446</c:v>
                </c:pt>
                <c:pt idx="548">
                  <c:v>1.5222222222222221</c:v>
                </c:pt>
                <c:pt idx="549">
                  <c:v>1.5249999999999999</c:v>
                </c:pt>
                <c:pt idx="550">
                  <c:v>1.5277777777777779</c:v>
                </c:pt>
                <c:pt idx="551">
                  <c:v>1.5305555555555554</c:v>
                </c:pt>
                <c:pt idx="552">
                  <c:v>1.5333333333333334</c:v>
                </c:pt>
                <c:pt idx="553">
                  <c:v>1.5361111111111112</c:v>
                </c:pt>
                <c:pt idx="554">
                  <c:v>1.5388888888888888</c:v>
                </c:pt>
                <c:pt idx="555">
                  <c:v>1.5416666666666667</c:v>
                </c:pt>
                <c:pt idx="556">
                  <c:v>1.5444444444444445</c:v>
                </c:pt>
                <c:pt idx="557">
                  <c:v>1.5472222222222221</c:v>
                </c:pt>
                <c:pt idx="558">
                  <c:v>1.55</c:v>
                </c:pt>
                <c:pt idx="559">
                  <c:v>1.5527777777777778</c:v>
                </c:pt>
                <c:pt idx="560">
                  <c:v>1.5555555555555556</c:v>
                </c:pt>
                <c:pt idx="561">
                  <c:v>1.5583333333333333</c:v>
                </c:pt>
                <c:pt idx="562">
                  <c:v>1.5611111111111111</c:v>
                </c:pt>
                <c:pt idx="563">
                  <c:v>1.5638888888888889</c:v>
                </c:pt>
                <c:pt idx="564">
                  <c:v>1.5666666666666667</c:v>
                </c:pt>
                <c:pt idx="565">
                  <c:v>1.5694444444444444</c:v>
                </c:pt>
                <c:pt idx="566">
                  <c:v>1.5722222222222222</c:v>
                </c:pt>
                <c:pt idx="567">
                  <c:v>1.575</c:v>
                </c:pt>
                <c:pt idx="568">
                  <c:v>1.5777777777777779</c:v>
                </c:pt>
                <c:pt idx="569">
                  <c:v>1.5805555555555555</c:v>
                </c:pt>
                <c:pt idx="570">
                  <c:v>1.5833333333333333</c:v>
                </c:pt>
                <c:pt idx="571">
                  <c:v>1.5861111111111112</c:v>
                </c:pt>
                <c:pt idx="572">
                  <c:v>1.5888888888888888</c:v>
                </c:pt>
                <c:pt idx="573">
                  <c:v>1.5916666666666666</c:v>
                </c:pt>
                <c:pt idx="574">
                  <c:v>1.5944444444444446</c:v>
                </c:pt>
                <c:pt idx="575">
                  <c:v>1.5972222222222221</c:v>
                </c:pt>
                <c:pt idx="576">
                  <c:v>1.6</c:v>
                </c:pt>
                <c:pt idx="577">
                  <c:v>1.6027777777777779</c:v>
                </c:pt>
                <c:pt idx="578">
                  <c:v>1.6055555555555554</c:v>
                </c:pt>
                <c:pt idx="579">
                  <c:v>1.6083333333333334</c:v>
                </c:pt>
                <c:pt idx="580">
                  <c:v>1.6111111111111112</c:v>
                </c:pt>
                <c:pt idx="581">
                  <c:v>1.6138888888888887</c:v>
                </c:pt>
                <c:pt idx="582">
                  <c:v>1.6166666666666667</c:v>
                </c:pt>
                <c:pt idx="583">
                  <c:v>1.6194444444444445</c:v>
                </c:pt>
                <c:pt idx="584">
                  <c:v>1.6222222222222222</c:v>
                </c:pt>
                <c:pt idx="585">
                  <c:v>1.625</c:v>
                </c:pt>
                <c:pt idx="586">
                  <c:v>1.6277777777777778</c:v>
                </c:pt>
                <c:pt idx="587">
                  <c:v>1.6305555555555555</c:v>
                </c:pt>
                <c:pt idx="588">
                  <c:v>1.6333333333333333</c:v>
                </c:pt>
                <c:pt idx="589">
                  <c:v>1.6361111111111113</c:v>
                </c:pt>
                <c:pt idx="590">
                  <c:v>1.6388888888888888</c:v>
                </c:pt>
                <c:pt idx="591">
                  <c:v>1.6416666666666666</c:v>
                </c:pt>
                <c:pt idx="592">
                  <c:v>1.6444444444444446</c:v>
                </c:pt>
                <c:pt idx="593">
                  <c:v>1.6472222222222221</c:v>
                </c:pt>
                <c:pt idx="594">
                  <c:v>1.65</c:v>
                </c:pt>
                <c:pt idx="595">
                  <c:v>1.6527777777777779</c:v>
                </c:pt>
                <c:pt idx="596">
                  <c:v>1.6555555555555554</c:v>
                </c:pt>
                <c:pt idx="597">
                  <c:v>1.6583333333333334</c:v>
                </c:pt>
                <c:pt idx="598">
                  <c:v>1.6611111111111112</c:v>
                </c:pt>
                <c:pt idx="599">
                  <c:v>1.6638888888888888</c:v>
                </c:pt>
                <c:pt idx="600">
                  <c:v>1.6666666666666667</c:v>
                </c:pt>
                <c:pt idx="601">
                  <c:v>1.6694444444444445</c:v>
                </c:pt>
                <c:pt idx="602">
                  <c:v>1.6722222222222221</c:v>
                </c:pt>
                <c:pt idx="603">
                  <c:v>1.675</c:v>
                </c:pt>
                <c:pt idx="604">
                  <c:v>1.6777777777777778</c:v>
                </c:pt>
                <c:pt idx="605">
                  <c:v>1.6805555555555556</c:v>
                </c:pt>
                <c:pt idx="606">
                  <c:v>1.6833333333333333</c:v>
                </c:pt>
                <c:pt idx="607">
                  <c:v>1.6861111111111111</c:v>
                </c:pt>
                <c:pt idx="608">
                  <c:v>1.6888888888888889</c:v>
                </c:pt>
                <c:pt idx="609">
                  <c:v>1.6916666666666667</c:v>
                </c:pt>
                <c:pt idx="610">
                  <c:v>1.6944444444444444</c:v>
                </c:pt>
                <c:pt idx="611">
                  <c:v>1.6972222222222222</c:v>
                </c:pt>
                <c:pt idx="612">
                  <c:v>1.7</c:v>
                </c:pt>
                <c:pt idx="613">
                  <c:v>1.7027777777777779</c:v>
                </c:pt>
                <c:pt idx="614">
                  <c:v>1.7055555555555555</c:v>
                </c:pt>
                <c:pt idx="615">
                  <c:v>1.7083333333333333</c:v>
                </c:pt>
                <c:pt idx="616">
                  <c:v>1.7111111111111112</c:v>
                </c:pt>
                <c:pt idx="617">
                  <c:v>1.7138888888888888</c:v>
                </c:pt>
                <c:pt idx="618">
                  <c:v>1.7166666666666666</c:v>
                </c:pt>
                <c:pt idx="619">
                  <c:v>1.7194444444444446</c:v>
                </c:pt>
                <c:pt idx="620">
                  <c:v>1.7222222222222221</c:v>
                </c:pt>
                <c:pt idx="621">
                  <c:v>1.7250000000000001</c:v>
                </c:pt>
                <c:pt idx="622">
                  <c:v>1.7277777777777779</c:v>
                </c:pt>
                <c:pt idx="623">
                  <c:v>1.7305555555555554</c:v>
                </c:pt>
                <c:pt idx="624">
                  <c:v>1.7333333333333334</c:v>
                </c:pt>
                <c:pt idx="625">
                  <c:v>1.7361111111111112</c:v>
                </c:pt>
                <c:pt idx="626">
                  <c:v>1.7388888888888887</c:v>
                </c:pt>
                <c:pt idx="627">
                  <c:v>1.7416666666666667</c:v>
                </c:pt>
                <c:pt idx="628">
                  <c:v>1.7444444444444445</c:v>
                </c:pt>
                <c:pt idx="629">
                  <c:v>1.7472222222222222</c:v>
                </c:pt>
                <c:pt idx="630">
                  <c:v>1.75</c:v>
                </c:pt>
                <c:pt idx="631">
                  <c:v>1.7527777777777778</c:v>
                </c:pt>
                <c:pt idx="632">
                  <c:v>1.7555555555555555</c:v>
                </c:pt>
                <c:pt idx="633">
                  <c:v>1.7583333333333333</c:v>
                </c:pt>
                <c:pt idx="634">
                  <c:v>1.7611111111111113</c:v>
                </c:pt>
                <c:pt idx="635">
                  <c:v>1.7638888888888888</c:v>
                </c:pt>
                <c:pt idx="636">
                  <c:v>1.7666666666666666</c:v>
                </c:pt>
                <c:pt idx="637">
                  <c:v>1.7694444444444446</c:v>
                </c:pt>
                <c:pt idx="638">
                  <c:v>1.7722222222222221</c:v>
                </c:pt>
                <c:pt idx="639">
                  <c:v>1.7749999999999999</c:v>
                </c:pt>
                <c:pt idx="640">
                  <c:v>1.7777777777777779</c:v>
                </c:pt>
                <c:pt idx="641">
                  <c:v>1.7805555555555554</c:v>
                </c:pt>
                <c:pt idx="642">
                  <c:v>1.7833333333333334</c:v>
                </c:pt>
                <c:pt idx="643">
                  <c:v>1.7861111111111112</c:v>
                </c:pt>
                <c:pt idx="644">
                  <c:v>1.7888888888888888</c:v>
                </c:pt>
                <c:pt idx="645">
                  <c:v>1.7916666666666667</c:v>
                </c:pt>
                <c:pt idx="646">
                  <c:v>1.7944444444444445</c:v>
                </c:pt>
                <c:pt idx="647">
                  <c:v>1.7972222222222221</c:v>
                </c:pt>
                <c:pt idx="648">
                  <c:v>1.8</c:v>
                </c:pt>
                <c:pt idx="649">
                  <c:v>1.8027777777777778</c:v>
                </c:pt>
                <c:pt idx="650">
                  <c:v>1.8055555555555556</c:v>
                </c:pt>
                <c:pt idx="651">
                  <c:v>1.8083333333333333</c:v>
                </c:pt>
                <c:pt idx="652">
                  <c:v>1.8111111111111111</c:v>
                </c:pt>
                <c:pt idx="653">
                  <c:v>1.8138888888888889</c:v>
                </c:pt>
                <c:pt idx="654">
                  <c:v>1.8166666666666667</c:v>
                </c:pt>
                <c:pt idx="655">
                  <c:v>1.8194444444444444</c:v>
                </c:pt>
                <c:pt idx="656">
                  <c:v>1.8222222222222222</c:v>
                </c:pt>
                <c:pt idx="657">
                  <c:v>1.825</c:v>
                </c:pt>
                <c:pt idx="658">
                  <c:v>1.8277777777777779</c:v>
                </c:pt>
                <c:pt idx="659">
                  <c:v>1.8305555555555555</c:v>
                </c:pt>
                <c:pt idx="660">
                  <c:v>1.8333333333333333</c:v>
                </c:pt>
                <c:pt idx="661">
                  <c:v>1.8361111111111112</c:v>
                </c:pt>
                <c:pt idx="662">
                  <c:v>1.8388888888888888</c:v>
                </c:pt>
                <c:pt idx="663">
                  <c:v>1.8416666666666666</c:v>
                </c:pt>
                <c:pt idx="664">
                  <c:v>1.8444444444444446</c:v>
                </c:pt>
                <c:pt idx="665">
                  <c:v>1.8472222222222221</c:v>
                </c:pt>
                <c:pt idx="666">
                  <c:v>1.85</c:v>
                </c:pt>
                <c:pt idx="667">
                  <c:v>1.8527777777777779</c:v>
                </c:pt>
                <c:pt idx="668">
                  <c:v>1.8555555555555554</c:v>
                </c:pt>
                <c:pt idx="669">
                  <c:v>1.8583333333333334</c:v>
                </c:pt>
                <c:pt idx="670">
                  <c:v>1.8611111111111112</c:v>
                </c:pt>
                <c:pt idx="671">
                  <c:v>1.8638888888888887</c:v>
                </c:pt>
                <c:pt idx="672">
                  <c:v>1.8666666666666667</c:v>
                </c:pt>
                <c:pt idx="673">
                  <c:v>1.8694444444444445</c:v>
                </c:pt>
                <c:pt idx="674">
                  <c:v>1.8722222222222222</c:v>
                </c:pt>
                <c:pt idx="675">
                  <c:v>1.875</c:v>
                </c:pt>
                <c:pt idx="676">
                  <c:v>1.8777777777777778</c:v>
                </c:pt>
                <c:pt idx="677">
                  <c:v>1.8805555555555555</c:v>
                </c:pt>
                <c:pt idx="678">
                  <c:v>1.8833333333333333</c:v>
                </c:pt>
                <c:pt idx="679">
                  <c:v>1.8861111111111113</c:v>
                </c:pt>
                <c:pt idx="680">
                  <c:v>1.8888888888888888</c:v>
                </c:pt>
                <c:pt idx="681">
                  <c:v>1.8916666666666666</c:v>
                </c:pt>
                <c:pt idx="682">
                  <c:v>1.8944444444444446</c:v>
                </c:pt>
                <c:pt idx="683">
                  <c:v>1.8972222222222221</c:v>
                </c:pt>
                <c:pt idx="684">
                  <c:v>1.9</c:v>
                </c:pt>
                <c:pt idx="685">
                  <c:v>1.9027777777777779</c:v>
                </c:pt>
                <c:pt idx="686">
                  <c:v>1.9055555555555554</c:v>
                </c:pt>
                <c:pt idx="687">
                  <c:v>1.9083333333333334</c:v>
                </c:pt>
                <c:pt idx="688">
                  <c:v>1.9111111111111112</c:v>
                </c:pt>
                <c:pt idx="689">
                  <c:v>1.9138888888888888</c:v>
                </c:pt>
                <c:pt idx="690">
                  <c:v>1.9166666666666667</c:v>
                </c:pt>
                <c:pt idx="691">
                  <c:v>1.9194444444444445</c:v>
                </c:pt>
                <c:pt idx="692">
                  <c:v>1.9222222222222221</c:v>
                </c:pt>
                <c:pt idx="693">
                  <c:v>1.925</c:v>
                </c:pt>
                <c:pt idx="694">
                  <c:v>1.9277777777777778</c:v>
                </c:pt>
                <c:pt idx="695">
                  <c:v>1.9305555555555556</c:v>
                </c:pt>
                <c:pt idx="696">
                  <c:v>1.9333333333333333</c:v>
                </c:pt>
                <c:pt idx="697">
                  <c:v>1.9361111111111111</c:v>
                </c:pt>
                <c:pt idx="698">
                  <c:v>1.9388888888888889</c:v>
                </c:pt>
                <c:pt idx="699">
                  <c:v>1.9416666666666667</c:v>
                </c:pt>
                <c:pt idx="700">
                  <c:v>1.9444444444444444</c:v>
                </c:pt>
                <c:pt idx="701">
                  <c:v>1.9472222222222222</c:v>
                </c:pt>
                <c:pt idx="702">
                  <c:v>1.95</c:v>
                </c:pt>
                <c:pt idx="703">
                  <c:v>1.9527777777777779</c:v>
                </c:pt>
                <c:pt idx="704">
                  <c:v>1.9555555555555555</c:v>
                </c:pt>
                <c:pt idx="705">
                  <c:v>1.9583333333333333</c:v>
                </c:pt>
                <c:pt idx="706">
                  <c:v>1.9611111111111112</c:v>
                </c:pt>
                <c:pt idx="707">
                  <c:v>1.9638888888888888</c:v>
                </c:pt>
                <c:pt idx="708">
                  <c:v>1.9666666666666666</c:v>
                </c:pt>
                <c:pt idx="709">
                  <c:v>1.9694444444444446</c:v>
                </c:pt>
                <c:pt idx="710">
                  <c:v>1.9722222222222221</c:v>
                </c:pt>
                <c:pt idx="711">
                  <c:v>1.9750000000000001</c:v>
                </c:pt>
                <c:pt idx="712">
                  <c:v>1.9777777777777779</c:v>
                </c:pt>
                <c:pt idx="713">
                  <c:v>1.9805555555555554</c:v>
                </c:pt>
                <c:pt idx="714">
                  <c:v>1.9833333333333334</c:v>
                </c:pt>
                <c:pt idx="715">
                  <c:v>1.9861111111111112</c:v>
                </c:pt>
                <c:pt idx="716">
                  <c:v>1.9888888888888887</c:v>
                </c:pt>
                <c:pt idx="717">
                  <c:v>1.9916666666666667</c:v>
                </c:pt>
                <c:pt idx="718">
                  <c:v>1.9944444444444445</c:v>
                </c:pt>
                <c:pt idx="719">
                  <c:v>1.9972222222222222</c:v>
                </c:pt>
                <c:pt idx="720">
                  <c:v>2</c:v>
                </c:pt>
                <c:pt idx="721">
                  <c:v>2.0027777777777778</c:v>
                </c:pt>
                <c:pt idx="722">
                  <c:v>2.0055555555555555</c:v>
                </c:pt>
                <c:pt idx="723">
                  <c:v>2.0083333333333333</c:v>
                </c:pt>
                <c:pt idx="724">
                  <c:v>2.0111111111111111</c:v>
                </c:pt>
                <c:pt idx="725">
                  <c:v>2.0138888888888888</c:v>
                </c:pt>
                <c:pt idx="726">
                  <c:v>2.0166666666666666</c:v>
                </c:pt>
                <c:pt idx="727">
                  <c:v>2.0194444444444444</c:v>
                </c:pt>
                <c:pt idx="728">
                  <c:v>2.0222222222222221</c:v>
                </c:pt>
                <c:pt idx="729">
                  <c:v>2.0249999999999999</c:v>
                </c:pt>
                <c:pt idx="730">
                  <c:v>2.0277777777777777</c:v>
                </c:pt>
                <c:pt idx="731">
                  <c:v>2.0305555555555554</c:v>
                </c:pt>
                <c:pt idx="732">
                  <c:v>2.0333333333333332</c:v>
                </c:pt>
                <c:pt idx="733">
                  <c:v>2.036111111111111</c:v>
                </c:pt>
                <c:pt idx="734">
                  <c:v>2.0388888888888888</c:v>
                </c:pt>
                <c:pt idx="735">
                  <c:v>2.0416666666666665</c:v>
                </c:pt>
                <c:pt idx="736">
                  <c:v>2.0444444444444447</c:v>
                </c:pt>
                <c:pt idx="737">
                  <c:v>2.0472222222222221</c:v>
                </c:pt>
                <c:pt idx="738">
                  <c:v>2.0499999999999998</c:v>
                </c:pt>
                <c:pt idx="739">
                  <c:v>2.052777777777778</c:v>
                </c:pt>
                <c:pt idx="740">
                  <c:v>2.0555555555555554</c:v>
                </c:pt>
                <c:pt idx="741">
                  <c:v>2.0583333333333331</c:v>
                </c:pt>
                <c:pt idx="742">
                  <c:v>2.0611111111111113</c:v>
                </c:pt>
                <c:pt idx="743">
                  <c:v>2.0638888888888887</c:v>
                </c:pt>
                <c:pt idx="744">
                  <c:v>2.0666666666666669</c:v>
                </c:pt>
                <c:pt idx="745">
                  <c:v>2.0694444444444446</c:v>
                </c:pt>
                <c:pt idx="746">
                  <c:v>2.072222222222222</c:v>
                </c:pt>
                <c:pt idx="747">
                  <c:v>2.0750000000000002</c:v>
                </c:pt>
                <c:pt idx="748">
                  <c:v>2.0777777777777779</c:v>
                </c:pt>
                <c:pt idx="749">
                  <c:v>2.0805555555555553</c:v>
                </c:pt>
                <c:pt idx="750">
                  <c:v>2.0833333333333335</c:v>
                </c:pt>
                <c:pt idx="751">
                  <c:v>2.0861111111111112</c:v>
                </c:pt>
                <c:pt idx="752">
                  <c:v>2.088888888888889</c:v>
                </c:pt>
                <c:pt idx="753">
                  <c:v>2.0916666666666668</c:v>
                </c:pt>
                <c:pt idx="754">
                  <c:v>2.0944444444444446</c:v>
                </c:pt>
                <c:pt idx="755">
                  <c:v>2.0972222222222223</c:v>
                </c:pt>
                <c:pt idx="756">
                  <c:v>2.1</c:v>
                </c:pt>
                <c:pt idx="757">
                  <c:v>2.1027777777777779</c:v>
                </c:pt>
                <c:pt idx="758">
                  <c:v>2.1055555555555556</c:v>
                </c:pt>
                <c:pt idx="759">
                  <c:v>2.1083333333333334</c:v>
                </c:pt>
                <c:pt idx="760">
                  <c:v>2.1111111111111112</c:v>
                </c:pt>
                <c:pt idx="761">
                  <c:v>2.1138888888888889</c:v>
                </c:pt>
                <c:pt idx="762">
                  <c:v>2.1166666666666667</c:v>
                </c:pt>
                <c:pt idx="763">
                  <c:v>2.1194444444444445</c:v>
                </c:pt>
                <c:pt idx="764">
                  <c:v>2.1222222222222222</c:v>
                </c:pt>
                <c:pt idx="765">
                  <c:v>2.125</c:v>
                </c:pt>
                <c:pt idx="766">
                  <c:v>2.1277777777777778</c:v>
                </c:pt>
                <c:pt idx="767">
                  <c:v>2.1305555555555555</c:v>
                </c:pt>
                <c:pt idx="768">
                  <c:v>2.1333333333333333</c:v>
                </c:pt>
                <c:pt idx="769">
                  <c:v>2.1361111111111111</c:v>
                </c:pt>
                <c:pt idx="770">
                  <c:v>2.1388888888888888</c:v>
                </c:pt>
                <c:pt idx="771">
                  <c:v>2.1416666666666666</c:v>
                </c:pt>
                <c:pt idx="772">
                  <c:v>2.1444444444444444</c:v>
                </c:pt>
                <c:pt idx="773">
                  <c:v>2.1472222222222226</c:v>
                </c:pt>
                <c:pt idx="774">
                  <c:v>2.15</c:v>
                </c:pt>
                <c:pt idx="775">
                  <c:v>2.1527777777777777</c:v>
                </c:pt>
                <c:pt idx="776">
                  <c:v>2.1555555555555559</c:v>
                </c:pt>
                <c:pt idx="777">
                  <c:v>2.1583333333333332</c:v>
                </c:pt>
                <c:pt idx="778">
                  <c:v>2.161111111111111</c:v>
                </c:pt>
                <c:pt idx="779">
                  <c:v>2.1638888888888892</c:v>
                </c:pt>
                <c:pt idx="780">
                  <c:v>2.1666666666666665</c:v>
                </c:pt>
                <c:pt idx="781">
                  <c:v>2.1694444444444443</c:v>
                </c:pt>
                <c:pt idx="782">
                  <c:v>2.1722222222222225</c:v>
                </c:pt>
                <c:pt idx="783">
                  <c:v>2.1749999999999998</c:v>
                </c:pt>
                <c:pt idx="784">
                  <c:v>2.1777777777777776</c:v>
                </c:pt>
                <c:pt idx="785">
                  <c:v>2.1805555555555558</c:v>
                </c:pt>
                <c:pt idx="786">
                  <c:v>2.1833333333333331</c:v>
                </c:pt>
                <c:pt idx="787">
                  <c:v>2.1861111111111109</c:v>
                </c:pt>
                <c:pt idx="788">
                  <c:v>2.1888888888888891</c:v>
                </c:pt>
                <c:pt idx="789">
                  <c:v>2.1916666666666669</c:v>
                </c:pt>
                <c:pt idx="790">
                  <c:v>2.1944444444444442</c:v>
                </c:pt>
                <c:pt idx="791">
                  <c:v>2.1972222222222224</c:v>
                </c:pt>
                <c:pt idx="792">
                  <c:v>2.2000000000000002</c:v>
                </c:pt>
                <c:pt idx="793">
                  <c:v>2.2027777777777775</c:v>
                </c:pt>
                <c:pt idx="794">
                  <c:v>2.2055555555555557</c:v>
                </c:pt>
                <c:pt idx="795">
                  <c:v>2.2083333333333335</c:v>
                </c:pt>
                <c:pt idx="796">
                  <c:v>2.2111111111111108</c:v>
                </c:pt>
                <c:pt idx="797">
                  <c:v>2.213888888888889</c:v>
                </c:pt>
                <c:pt idx="798">
                  <c:v>2.2166666666666668</c:v>
                </c:pt>
                <c:pt idx="799">
                  <c:v>2.2194444444444441</c:v>
                </c:pt>
                <c:pt idx="800">
                  <c:v>2.2222222222222223</c:v>
                </c:pt>
                <c:pt idx="801">
                  <c:v>2.2250000000000001</c:v>
                </c:pt>
                <c:pt idx="802">
                  <c:v>2.2277777777777774</c:v>
                </c:pt>
                <c:pt idx="803">
                  <c:v>2.2305555555555556</c:v>
                </c:pt>
                <c:pt idx="804">
                  <c:v>2.2333333333333334</c:v>
                </c:pt>
                <c:pt idx="805">
                  <c:v>2.2361111111111112</c:v>
                </c:pt>
                <c:pt idx="806">
                  <c:v>2.2388888888888889</c:v>
                </c:pt>
                <c:pt idx="807">
                  <c:v>2.2416666666666667</c:v>
                </c:pt>
                <c:pt idx="808">
                  <c:v>2.2444444444444445</c:v>
                </c:pt>
                <c:pt idx="809">
                  <c:v>2.2472222222222222</c:v>
                </c:pt>
                <c:pt idx="810">
                  <c:v>2.25</c:v>
                </c:pt>
                <c:pt idx="811">
                  <c:v>2.2527777777777778</c:v>
                </c:pt>
                <c:pt idx="812">
                  <c:v>2.2555555555555555</c:v>
                </c:pt>
                <c:pt idx="813">
                  <c:v>2.2583333333333333</c:v>
                </c:pt>
                <c:pt idx="814">
                  <c:v>2.2611111111111111</c:v>
                </c:pt>
                <c:pt idx="815">
                  <c:v>2.2638888888888888</c:v>
                </c:pt>
                <c:pt idx="816">
                  <c:v>2.2666666666666666</c:v>
                </c:pt>
                <c:pt idx="817">
                  <c:v>2.2694444444444444</c:v>
                </c:pt>
                <c:pt idx="818">
                  <c:v>2.2722222222222226</c:v>
                </c:pt>
                <c:pt idx="819">
                  <c:v>2.2749999999999999</c:v>
                </c:pt>
                <c:pt idx="820">
                  <c:v>2.2777777777777777</c:v>
                </c:pt>
                <c:pt idx="821">
                  <c:v>2.2805555555555559</c:v>
                </c:pt>
                <c:pt idx="822">
                  <c:v>2.2833333333333332</c:v>
                </c:pt>
                <c:pt idx="823">
                  <c:v>2.286111111111111</c:v>
                </c:pt>
                <c:pt idx="824">
                  <c:v>2.2888888888888892</c:v>
                </c:pt>
                <c:pt idx="825">
                  <c:v>2.2916666666666665</c:v>
                </c:pt>
                <c:pt idx="826">
                  <c:v>2.2944444444444443</c:v>
                </c:pt>
                <c:pt idx="827">
                  <c:v>2.2972222222222225</c:v>
                </c:pt>
                <c:pt idx="828">
                  <c:v>2.2999999999999998</c:v>
                </c:pt>
                <c:pt idx="829">
                  <c:v>2.3027777777777776</c:v>
                </c:pt>
                <c:pt idx="830">
                  <c:v>2.3055555555555558</c:v>
                </c:pt>
                <c:pt idx="831">
                  <c:v>2.3083333333333331</c:v>
                </c:pt>
                <c:pt idx="832">
                  <c:v>2.3111111111111109</c:v>
                </c:pt>
                <c:pt idx="833">
                  <c:v>2.3138888888888891</c:v>
                </c:pt>
                <c:pt idx="834">
                  <c:v>2.3166666666666669</c:v>
                </c:pt>
                <c:pt idx="835">
                  <c:v>2.3194444444444442</c:v>
                </c:pt>
                <c:pt idx="836">
                  <c:v>2.3222222222222224</c:v>
                </c:pt>
                <c:pt idx="837">
                  <c:v>2.3250000000000002</c:v>
                </c:pt>
                <c:pt idx="838">
                  <c:v>2.3277777777777775</c:v>
                </c:pt>
                <c:pt idx="839">
                  <c:v>2.3305555555555557</c:v>
                </c:pt>
                <c:pt idx="840">
                  <c:v>2.3333333333333335</c:v>
                </c:pt>
                <c:pt idx="841">
                  <c:v>2.3361111111111108</c:v>
                </c:pt>
                <c:pt idx="842">
                  <c:v>2.338888888888889</c:v>
                </c:pt>
                <c:pt idx="843">
                  <c:v>2.3416666666666668</c:v>
                </c:pt>
                <c:pt idx="844">
                  <c:v>2.3444444444444441</c:v>
                </c:pt>
                <c:pt idx="845">
                  <c:v>2.3472222222222223</c:v>
                </c:pt>
                <c:pt idx="846">
                  <c:v>2.35</c:v>
                </c:pt>
                <c:pt idx="847">
                  <c:v>2.3527777777777774</c:v>
                </c:pt>
                <c:pt idx="848">
                  <c:v>2.3555555555555556</c:v>
                </c:pt>
                <c:pt idx="849">
                  <c:v>2.3583333333333334</c:v>
                </c:pt>
                <c:pt idx="850">
                  <c:v>2.3611111111111112</c:v>
                </c:pt>
                <c:pt idx="851">
                  <c:v>2.3638888888888889</c:v>
                </c:pt>
                <c:pt idx="852">
                  <c:v>2.3666666666666667</c:v>
                </c:pt>
                <c:pt idx="853">
                  <c:v>2.3694444444444445</c:v>
                </c:pt>
                <c:pt idx="854">
                  <c:v>2.3722222222222222</c:v>
                </c:pt>
                <c:pt idx="855">
                  <c:v>2.375</c:v>
                </c:pt>
                <c:pt idx="856">
                  <c:v>2.3777777777777778</c:v>
                </c:pt>
                <c:pt idx="857">
                  <c:v>2.3805555555555555</c:v>
                </c:pt>
                <c:pt idx="858">
                  <c:v>2.3833333333333333</c:v>
                </c:pt>
                <c:pt idx="859">
                  <c:v>2.3861111111111111</c:v>
                </c:pt>
                <c:pt idx="860">
                  <c:v>2.3888888888888888</c:v>
                </c:pt>
                <c:pt idx="861">
                  <c:v>2.3916666666666666</c:v>
                </c:pt>
                <c:pt idx="862">
                  <c:v>2.3944444444444444</c:v>
                </c:pt>
                <c:pt idx="863">
                  <c:v>2.3972222222222226</c:v>
                </c:pt>
                <c:pt idx="864">
                  <c:v>2.4</c:v>
                </c:pt>
                <c:pt idx="865">
                  <c:v>2.4027777777777777</c:v>
                </c:pt>
                <c:pt idx="866">
                  <c:v>2.4055555555555559</c:v>
                </c:pt>
                <c:pt idx="867">
                  <c:v>2.4083333333333332</c:v>
                </c:pt>
                <c:pt idx="868">
                  <c:v>2.411111111111111</c:v>
                </c:pt>
                <c:pt idx="869">
                  <c:v>2.4138888888888892</c:v>
                </c:pt>
                <c:pt idx="870">
                  <c:v>2.4166666666666665</c:v>
                </c:pt>
                <c:pt idx="871">
                  <c:v>2.4194444444444443</c:v>
                </c:pt>
                <c:pt idx="872">
                  <c:v>2.4222222222222225</c:v>
                </c:pt>
                <c:pt idx="873">
                  <c:v>2.4249999999999998</c:v>
                </c:pt>
                <c:pt idx="874">
                  <c:v>2.4277777777777776</c:v>
                </c:pt>
                <c:pt idx="875">
                  <c:v>2.4305555555555558</c:v>
                </c:pt>
                <c:pt idx="876">
                  <c:v>2.4333333333333331</c:v>
                </c:pt>
                <c:pt idx="877">
                  <c:v>2.4361111111111109</c:v>
                </c:pt>
                <c:pt idx="878">
                  <c:v>2.4388888888888891</c:v>
                </c:pt>
                <c:pt idx="879">
                  <c:v>2.4416666666666669</c:v>
                </c:pt>
                <c:pt idx="880">
                  <c:v>2.4444444444444442</c:v>
                </c:pt>
                <c:pt idx="881">
                  <c:v>2.4472222222222224</c:v>
                </c:pt>
                <c:pt idx="882">
                  <c:v>2.4500000000000002</c:v>
                </c:pt>
                <c:pt idx="883">
                  <c:v>2.4527777777777775</c:v>
                </c:pt>
                <c:pt idx="884">
                  <c:v>2.4555555555555557</c:v>
                </c:pt>
                <c:pt idx="885">
                  <c:v>2.4583333333333335</c:v>
                </c:pt>
                <c:pt idx="886">
                  <c:v>2.4611111111111108</c:v>
                </c:pt>
                <c:pt idx="887">
                  <c:v>2.463888888888889</c:v>
                </c:pt>
                <c:pt idx="888">
                  <c:v>2.4666666666666668</c:v>
                </c:pt>
                <c:pt idx="889">
                  <c:v>2.4694444444444441</c:v>
                </c:pt>
                <c:pt idx="890">
                  <c:v>2.4722222222222223</c:v>
                </c:pt>
                <c:pt idx="891">
                  <c:v>2.4750000000000001</c:v>
                </c:pt>
                <c:pt idx="892">
                  <c:v>2.4777777777777774</c:v>
                </c:pt>
                <c:pt idx="893">
                  <c:v>2.4805555555555556</c:v>
                </c:pt>
                <c:pt idx="894">
                  <c:v>2.4833333333333334</c:v>
                </c:pt>
                <c:pt idx="895">
                  <c:v>2.4861111111111112</c:v>
                </c:pt>
                <c:pt idx="896">
                  <c:v>2.4888888888888889</c:v>
                </c:pt>
                <c:pt idx="897">
                  <c:v>2.4916666666666667</c:v>
                </c:pt>
                <c:pt idx="898">
                  <c:v>2.4944444444444445</c:v>
                </c:pt>
                <c:pt idx="899">
                  <c:v>2.4972222222222222</c:v>
                </c:pt>
                <c:pt idx="900">
                  <c:v>2.5</c:v>
                </c:pt>
                <c:pt idx="901">
                  <c:v>2.5027777777777778</c:v>
                </c:pt>
                <c:pt idx="902">
                  <c:v>2.5055555555555555</c:v>
                </c:pt>
                <c:pt idx="903">
                  <c:v>2.5083333333333333</c:v>
                </c:pt>
                <c:pt idx="904">
                  <c:v>2.5111111111111111</c:v>
                </c:pt>
                <c:pt idx="905">
                  <c:v>2.5138888888888888</c:v>
                </c:pt>
                <c:pt idx="906">
                  <c:v>2.5166666666666666</c:v>
                </c:pt>
                <c:pt idx="907">
                  <c:v>2.5194444444444444</c:v>
                </c:pt>
                <c:pt idx="908">
                  <c:v>2.5222222222222226</c:v>
                </c:pt>
                <c:pt idx="909">
                  <c:v>2.5249999999999999</c:v>
                </c:pt>
                <c:pt idx="910">
                  <c:v>2.5277777777777777</c:v>
                </c:pt>
                <c:pt idx="911">
                  <c:v>2.5305555555555559</c:v>
                </c:pt>
                <c:pt idx="912">
                  <c:v>2.5333333333333332</c:v>
                </c:pt>
                <c:pt idx="913">
                  <c:v>2.536111111111111</c:v>
                </c:pt>
                <c:pt idx="914">
                  <c:v>2.5388888888888892</c:v>
                </c:pt>
                <c:pt idx="915">
                  <c:v>2.5416666666666665</c:v>
                </c:pt>
                <c:pt idx="916">
                  <c:v>2.5444444444444443</c:v>
                </c:pt>
                <c:pt idx="917">
                  <c:v>2.5472222222222225</c:v>
                </c:pt>
                <c:pt idx="918">
                  <c:v>2.5499999999999998</c:v>
                </c:pt>
                <c:pt idx="919">
                  <c:v>2.5527777777777776</c:v>
                </c:pt>
                <c:pt idx="920">
                  <c:v>2.5555555555555558</c:v>
                </c:pt>
                <c:pt idx="921">
                  <c:v>2.5583333333333331</c:v>
                </c:pt>
                <c:pt idx="922">
                  <c:v>2.5611111111111109</c:v>
                </c:pt>
                <c:pt idx="923">
                  <c:v>2.5638888888888891</c:v>
                </c:pt>
                <c:pt idx="924">
                  <c:v>2.5666666666666669</c:v>
                </c:pt>
                <c:pt idx="925">
                  <c:v>2.5694444444444442</c:v>
                </c:pt>
                <c:pt idx="926">
                  <c:v>2.5722222222222224</c:v>
                </c:pt>
                <c:pt idx="927">
                  <c:v>2.5750000000000002</c:v>
                </c:pt>
                <c:pt idx="928">
                  <c:v>2.5777777777777775</c:v>
                </c:pt>
                <c:pt idx="929">
                  <c:v>2.5805555555555557</c:v>
                </c:pt>
                <c:pt idx="930">
                  <c:v>2.5833333333333335</c:v>
                </c:pt>
                <c:pt idx="931">
                  <c:v>2.5861111111111108</c:v>
                </c:pt>
                <c:pt idx="932">
                  <c:v>2.588888888888889</c:v>
                </c:pt>
                <c:pt idx="933">
                  <c:v>2.5916666666666668</c:v>
                </c:pt>
                <c:pt idx="934">
                  <c:v>2.5944444444444441</c:v>
                </c:pt>
                <c:pt idx="935">
                  <c:v>2.5972222222222223</c:v>
                </c:pt>
                <c:pt idx="936">
                  <c:v>2.6</c:v>
                </c:pt>
                <c:pt idx="937">
                  <c:v>2.6027777777777774</c:v>
                </c:pt>
                <c:pt idx="938">
                  <c:v>2.6055555555555556</c:v>
                </c:pt>
                <c:pt idx="939">
                  <c:v>2.6083333333333334</c:v>
                </c:pt>
                <c:pt idx="940">
                  <c:v>2.6111111111111112</c:v>
                </c:pt>
                <c:pt idx="941">
                  <c:v>2.6138888888888889</c:v>
                </c:pt>
                <c:pt idx="942">
                  <c:v>2.6166666666666667</c:v>
                </c:pt>
                <c:pt idx="943">
                  <c:v>2.6194444444444445</c:v>
                </c:pt>
                <c:pt idx="944">
                  <c:v>2.6222222222222222</c:v>
                </c:pt>
                <c:pt idx="945">
                  <c:v>2.625</c:v>
                </c:pt>
                <c:pt idx="946">
                  <c:v>2.6277777777777778</c:v>
                </c:pt>
                <c:pt idx="947">
                  <c:v>2.6305555555555555</c:v>
                </c:pt>
                <c:pt idx="948">
                  <c:v>2.6333333333333333</c:v>
                </c:pt>
                <c:pt idx="949">
                  <c:v>2.6361111111111111</c:v>
                </c:pt>
                <c:pt idx="950">
                  <c:v>2.6388888888888888</c:v>
                </c:pt>
                <c:pt idx="951">
                  <c:v>2.6416666666666666</c:v>
                </c:pt>
                <c:pt idx="952">
                  <c:v>2.6444444444444444</c:v>
                </c:pt>
                <c:pt idx="953">
                  <c:v>2.6472222222222226</c:v>
                </c:pt>
                <c:pt idx="954">
                  <c:v>2.65</c:v>
                </c:pt>
                <c:pt idx="955">
                  <c:v>2.6527777777777777</c:v>
                </c:pt>
                <c:pt idx="956">
                  <c:v>2.6555555555555559</c:v>
                </c:pt>
                <c:pt idx="957">
                  <c:v>2.6583333333333332</c:v>
                </c:pt>
                <c:pt idx="958">
                  <c:v>2.661111111111111</c:v>
                </c:pt>
                <c:pt idx="959">
                  <c:v>2.6638888888888892</c:v>
                </c:pt>
                <c:pt idx="960">
                  <c:v>2.6666666666666665</c:v>
                </c:pt>
                <c:pt idx="961">
                  <c:v>2.6694444444444443</c:v>
                </c:pt>
                <c:pt idx="962">
                  <c:v>2.6722222222222225</c:v>
                </c:pt>
                <c:pt idx="963">
                  <c:v>2.6749999999999998</c:v>
                </c:pt>
                <c:pt idx="964">
                  <c:v>2.6777777777777776</c:v>
                </c:pt>
                <c:pt idx="965">
                  <c:v>2.6805555555555558</c:v>
                </c:pt>
                <c:pt idx="966">
                  <c:v>2.6833333333333331</c:v>
                </c:pt>
                <c:pt idx="967">
                  <c:v>2.6861111111111109</c:v>
                </c:pt>
                <c:pt idx="968">
                  <c:v>2.6888888888888891</c:v>
                </c:pt>
                <c:pt idx="969">
                  <c:v>2.6916666666666669</c:v>
                </c:pt>
                <c:pt idx="970">
                  <c:v>2.6944444444444442</c:v>
                </c:pt>
                <c:pt idx="971">
                  <c:v>2.6972222222222224</c:v>
                </c:pt>
                <c:pt idx="972">
                  <c:v>2.7</c:v>
                </c:pt>
                <c:pt idx="973">
                  <c:v>2.7027777777777775</c:v>
                </c:pt>
                <c:pt idx="974">
                  <c:v>2.7055555555555557</c:v>
                </c:pt>
                <c:pt idx="975">
                  <c:v>2.7083333333333335</c:v>
                </c:pt>
                <c:pt idx="976">
                  <c:v>2.7111111111111108</c:v>
                </c:pt>
                <c:pt idx="977">
                  <c:v>2.713888888888889</c:v>
                </c:pt>
                <c:pt idx="978">
                  <c:v>2.7166666666666668</c:v>
                </c:pt>
                <c:pt idx="979">
                  <c:v>2.7194444444444441</c:v>
                </c:pt>
                <c:pt idx="980">
                  <c:v>2.7222222222222223</c:v>
                </c:pt>
                <c:pt idx="981">
                  <c:v>2.7250000000000001</c:v>
                </c:pt>
                <c:pt idx="982">
                  <c:v>2.7277777777777774</c:v>
                </c:pt>
                <c:pt idx="983">
                  <c:v>2.7305555555555556</c:v>
                </c:pt>
                <c:pt idx="984">
                  <c:v>2.7333333333333334</c:v>
                </c:pt>
                <c:pt idx="985">
                  <c:v>2.7361111111111112</c:v>
                </c:pt>
                <c:pt idx="986">
                  <c:v>2.7388888888888889</c:v>
                </c:pt>
                <c:pt idx="987">
                  <c:v>2.7416666666666667</c:v>
                </c:pt>
                <c:pt idx="988">
                  <c:v>2.7444444444444445</c:v>
                </c:pt>
                <c:pt idx="989">
                  <c:v>2.7472222222222222</c:v>
                </c:pt>
                <c:pt idx="990">
                  <c:v>2.75</c:v>
                </c:pt>
                <c:pt idx="991">
                  <c:v>2.7527777777777778</c:v>
                </c:pt>
                <c:pt idx="992">
                  <c:v>2.7555555555555555</c:v>
                </c:pt>
                <c:pt idx="993">
                  <c:v>2.7583333333333333</c:v>
                </c:pt>
                <c:pt idx="994">
                  <c:v>2.7611111111111111</c:v>
                </c:pt>
                <c:pt idx="995">
                  <c:v>2.7638888888888888</c:v>
                </c:pt>
                <c:pt idx="996">
                  <c:v>2.7666666666666666</c:v>
                </c:pt>
                <c:pt idx="997">
                  <c:v>2.7694444444444444</c:v>
                </c:pt>
                <c:pt idx="998">
                  <c:v>2.7722222222222226</c:v>
                </c:pt>
                <c:pt idx="999">
                  <c:v>2.7749999999999999</c:v>
                </c:pt>
                <c:pt idx="1000">
                  <c:v>2.7777777777777777</c:v>
                </c:pt>
                <c:pt idx="1001">
                  <c:v>2.7805555555555559</c:v>
                </c:pt>
                <c:pt idx="1002">
                  <c:v>2.7833333333333332</c:v>
                </c:pt>
                <c:pt idx="1003">
                  <c:v>2.786111111111111</c:v>
                </c:pt>
                <c:pt idx="1004">
                  <c:v>2.7888888888888892</c:v>
                </c:pt>
                <c:pt idx="1005">
                  <c:v>2.7916666666666665</c:v>
                </c:pt>
                <c:pt idx="1006">
                  <c:v>2.7944444444444443</c:v>
                </c:pt>
                <c:pt idx="1007">
                  <c:v>2.7972222222222225</c:v>
                </c:pt>
                <c:pt idx="1008">
                  <c:v>2.8</c:v>
                </c:pt>
                <c:pt idx="1009">
                  <c:v>2.8027777777777776</c:v>
                </c:pt>
                <c:pt idx="1010">
                  <c:v>2.8055555555555558</c:v>
                </c:pt>
                <c:pt idx="1011">
                  <c:v>2.8083333333333331</c:v>
                </c:pt>
                <c:pt idx="1012">
                  <c:v>2.8111111111111109</c:v>
                </c:pt>
                <c:pt idx="1013">
                  <c:v>2.8138888888888891</c:v>
                </c:pt>
                <c:pt idx="1014">
                  <c:v>2.8166666666666669</c:v>
                </c:pt>
                <c:pt idx="1015">
                  <c:v>2.8194444444444442</c:v>
                </c:pt>
                <c:pt idx="1016">
                  <c:v>2.8222222222222224</c:v>
                </c:pt>
                <c:pt idx="1017">
                  <c:v>2.8250000000000002</c:v>
                </c:pt>
                <c:pt idx="1018">
                  <c:v>2.8277777777777775</c:v>
                </c:pt>
                <c:pt idx="1019">
                  <c:v>2.8305555555555557</c:v>
                </c:pt>
                <c:pt idx="1020">
                  <c:v>2.8333333333333335</c:v>
                </c:pt>
                <c:pt idx="1021">
                  <c:v>2.8361111111111108</c:v>
                </c:pt>
                <c:pt idx="1022">
                  <c:v>2.838888888888889</c:v>
                </c:pt>
                <c:pt idx="1023">
                  <c:v>2.8416666666666668</c:v>
                </c:pt>
                <c:pt idx="1024">
                  <c:v>2.8444444444444441</c:v>
                </c:pt>
                <c:pt idx="1025">
                  <c:v>2.8472222222222223</c:v>
                </c:pt>
                <c:pt idx="1026">
                  <c:v>2.85</c:v>
                </c:pt>
                <c:pt idx="1027">
                  <c:v>2.8527777777777774</c:v>
                </c:pt>
                <c:pt idx="1028">
                  <c:v>2.8555555555555556</c:v>
                </c:pt>
                <c:pt idx="1029">
                  <c:v>2.8583333333333334</c:v>
                </c:pt>
                <c:pt idx="1030">
                  <c:v>2.8611111111111112</c:v>
                </c:pt>
                <c:pt idx="1031">
                  <c:v>2.8638888888888889</c:v>
                </c:pt>
                <c:pt idx="1032">
                  <c:v>2.8666666666666667</c:v>
                </c:pt>
                <c:pt idx="1033">
                  <c:v>2.8694444444444445</c:v>
                </c:pt>
                <c:pt idx="1034">
                  <c:v>2.8722222222222222</c:v>
                </c:pt>
                <c:pt idx="1035">
                  <c:v>2.875</c:v>
                </c:pt>
                <c:pt idx="1036">
                  <c:v>2.8777777777777778</c:v>
                </c:pt>
                <c:pt idx="1037">
                  <c:v>2.8805555555555555</c:v>
                </c:pt>
                <c:pt idx="1038">
                  <c:v>2.8833333333333333</c:v>
                </c:pt>
                <c:pt idx="1039">
                  <c:v>2.8861111111111111</c:v>
                </c:pt>
                <c:pt idx="1040">
                  <c:v>2.8888888888888888</c:v>
                </c:pt>
                <c:pt idx="1041">
                  <c:v>2.8916666666666666</c:v>
                </c:pt>
                <c:pt idx="1042">
                  <c:v>2.8944444444444444</c:v>
                </c:pt>
                <c:pt idx="1043">
                  <c:v>2.8972222222222226</c:v>
                </c:pt>
                <c:pt idx="1044">
                  <c:v>2.9</c:v>
                </c:pt>
                <c:pt idx="1045">
                  <c:v>2.9027777777777777</c:v>
                </c:pt>
                <c:pt idx="1046">
                  <c:v>2.9055555555555559</c:v>
                </c:pt>
                <c:pt idx="1047">
                  <c:v>2.9083333333333332</c:v>
                </c:pt>
                <c:pt idx="1048">
                  <c:v>2.911111111111111</c:v>
                </c:pt>
                <c:pt idx="1049">
                  <c:v>2.9138888888888892</c:v>
                </c:pt>
                <c:pt idx="1050">
                  <c:v>2.9166666666666665</c:v>
                </c:pt>
                <c:pt idx="1051">
                  <c:v>2.9194444444444443</c:v>
                </c:pt>
                <c:pt idx="1052">
                  <c:v>2.9222222222222225</c:v>
                </c:pt>
                <c:pt idx="1053">
                  <c:v>2.9249999999999998</c:v>
                </c:pt>
                <c:pt idx="1054">
                  <c:v>2.9277777777777776</c:v>
                </c:pt>
                <c:pt idx="1055">
                  <c:v>2.9305555555555558</c:v>
                </c:pt>
                <c:pt idx="1056">
                  <c:v>2.9333333333333331</c:v>
                </c:pt>
                <c:pt idx="1057">
                  <c:v>2.9361111111111109</c:v>
                </c:pt>
                <c:pt idx="1058">
                  <c:v>2.9388888888888891</c:v>
                </c:pt>
                <c:pt idx="1059">
                  <c:v>2.9416666666666669</c:v>
                </c:pt>
                <c:pt idx="1060">
                  <c:v>2.9444444444444442</c:v>
                </c:pt>
                <c:pt idx="1061">
                  <c:v>2.9472222222222224</c:v>
                </c:pt>
                <c:pt idx="1062">
                  <c:v>2.95</c:v>
                </c:pt>
                <c:pt idx="1063">
                  <c:v>2.9527777777777775</c:v>
                </c:pt>
                <c:pt idx="1064">
                  <c:v>2.9555555555555557</c:v>
                </c:pt>
                <c:pt idx="1065">
                  <c:v>2.9583333333333335</c:v>
                </c:pt>
                <c:pt idx="1066">
                  <c:v>2.9611111111111108</c:v>
                </c:pt>
                <c:pt idx="1067">
                  <c:v>2.963888888888889</c:v>
                </c:pt>
                <c:pt idx="1068">
                  <c:v>2.9666666666666668</c:v>
                </c:pt>
                <c:pt idx="1069">
                  <c:v>2.9694444444444441</c:v>
                </c:pt>
                <c:pt idx="1070">
                  <c:v>2.9722222222222223</c:v>
                </c:pt>
                <c:pt idx="1071">
                  <c:v>2.9750000000000001</c:v>
                </c:pt>
                <c:pt idx="1072">
                  <c:v>2.9777777777777774</c:v>
                </c:pt>
                <c:pt idx="1073">
                  <c:v>2.9805555555555556</c:v>
                </c:pt>
                <c:pt idx="1074">
                  <c:v>2.9833333333333334</c:v>
                </c:pt>
                <c:pt idx="1075">
                  <c:v>2.9861111111111112</c:v>
                </c:pt>
                <c:pt idx="1076">
                  <c:v>2.9888888888888889</c:v>
                </c:pt>
                <c:pt idx="1077">
                  <c:v>2.9916666666666667</c:v>
                </c:pt>
                <c:pt idx="1078">
                  <c:v>2.9944444444444445</c:v>
                </c:pt>
                <c:pt idx="1079">
                  <c:v>2.9972222222222222</c:v>
                </c:pt>
                <c:pt idx="1080">
                  <c:v>3</c:v>
                </c:pt>
              </c:numCache>
            </c:numRef>
          </c:xVal>
          <c:yVal>
            <c:numRef>
              <c:f>Sheet1!$M$4:$M$1084</c:f>
              <c:numCache>
                <c:formatCode>0.00</c:formatCode>
                <c:ptCount val="1081"/>
                <c:pt idx="0">
                  <c:v>0</c:v>
                </c:pt>
                <c:pt idx="1">
                  <c:v>1.745338390088997E-138</c:v>
                </c:pt>
                <c:pt idx="2">
                  <c:v>1.800629822822567E-120</c:v>
                </c:pt>
                <c:pt idx="3">
                  <c:v>5.9244090918077935E-110</c:v>
                </c:pt>
                <c:pt idx="4">
                  <c:v>1.6623187129344665E-102</c:v>
                </c:pt>
                <c:pt idx="5">
                  <c:v>9.706443521327092E-97</c:v>
                </c:pt>
                <c:pt idx="6">
                  <c:v>4.8941801615245712E-92</c:v>
                </c:pt>
                <c:pt idx="7">
                  <c:v>4.5523158596807352E-88</c:v>
                </c:pt>
                <c:pt idx="8">
                  <c:v>1.2288369562227042E-84</c:v>
                </c:pt>
                <c:pt idx="9">
                  <c:v>1.2894089141757817E-81</c:v>
                </c:pt>
                <c:pt idx="10">
                  <c:v>6.4207411160101494E-79</c:v>
                </c:pt>
                <c:pt idx="11">
                  <c:v>1.7494088796844611E-76</c:v>
                </c:pt>
                <c:pt idx="12">
                  <c:v>2.8970102882149274E-74</c:v>
                </c:pt>
                <c:pt idx="13">
                  <c:v>3.1580679532946656E-72</c:v>
                </c:pt>
                <c:pt idx="14">
                  <c:v>2.4112793699617587E-70</c:v>
                </c:pt>
                <c:pt idx="15">
                  <c:v>1.3545217739345199E-68</c:v>
                </c:pt>
                <c:pt idx="16">
                  <c:v>5.8244438693392291E-67</c:v>
                </c:pt>
                <c:pt idx="17">
                  <c:v>1.9803221504236211E-65</c:v>
                </c:pt>
                <c:pt idx="18">
                  <c:v>5.4688489244242688E-64</c:v>
                </c:pt>
                <c:pt idx="19">
                  <c:v>1.2546041934254717E-62</c:v>
                </c:pt>
                <c:pt idx="20">
                  <c:v>2.4368874707598622E-61</c:v>
                </c:pt>
                <c:pt idx="21">
                  <c:v>4.0732257142268969E-60</c:v>
                </c:pt>
                <c:pt idx="22">
                  <c:v>5.9413713772110072E-59</c:v>
                </c:pt>
                <c:pt idx="23">
                  <c:v>7.654927272849744E-58</c:v>
                </c:pt>
                <c:pt idx="24">
                  <c:v>8.8042115258200524E-57</c:v>
                </c:pt>
                <c:pt idx="25">
                  <c:v>9.1235014068012976E-56</c:v>
                </c:pt>
                <c:pt idx="26">
                  <c:v>8.588295103048782E-55</c:v>
                </c:pt>
                <c:pt idx="27">
                  <c:v>7.3973639705090686E-54</c:v>
                </c:pt>
                <c:pt idx="28">
                  <c:v>5.8678374728148167E-53</c:v>
                </c:pt>
                <c:pt idx="29">
                  <c:v>4.3114278944531225E-52</c:v>
                </c:pt>
                <c:pt idx="30">
                  <c:v>2.9495896049302645E-51</c:v>
                </c:pt>
                <c:pt idx="31">
                  <c:v>1.887700098505906E-50</c:v>
                </c:pt>
                <c:pt idx="32">
                  <c:v>1.1349458082352268E-49</c:v>
                </c:pt>
                <c:pt idx="33">
                  <c:v>6.4351381711730857E-49</c:v>
                </c:pt>
                <c:pt idx="34">
                  <c:v>3.4530396375847027E-48</c:v>
                </c:pt>
                <c:pt idx="35">
                  <c:v>1.7591151128137253E-47</c:v>
                </c:pt>
                <c:pt idx="36">
                  <c:v>8.533097388890082E-47</c:v>
                </c:pt>
                <c:pt idx="37">
                  <c:v>3.9518928231808914E-46</c:v>
                </c:pt>
                <c:pt idx="38">
                  <c:v>1.7517114486694842E-45</c:v>
                </c:pt>
                <c:pt idx="39">
                  <c:v>7.4484901974003793E-45</c:v>
                </c:pt>
                <c:pt idx="40">
                  <c:v>3.0446429264093589E-44</c:v>
                </c:pt>
                <c:pt idx="41">
                  <c:v>1.1987078441085984E-43</c:v>
                </c:pt>
                <c:pt idx="42">
                  <c:v>4.5539098136902246E-43</c:v>
                </c:pt>
                <c:pt idx="43">
                  <c:v>1.6721660203399653E-42</c:v>
                </c:pt>
                <c:pt idx="44">
                  <c:v>5.9439850160876718E-42</c:v>
                </c:pt>
                <c:pt idx="45">
                  <c:v>2.0483916691285833E-41</c:v>
                </c:pt>
                <c:pt idx="46">
                  <c:v>6.8529432093950888E-41</c:v>
                </c:pt>
                <c:pt idx="47">
                  <c:v>2.2285570979046037E-40</c:v>
                </c:pt>
                <c:pt idx="48">
                  <c:v>7.0529627411085626E-40</c:v>
                </c:pt>
                <c:pt idx="49">
                  <c:v>2.1747393180117111E-39</c:v>
                </c:pt>
                <c:pt idx="50">
                  <c:v>6.5401501996318807E-39</c:v>
                </c:pt>
                <c:pt idx="51">
                  <c:v>1.9201850568585678E-38</c:v>
                </c:pt>
                <c:pt idx="52">
                  <c:v>5.5090687913123466E-38</c:v>
                </c:pt>
                <c:pt idx="53">
                  <c:v>1.5458765559966135E-37</c:v>
                </c:pt>
                <c:pt idx="54">
                  <c:v>4.2461299549120355E-37</c:v>
                </c:pt>
                <c:pt idx="55">
                  <c:v>1.1425471193231393E-36</c:v>
                </c:pt>
                <c:pt idx="56">
                  <c:v>3.0139734892047802E-36</c:v>
                </c:pt>
                <c:pt idx="57">
                  <c:v>7.7999928664253259E-36</c:v>
                </c:pt>
                <c:pt idx="58">
                  <c:v>1.9816526687511422E-35</c:v>
                </c:pt>
                <c:pt idx="59">
                  <c:v>4.9455395443286503E-35</c:v>
                </c:pt>
                <c:pt idx="60">
                  <c:v>1.2131459728376115E-34</c:v>
                </c:pt>
                <c:pt idx="61">
                  <c:v>2.9266662278086073E-34</c:v>
                </c:pt>
                <c:pt idx="62">
                  <c:v>6.947515476189036E-34</c:v>
                </c:pt>
                <c:pt idx="63">
                  <c:v>1.6237014471938744E-33</c:v>
                </c:pt>
                <c:pt idx="64">
                  <c:v>3.7378055724195786E-33</c:v>
                </c:pt>
                <c:pt idx="65">
                  <c:v>8.4793922188387069E-33</c:v>
                </c:pt>
                <c:pt idx="66">
                  <c:v>1.8964636188863566E-32</c:v>
                </c:pt>
                <c:pt idx="67">
                  <c:v>4.1835176237772949E-32</c:v>
                </c:pt>
                <c:pt idx="68">
                  <c:v>9.1061177278339286E-32</c:v>
                </c:pt>
                <c:pt idx="69">
                  <c:v>1.9565412120032242E-31</c:v>
                </c:pt>
                <c:pt idx="70">
                  <c:v>4.1511747339506293E-31</c:v>
                </c:pt>
                <c:pt idx="71">
                  <c:v>8.7003073360071088E-31</c:v>
                </c:pt>
                <c:pt idx="72">
                  <c:v>1.8018909934830609E-30</c:v>
                </c:pt>
                <c:pt idx="73">
                  <c:v>3.6888873529703585E-30</c:v>
                </c:pt>
                <c:pt idx="74">
                  <c:v>7.4674449150705213E-30</c:v>
                </c:pt>
                <c:pt idx="75">
                  <c:v>1.4951670059685999E-29</c:v>
                </c:pt>
                <c:pt idx="76">
                  <c:v>2.9619279896972731E-29</c:v>
                </c:pt>
                <c:pt idx="77">
                  <c:v>5.80694251511827E-29</c:v>
                </c:pt>
                <c:pt idx="78">
                  <c:v>1.127003423936511E-28</c:v>
                </c:pt>
                <c:pt idx="79">
                  <c:v>2.1658062818548362E-28</c:v>
                </c:pt>
                <c:pt idx="80">
                  <c:v>4.1222887459820004E-28</c:v>
                </c:pt>
                <c:pt idx="81">
                  <c:v>7.7729411472678743E-28</c:v>
                </c:pt>
                <c:pt idx="82">
                  <c:v>1.4523137439941652E-27</c:v>
                </c:pt>
                <c:pt idx="83">
                  <c:v>2.6894278908744846E-27</c:v>
                </c:pt>
                <c:pt idx="84">
                  <c:v>4.9371529675979557E-27</c:v>
                </c:pt>
                <c:pt idx="85">
                  <c:v>8.9866953615592452E-27</c:v>
                </c:pt>
                <c:pt idx="86">
                  <c:v>1.6222456160211585E-26</c:v>
                </c:pt>
                <c:pt idx="87">
                  <c:v>2.9047566140700397E-26</c:v>
                </c:pt>
                <c:pt idx="88">
                  <c:v>5.1601221070412199E-26</c:v>
                </c:pt>
                <c:pt idx="89">
                  <c:v>9.0958880384381126E-26</c:v>
                </c:pt>
                <c:pt idx="90">
                  <c:v>1.5912570148605296E-25</c:v>
                </c:pt>
                <c:pt idx="91">
                  <c:v>2.7632384390036343E-25</c:v>
                </c:pt>
                <c:pt idx="92">
                  <c:v>4.7637561308281234E-25</c:v>
                </c:pt>
                <c:pt idx="93">
                  <c:v>8.1545847518492679E-25</c:v>
                </c:pt>
                <c:pt idx="94">
                  <c:v>1.3862488889757086E-24</c:v>
                </c:pt>
                <c:pt idx="95">
                  <c:v>2.3406224702995372E-24</c:v>
                </c:pt>
                <c:pt idx="96">
                  <c:v>3.9258535315842916E-24</c:v>
                </c:pt>
                <c:pt idx="97">
                  <c:v>6.5419801762984894E-24</c:v>
                </c:pt>
                <c:pt idx="98">
                  <c:v>1.0832152533415321E-23</c:v>
                </c:pt>
                <c:pt idx="99">
                  <c:v>1.782407327098891E-23</c:v>
                </c:pt>
                <c:pt idx="100">
                  <c:v>2.915011956899589E-23</c:v>
                </c:pt>
                <c:pt idx="101">
                  <c:v>4.7387939467881553E-23</c:v>
                </c:pt>
                <c:pt idx="102">
                  <c:v>7.6584478846398405E-23</c:v>
                </c:pt>
                <c:pt idx="103">
                  <c:v>1.2305775718885994E-22</c:v>
                </c:pt>
                <c:pt idx="104">
                  <c:v>1.9661693814986189E-22</c:v>
                </c:pt>
                <c:pt idx="105">
                  <c:v>3.124090257679002E-22</c:v>
                </c:pt>
                <c:pt idx="106">
                  <c:v>4.9369940269617563E-22</c:v>
                </c:pt>
                <c:pt idx="107">
                  <c:v>7.7603695796411023E-22</c:v>
                </c:pt>
                <c:pt idx="108">
                  <c:v>1.2134618587806756E-21</c:v>
                </c:pt>
                <c:pt idx="109">
                  <c:v>1.8877119932170326E-21</c:v>
                </c:pt>
                <c:pt idx="110">
                  <c:v>2.9218103668289139E-21</c:v>
                </c:pt>
                <c:pt idx="111">
                  <c:v>4.5000226625716868E-21</c:v>
                </c:pt>
                <c:pt idx="112">
                  <c:v>6.8970343905692102E-21</c:v>
                </c:pt>
                <c:pt idx="113">
                  <c:v>1.0520410786239141E-20</c:v>
                </c:pt>
                <c:pt idx="114">
                  <c:v>1.5972107576350309E-20</c:v>
                </c:pt>
                <c:pt idx="115">
                  <c:v>2.4137185339482405E-20</c:v>
                </c:pt>
                <c:pt idx="116">
                  <c:v>3.6311201138350934E-20</c:v>
                </c:pt>
                <c:pt idx="117">
                  <c:v>5.4382356670627101E-20</c:v>
                </c:pt>
                <c:pt idx="118">
                  <c:v>8.1090842963817895E-20</c:v>
                </c:pt>
                <c:pt idx="119">
                  <c:v>1.2039657094591137E-19</c:v>
                </c:pt>
                <c:pt idx="120">
                  <c:v>1.7799846400569226E-19</c:v>
                </c:pt>
                <c:pt idx="121">
                  <c:v>2.6206484649532108E-19</c:v>
                </c:pt>
                <c:pt idx="122">
                  <c:v>3.8425669888270266E-19</c:v>
                </c:pt>
                <c:pt idx="123">
                  <c:v>5.6115566410836134E-19</c:v>
                </c:pt>
                <c:pt idx="124">
                  <c:v>8.162493187724956E-19</c:v>
                </c:pt>
                <c:pt idx="125">
                  <c:v>1.1826808374301409E-18</c:v>
                </c:pt>
                <c:pt idx="126">
                  <c:v>1.707043327245155E-18</c:v>
                </c:pt>
                <c:pt idx="127">
                  <c:v>2.4545967347088786E-18</c:v>
                </c:pt>
                <c:pt idx="128">
                  <c:v>3.5164150588805452E-18</c:v>
                </c:pt>
                <c:pt idx="129">
                  <c:v>5.0191436769340809E-18</c:v>
                </c:pt>
                <c:pt idx="130">
                  <c:v>7.1382738640764499E-18</c:v>
                </c:pt>
                <c:pt idx="131">
                  <c:v>1.0116140777335606E-17</c:v>
                </c:pt>
                <c:pt idx="132">
                  <c:v>1.4286243725304615E-17</c:v>
                </c:pt>
                <c:pt idx="133">
                  <c:v>2.0106000925801236E-17</c:v>
                </c:pt>
                <c:pt idx="134">
                  <c:v>2.8200720201199258E-17</c:v>
                </c:pt>
                <c:pt idx="135">
                  <c:v>3.9422436747041658E-17</c:v>
                </c:pt>
                <c:pt idx="136">
                  <c:v>5.4928395748792317E-17</c:v>
                </c:pt>
                <c:pt idx="137">
                  <c:v>7.6285412657338335E-17</c:v>
                </c:pt>
                <c:pt idx="138">
                  <c:v>1.0560821740720583E-16</c:v>
                </c:pt>
                <c:pt idx="139">
                  <c:v>1.4574229391562155E-16</c:v>
                </c:pt>
                <c:pt idx="140">
                  <c:v>2.0050480459051638E-16</c:v>
                </c:pt>
                <c:pt idx="141">
                  <c:v>2.7500111838840177E-16</c:v>
                </c:pt>
                <c:pt idx="142">
                  <c:v>3.7603946079260833E-16</c:v>
                </c:pt>
                <c:pt idx="143">
                  <c:v>5.1267254894025554E-16</c:v>
                </c:pt>
                <c:pt idx="144">
                  <c:v>6.969031044297416E-16</c:v>
                </c:pt>
                <c:pt idx="145">
                  <c:v>9.4460026936512943E-16</c:v>
                </c:pt>
                <c:pt idx="146">
                  <c:v>1.2766867044559917E-15</c:v>
                </c:pt>
                <c:pt idx="147">
                  <c:v>1.7206721560876353E-15</c:v>
                </c:pt>
                <c:pt idx="148">
                  <c:v>2.3126293198128818E-15</c:v>
                </c:pt>
                <c:pt idx="149">
                  <c:v>3.099732851033382E-15</c:v>
                </c:pt>
                <c:pt idx="150">
                  <c:v>4.1435135381681856E-15</c:v>
                </c:pt>
                <c:pt idx="151">
                  <c:v>5.5240183678292556E-15</c:v>
                </c:pt>
                <c:pt idx="152">
                  <c:v>7.3451151835883332E-15</c:v>
                </c:pt>
                <c:pt idx="153">
                  <c:v>9.7412399362237265E-15</c:v>
                </c:pt>
                <c:pt idx="154">
                  <c:v>1.2885957637471317E-14</c:v>
                </c:pt>
                <c:pt idx="155">
                  <c:v>1.7002798062976421E-14</c:v>
                </c:pt>
                <c:pt idx="156">
                  <c:v>2.2378937608006083E-14</c:v>
                </c:pt>
                <c:pt idx="157">
                  <c:v>2.9382433799797812E-14</c:v>
                </c:pt>
                <c:pt idx="158">
                  <c:v>3.8483883974112196E-14</c:v>
                </c:pt>
                <c:pt idx="159">
                  <c:v>5.0283580684190108E-14</c:v>
                </c:pt>
                <c:pt idx="160">
                  <c:v>6.5545480847861367E-14</c:v>
                </c:pt>
                <c:pt idx="161">
                  <c:v>8.5239602140510258E-14</c:v>
                </c:pt>
                <c:pt idx="162">
                  <c:v>1.105948189951689E-13</c:v>
                </c:pt>
                <c:pt idx="163">
                  <c:v>1.431644639295941E-13</c:v>
                </c:pt>
                <c:pt idx="164">
                  <c:v>1.8490766211082089E-13</c:v>
                </c:pt>
                <c:pt idx="165">
                  <c:v>2.3828995494126937E-13</c:v>
                </c:pt>
                <c:pt idx="166">
                  <c:v>3.0640752178378328E-13</c:v>
                </c:pt>
                <c:pt idx="167">
                  <c:v>3.9314021089597648E-13</c:v>
                </c:pt>
                <c:pt idx="168">
                  <c:v>5.0333966828005475E-13</c:v>
                </c:pt>
                <c:pt idx="169">
                  <c:v>6.4306013802950269E-13</c:v>
                </c:pt>
                <c:pt idx="170">
                  <c:v>8.198410365884339E-13</c:v>
                </c:pt>
                <c:pt idx="171">
                  <c:v>1.0430522187667839E-12</c:v>
                </c:pt>
                <c:pt idx="172">
                  <c:v>1.3243150047785252E-12</c:v>
                </c:pt>
                <c:pt idx="173">
                  <c:v>1.6780145821132507E-12</c:v>
                </c:pt>
                <c:pt idx="174">
                  <c:v>2.1219223996330667E-12</c:v>
                </c:pt>
                <c:pt idx="175">
                  <c:v>2.6779507098147495E-12</c:v>
                </c:pt>
                <c:pt idx="176">
                  <c:v>3.3730655757764925E-12</c:v>
                </c:pt>
                <c:pt idx="177">
                  <c:v>4.2403895426937253E-12</c:v>
                </c:pt>
                <c:pt idx="178">
                  <c:v>5.3205308929620899E-12</c:v>
                </c:pt>
                <c:pt idx="179">
                  <c:v>6.6631830918510238E-12</c:v>
                </c:pt>
                <c:pt idx="180">
                  <c:v>8.3290458345874914E-12</c:v>
                </c:pt>
                <c:pt idx="181">
                  <c:v>1.0392128196582162E-11</c:v>
                </c:pt>
                <c:pt idx="182">
                  <c:v>1.29425049586492E-11</c:v>
                </c:pt>
                <c:pt idx="183">
                  <c:v>1.6089609447103852E-11</c:v>
                </c:pt>
                <c:pt idx="184">
                  <c:v>1.9966160441789659E-11</c:v>
                </c:pt>
                <c:pt idx="185">
                  <c:v>2.4732837142535586E-11</c:v>
                </c:pt>
                <c:pt idx="186">
                  <c:v>3.0583835160905263E-11</c:v>
                </c:pt>
                <c:pt idx="187">
                  <c:v>3.7753458373236589E-11</c:v>
                </c:pt>
                <c:pt idx="188">
                  <c:v>4.6523926630257714E-11</c:v>
                </c:pt>
                <c:pt idx="189">
                  <c:v>5.7234608213206426E-11</c:v>
                </c:pt>
                <c:pt idx="190">
                  <c:v>7.0292919054435136E-11</c:v>
                </c:pt>
                <c:pt idx="191">
                  <c:v>8.6187168657926931E-11</c:v>
                </c:pt>
                <c:pt idx="192">
                  <c:v>1.055016759815593E-10</c:v>
                </c:pt>
                <c:pt idx="193">
                  <c:v>1.2893452796746651E-10</c:v>
                </c:pt>
                <c:pt idx="194">
                  <c:v>1.5731840969445993E-10</c:v>
                </c:pt>
                <c:pt idx="195">
                  <c:v>1.9164499912505727E-10</c:v>
                </c:pt>
                <c:pt idx="196">
                  <c:v>2.3309349206683334E-10</c:v>
                </c:pt>
                <c:pt idx="197">
                  <c:v>2.8306390529883045E-10</c:v>
                </c:pt>
                <c:pt idx="198">
                  <c:v>3.4321589896953858E-10</c:v>
                </c:pt>
                <c:pt idx="199">
                  <c:v>4.1551396460814338E-10</c:v>
                </c:pt>
                <c:pt idx="200">
                  <c:v>5.0227994378318321E-10</c:v>
                </c:pt>
                <c:pt idx="201">
                  <c:v>6.0625397610186235E-10</c:v>
                </c:pt>
                <c:pt idx="202">
                  <c:v>7.3066512552099352E-10</c:v>
                </c:pt>
                <c:pt idx="203">
                  <c:v>8.7931310263858114E-10</c:v>
                </c:pt>
                <c:pt idx="204">
                  <c:v>1.0566626897195921E-9</c:v>
                </c:pt>
                <c:pt idx="205">
                  <c:v>1.2679526868157369E-9</c:v>
                </c:pt>
                <c:pt idx="206">
                  <c:v>1.5193214337880249E-9</c:v>
                </c:pt>
                <c:pt idx="207">
                  <c:v>1.8179512268452479E-9</c:v>
                </c:pt>
                <c:pt idx="208">
                  <c:v>2.1722342420911386E-9</c:v>
                </c:pt>
                <c:pt idx="209">
                  <c:v>2.5919629054582339E-9</c:v>
                </c:pt>
                <c:pt idx="210">
                  <c:v>3.0885480114649899E-9</c:v>
                </c:pt>
                <c:pt idx="211">
                  <c:v>3.675268295855264E-9</c:v>
                </c:pt>
                <c:pt idx="212">
                  <c:v>4.3675556130177421E-9</c:v>
                </c:pt>
                <c:pt idx="213">
                  <c:v>5.1833203620427558E-9</c:v>
                </c:pt>
                <c:pt idx="214">
                  <c:v>6.1433223495242522E-9</c:v>
                </c:pt>
                <c:pt idx="215">
                  <c:v>7.2715928772130169E-9</c:v>
                </c:pt>
                <c:pt idx="216">
                  <c:v>8.5959145031049636E-9</c:v>
                </c:pt>
                <c:pt idx="217">
                  <c:v>1.0148365650543235E-8</c:v>
                </c:pt>
                <c:pt idx="218">
                  <c:v>1.1965938036750079E-8</c:v>
                </c:pt>
                <c:pt idx="219">
                  <c:v>1.4091235765526387E-8</c:v>
                </c:pt>
                <c:pt idx="220">
                  <c:v>1.657326588461483E-8</c:v>
                </c:pt>
                <c:pt idx="221">
                  <c:v>1.9468331252663703E-8</c:v>
                </c:pt>
                <c:pt idx="222">
                  <c:v>2.2841037700448623E-8</c:v>
                </c:pt>
                <c:pt idx="223">
                  <c:v>2.6765428712874614E-8</c:v>
                </c:pt>
                <c:pt idx="224">
                  <c:v>3.1326262209503888E-8</c:v>
                </c:pt>
                <c:pt idx="225">
                  <c:v>3.6620445469417149E-8</c:v>
                </c:pt>
                <c:pt idx="226">
                  <c:v>4.2758645838949277E-8</c:v>
                </c:pt>
                <c:pt idx="227">
                  <c:v>4.9867096586259531E-8</c:v>
                </c:pt>
                <c:pt idx="228">
                  <c:v>5.8089619133236265E-8</c:v>
                </c:pt>
                <c:pt idx="229">
                  <c:v>6.7589884911431156E-8</c:v>
                </c:pt>
                <c:pt idx="230">
                  <c:v>7.8553942263415816E-8</c:v>
                </c:pt>
                <c:pt idx="231">
                  <c:v>9.1193036153268639E-8</c:v>
                </c:pt>
                <c:pt idx="232">
                  <c:v>1.0574675096891336E-7</c:v>
                </c:pt>
                <c:pt idx="233">
                  <c:v>1.2248650940430415E-7</c:v>
                </c:pt>
                <c:pt idx="234">
                  <c:v>1.4171946331023626E-7</c:v>
                </c:pt>
                <c:pt idx="235">
                  <c:v>1.6379281550870314E-7</c:v>
                </c:pt>
                <c:pt idx="236">
                  <c:v>1.8909861488640176E-7</c:v>
                </c:pt>
                <c:pt idx="237">
                  <c:v>2.1807907062825775E-7</c:v>
                </c:pt>
                <c:pt idx="238">
                  <c:v>2.5123243523056438E-7</c:v>
                </c:pt>
                <c:pt idx="239">
                  <c:v>2.8911950995547207E-7</c:v>
                </c:pt>
                <c:pt idx="240">
                  <c:v>3.3237083066263255E-7</c:v>
                </c:pt>
                <c:pt idx="241">
                  <c:v>3.8169459648910834E-7</c:v>
                </c:pt>
                <c:pt idx="242">
                  <c:v>4.3788540865329775E-7</c:v>
                </c:pt>
                <c:pt idx="243">
                  <c:v>5.0183389174095914E-7</c:v>
                </c:pt>
                <c:pt idx="244">
                  <c:v>5.7453727519868097E-7</c:v>
                </c:pt>
                <c:pt idx="245">
                  <c:v>6.571110184193933E-7</c:v>
                </c:pt>
                <c:pt idx="246">
                  <c:v>7.5080156876179321E-7</c:v>
                </c:pt>
                <c:pt idx="247">
                  <c:v>8.5700034810642916E-7</c:v>
                </c:pt>
                <c:pt idx="248">
                  <c:v>9.7725907011988896E-7</c:v>
                </c:pt>
                <c:pt idx="249">
                  <c:v>1.1133064972784023E-6</c:v>
                </c:pt>
                <c:pt idx="250">
                  <c:v>1.267066753895755E-6</c:v>
                </c:pt>
                <c:pt idx="251">
                  <c:v>1.4406793189087238E-6</c:v>
                </c:pt>
                <c:pt idx="252">
                  <c:v>1.6365208299947567E-6</c:v>
                </c:pt>
                <c:pt idx="253">
                  <c:v>1.8572288387320973E-6</c:v>
                </c:pt>
                <c:pt idx="254">
                  <c:v>2.1057276649543736E-6</c:v>
                </c:pt>
                <c:pt idx="255">
                  <c:v>2.3852565071990245E-6</c:v>
                </c:pt>
                <c:pt idx="256">
                  <c:v>2.6993999751911266E-6</c:v>
                </c:pt>
                <c:pt idx="257">
                  <c:v>3.0521212196332562E-6</c:v>
                </c:pt>
                <c:pt idx="258">
                  <c:v>3.4477978441770914E-6</c:v>
                </c:pt>
                <c:pt idx="259">
                  <c:v>3.8912607943192766E-6</c:v>
                </c:pt>
                <c:pt idx="260">
                  <c:v>4.3878364280757241E-6</c:v>
                </c:pt>
                <c:pt idx="261">
                  <c:v>4.9433919836277795E-6</c:v>
                </c:pt>
                <c:pt idx="262">
                  <c:v>5.5643846696798471E-6</c:v>
                </c:pt>
                <c:pt idx="263">
                  <c:v>6.2579146149923979E-6</c:v>
                </c:pt>
                <c:pt idx="264">
                  <c:v>7.0317819244378358E-6</c:v>
                </c:pt>
                <c:pt idx="265">
                  <c:v>7.8945480999323153E-6</c:v>
                </c:pt>
                <c:pt idx="266">
                  <c:v>8.8556020956929636E-6</c:v>
                </c:pt>
                <c:pt idx="267">
                  <c:v>9.9252312884266423E-6</c:v>
                </c:pt>
                <c:pt idx="268">
                  <c:v>1.1114697654223318E-5</c:v>
                </c:pt>
                <c:pt idx="269">
                  <c:v>1.2436319455073977E-5</c:v>
                </c:pt>
                <c:pt idx="270">
                  <c:v>1.3903558748999978E-5</c:v>
                </c:pt>
                <c:pt idx="271">
                  <c:v>1.5531115048736167E-5</c:v>
                </c:pt>
                <c:pt idx="272">
                  <c:v>1.733502546468065E-5</c:v>
                </c:pt>
                <c:pt idx="273">
                  <c:v>1.9332771678369375E-5</c:v>
                </c:pt>
                <c:pt idx="274">
                  <c:v>2.1543394102989531E-5</c:v>
                </c:pt>
                <c:pt idx="275">
                  <c:v>2.3987613597348447E-5</c:v>
                </c:pt>
                <c:pt idx="276">
                  <c:v>2.6687961109186846E-5</c:v>
                </c:pt>
                <c:pt idx="277">
                  <c:v>2.9668915632735276E-5</c:v>
                </c:pt>
                <c:pt idx="278">
                  <c:v>3.2957050873825297E-5</c:v>
                </c:pt>
                <c:pt idx="279">
                  <c:v>3.6581191023675171E-5</c:v>
                </c:pt>
                <c:pt idx="280">
                  <c:v>4.0572576049538755E-5</c:v>
                </c:pt>
                <c:pt idx="281">
                  <c:v>4.4965036916697659E-5</c:v>
                </c:pt>
                <c:pt idx="282">
                  <c:v>4.9795181161666235E-5</c:v>
                </c:pt>
                <c:pt idx="283">
                  <c:v>5.5102589240920368E-5</c:v>
                </c:pt>
                <c:pt idx="284">
                  <c:v>6.0930022082841917E-5</c:v>
                </c:pt>
                <c:pt idx="285">
                  <c:v>6.7323640272784382E-5</c:v>
                </c:pt>
                <c:pt idx="286">
                  <c:v>7.4333235302197128E-5</c:v>
                </c:pt>
                <c:pt idx="287">
                  <c:v>8.2012473312367422E-5</c:v>
                </c:pt>
                <c:pt idx="288">
                  <c:v>9.04191517616189E-5</c:v>
                </c:pt>
                <c:pt idx="289">
                  <c:v>9.9615469441501948E-5</c:v>
                </c:pt>
                <c:pt idx="290">
                  <c:v>1.0966831026263134E-4</c:v>
                </c:pt>
                <c:pt idx="291">
                  <c:v>1.206495412242293E-4</c:v>
                </c:pt>
                <c:pt idx="292">
                  <c:v>1.3263632497303882E-4</c:v>
                </c:pt>
                <c:pt idx="293">
                  <c:v>1.4571144734694367E-4</c:v>
                </c:pt>
                <c:pt idx="294">
                  <c:v>1.5996366028640227E-4</c:v>
                </c:pt>
                <c:pt idx="295">
                  <c:v>1.7548804048242778E-4</c:v>
                </c:pt>
                <c:pt idx="296">
                  <c:v>1.9238636411328868E-4</c:v>
                </c:pt>
                <c:pt idx="297">
                  <c:v>2.107674980034359E-4</c:v>
                </c:pt>
                <c:pt idx="298">
                  <c:v>2.3074780751700699E-4</c:v>
                </c:pt>
                <c:pt idx="299">
                  <c:v>2.5245158147476558E-4</c:v>
                </c:pt>
                <c:pt idx="300">
                  <c:v>2.7601147435747902E-4</c:v>
                </c:pt>
                <c:pt idx="301">
                  <c:v>3.01568966030113E-4</c:v>
                </c:pt>
                <c:pt idx="302">
                  <c:v>3.2927483919027695E-4</c:v>
                </c:pt>
                <c:pt idx="303">
                  <c:v>3.592896747104443E-4</c:v>
                </c:pt>
                <c:pt idx="304">
                  <c:v>3.9178436500730027E-4</c:v>
                </c:pt>
                <c:pt idx="305">
                  <c:v>4.2694064553209967E-4</c:v>
                </c:pt>
                <c:pt idx="306">
                  <c:v>4.6495164443429284E-4</c:v>
                </c:pt>
                <c:pt idx="307">
                  <c:v>5.0602245040571366E-4</c:v>
                </c:pt>
                <c:pt idx="308">
                  <c:v>5.5037069866532482E-4</c:v>
                </c:pt>
                <c:pt idx="309">
                  <c:v>5.9822717499407132E-4</c:v>
                </c:pt>
                <c:pt idx="310">
                  <c:v>6.4983643767630469E-4</c:v>
                </c:pt>
                <c:pt idx="311">
                  <c:v>7.0545745714858975E-4</c:v>
                </c:pt>
                <c:pt idx="312">
                  <c:v>7.6536427309762561E-4</c:v>
                </c:pt>
                <c:pt idx="313">
                  <c:v>8.2984666868831714E-4</c:v>
                </c:pt>
                <c:pt idx="314">
                  <c:v>8.9921086153847305E-4</c:v>
                </c:pt>
                <c:pt idx="315">
                  <c:v>9.7378021099059158E-4</c:v>
                </c:pt>
                <c:pt idx="316">
                  <c:v>1.0538959411616935E-3</c:v>
                </c:pt>
                <c:pt idx="317">
                  <c:v>1.1399178791811682E-3</c:v>
                </c:pt>
                <c:pt idx="318">
                  <c:v>1.23222520795243E-3</c:v>
                </c:pt>
                <c:pt idx="319">
                  <c:v>1.3312172326985776E-3</c:v>
                </c:pt>
                <c:pt idx="320">
                  <c:v>1.4373141604741555E-3</c:v>
                </c:pt>
                <c:pt idx="321">
                  <c:v>1.5509578917451655E-3</c:v>
                </c:pt>
                <c:pt idx="322">
                  <c:v>1.6726128230580071E-3</c:v>
                </c:pt>
                <c:pt idx="323">
                  <c:v>1.8027666597347789E-3</c:v>
                </c:pt>
                <c:pt idx="324">
                  <c:v>1.9419312374476722E-3</c:v>
                </c:pt>
                <c:pt idx="325">
                  <c:v>2.090643351439997E-3</c:v>
                </c:pt>
                <c:pt idx="326">
                  <c:v>2.2494655920736778E-3</c:v>
                </c:pt>
                <c:pt idx="327">
                  <c:v>2.4189871852969627E-3</c:v>
                </c:pt>
                <c:pt idx="328">
                  <c:v>2.5998248365370871E-3</c:v>
                </c:pt>
                <c:pt idx="329">
                  <c:v>2.7926235764348262E-3</c:v>
                </c:pt>
                <c:pt idx="330">
                  <c:v>2.9980576067504222E-3</c:v>
                </c:pt>
                <c:pt idx="331">
                  <c:v>3.2168311446813176E-3</c:v>
                </c:pt>
                <c:pt idx="332">
                  <c:v>3.4496792637463227E-3</c:v>
                </c:pt>
                <c:pt idx="333">
                  <c:v>3.6973687293034053E-3</c:v>
                </c:pt>
                <c:pt idx="334">
                  <c:v>3.9606988266840592E-3</c:v>
                </c:pt>
                <c:pt idx="335">
                  <c:v>4.2405021798433522E-3</c:v>
                </c:pt>
                <c:pt idx="336">
                  <c:v>4.5376455583425526E-3</c:v>
                </c:pt>
                <c:pt idx="337">
                  <c:v>4.8530306704031396E-3</c:v>
                </c:pt>
                <c:pt idx="338">
                  <c:v>5.1875949396917101E-3</c:v>
                </c:pt>
                <c:pt idx="339">
                  <c:v>5.5423122634245857E-3</c:v>
                </c:pt>
                <c:pt idx="340">
                  <c:v>5.918193749305173E-3</c:v>
                </c:pt>
                <c:pt idx="341">
                  <c:v>6.3162884287455276E-3</c:v>
                </c:pt>
                <c:pt idx="342">
                  <c:v>6.7376839437550042E-3</c:v>
                </c:pt>
                <c:pt idx="343">
                  <c:v>7.1835072048224199E-3</c:v>
                </c:pt>
                <c:pt idx="344">
                  <c:v>7.6549250170635207E-3</c:v>
                </c:pt>
                <c:pt idx="345">
                  <c:v>8.1531446718543458E-3</c:v>
                </c:pt>
                <c:pt idx="346">
                  <c:v>8.6794145011285118E-3</c:v>
                </c:pt>
                <c:pt idx="347">
                  <c:v>9.2350243914762487E-3</c:v>
                </c:pt>
                <c:pt idx="348">
                  <c:v>9.8213062551516205E-3</c:v>
                </c:pt>
                <c:pt idx="349">
                  <c:v>1.0439634455066196E-2</c:v>
                </c:pt>
                <c:pt idx="350">
                  <c:v>1.1091426180829719E-2</c:v>
                </c:pt>
                <c:pt idx="351">
                  <c:v>1.1778141772882649E-2</c:v>
                </c:pt>
                <c:pt idx="352">
                  <c:v>1.2501284991763111E-2</c:v>
                </c:pt>
                <c:pt idx="353">
                  <c:v>1.3262403229548015E-2</c:v>
                </c:pt>
                <c:pt idx="354">
                  <c:v>1.406308766052277E-2</c:v>
                </c:pt>
                <c:pt idx="355">
                  <c:v>1.4904973328145962E-2</c:v>
                </c:pt>
                <c:pt idx="356">
                  <c:v>1.5789739165404635E-2</c:v>
                </c:pt>
                <c:pt idx="357">
                  <c:v>1.6719107945690218E-2</c:v>
                </c:pt>
                <c:pt idx="358">
                  <c:v>1.7694846161363451E-2</c:v>
                </c:pt>
                <c:pt idx="359">
                  <c:v>1.8718763827231644E-2</c:v>
                </c:pt>
                <c:pt idx="360">
                  <c:v>1.9792714206222427E-2</c:v>
                </c:pt>
                <c:pt idx="361">
                  <c:v>2.0918593454604117E-2</c:v>
                </c:pt>
                <c:pt idx="362">
                  <c:v>2.209834018418376E-2</c:v>
                </c:pt>
                <c:pt idx="363">
                  <c:v>2.3333934938998581E-2</c:v>
                </c:pt>
                <c:pt idx="364">
                  <c:v>2.4627399584119664E-2</c:v>
                </c:pt>
                <c:pt idx="365">
                  <c:v>2.5980796604284696E-2</c:v>
                </c:pt>
                <c:pt idx="366">
                  <c:v>2.7396228310195142E-2</c:v>
                </c:pt>
                <c:pt idx="367">
                  <c:v>2.8875835950441409E-2</c:v>
                </c:pt>
                <c:pt idx="368">
                  <c:v>3.0421798727147557E-2</c:v>
                </c:pt>
                <c:pt idx="369">
                  <c:v>3.2036332713569156E-2</c:v>
                </c:pt>
                <c:pt idx="370">
                  <c:v>3.3721689672038931E-2</c:v>
                </c:pt>
                <c:pt idx="371">
                  <c:v>3.5480155770797439E-2</c:v>
                </c:pt>
                <c:pt idx="372">
                  <c:v>3.7314050198436602E-2</c:v>
                </c:pt>
                <c:pt idx="373">
                  <c:v>3.9225723674838689E-2</c:v>
                </c:pt>
                <c:pt idx="374">
                  <c:v>4.1217556857695452E-2</c:v>
                </c:pt>
                <c:pt idx="375">
                  <c:v>4.3291958643872516E-2</c:v>
                </c:pt>
                <c:pt idx="376">
                  <c:v>4.5451364365098203E-2</c:v>
                </c:pt>
                <c:pt idx="377">
                  <c:v>4.7698233877641077E-2</c:v>
                </c:pt>
                <c:pt idx="378">
                  <c:v>5.003504954587918E-2</c:v>
                </c:pt>
                <c:pt idx="379">
                  <c:v>5.2464314119868793E-2</c:v>
                </c:pt>
                <c:pt idx="380">
                  <c:v>5.4988548507243065E-2</c:v>
                </c:pt>
                <c:pt idx="381">
                  <c:v>5.7610289440023152E-2</c:v>
                </c:pt>
                <c:pt idx="382">
                  <c:v>6.0332087037127405E-2</c:v>
                </c:pt>
                <c:pt idx="383">
                  <c:v>6.3156502263643888E-2</c:v>
                </c:pt>
                <c:pt idx="384">
                  <c:v>6.6086104288141018E-2</c:v>
                </c:pt>
                <c:pt idx="385">
                  <c:v>6.912346773955054E-2</c:v>
                </c:pt>
                <c:pt idx="386">
                  <c:v>7.2271169865434595E-2</c:v>
                </c:pt>
                <c:pt idx="387">
                  <c:v>7.5531787593640251E-2</c:v>
                </c:pt>
                <c:pt idx="388">
                  <c:v>7.8907894499662318E-2</c:v>
                </c:pt>
                <c:pt idx="389">
                  <c:v>8.2402057682254531E-2</c:v>
                </c:pt>
                <c:pt idx="390">
                  <c:v>8.601683455008885E-2</c:v>
                </c:pt>
                <c:pt idx="391">
                  <c:v>8.9754769522521816E-2</c:v>
                </c:pt>
                <c:pt idx="392">
                  <c:v>9.3618390647776661E-2</c:v>
                </c:pt>
                <c:pt idx="393">
                  <c:v>9.7610206142115893E-2</c:v>
                </c:pt>
                <c:pt idx="394">
                  <c:v>0.10173270085379058</c:v>
                </c:pt>
                <c:pt idx="395">
                  <c:v>0.10598833265584431</c:v>
                </c:pt>
                <c:pt idx="396">
                  <c:v>0.11037952877207138</c:v>
                </c:pt>
                <c:pt idx="397">
                  <c:v>0.11490868204063313</c:v>
                </c:pt>
                <c:pt idx="398">
                  <c:v>0.11957814712014793</c:v>
                </c:pt>
                <c:pt idx="399">
                  <c:v>0.12439023664320688</c:v>
                </c:pt>
                <c:pt idx="400">
                  <c:v>0.12934721732254706</c:v>
                </c:pt>
                <c:pt idx="401">
                  <c:v>0.13445130601529992</c:v>
                </c:pt>
                <c:pt idx="402">
                  <c:v>0.13970466575096038</c:v>
                </c:pt>
                <c:pt idx="403">
                  <c:v>0.14510940172885439</c:v>
                </c:pt>
                <c:pt idx="404">
                  <c:v>0.15066755729116682</c:v>
                </c:pt>
                <c:pt idx="405">
                  <c:v>0.15638110987769108</c:v>
                </c:pt>
                <c:pt idx="406">
                  <c:v>0.16225196696863192</c:v>
                </c:pt>
                <c:pt idx="407">
                  <c:v>0.16828196202199275</c:v>
                </c:pt>
                <c:pt idx="408">
                  <c:v>0.17447285041219349</c:v>
                </c:pt>
                <c:pt idx="409">
                  <c:v>0.18082630537666489</c:v>
                </c:pt>
                <c:pt idx="410">
                  <c:v>0.18734391397734673</c:v>
                </c:pt>
                <c:pt idx="411">
                  <c:v>0.1940271730840793</c:v>
                </c:pt>
                <c:pt idx="412">
                  <c:v>0.20087748538695652</c:v>
                </c:pt>
                <c:pt idx="413">
                  <c:v>0.20789615544484044</c:v>
                </c:pt>
                <c:pt idx="414">
                  <c:v>0.2150843857772323</c:v>
                </c:pt>
                <c:pt idx="415">
                  <c:v>0.22244327300680075</c:v>
                </c:pt>
                <c:pt idx="416">
                  <c:v>0.22997380405985085</c:v>
                </c:pt>
                <c:pt idx="417">
                  <c:v>0.23767685243208792</c:v>
                </c:pt>
                <c:pt idx="418">
                  <c:v>0.24555317452696246</c:v>
                </c:pt>
                <c:pt idx="419">
                  <c:v>0.25360340607394039</c:v>
                </c:pt>
                <c:pt idx="420">
                  <c:v>0.2618280586339668</c:v>
                </c:pt>
                <c:pt idx="421">
                  <c:v>0.27022751619935564</c:v>
                </c:pt>
                <c:pt idx="422">
                  <c:v>0.27880203189526587</c:v>
                </c:pt>
                <c:pt idx="423">
                  <c:v>0.28755172478988672</c:v>
                </c:pt>
                <c:pt idx="424">
                  <c:v>0.29647657682029444</c:v>
                </c:pt>
                <c:pt idx="425">
                  <c:v>0.30557642984088917</c:v>
                </c:pt>
                <c:pt idx="426">
                  <c:v>0.31485098280115981</c:v>
                </c:pt>
                <c:pt idx="427">
                  <c:v>0.3242997890594102</c:v>
                </c:pt>
                <c:pt idx="428">
                  <c:v>0.33392225383886498</c:v>
                </c:pt>
                <c:pt idx="429">
                  <c:v>0.34371763183250237</c:v>
                </c:pt>
                <c:pt idx="430">
                  <c:v>0.35368502496262194</c:v>
                </c:pt>
                <c:pt idx="431">
                  <c:v>0.36382338030115963</c:v>
                </c:pt>
                <c:pt idx="432">
                  <c:v>0.37413148815626995</c:v>
                </c:pt>
                <c:pt idx="433">
                  <c:v>0.38460798033076282</c:v>
                </c:pt>
                <c:pt idx="434">
                  <c:v>0.39525132855747647</c:v>
                </c:pt>
                <c:pt idx="435">
                  <c:v>0.40605984311660087</c:v>
                </c:pt>
                <c:pt idx="436">
                  <c:v>0.41703167163958232</c:v>
                </c:pt>
                <c:pt idx="437">
                  <c:v>0.42816479810393837</c:v>
                </c:pt>
                <c:pt idx="438">
                  <c:v>0.43945704202318658</c:v>
                </c:pt>
                <c:pt idx="439">
                  <c:v>0.45090605783555099</c:v>
                </c:pt>
                <c:pt idx="440">
                  <c:v>0.46250933449495979</c:v>
                </c:pt>
                <c:pt idx="441">
                  <c:v>0.47426419526744934</c:v>
                </c:pt>
                <c:pt idx="442">
                  <c:v>0.48616779773580704</c:v>
                </c:pt>
                <c:pt idx="443">
                  <c:v>0.49821713401484624</c:v>
                </c:pt>
                <c:pt idx="444">
                  <c:v>0.5104090311795062</c:v>
                </c:pt>
                <c:pt idx="445">
                  <c:v>0.52274015190740464</c:v>
                </c:pt>
                <c:pt idx="446">
                  <c:v>0.53520699533737748</c:v>
                </c:pt>
                <c:pt idx="447">
                  <c:v>0.54780589814482405</c:v>
                </c:pt>
                <c:pt idx="448">
                  <c:v>0.56053303583474734</c:v>
                </c:pt>
                <c:pt idx="449">
                  <c:v>0.5733844242525068</c:v>
                </c:pt>
                <c:pt idx="450">
                  <c:v>0.58635592131231185</c:v>
                </c:pt>
                <c:pt idx="451">
                  <c:v>0.59944322894299129</c:v>
                </c:pt>
                <c:pt idx="452">
                  <c:v>0.61264189524996149</c:v>
                </c:pt>
                <c:pt idx="453">
                  <c:v>0.62594731689244043</c:v>
                </c:pt>
                <c:pt idx="454">
                  <c:v>0.63935474167397133</c:v>
                </c:pt>
                <c:pt idx="455">
                  <c:v>0.65285927134439703</c:v>
                </c:pt>
                <c:pt idx="456">
                  <c:v>0.66645586461091066</c:v>
                </c:pt>
                <c:pt idx="457">
                  <c:v>0.68013934035523105</c:v>
                </c:pt>
                <c:pt idx="458">
                  <c:v>0.69390438105403796</c:v>
                </c:pt>
                <c:pt idx="459">
                  <c:v>0.70774553639887694</c:v>
                </c:pt>
                <c:pt idx="460">
                  <c:v>0.72165722711186842</c:v>
                </c:pt>
                <c:pt idx="461">
                  <c:v>0.73563374895287781</c:v>
                </c:pt>
                <c:pt idx="462">
                  <c:v>0.7496692769137594</c:v>
                </c:pt>
                <c:pt idx="463">
                  <c:v>0.76375786959443914</c:v>
                </c:pt>
                <c:pt idx="464">
                  <c:v>0.77789347375607765</c:v>
                </c:pt>
                <c:pt idx="465">
                  <c:v>0.79206992904527973</c:v>
                </c:pt>
                <c:pt idx="466">
                  <c:v>0.80628097288385137</c:v>
                </c:pt>
                <c:pt idx="467">
                  <c:v>0.82052024551777003</c:v>
                </c:pt>
                <c:pt idx="468">
                  <c:v>0.83478129521899924</c:v>
                </c:pt>
                <c:pt idx="469">
                  <c:v>0.84905758363337469</c:v>
                </c:pt>
                <c:pt idx="470">
                  <c:v>0.8633424912676444</c:v>
                </c:pt>
                <c:pt idx="471">
                  <c:v>0.87762932310839159</c:v>
                </c:pt>
                <c:pt idx="472">
                  <c:v>0.89191131436537463</c:v>
                </c:pt>
                <c:pt idx="473">
                  <c:v>0.90618163633167281</c:v>
                </c:pt>
                <c:pt idx="474">
                  <c:v>0.92043340235265547</c:v>
                </c:pt>
                <c:pt idx="475">
                  <c:v>0.93465967389574955</c:v>
                </c:pt>
                <c:pt idx="476">
                  <c:v>0.94885346671275828</c:v>
                </c:pt>
                <c:pt idx="477">
                  <c:v>0.96300775708623321</c:v>
                </c:pt>
                <c:pt idx="478">
                  <c:v>0.97711548815150473</c:v>
                </c:pt>
                <c:pt idx="479">
                  <c:v>0.99116957628553537</c:v>
                </c:pt>
                <c:pt idx="480">
                  <c:v>1.0051629175537977</c:v>
                </c:pt>
                <c:pt idx="481">
                  <c:v>1.0190883942064224</c:v>
                </c:pt>
                <c:pt idx="482">
                  <c:v>1.0329388812144937</c:v>
                </c:pt>
                <c:pt idx="483">
                  <c:v>1.0467072528375612</c:v>
                </c:pt>
                <c:pt idx="484">
                  <c:v>1.0603863892132426</c:v>
                </c:pt>
                <c:pt idx="485">
                  <c:v>1.0739691829598237</c:v>
                </c:pt>
                <c:pt idx="486">
                  <c:v>1.0874485457827385</c:v>
                </c:pt>
                <c:pt idx="487">
                  <c:v>1.1008174150758803</c:v>
                </c:pt>
                <c:pt idx="488">
                  <c:v>1.1140687605085033</c:v>
                </c:pt>
                <c:pt idx="489">
                  <c:v>1.1271955905889102</c:v>
                </c:pt>
                <c:pt idx="490">
                  <c:v>1.140190959195639</c:v>
                </c:pt>
                <c:pt idx="491">
                  <c:v>1.153047972067633</c:v>
                </c:pt>
                <c:pt idx="492">
                  <c:v>1.1657597932439994</c:v>
                </c:pt>
                <c:pt idx="493">
                  <c:v>1.1783196514452632</c:v>
                </c:pt>
                <c:pt idx="494">
                  <c:v>1.1907208463870618</c:v>
                </c:pt>
                <c:pt idx="495">
                  <c:v>1.2029567550179148</c:v>
                </c:pt>
                <c:pt idx="496">
                  <c:v>1.2150208376728866</c:v>
                </c:pt>
                <c:pt idx="497">
                  <c:v>1.2269066441347776</c:v>
                </c:pt>
                <c:pt idx="498">
                  <c:v>1.2386078195950572</c:v>
                </c:pt>
                <c:pt idx="499">
                  <c:v>1.2501181105064649</c:v>
                </c:pt>
                <c:pt idx="500">
                  <c:v>1.2614313703201128</c:v>
                </c:pt>
                <c:pt idx="501">
                  <c:v>1.2725415650991887</c:v>
                </c:pt>
                <c:pt idx="502">
                  <c:v>1.2834427790025951</c:v>
                </c:pt>
                <c:pt idx="503">
                  <c:v>1.2941292196312262</c:v>
                </c:pt>
                <c:pt idx="504">
                  <c:v>1.3045952232304754</c:v>
                </c:pt>
                <c:pt idx="505">
                  <c:v>1.3148352597424804</c:v>
                </c:pt>
                <c:pt idx="506">
                  <c:v>1.3248439377017953</c:v>
                </c:pt>
                <c:pt idx="507">
                  <c:v>1.3346160089689978</c:v>
                </c:pt>
                <c:pt idx="508">
                  <c:v>1.3441463732962928</c:v>
                </c:pt>
                <c:pt idx="509">
                  <c:v>1.3534300827198904</c:v>
                </c:pt>
                <c:pt idx="510">
                  <c:v>1.36246234577451</c:v>
                </c:pt>
                <c:pt idx="511">
                  <c:v>1.3712385315247362</c:v>
                </c:pt>
                <c:pt idx="512">
                  <c:v>1.3797541734093413</c:v>
                </c:pt>
                <c:pt idx="513">
                  <c:v>1.38800497289438</c:v>
                </c:pt>
                <c:pt idx="514">
                  <c:v>1.3959868029311091</c:v>
                </c:pt>
                <c:pt idx="515">
                  <c:v>1.4036957112156367</c:v>
                </c:pt>
                <c:pt idx="516">
                  <c:v>1.4111279232469935</c:v>
                </c:pt>
                <c:pt idx="517">
                  <c:v>1.4182798451809147</c:v>
                </c:pt>
                <c:pt idx="518">
                  <c:v>1.4251480664770209</c:v>
                </c:pt>
                <c:pt idx="519">
                  <c:v>1.4317293623369611</c:v>
                </c:pt>
                <c:pt idx="520">
                  <c:v>1.4380206959322313</c:v>
                </c:pt>
                <c:pt idx="521">
                  <c:v>1.4440192204198161</c:v>
                </c:pt>
                <c:pt idx="522">
                  <c:v>1.4497222807447163</c:v>
                </c:pt>
                <c:pt idx="523">
                  <c:v>1.455127415228604</c:v>
                </c:pt>
                <c:pt idx="524">
                  <c:v>1.4602323569440583</c:v>
                </c:pt>
                <c:pt idx="525">
                  <c:v>1.4650350348743038</c:v>
                </c:pt>
                <c:pt idx="526">
                  <c:v>1.4695335748586886</c:v>
                </c:pt>
                <c:pt idx="527">
                  <c:v>1.4737263003241274</c:v>
                </c:pt>
                <c:pt idx="528">
                  <c:v>1.4776117328039087</c:v>
                </c:pt>
                <c:pt idx="529">
                  <c:v>1.4811885922441619</c:v>
                </c:pt>
                <c:pt idx="530">
                  <c:v>1.4844557971001158</c:v>
                </c:pt>
                <c:pt idx="531">
                  <c:v>1.4874124642236068</c:v>
                </c:pt>
                <c:pt idx="532">
                  <c:v>1.4900579085436001</c:v>
                </c:pt>
                <c:pt idx="533">
                  <c:v>1.4923916425424235</c:v>
                </c:pt>
                <c:pt idx="534">
                  <c:v>1.494413375529956</c:v>
                </c:pt>
                <c:pt idx="535">
                  <c:v>1.4961230127186966</c:v>
                </c:pt>
                <c:pt idx="536">
                  <c:v>1.4975206541027875</c:v>
                </c:pt>
                <c:pt idx="537">
                  <c:v>1.4986065931443289</c:v>
                </c:pt>
                <c:pt idx="538">
                  <c:v>1.4993813152704829</c:v>
                </c:pt>
                <c:pt idx="539">
                  <c:v>1.4998454961852958</c:v>
                </c:pt>
                <c:pt idx="540">
                  <c:v>1.5</c:v>
                </c:pt>
                <c:pt idx="541">
                  <c:v>1.4998458771863592</c:v>
                </c:pt>
                <c:pt idx="542">
                  <c:v>1.4993843623571648</c:v>
                </c:pt>
                <c:pt idx="543">
                  <c:v>1.4986168718787831</c:v>
                </c:pt>
                <c:pt idx="544">
                  <c:v>1.4975450013202789</c:v>
                </c:pt>
                <c:pt idx="545">
                  <c:v>1.4961705227443105</c:v>
                </c:pt>
                <c:pt idx="546">
                  <c:v>1.4944953818448337</c:v>
                </c:pt>
                <c:pt idx="547">
                  <c:v>1.4925216949368381</c:v>
                </c:pt>
                <c:pt idx="548">
                  <c:v>1.4902517458037141</c:v>
                </c:pt>
                <c:pt idx="549">
                  <c:v>1.4876879824075504</c:v>
                </c:pt>
                <c:pt idx="550">
                  <c:v>1.4848330134681818</c:v>
                </c:pt>
                <c:pt idx="551">
                  <c:v>1.4816896049168322</c:v>
                </c:pt>
                <c:pt idx="552">
                  <c:v>1.4782606762298987</c:v>
                </c:pt>
                <c:pt idx="553">
                  <c:v>1.4745492966492537</c:v>
                </c:pt>
                <c:pt idx="554">
                  <c:v>1.4705586812946825</c:v>
                </c:pt>
                <c:pt idx="555">
                  <c:v>1.4662921871748007</c:v>
                </c:pt>
                <c:pt idx="556">
                  <c:v>1.4617533091024135</c:v>
                </c:pt>
                <c:pt idx="557">
                  <c:v>1.4569456755206476</c:v>
                </c:pt>
                <c:pt idx="558">
                  <c:v>1.451873044245952</c:v>
                </c:pt>
                <c:pt idx="559">
                  <c:v>1.4465392981341543</c:v>
                </c:pt>
                <c:pt idx="560">
                  <c:v>1.4409484406758506</c:v>
                </c:pt>
                <c:pt idx="561">
                  <c:v>1.4351045915274985</c:v>
                </c:pt>
                <c:pt idx="562">
                  <c:v>1.429011981984093</c:v>
                </c:pt>
                <c:pt idx="563">
                  <c:v>1.4226749503999632</c:v>
                </c:pt>
                <c:pt idx="564">
                  <c:v>1.4160979375636533</c:v>
                </c:pt>
                <c:pt idx="565">
                  <c:v>1.4092854820331489</c:v>
                </c:pt>
                <c:pt idx="566">
                  <c:v>1.402242215437385</c:v>
                </c:pt>
                <c:pt idx="567">
                  <c:v>1.3949728577501115</c:v>
                </c:pt>
                <c:pt idx="568">
                  <c:v>1.3874822125422848</c:v>
                </c:pt>
                <c:pt idx="569">
                  <c:v>1.3797751622184675</c:v>
                </c:pt>
                <c:pt idx="570">
                  <c:v>1.3718566632434239</c:v>
                </c:pt>
                <c:pt idx="571">
                  <c:v>1.3637317413644121</c:v>
                </c:pt>
                <c:pt idx="572">
                  <c:v>1.355405486834858</c:v>
                </c:pt>
                <c:pt idx="573">
                  <c:v>1.3468830496449726</c:v>
                </c:pt>
                <c:pt idx="574">
                  <c:v>1.3381696347646725</c:v>
                </c:pt>
                <c:pt idx="575">
                  <c:v>1.3292704974041074</c:v>
                </c:pt>
                <c:pt idx="576">
                  <c:v>1.320190938296991</c:v>
                </c:pt>
                <c:pt idx="577">
                  <c:v>1.3109362990118159</c:v>
                </c:pt>
                <c:pt idx="578">
                  <c:v>1.3015119572958178</c:v>
                </c:pt>
                <c:pt idx="579">
                  <c:v>1.2919233224564652</c:v>
                </c:pt>
                <c:pt idx="580">
                  <c:v>1.282175830785224</c:v>
                </c:pt>
                <c:pt idx="581">
                  <c:v>1.2722749410279703</c:v>
                </c:pt>
                <c:pt idx="582">
                  <c:v>1.2622261299064259</c:v>
                </c:pt>
                <c:pt idx="583">
                  <c:v>1.2520348876949658</c:v>
                </c:pt>
                <c:pt idx="584">
                  <c:v>1.2417067138565661</c:v>
                </c:pt>
                <c:pt idx="585">
                  <c:v>1.2312471127420652</c:v>
                </c:pt>
                <c:pt idx="586">
                  <c:v>1.2206615893562107</c:v>
                </c:pt>
                <c:pt idx="587">
                  <c:v>1.2099556451942663</c:v>
                </c:pt>
                <c:pt idx="588">
                  <c:v>1.1991347741523983</c:v>
                </c:pt>
                <c:pt idx="589">
                  <c:v>1.1882044585152423</c:v>
                </c:pt>
                <c:pt idx="590">
                  <c:v>1.1771701650235311</c:v>
                </c:pt>
                <c:pt idx="591">
                  <c:v>1.166037341024855</c:v>
                </c:pt>
                <c:pt idx="592">
                  <c:v>1.1548114107101002</c:v>
                </c:pt>
                <c:pt idx="593">
                  <c:v>1.1434977714383359</c:v>
                </c:pt>
                <c:pt idx="594">
                  <c:v>1.1321017901523531</c:v>
                </c:pt>
                <c:pt idx="595">
                  <c:v>1.1206287998871083</c:v>
                </c:pt>
                <c:pt idx="596">
                  <c:v>1.1090840963732935</c:v>
                </c:pt>
                <c:pt idx="597">
                  <c:v>1.0974729347375951</c:v>
                </c:pt>
                <c:pt idx="598">
                  <c:v>1.0858005263017263</c:v>
                </c:pt>
                <c:pt idx="599">
                  <c:v>1.0740720354815048</c:v>
                </c:pt>
                <c:pt idx="600">
                  <c:v>1.0622925767874571</c:v>
                </c:pt>
                <c:pt idx="601">
                  <c:v>1.0504672119282739</c:v>
                </c:pt>
                <c:pt idx="602">
                  <c:v>1.0386009470179793</c:v>
                </c:pt>
                <c:pt idx="603">
                  <c:v>1.0266987298879848</c:v>
                </c:pt>
                <c:pt idx="604">
                  <c:v>1.0147654475044892</c:v>
                </c:pt>
                <c:pt idx="605">
                  <c:v>1.0028059234921418</c:v>
                </c:pt>
                <c:pt idx="606">
                  <c:v>0.99082491576413101</c:v>
                </c:pt>
                <c:pt idx="607">
                  <c:v>0.9788271142592444</c:v>
                </c:pt>
                <c:pt idx="608">
                  <c:v>0.96681713878589481</c:v>
                </c:pt>
                <c:pt idx="609">
                  <c:v>0.95479953697326536</c:v>
                </c:pt>
                <c:pt idx="610">
                  <c:v>0.9427787823293643</c:v>
                </c:pt>
                <c:pt idx="611">
                  <c:v>0.93075927240580991</c:v>
                </c:pt>
                <c:pt idx="612">
                  <c:v>0.91874532706895262</c:v>
                </c:pt>
                <c:pt idx="613">
                  <c:v>0.90674118687682748</c:v>
                </c:pt>
                <c:pt idx="614">
                  <c:v>0.89475101156133485</c:v>
                </c:pt>
                <c:pt idx="615">
                  <c:v>0.88277887861492443</c:v>
                </c:pt>
                <c:pt idx="616">
                  <c:v>0.87082878198086289</c:v>
                </c:pt>
                <c:pt idx="617">
                  <c:v>0.85890463084624014</c:v>
                </c:pt>
                <c:pt idx="618">
                  <c:v>0.84701024853655105</c:v>
                </c:pt>
                <c:pt idx="619">
                  <c:v>0.835149371510712</c:v>
                </c:pt>
                <c:pt idx="620">
                  <c:v>0.82332564845534617</c:v>
                </c:pt>
                <c:pt idx="621">
                  <c:v>0.81154263947674554</c:v>
                </c:pt>
                <c:pt idx="622">
                  <c:v>0.79980381538944578</c:v>
                </c:pt>
                <c:pt idx="623">
                  <c:v>0.78811255709945405</c:v>
                </c:pt>
                <c:pt idx="624">
                  <c:v>0.77647215508088829</c:v>
                </c:pt>
                <c:pt idx="625">
                  <c:v>0.76488580894417424</c:v>
                </c:pt>
                <c:pt idx="626">
                  <c:v>0.75335662709402851</c:v>
                </c:pt>
                <c:pt idx="627">
                  <c:v>0.74188762647552453</c:v>
                </c:pt>
                <c:pt idx="628">
                  <c:v>0.73048173240634395</c:v>
                </c:pt>
                <c:pt idx="629">
                  <c:v>0.7191417784931613</c:v>
                </c:pt>
                <c:pt idx="630">
                  <c:v>0.70787050663033857</c:v>
                </c:pt>
                <c:pt idx="631">
                  <c:v>0.69667056707880015</c:v>
                </c:pt>
                <c:pt idx="632">
                  <c:v>0.68554451862301446</c:v>
                </c:pt>
                <c:pt idx="633">
                  <c:v>0.6744948288040471</c:v>
                </c:pt>
                <c:pt idx="634">
                  <c:v>0.66352387422638781</c:v>
                </c:pt>
                <c:pt idx="635">
                  <c:v>0.65263394093650595</c:v>
                </c:pt>
                <c:pt idx="636">
                  <c:v>0.64182722487084132</c:v>
                </c:pt>
                <c:pt idx="637">
                  <c:v>0.6311058323710016</c:v>
                </c:pt>
                <c:pt idx="638">
                  <c:v>0.62047178076393417</c:v>
                </c:pt>
                <c:pt idx="639">
                  <c:v>0.60992699900475156</c:v>
                </c:pt>
                <c:pt idx="640">
                  <c:v>0.59947332837998857</c:v>
                </c:pt>
                <c:pt idx="641">
                  <c:v>0.58911252326888675</c:v>
                </c:pt>
                <c:pt idx="642">
                  <c:v>0.57884625196052664</c:v>
                </c:pt>
                <c:pt idx="643">
                  <c:v>0.56867609752441506</c:v>
                </c:pt>
                <c:pt idx="644">
                  <c:v>0.55860355873221801</c:v>
                </c:pt>
                <c:pt idx="645">
                  <c:v>0.54863005102840146</c:v>
                </c:pt>
                <c:pt idx="646">
                  <c:v>0.53875690754738925</c:v>
                </c:pt>
                <c:pt idx="647">
                  <c:v>0.52898538017503882</c:v>
                </c:pt>
                <c:pt idx="648">
                  <c:v>0.51931664065210215</c:v>
                </c:pt>
                <c:pt idx="649">
                  <c:v>0.50975178171741531</c:v>
                </c:pt>
                <c:pt idx="650">
                  <c:v>0.50029181828862068</c:v>
                </c:pt>
                <c:pt idx="651">
                  <c:v>0.49093768867811094</c:v>
                </c:pt>
                <c:pt idx="652">
                  <c:v>0.48169025584207414</c:v>
                </c:pt>
                <c:pt idx="653">
                  <c:v>0.47255030866047287</c:v>
                </c:pt>
                <c:pt idx="654">
                  <c:v>0.46351856324564977</c:v>
                </c:pt>
                <c:pt idx="655">
                  <c:v>0.45459566427771686</c:v>
                </c:pt>
                <c:pt idx="656">
                  <c:v>0.44578218636435413</c:v>
                </c:pt>
                <c:pt idx="657">
                  <c:v>0.43707863542315406</c:v>
                </c:pt>
                <c:pt idx="658">
                  <c:v>0.42848545008439642</c:v>
                </c:pt>
                <c:pt idx="659">
                  <c:v>0.42000300311233163</c:v>
                </c:pt>
                <c:pt idx="660">
                  <c:v>0.4116316028429392</c:v>
                </c:pt>
                <c:pt idx="661">
                  <c:v>0.4033714946363407</c:v>
                </c:pt>
                <c:pt idx="662">
                  <c:v>0.3952228623419608</c:v>
                </c:pt>
                <c:pt idx="663">
                  <c:v>0.38718582977457849</c:v>
                </c:pt>
                <c:pt idx="664">
                  <c:v>0.37926046219954834</c:v>
                </c:pt>
                <c:pt idx="665">
                  <c:v>0.37144676782541164</c:v>
                </c:pt>
                <c:pt idx="666">
                  <c:v>0.36374469930220399</c:v>
                </c:pt>
                <c:pt idx="667">
                  <c:v>0.35615415522381128</c:v>
                </c:pt>
                <c:pt idx="668">
                  <c:v>0.34867498163279936</c:v>
                </c:pt>
                <c:pt idx="669">
                  <c:v>0.34130697352608758</c:v>
                </c:pt>
                <c:pt idx="670">
                  <c:v>0.33404987636005756</c:v>
                </c:pt>
                <c:pt idx="671">
                  <c:v>0.32690338755354803</c:v>
                </c:pt>
                <c:pt idx="672">
                  <c:v>0.31986715798735244</c:v>
                </c:pt>
                <c:pt idx="673">
                  <c:v>0.31294079349889181</c:v>
                </c:pt>
                <c:pt idx="674">
                  <c:v>0.30612385637065792</c:v>
                </c:pt>
                <c:pt idx="675">
                  <c:v>0.29941586681125243</c:v>
                </c:pt>
                <c:pt idx="676">
                  <c:v>0.29281630442774886</c:v>
                </c:pt>
                <c:pt idx="677">
                  <c:v>0.28632460968820772</c:v>
                </c:pt>
                <c:pt idx="678">
                  <c:v>0.27994018537324888</c:v>
                </c:pt>
                <c:pt idx="679">
                  <c:v>0.27366239801557368</c:v>
                </c:pt>
                <c:pt idx="680">
                  <c:v>0.26749057932644599</c:v>
                </c:pt>
                <c:pt idx="681">
                  <c:v>0.26142402760812944</c:v>
                </c:pt>
                <c:pt idx="682">
                  <c:v>0.25546200915134659</c:v>
                </c:pt>
                <c:pt idx="683">
                  <c:v>0.24960375961691761</c:v>
                </c:pt>
                <c:pt idx="684">
                  <c:v>0.24384848540067156</c:v>
                </c:pt>
                <c:pt idx="685">
                  <c:v>0.23819536498092231</c:v>
                </c:pt>
                <c:pt idx="686">
                  <c:v>0.23264355024768485</c:v>
                </c:pt>
                <c:pt idx="687">
                  <c:v>0.22719216781299376</c:v>
                </c:pt>
                <c:pt idx="688">
                  <c:v>0.22184032030164125</c:v>
                </c:pt>
                <c:pt idx="689">
                  <c:v>0.21658708762171008</c:v>
                </c:pt>
                <c:pt idx="690">
                  <c:v>0.21143152821436467</c:v>
                </c:pt>
                <c:pt idx="691">
                  <c:v>0.20637268028234287</c:v>
                </c:pt>
                <c:pt idx="692">
                  <c:v>0.20140956299668408</c:v>
                </c:pt>
                <c:pt idx="693">
                  <c:v>0.19654117768123341</c:v>
                </c:pt>
                <c:pt idx="694">
                  <c:v>0.19176650897453018</c:v>
                </c:pt>
                <c:pt idx="695">
                  <c:v>0.18708452596869868</c:v>
                </c:pt>
                <c:pt idx="696">
                  <c:v>0.18249418332501968</c:v>
                </c:pt>
                <c:pt idx="697">
                  <c:v>0.17799442236589719</c:v>
                </c:pt>
                <c:pt idx="698">
                  <c:v>0.17358417214295613</c:v>
                </c:pt>
                <c:pt idx="699">
                  <c:v>0.16926235048103716</c:v>
                </c:pt>
                <c:pt idx="700">
                  <c:v>0.165027864997947</c:v>
                </c:pt>
                <c:pt idx="701">
                  <c:v>0.16087961409973364</c:v>
                </c:pt>
                <c:pt idx="702">
                  <c:v>0.1568164879514542</c:v>
                </c:pt>
                <c:pt idx="703">
                  <c:v>0.15283736942327225</c:v>
                </c:pt>
                <c:pt idx="704">
                  <c:v>0.14894113501186049</c:v>
                </c:pt>
                <c:pt idx="705">
                  <c:v>0.14512665573706182</c:v>
                </c:pt>
                <c:pt idx="706">
                  <c:v>0.14139279801382576</c:v>
                </c:pt>
                <c:pt idx="707">
                  <c:v>0.13773842449940848</c:v>
                </c:pt>
                <c:pt idx="708">
                  <c:v>0.13416239491591778</c:v>
                </c:pt>
                <c:pt idx="709">
                  <c:v>0.13066356684826805</c:v>
                </c:pt>
                <c:pt idx="710">
                  <c:v>0.12724079651763279</c:v>
                </c:pt>
                <c:pt idx="711">
                  <c:v>0.12389293953052016</c:v>
                </c:pt>
                <c:pt idx="712">
                  <c:v>0.12061885160363897</c:v>
                </c:pt>
                <c:pt idx="713">
                  <c:v>0.11741738926467196</c:v>
                </c:pt>
                <c:pt idx="714">
                  <c:v>0.11428741052918312</c:v>
                </c:pt>
                <c:pt idx="715">
                  <c:v>0.11122777555384712</c:v>
                </c:pt>
                <c:pt idx="716">
                  <c:v>0.10823734726621087</c:v>
                </c:pt>
                <c:pt idx="717">
                  <c:v>0.10531499197124079</c:v>
                </c:pt>
                <c:pt idx="718">
                  <c:v>0.10245957993491406</c:v>
                </c:pt>
                <c:pt idx="719">
                  <c:v>9.9669985945100514E-2</c:v>
                </c:pt>
                <c:pt idx="720">
                  <c:v>9.6945089850042729E-2</c:v>
                </c:pt>
                <c:pt idx="721">
                  <c:v>9.4283777074725919E-2</c:v>
                </c:pt>
                <c:pt idx="722">
                  <c:v>9.1684939115433919E-2</c:v>
                </c:pt>
                <c:pt idx="723">
                  <c:v>8.9147474012838124E-2</c:v>
                </c:pt>
                <c:pt idx="724">
                  <c:v>8.6670286803931365E-2</c:v>
                </c:pt>
                <c:pt idx="725">
                  <c:v>8.4252289953159934E-2</c:v>
                </c:pt>
                <c:pt idx="726">
                  <c:v>8.1892403763102709E-2</c:v>
                </c:pt>
                <c:pt idx="727">
                  <c:v>7.9589556765058966E-2</c:v>
                </c:pt>
                <c:pt idx="728">
                  <c:v>7.7342686089918539E-2</c:v>
                </c:pt>
                <c:pt idx="729">
                  <c:v>7.5150737819679236E-2</c:v>
                </c:pt>
                <c:pt idx="730">
                  <c:v>7.3012667320000058E-2</c:v>
                </c:pt>
                <c:pt idx="731">
                  <c:v>7.0927439554187732E-2</c:v>
                </c:pt>
                <c:pt idx="732">
                  <c:v>6.8894029378981952E-2</c:v>
                </c:pt>
                <c:pt idx="733">
                  <c:v>6.6911421822564474E-2</c:v>
                </c:pt>
                <c:pt idx="734">
                  <c:v>6.4978612345182846E-2</c:v>
                </c:pt>
                <c:pt idx="735">
                  <c:v>6.3094607082774479E-2</c:v>
                </c:pt>
                <c:pt idx="736">
                  <c:v>6.1258423074030108E-2</c:v>
                </c:pt>
                <c:pt idx="737">
                  <c:v>5.9469088471278089E-2</c:v>
                </c:pt>
                <c:pt idx="738">
                  <c:v>5.7725642735599769E-2</c:v>
                </c:pt>
                <c:pt idx="739">
                  <c:v>5.6027136816606371E-2</c:v>
                </c:pt>
                <c:pt idx="740">
                  <c:v>5.4372633317260943E-2</c:v>
                </c:pt>
                <c:pt idx="741">
                  <c:v>5.276120664417127E-2</c:v>
                </c:pt>
                <c:pt idx="742">
                  <c:v>5.1191943143755296E-2</c:v>
                </c:pt>
                <c:pt idx="743">
                  <c:v>4.9663941224694433E-2</c:v>
                </c:pt>
                <c:pt idx="744">
                  <c:v>4.817631146706372E-2</c:v>
                </c:pt>
                <c:pt idx="745">
                  <c:v>4.6728176718568631E-2</c:v>
                </c:pt>
                <c:pt idx="746">
                  <c:v>4.5318672178260383E-2</c:v>
                </c:pt>
                <c:pt idx="747">
                  <c:v>4.3946945468151997E-2</c:v>
                </c:pt>
                <c:pt idx="748">
                  <c:v>4.2612156693120101E-2</c:v>
                </c:pt>
                <c:pt idx="749">
                  <c:v>4.1313478489480193E-2</c:v>
                </c:pt>
                <c:pt idx="750">
                  <c:v>4.0050096062633732E-2</c:v>
                </c:pt>
                <c:pt idx="751">
                  <c:v>3.8821207214165723E-2</c:v>
                </c:pt>
                <c:pt idx="752">
                  <c:v>3.7626022358767629E-2</c:v>
                </c:pt>
                <c:pt idx="753">
                  <c:v>3.6463764531370541E-2</c:v>
                </c:pt>
                <c:pt idx="754">
                  <c:v>3.5333669384849047E-2</c:v>
                </c:pt>
                <c:pt idx="755">
                  <c:v>3.4234985178667361E-2</c:v>
                </c:pt>
                <c:pt idx="756">
                  <c:v>3.3166972758822702E-2</c:v>
                </c:pt>
                <c:pt idx="757">
                  <c:v>3.2128905529441781E-2</c:v>
                </c:pt>
                <c:pt idx="758">
                  <c:v>3.1120069416380076E-2</c:v>
                </c:pt>
                <c:pt idx="759">
                  <c:v>3.0139762823160932E-2</c:v>
                </c:pt>
                <c:pt idx="760">
                  <c:v>2.9187296579599391E-2</c:v>
                </c:pt>
                <c:pt idx="761">
                  <c:v>2.8261993883429572E-2</c:v>
                </c:pt>
                <c:pt idx="762">
                  <c:v>2.7363190235271735E-2</c:v>
                </c:pt>
                <c:pt idx="763">
                  <c:v>2.6490233367246031E-2</c:v>
                </c:pt>
                <c:pt idx="764">
                  <c:v>2.5642483165550779E-2</c:v>
                </c:pt>
                <c:pt idx="765">
                  <c:v>2.4819311587303498E-2</c:v>
                </c:pt>
                <c:pt idx="766">
                  <c:v>2.4020102571951141E-2</c:v>
                </c:pt>
                <c:pt idx="767">
                  <c:v>2.3244251947530013E-2</c:v>
                </c:pt>
                <c:pt idx="768">
                  <c:v>2.2491167332066877E-2</c:v>
                </c:pt>
                <c:pt idx="769">
                  <c:v>2.1760268030397392E-2</c:v>
                </c:pt>
                <c:pt idx="770">
                  <c:v>2.1050984926669507E-2</c:v>
                </c:pt>
                <c:pt idx="771">
                  <c:v>2.0362760372799132E-2</c:v>
                </c:pt>
                <c:pt idx="772">
                  <c:v>1.9695048073131636E-2</c:v>
                </c:pt>
                <c:pt idx="773">
                  <c:v>1.9047312965563331E-2</c:v>
                </c:pt>
                <c:pt idx="774">
                  <c:v>1.8419031099361355E-2</c:v>
                </c:pt>
                <c:pt idx="775">
                  <c:v>1.7809689509920835E-2</c:v>
                </c:pt>
                <c:pt idx="776">
                  <c:v>1.7218786090689379E-2</c:v>
                </c:pt>
                <c:pt idx="777">
                  <c:v>1.6645829462482255E-2</c:v>
                </c:pt>
                <c:pt idx="778">
                  <c:v>1.6090338840397563E-2</c:v>
                </c:pt>
                <c:pt idx="779">
                  <c:v>1.5551843898553065E-2</c:v>
                </c:pt>
                <c:pt idx="780">
                  <c:v>1.5029884632835042E-2</c:v>
                </c:pt>
                <c:pt idx="781">
                  <c:v>1.4524011221862318E-2</c:v>
                </c:pt>
                <c:pt idx="782">
                  <c:v>1.4033783886354782E-2</c:v>
                </c:pt>
                <c:pt idx="783">
                  <c:v>1.355877274708648E-2</c:v>
                </c:pt>
                <c:pt idx="784">
                  <c:v>1.3098557681601211E-2</c:v>
                </c:pt>
                <c:pt idx="785">
                  <c:v>1.2652728179865156E-2</c:v>
                </c:pt>
                <c:pt idx="786">
                  <c:v>1.2220883199014224E-2</c:v>
                </c:pt>
                <c:pt idx="787">
                  <c:v>1.1802631017359178E-2</c:v>
                </c:pt>
                <c:pt idx="788">
                  <c:v>1.1397589087799326E-2</c:v>
                </c:pt>
                <c:pt idx="789">
                  <c:v>1.1005383890792078E-2</c:v>
                </c:pt>
                <c:pt idx="790">
                  <c:v>1.0625650787015186E-2</c:v>
                </c:pt>
                <c:pt idx="791">
                  <c:v>1.0258033869862463E-2</c:v>
                </c:pt>
                <c:pt idx="792">
                  <c:v>9.9021858178969316E-3</c:v>
                </c:pt>
                <c:pt idx="793">
                  <c:v>9.5577677473874766E-3</c:v>
                </c:pt>
                <c:pt idx="794">
                  <c:v>9.2244490650467467E-3</c:v>
                </c:pt>
                <c:pt idx="795">
                  <c:v>8.9019073210840211E-3</c:v>
                </c:pt>
                <c:pt idx="796">
                  <c:v>8.5898280626785697E-3</c:v>
                </c:pt>
                <c:pt idx="797">
                  <c:v>8.2879046879787699E-3</c:v>
                </c:pt>
                <c:pt idx="798">
                  <c:v>7.9958383007243013E-3</c:v>
                </c:pt>
                <c:pt idx="799">
                  <c:v>7.7133375655817462E-3</c:v>
                </c:pt>
                <c:pt idx="800">
                  <c:v>7.4401185642850361E-3</c:v>
                </c:pt>
                <c:pt idx="801">
                  <c:v>7.1759046526632467E-3</c:v>
                </c:pt>
                <c:pt idx="802">
                  <c:v>6.9204263186331307E-3</c:v>
                </c:pt>
                <c:pt idx="803">
                  <c:v>6.6734210412334512E-3</c:v>
                </c:pt>
                <c:pt idx="804">
                  <c:v>6.4346331507703237E-3</c:v>
                </c:pt>
                <c:pt idx="805">
                  <c:v>6.20381369013954E-3</c:v>
                </c:pt>
                <c:pt idx="806">
                  <c:v>5.9807202773891873E-3</c:v>
                </c:pt>
                <c:pt idx="807">
                  <c:v>5.7651169695795189E-3</c:v>
                </c:pt>
                <c:pt idx="808">
                  <c:v>5.5567741279960101E-3</c:v>
                </c:pt>
                <c:pt idx="809">
                  <c:v>5.3554682847648553E-3</c:v>
                </c:pt>
                <c:pt idx="810">
                  <c:v>5.1609820109198108E-3</c:v>
                </c:pt>
                <c:pt idx="811">
                  <c:v>4.9731037859626348E-3</c:v>
                </c:pt>
                <c:pt idx="812">
                  <c:v>4.7916278689586426E-3</c:v>
                </c:pt>
                <c:pt idx="813">
                  <c:v>4.6163541712040575E-3</c:v>
                </c:pt>
                <c:pt idx="814">
                  <c:v>4.4470881304987551E-3</c:v>
                </c:pt>
                <c:pt idx="815">
                  <c:v>4.2836405870569187E-3</c:v>
                </c:pt>
                <c:pt idx="816">
                  <c:v>4.1258276610818276E-3</c:v>
                </c:pt>
                <c:pt idx="817">
                  <c:v>3.9734706320312379E-3</c:v>
                </c:pt>
                <c:pt idx="818">
                  <c:v>3.826395819595531E-3</c:v>
                </c:pt>
                <c:pt idx="819">
                  <c:v>3.6844344664090584E-3</c:v>
                </c:pt>
                <c:pt idx="820">
                  <c:v>3.5474226225108664E-3</c:v>
                </c:pt>
                <c:pt idx="821">
                  <c:v>3.4152010315713788E-3</c:v>
                </c:pt>
                <c:pt idx="822">
                  <c:v>3.2876150188969177E-3</c:v>
                </c:pt>
                <c:pt idx="823">
                  <c:v>3.1645143812219821E-3</c:v>
                </c:pt>
                <c:pt idx="824">
                  <c:v>3.04575327829923E-3</c:v>
                </c:pt>
                <c:pt idx="825">
                  <c:v>2.9311901262917828E-3</c:v>
                </c:pt>
                <c:pt idx="826">
                  <c:v>2.8206874929729833E-3</c:v>
                </c:pt>
                <c:pt idx="827">
                  <c:v>2.7141119947363653E-3</c:v>
                </c:pt>
                <c:pt idx="828">
                  <c:v>2.6113341954159463E-3</c:v>
                </c:pt>
                <c:pt idx="829">
                  <c:v>2.5122285069158019E-3</c:v>
                </c:pt>
                <c:pt idx="830">
                  <c:v>2.4166730916470132E-3</c:v>
                </c:pt>
                <c:pt idx="831">
                  <c:v>2.3245497667670773E-3</c:v>
                </c:pt>
                <c:pt idx="832">
                  <c:v>2.2357439102165806E-3</c:v>
                </c:pt>
                <c:pt idx="833">
                  <c:v>2.150144368545874E-3</c:v>
                </c:pt>
                <c:pt idx="834">
                  <c:v>2.0676433665235577E-3</c:v>
                </c:pt>
                <c:pt idx="835">
                  <c:v>1.9881364185173494E-3</c:v>
                </c:pt>
                <c:pt idx="836">
                  <c:v>1.9115222416360876E-3</c:v>
                </c:pt>
                <c:pt idx="837">
                  <c:v>1.8377026706217707E-3</c:v>
                </c:pt>
                <c:pt idx="838">
                  <c:v>1.7665825744779366E-3</c:v>
                </c:pt>
                <c:pt idx="839">
                  <c:v>1.6980697748210827E-3</c:v>
                </c:pt>
                <c:pt idx="840">
                  <c:v>1.6320749659401979E-3</c:v>
                </c:pt>
                <c:pt idx="841">
                  <c:v>1.568511636548511E-3</c:v>
                </c:pt>
                <c:pt idx="842">
                  <c:v>1.5072959932112429E-3</c:v>
                </c:pt>
                <c:pt idx="843">
                  <c:v>1.4483468854322001E-3</c:v>
                </c:pt>
                <c:pt idx="844">
                  <c:v>1.3915857323811755E-3</c:v>
                </c:pt>
                <c:pt idx="845">
                  <c:v>1.3369364512434648E-3</c:v>
                </c:pt>
                <c:pt idx="846">
                  <c:v>1.2843253871729211E-3</c:v>
                </c:pt>
                <c:pt idx="847">
                  <c:v>1.2336812448281473E-3</c:v>
                </c:pt>
                <c:pt idx="848">
                  <c:v>1.1849350214723027E-3</c:v>
                </c:pt>
                <c:pt idx="849">
                  <c:v>1.1380199416155413E-3</c:v>
                </c:pt>
                <c:pt idx="850">
                  <c:v>1.0928713931790735E-3</c:v>
                </c:pt>
                <c:pt idx="851">
                  <c:v>1.0494268651596705E-3</c:v>
                </c:pt>
                <c:pt idx="852">
                  <c:v>1.0076258867726079E-3</c:v>
                </c:pt>
                <c:pt idx="853">
                  <c:v>9.6740996805128791E-4</c:v>
                </c:pt>
                <c:pt idx="854">
                  <c:v>9.2872254188109999E-4</c:v>
                </c:pt>
                <c:pt idx="855">
                  <c:v>8.9150890744504429E-4</c:v>
                </c:pt>
                <c:pt idx="856">
                  <c:v>8.5571617505861698E-4</c:v>
                </c:pt>
                <c:pt idx="857">
                  <c:v>8.2129321237091411E-4</c:v>
                </c:pt>
                <c:pt idx="858">
                  <c:v>7.881905919092005E-4</c:v>
                </c:pt>
                <c:pt idx="859">
                  <c:v>7.5636053994373553E-4</c:v>
                </c:pt>
                <c:pt idx="860">
                  <c:v>7.257568866498495E-4</c:v>
                </c:pt>
                <c:pt idx="861">
                  <c:v>6.9633501754424358E-4</c:v>
                </c:pt>
                <c:pt idx="862">
                  <c:v>6.6805182617204757E-4</c:v>
                </c:pt>
                <c:pt idx="863">
                  <c:v>6.4086566802184109E-4</c:v>
                </c:pt>
                <c:pt idx="864">
                  <c:v>6.1473631564534531E-4</c:v>
                </c:pt>
                <c:pt idx="865">
                  <c:v>5.8962491495866262E-4</c:v>
                </c:pt>
                <c:pt idx="866">
                  <c:v>5.6549394270234482E-4</c:v>
                </c:pt>
                <c:pt idx="867">
                  <c:v>5.4230716503717263E-4</c:v>
                </c:pt>
                <c:pt idx="868">
                  <c:v>5.2002959725292093E-4</c:v>
                </c:pt>
                <c:pt idx="869">
                  <c:v>4.986274645676713E-4</c:v>
                </c:pt>
                <c:pt idx="870">
                  <c:v>4.7806816399483356E-4</c:v>
                </c:pt>
                <c:pt idx="871">
                  <c:v>4.5832022725587695E-4</c:v>
                </c:pt>
                <c:pt idx="872">
                  <c:v>4.3935328471645502E-4</c:v>
                </c:pt>
                <c:pt idx="873">
                  <c:v>4.211380303239732E-4</c:v>
                </c:pt>
                <c:pt idx="874">
                  <c:v>4.0364618752487715E-4</c:v>
                </c:pt>
                <c:pt idx="875">
                  <c:v>3.8685047614007355E-4</c:v>
                </c:pt>
                <c:pt idx="876">
                  <c:v>3.7072458017725391E-4</c:v>
                </c:pt>
                <c:pt idx="877">
                  <c:v>3.5524311655886953E-4</c:v>
                </c:pt>
                <c:pt idx="878">
                  <c:v>3.4038160474508583E-4</c:v>
                </c:pt>
                <c:pt idx="879">
                  <c:v>3.2611643723101365E-4</c:v>
                </c:pt>
                <c:pt idx="880">
                  <c:v>3.1242485089793686E-4</c:v>
                </c:pt>
                <c:pt idx="881">
                  <c:v>2.9928489919840132E-4</c:v>
                </c:pt>
                <c:pt idx="882">
                  <c:v>2.866754251554928E-4</c:v>
                </c:pt>
                <c:pt idx="883">
                  <c:v>2.7457603515665277E-4</c:v>
                </c:pt>
                <c:pt idx="884">
                  <c:v>2.629670735228772E-4</c:v>
                </c:pt>
                <c:pt idx="885">
                  <c:v>2.5182959783434796E-4</c:v>
                </c:pt>
                <c:pt idx="886">
                  <c:v>2.4114535499382455E-4</c:v>
                </c:pt>
                <c:pt idx="887">
                  <c:v>2.3089675800942906E-4</c:v>
                </c:pt>
                <c:pt idx="888">
                  <c:v>2.2106686347882497E-4</c:v>
                </c:pt>
                <c:pt idx="889">
                  <c:v>2.1163934975694943E-4</c:v>
                </c:pt>
                <c:pt idx="890">
                  <c:v>2.0259849578990806E-4</c:v>
                </c:pt>
                <c:pt idx="891">
                  <c:v>1.9392916059784868E-4</c:v>
                </c:pt>
                <c:pt idx="892">
                  <c:v>1.8561676338999558E-4</c:v>
                </c:pt>
                <c:pt idx="893">
                  <c:v>1.7764726429525632E-4</c:v>
                </c:pt>
                <c:pt idx="894">
                  <c:v>1.7000714569225659E-4</c:v>
                </c:pt>
                <c:pt idx="895">
                  <c:v>1.6268339412277901E-4</c:v>
                </c:pt>
                <c:pt idx="896">
                  <c:v>1.5566348277304068E-4</c:v>
                </c:pt>
                <c:pt idx="897">
                  <c:v>1.4893535450752348E-4</c:v>
                </c:pt>
                <c:pt idx="898">
                  <c:v>1.4248740544027262E-4</c:v>
                </c:pt>
                <c:pt idx="899">
                  <c:v>1.3630846902903975E-4</c:v>
                </c:pt>
                <c:pt idx="900">
                  <c:v>1.3038780067780637E-4</c:v>
                </c:pt>
                <c:pt idx="901">
                  <c:v>1.2471506283363414E-4</c:v>
                </c:pt>
                <c:pt idx="902">
                  <c:v>1.1928031056400925E-4</c:v>
                </c:pt>
                <c:pt idx="903">
                  <c:v>1.140739776011834E-4</c:v>
                </c:pt>
                <c:pt idx="904">
                  <c:v>1.0908686284031254E-4</c:v>
                </c:pt>
                <c:pt idx="905">
                  <c:v>1.0431011727844556E-4</c:v>
                </c:pt>
                <c:pt idx="906">
                  <c:v>9.9735231381758527E-5</c:v>
                </c:pt>
                <c:pt idx="907">
                  <c:v>9.5354022868678328E-5</c:v>
                </c:pt>
                <c:pt idx="908">
                  <c:v>9.1158624896818343E-5</c:v>
                </c:pt>
                <c:pt idx="909">
                  <c:v>8.7141474641974363E-5</c:v>
                </c:pt>
                <c:pt idx="910">
                  <c:v>8.3295302257628954E-5</c:v>
                </c:pt>
                <c:pt idx="911">
                  <c:v>7.9613120203774965E-5</c:v>
                </c:pt>
                <c:pt idx="912">
                  <c:v>7.6088212934064784E-5</c:v>
                </c:pt>
                <c:pt idx="913">
                  <c:v>7.2714126930577806E-5</c:v>
                </c:pt>
                <c:pt idx="914">
                  <c:v>6.9484661075796251E-5</c:v>
                </c:pt>
                <c:pt idx="915">
                  <c:v>6.639385735158789E-5</c:v>
                </c:pt>
                <c:pt idx="916">
                  <c:v>6.3435991855257477E-5</c:v>
                </c:pt>
                <c:pt idx="917">
                  <c:v>6.0605566123025086E-5</c:v>
                </c:pt>
                <c:pt idx="918">
                  <c:v>5.7897298751466475E-5</c:v>
                </c:pt>
                <c:pt idx="919">
                  <c:v>5.5306117307735474E-5</c:v>
                </c:pt>
                <c:pt idx="920">
                  <c:v>5.2827150519626549E-5</c:v>
                </c:pt>
                <c:pt idx="921">
                  <c:v>5.0455720736750904E-5</c:v>
                </c:pt>
                <c:pt idx="922">
                  <c:v>4.8187336654331492E-5</c:v>
                </c:pt>
                <c:pt idx="923">
                  <c:v>4.6017686291368383E-5</c:v>
                </c:pt>
                <c:pt idx="924">
                  <c:v>4.3942630215121802E-5</c:v>
                </c:pt>
                <c:pt idx="925">
                  <c:v>4.195819500408438E-5</c:v>
                </c:pt>
                <c:pt idx="926">
                  <c:v>4.0060566941841983E-5</c:v>
                </c:pt>
                <c:pt idx="927">
                  <c:v>3.8246085934412756E-5</c:v>
                </c:pt>
                <c:pt idx="928">
                  <c:v>3.6511239643855802E-5</c:v>
                </c:pt>
                <c:pt idx="929">
                  <c:v>3.4852657831165691E-5</c:v>
                </c:pt>
                <c:pt idx="930">
                  <c:v>3.326710690164058E-5</c:v>
                </c:pt>
                <c:pt idx="931">
                  <c:v>3.1751484646108593E-5</c:v>
                </c:pt>
                <c:pt idx="932">
                  <c:v>3.0302815171596541E-5</c:v>
                </c:pt>
                <c:pt idx="933">
                  <c:v>2.8918244015198503E-5</c:v>
                </c:pt>
                <c:pt idx="934">
                  <c:v>2.7595033435075871E-5</c:v>
                </c:pt>
                <c:pt idx="935">
                  <c:v>2.633055787271497E-5</c:v>
                </c:pt>
                <c:pt idx="936">
                  <c:v>2.5122299580724246E-5</c:v>
                </c:pt>
                <c:pt idx="937">
                  <c:v>2.3967844410618776E-5</c:v>
                </c:pt>
                <c:pt idx="938">
                  <c:v>2.2864877755221605E-5</c:v>
                </c:pt>
                <c:pt idx="939">
                  <c:v>2.1811180640452298E-5</c:v>
                </c:pt>
                <c:pt idx="940">
                  <c:v>2.0804625961436774E-5</c:v>
                </c:pt>
                <c:pt idx="941">
                  <c:v>1.9843174858027342E-5</c:v>
                </c:pt>
                <c:pt idx="942">
                  <c:v>1.8924873224969164E-5</c:v>
                </c:pt>
                <c:pt idx="943">
                  <c:v>1.8047848352087132E-5</c:v>
                </c:pt>
                <c:pt idx="944">
                  <c:v>1.7210305690021046E-5</c:v>
                </c:pt>
                <c:pt idx="945">
                  <c:v>1.6410525737163555E-5</c:v>
                </c:pt>
                <c:pt idx="946">
                  <c:v>1.564686104359842E-5</c:v>
                </c:pt>
                <c:pt idx="947">
                  <c:v>1.4917733327958019E-5</c:v>
                </c:pt>
                <c:pt idx="948">
                  <c:v>1.4221630703256892E-5</c:v>
                </c:pt>
                <c:pt idx="949">
                  <c:v>1.3557105007874784E-5</c:v>
                </c:pt>
                <c:pt idx="950">
                  <c:v>1.2922769237985426E-5</c:v>
                </c:pt>
                <c:pt idx="951">
                  <c:v>1.2317295077846788E-5</c:v>
                </c:pt>
                <c:pt idx="952">
                  <c:v>1.1739410524480506E-5</c:v>
                </c:pt>
                <c:pt idx="953">
                  <c:v>1.1187897603381049E-5</c:v>
                </c:pt>
                <c:pt idx="954">
                  <c:v>1.0661590172003536E-5</c:v>
                </c:pt>
                <c:pt idx="955">
                  <c:v>1.015937180788227E-5</c:v>
                </c:pt>
                <c:pt idx="956">
                  <c:v>9.6801737783389314E-6</c:v>
                </c:pt>
                <c:pt idx="957">
                  <c:v>9.2229730888338805E-6</c:v>
                </c:pt>
                <c:pt idx="958">
                  <c:v>8.7867906071138546E-6</c:v>
                </c:pt>
                <c:pt idx="959">
                  <c:v>8.3706892604023268E-6</c:v>
                </c:pt>
                <c:pt idx="960">
                  <c:v>7.9737723029723908E-6</c:v>
                </c:pt>
                <c:pt idx="961">
                  <c:v>7.5951816515235064E-6</c:v>
                </c:pt>
                <c:pt idx="962">
                  <c:v>7.2340962858812055E-6</c:v>
                </c:pt>
                <c:pt idx="963">
                  <c:v>6.8897307126111291E-6</c:v>
                </c:pt>
                <c:pt idx="964">
                  <c:v>6.5613334892256928E-6</c:v>
                </c:pt>
                <c:pt idx="965">
                  <c:v>6.2481858067413124E-6</c:v>
                </c:pt>
                <c:pt idx="966">
                  <c:v>5.9496001284163372E-6</c:v>
                </c:pt>
                <c:pt idx="967">
                  <c:v>5.6649188825760894E-6</c:v>
                </c:pt>
                <c:pt idx="968">
                  <c:v>5.3935132075054443E-6</c:v>
                </c:pt>
                <c:pt idx="969">
                  <c:v>5.134781746454661E-6</c:v>
                </c:pt>
                <c:pt idx="970">
                  <c:v>4.8881494908748406E-6</c:v>
                </c:pt>
                <c:pt idx="971">
                  <c:v>4.6530666700637138E-6</c:v>
                </c:pt>
                <c:pt idx="972">
                  <c:v>4.4290076854666145E-6</c:v>
                </c:pt>
                <c:pt idx="973">
                  <c:v>4.2154700879376055E-6</c:v>
                </c:pt>
                <c:pt idx="974">
                  <c:v>4.0119735963262197E-6</c:v>
                </c:pt>
                <c:pt idx="975">
                  <c:v>3.8180591558140563E-6</c:v>
                </c:pt>
                <c:pt idx="976">
                  <c:v>3.6332880344777918E-6</c:v>
                </c:pt>
                <c:pt idx="977">
                  <c:v>3.4572409566133874E-6</c:v>
                </c:pt>
                <c:pt idx="978">
                  <c:v>3.289517271406182E-6</c:v>
                </c:pt>
                <c:pt idx="979">
                  <c:v>3.1297341555819961E-6</c:v>
                </c:pt>
                <c:pt idx="980">
                  <c:v>2.9775258487248836E-6</c:v>
                </c:pt>
                <c:pt idx="981">
                  <c:v>2.8325429199938432E-6</c:v>
                </c:pt>
                <c:pt idx="982">
                  <c:v>2.6944515650158672E-6</c:v>
                </c:pt>
                <c:pt idx="983">
                  <c:v>2.5629329317785514E-6</c:v>
                </c:pt>
                <c:pt idx="984">
                  <c:v>2.4376824743875613E-6</c:v>
                </c:pt>
                <c:pt idx="985">
                  <c:v>2.3184093335954396E-6</c:v>
                </c:pt>
                <c:pt idx="986">
                  <c:v>2.2048357430490697E-6</c:v>
                </c:pt>
                <c:pt idx="987">
                  <c:v>2.0966964602416996E-6</c:v>
                </c:pt>
                <c:pt idx="988">
                  <c:v>1.9937382211920886E-6</c:v>
                </c:pt>
                <c:pt idx="989">
                  <c:v>1.8957192179110138E-6</c:v>
                </c:pt>
                <c:pt idx="990">
                  <c:v>1.8024085977487336E-6</c:v>
                </c:pt>
                <c:pt idx="991">
                  <c:v>1.7135859837518917E-6</c:v>
                </c:pt>
                <c:pt idx="992">
                  <c:v>1.629041015190766E-6</c:v>
                </c:pt>
                <c:pt idx="993">
                  <c:v>1.5485729074486672E-6</c:v>
                </c:pt>
                <c:pt idx="994">
                  <c:v>1.471990030496517E-6</c:v>
                </c:pt>
                <c:pt idx="995">
                  <c:v>1.3991095052044866E-6</c:v>
                </c:pt>
                <c:pt idx="996">
                  <c:v>1.3297568167709859E-6</c:v>
                </c:pt>
                <c:pt idx="997">
                  <c:v>1.2637654445767465E-6</c:v>
                </c:pt>
                <c:pt idx="998">
                  <c:v>1.2009765077982329E-6</c:v>
                </c:pt>
                <c:pt idx="999">
                  <c:v>1.1412384261396097E-6</c:v>
                </c:pt>
                <c:pt idx="1000">
                  <c:v>1.0844065950675621E-6</c:v>
                </c:pt>
                <c:pt idx="1001">
                  <c:v>1.0303430749568225E-6</c:v>
                </c:pt>
                <c:pt idx="1002">
                  <c:v>9.7891629357689887E-7</c:v>
                </c:pt>
                <c:pt idx="1003">
                  <c:v>9.3000076137248898E-7</c:v>
                </c:pt>
                <c:pt idx="1004">
                  <c:v>8.8347679901199664E-7</c:v>
                </c:pt>
                <c:pt idx="1005">
                  <c:v>8.3923027669786692E-7</c:v>
                </c:pt>
                <c:pt idx="1006">
                  <c:v>7.9715236475319817E-7</c:v>
                </c:pt>
                <c:pt idx="1007">
                  <c:v>7.5713929501769108E-7</c:v>
                </c:pt>
                <c:pt idx="1008">
                  <c:v>7.1909213260419524E-7</c:v>
                </c:pt>
                <c:pt idx="1009">
                  <c:v>6.8291655758498984E-7</c:v>
                </c:pt>
                <c:pt idx="1010">
                  <c:v>6.4852265619392929E-7</c:v>
                </c:pt>
                <c:pt idx="1011">
                  <c:v>6.1582472114672325E-7</c:v>
                </c:pt>
                <c:pt idx="1012">
                  <c:v>5.8474106069760941E-7</c:v>
                </c:pt>
                <c:pt idx="1013">
                  <c:v>5.5519381606594788E-7</c:v>
                </c:pt>
                <c:pt idx="1014">
                  <c:v>5.2710878688044025E-7</c:v>
                </c:pt>
                <c:pt idx="1015">
                  <c:v>5.0041526430335628E-7</c:v>
                </c:pt>
                <c:pt idx="1016">
                  <c:v>4.7504587151009861E-7</c:v>
                </c:pt>
                <c:pt idx="1017">
                  <c:v>4.5093641121306922E-7</c:v>
                </c:pt>
                <c:pt idx="1018">
                  <c:v>4.2802571993072487E-7</c:v>
                </c:pt>
                <c:pt idx="1019">
                  <c:v>4.0625552871527524E-7</c:v>
                </c:pt>
                <c:pt idx="1020">
                  <c:v>3.85570330063933E-7</c:v>
                </c:pt>
                <c:pt idx="1021">
                  <c:v>3.6591725074959013E-7</c:v>
                </c:pt>
                <c:pt idx="1022">
                  <c:v>3.4724593031786181E-7</c:v>
                </c:pt>
                <c:pt idx="1023">
                  <c:v>3.2950840500760379E-7</c:v>
                </c:pt>
                <c:pt idx="1024">
                  <c:v>3.1265899686188981E-7</c:v>
                </c:pt>
                <c:pt idx="1025">
                  <c:v>2.9665420780609962E-7</c:v>
                </c:pt>
                <c:pt idx="1026">
                  <c:v>2.8145261847893915E-7</c:v>
                </c:pt>
                <c:pt idx="1027">
                  <c:v>2.6701479161096245E-7</c:v>
                </c:pt>
                <c:pt idx="1028">
                  <c:v>2.5330317975365801E-7</c:v>
                </c:pt>
                <c:pt idx="1029">
                  <c:v>2.4028203717048884E-7</c:v>
                </c:pt>
                <c:pt idx="1030">
                  <c:v>2.2791733570875848E-7</c:v>
                </c:pt>
                <c:pt idx="1031">
                  <c:v>2.1617668447911234E-7</c:v>
                </c:pt>
                <c:pt idx="1032">
                  <c:v>2.0502925317635217E-7</c:v>
                </c:pt>
                <c:pt idx="1033">
                  <c:v>1.9444569888243337E-7</c:v>
                </c:pt>
                <c:pt idx="1034">
                  <c:v>1.8439809619903539E-7</c:v>
                </c:pt>
                <c:pt idx="1035">
                  <c:v>1.748598705635685E-7</c:v>
                </c:pt>
                <c:pt idx="1036">
                  <c:v>1.6580573460864541E-7</c:v>
                </c:pt>
                <c:pt idx="1037">
                  <c:v>1.5721162743083684E-7</c:v>
                </c:pt>
                <c:pt idx="1038">
                  <c:v>1.4905465664037293E-7</c:v>
                </c:pt>
                <c:pt idx="1039">
                  <c:v>1.4131304306870942E-7</c:v>
                </c:pt>
                <c:pt idx="1040">
                  <c:v>1.3396606801623517E-7</c:v>
                </c:pt>
                <c:pt idx="1041">
                  <c:v>1.2699402292734359E-7</c:v>
                </c:pt>
                <c:pt idx="1042">
                  <c:v>1.2037816138489883E-7</c:v>
                </c:pt>
                <c:pt idx="1043">
                  <c:v>1.1410065332076037E-7</c:v>
                </c:pt>
                <c:pt idx="1044">
                  <c:v>1.0814454134344381E-7</c:v>
                </c:pt>
                <c:pt idx="1045">
                  <c:v>1.0249369908822302E-7</c:v>
                </c:pt>
                <c:pt idx="1046">
                  <c:v>9.7132791499102077E-8</c:v>
                </c:pt>
                <c:pt idx="1047">
                  <c:v>9.2047236955922963E-8</c:v>
                </c:pt>
                <c:pt idx="1048">
                  <c:v>8.7223171163643216E-8</c:v>
                </c:pt>
                <c:pt idx="1049">
                  <c:v>8.2647412724448193E-8</c:v>
                </c:pt>
                <c:pt idx="1050">
                  <c:v>7.8307430316740598E-8</c:v>
                </c:pt>
                <c:pt idx="1051">
                  <c:v>7.4191311408366332E-8</c:v>
                </c:pt>
                <c:pt idx="1052">
                  <c:v>7.0287732434642762E-8</c:v>
                </c:pt>
                <c:pt idx="1053">
                  <c:v>6.6585930374720529E-8</c:v>
                </c:pt>
                <c:pt idx="1054">
                  <c:v>6.3075675662741687E-8</c:v>
                </c:pt>
                <c:pt idx="1055">
                  <c:v>5.9747246373063265E-8</c:v>
                </c:pt>
                <c:pt idx="1056">
                  <c:v>5.6591403621441312E-8</c:v>
                </c:pt>
                <c:pt idx="1057">
                  <c:v>5.3599368126640519E-8</c:v>
                </c:pt>
                <c:pt idx="1058">
                  <c:v>5.0762797879390222E-8</c:v>
                </c:pt>
                <c:pt idx="1059">
                  <c:v>4.8073766867943632E-8</c:v>
                </c:pt>
                <c:pt idx="1060">
                  <c:v>4.55247448117256E-8</c:v>
                </c:pt>
                <c:pt idx="1061">
                  <c:v>4.3108577856736246E-8</c:v>
                </c:pt>
                <c:pt idx="1062">
                  <c:v>4.0818470188411189E-8</c:v>
                </c:pt>
                <c:pt idx="1063">
                  <c:v>3.8647966519601468E-8</c:v>
                </c:pt>
                <c:pt idx="1064">
                  <c:v>3.6590935413258014E-8</c:v>
                </c:pt>
                <c:pt idx="1065">
                  <c:v>3.4641553401175894E-8</c:v>
                </c:pt>
                <c:pt idx="1066">
                  <c:v>3.2794289861893146E-8</c:v>
                </c:pt>
                <c:pt idx="1067">
                  <c:v>3.1043892622501429E-8</c:v>
                </c:pt>
                <c:pt idx="1068">
                  <c:v>2.9385374250698216E-8</c:v>
                </c:pt>
                <c:pt idx="1069">
                  <c:v>2.7813999004923534E-8</c:v>
                </c:pt>
                <c:pt idx="1070">
                  <c:v>2.6325270411882085E-8</c:v>
                </c:pt>
                <c:pt idx="1071">
                  <c:v>2.4914919442134852E-8</c:v>
                </c:pt>
                <c:pt idx="1072">
                  <c:v>2.3578893255755128E-8</c:v>
                </c:pt>
                <c:pt idx="1073">
                  <c:v>2.2313344491341234E-8</c:v>
                </c:pt>
                <c:pt idx="1074">
                  <c:v>2.1114621072865469E-8</c:v>
                </c:pt>
                <c:pt idx="1075">
                  <c:v>1.997925651000794E-8</c:v>
                </c:pt>
                <c:pt idx="1076">
                  <c:v>1.8903960668737616E-8</c:v>
                </c:pt>
                <c:pt idx="1077">
                  <c:v>1.7885610989955354E-8</c:v>
                </c:pt>
                <c:pt idx="1078">
                  <c:v>1.6921244135032876E-8</c:v>
                </c:pt>
                <c:pt idx="1079">
                  <c:v>1.6008048038049099E-8</c:v>
                </c:pt>
                <c:pt idx="1080">
                  <c:v>1.5143354345451203E-8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2-0F27-43CB-B342-0B1853660F7A}"/>
            </c:ext>
          </c:extLst>
        </c:ser>
        <c:ser>
          <c:idx val="3"/>
          <c:order val="3"/>
          <c:tx>
            <c:strRef>
              <c:f>Sheet1!$N$3</c:f>
              <c:strCache>
                <c:ptCount val="1"/>
                <c:pt idx="0">
                  <c:v>Qp = 2.0 L/s</c:v>
                </c:pt>
              </c:strCache>
            </c:strRef>
          </c:tx>
          <c:spPr>
            <a:ln w="19050" cap="rnd">
              <a:solidFill>
                <a:srgbClr val="00B0F0"/>
              </a:solidFill>
              <a:round/>
            </a:ln>
            <a:effectLst/>
          </c:spPr>
          <c:marker>
            <c:symbol val="none"/>
          </c:marker>
          <c:xVal>
            <c:numRef>
              <c:f>Sheet1!$J$4:$J$1084</c:f>
              <c:numCache>
                <c:formatCode>General</c:formatCode>
                <c:ptCount val="1081"/>
                <c:pt idx="0">
                  <c:v>0</c:v>
                </c:pt>
                <c:pt idx="1">
                  <c:v>2.7777777777777775E-3</c:v>
                </c:pt>
                <c:pt idx="2">
                  <c:v>5.5555555555555549E-3</c:v>
                </c:pt>
                <c:pt idx="3">
                  <c:v>8.3333333333333332E-3</c:v>
                </c:pt>
                <c:pt idx="4">
                  <c:v>1.111111111111111E-2</c:v>
                </c:pt>
                <c:pt idx="5">
                  <c:v>1.388888888888889E-2</c:v>
                </c:pt>
                <c:pt idx="6">
                  <c:v>1.6666666666666666E-2</c:v>
                </c:pt>
                <c:pt idx="7">
                  <c:v>1.9444444444444445E-2</c:v>
                </c:pt>
                <c:pt idx="8">
                  <c:v>2.222222222222222E-2</c:v>
                </c:pt>
                <c:pt idx="9">
                  <c:v>2.5000000000000001E-2</c:v>
                </c:pt>
                <c:pt idx="10">
                  <c:v>2.777777777777778E-2</c:v>
                </c:pt>
                <c:pt idx="11">
                  <c:v>3.0555555555555555E-2</c:v>
                </c:pt>
                <c:pt idx="12">
                  <c:v>3.3333333333333333E-2</c:v>
                </c:pt>
                <c:pt idx="13">
                  <c:v>3.6111111111111108E-2</c:v>
                </c:pt>
                <c:pt idx="14">
                  <c:v>3.888888888888889E-2</c:v>
                </c:pt>
                <c:pt idx="15">
                  <c:v>4.1666666666666664E-2</c:v>
                </c:pt>
                <c:pt idx="16">
                  <c:v>4.4444444444444439E-2</c:v>
                </c:pt>
                <c:pt idx="17">
                  <c:v>4.7222222222222228E-2</c:v>
                </c:pt>
                <c:pt idx="18">
                  <c:v>0.05</c:v>
                </c:pt>
                <c:pt idx="19">
                  <c:v>5.2777777777777778E-2</c:v>
                </c:pt>
                <c:pt idx="20">
                  <c:v>5.5555555555555559E-2</c:v>
                </c:pt>
                <c:pt idx="21">
                  <c:v>5.8333333333333334E-2</c:v>
                </c:pt>
                <c:pt idx="22">
                  <c:v>6.1111111111111109E-2</c:v>
                </c:pt>
                <c:pt idx="23">
                  <c:v>6.3888888888888898E-2</c:v>
                </c:pt>
                <c:pt idx="24">
                  <c:v>6.6666666666666666E-2</c:v>
                </c:pt>
                <c:pt idx="25">
                  <c:v>6.9444444444444448E-2</c:v>
                </c:pt>
                <c:pt idx="26">
                  <c:v>7.2222222222222215E-2</c:v>
                </c:pt>
                <c:pt idx="27">
                  <c:v>7.4999999999999997E-2</c:v>
                </c:pt>
                <c:pt idx="28">
                  <c:v>7.7777777777777779E-2</c:v>
                </c:pt>
                <c:pt idx="29">
                  <c:v>8.0555555555555547E-2</c:v>
                </c:pt>
                <c:pt idx="30">
                  <c:v>8.3333333333333329E-2</c:v>
                </c:pt>
                <c:pt idx="31">
                  <c:v>8.611111111111111E-2</c:v>
                </c:pt>
                <c:pt idx="32">
                  <c:v>8.8888888888888878E-2</c:v>
                </c:pt>
                <c:pt idx="33">
                  <c:v>9.166666666666666E-2</c:v>
                </c:pt>
                <c:pt idx="34">
                  <c:v>9.4444444444444456E-2</c:v>
                </c:pt>
                <c:pt idx="35">
                  <c:v>9.7222222222222224E-2</c:v>
                </c:pt>
                <c:pt idx="36">
                  <c:v>0.1</c:v>
                </c:pt>
                <c:pt idx="37">
                  <c:v>0.10277777777777779</c:v>
                </c:pt>
                <c:pt idx="38">
                  <c:v>0.10555555555555556</c:v>
                </c:pt>
                <c:pt idx="39">
                  <c:v>0.10833333333333334</c:v>
                </c:pt>
                <c:pt idx="40">
                  <c:v>0.11111111111111112</c:v>
                </c:pt>
                <c:pt idx="41">
                  <c:v>0.11388888888888889</c:v>
                </c:pt>
                <c:pt idx="42">
                  <c:v>0.11666666666666667</c:v>
                </c:pt>
                <c:pt idx="43">
                  <c:v>0.11944444444444445</c:v>
                </c:pt>
                <c:pt idx="44">
                  <c:v>0.12222222222222222</c:v>
                </c:pt>
                <c:pt idx="45">
                  <c:v>0.125</c:v>
                </c:pt>
                <c:pt idx="46">
                  <c:v>0.1277777777777778</c:v>
                </c:pt>
                <c:pt idx="47">
                  <c:v>0.13055555555555556</c:v>
                </c:pt>
                <c:pt idx="48">
                  <c:v>0.13333333333333333</c:v>
                </c:pt>
                <c:pt idx="49">
                  <c:v>0.1361111111111111</c:v>
                </c:pt>
                <c:pt idx="50">
                  <c:v>0.1388888888888889</c:v>
                </c:pt>
                <c:pt idx="51">
                  <c:v>0.14166666666666666</c:v>
                </c:pt>
                <c:pt idx="52">
                  <c:v>0.14444444444444443</c:v>
                </c:pt>
                <c:pt idx="53">
                  <c:v>0.14722222222222223</c:v>
                </c:pt>
                <c:pt idx="54">
                  <c:v>0.15</c:v>
                </c:pt>
                <c:pt idx="55">
                  <c:v>0.15277777777777776</c:v>
                </c:pt>
                <c:pt idx="56">
                  <c:v>0.15555555555555556</c:v>
                </c:pt>
                <c:pt idx="57">
                  <c:v>0.15833333333333333</c:v>
                </c:pt>
                <c:pt idx="58">
                  <c:v>0.16111111111111109</c:v>
                </c:pt>
                <c:pt idx="59">
                  <c:v>0.16388888888888889</c:v>
                </c:pt>
                <c:pt idx="60">
                  <c:v>0.16666666666666666</c:v>
                </c:pt>
                <c:pt idx="61">
                  <c:v>0.16944444444444443</c:v>
                </c:pt>
                <c:pt idx="62">
                  <c:v>0.17222222222222222</c:v>
                </c:pt>
                <c:pt idx="63">
                  <c:v>0.17499999999999999</c:v>
                </c:pt>
                <c:pt idx="64">
                  <c:v>0.17777777777777776</c:v>
                </c:pt>
                <c:pt idx="65">
                  <c:v>0.18055555555555555</c:v>
                </c:pt>
                <c:pt idx="66">
                  <c:v>0.18333333333333332</c:v>
                </c:pt>
                <c:pt idx="67">
                  <c:v>0.18611111111111109</c:v>
                </c:pt>
                <c:pt idx="68">
                  <c:v>0.18888888888888891</c:v>
                </c:pt>
                <c:pt idx="69">
                  <c:v>0.19166666666666668</c:v>
                </c:pt>
                <c:pt idx="70">
                  <c:v>0.19444444444444445</c:v>
                </c:pt>
                <c:pt idx="71">
                  <c:v>0.19722222222222224</c:v>
                </c:pt>
                <c:pt idx="72">
                  <c:v>0.2</c:v>
                </c:pt>
                <c:pt idx="73">
                  <c:v>0.20277777777777778</c:v>
                </c:pt>
                <c:pt idx="74">
                  <c:v>0.20555555555555557</c:v>
                </c:pt>
                <c:pt idx="75">
                  <c:v>0.20833333333333334</c:v>
                </c:pt>
                <c:pt idx="76">
                  <c:v>0.21111111111111111</c:v>
                </c:pt>
                <c:pt idx="77">
                  <c:v>0.21388888888888891</c:v>
                </c:pt>
                <c:pt idx="78">
                  <c:v>0.21666666666666667</c:v>
                </c:pt>
                <c:pt idx="79">
                  <c:v>0.21944444444444444</c:v>
                </c:pt>
                <c:pt idx="80">
                  <c:v>0.22222222222222224</c:v>
                </c:pt>
                <c:pt idx="81">
                  <c:v>0.22500000000000001</c:v>
                </c:pt>
                <c:pt idx="82">
                  <c:v>0.22777777777777777</c:v>
                </c:pt>
                <c:pt idx="83">
                  <c:v>0.23055555555555557</c:v>
                </c:pt>
                <c:pt idx="84">
                  <c:v>0.23333333333333334</c:v>
                </c:pt>
                <c:pt idx="85">
                  <c:v>0.2361111111111111</c:v>
                </c:pt>
                <c:pt idx="86">
                  <c:v>0.2388888888888889</c:v>
                </c:pt>
                <c:pt idx="87">
                  <c:v>0.24166666666666667</c:v>
                </c:pt>
                <c:pt idx="88">
                  <c:v>0.24444444444444444</c:v>
                </c:pt>
                <c:pt idx="89">
                  <c:v>0.24722222222222223</c:v>
                </c:pt>
                <c:pt idx="90">
                  <c:v>0.25</c:v>
                </c:pt>
                <c:pt idx="91">
                  <c:v>0.25277777777777777</c:v>
                </c:pt>
                <c:pt idx="92">
                  <c:v>0.25555555555555559</c:v>
                </c:pt>
                <c:pt idx="93">
                  <c:v>0.25833333333333336</c:v>
                </c:pt>
                <c:pt idx="94">
                  <c:v>0.26111111111111113</c:v>
                </c:pt>
                <c:pt idx="95">
                  <c:v>0.2638888888888889</c:v>
                </c:pt>
                <c:pt idx="96">
                  <c:v>0.26666666666666666</c:v>
                </c:pt>
                <c:pt idx="97">
                  <c:v>0.26944444444444449</c:v>
                </c:pt>
                <c:pt idx="98">
                  <c:v>0.2722222222222222</c:v>
                </c:pt>
                <c:pt idx="99">
                  <c:v>0.27500000000000002</c:v>
                </c:pt>
                <c:pt idx="100">
                  <c:v>0.27777777777777779</c:v>
                </c:pt>
                <c:pt idx="101">
                  <c:v>0.28055555555555556</c:v>
                </c:pt>
                <c:pt idx="102">
                  <c:v>0.28333333333333333</c:v>
                </c:pt>
                <c:pt idx="103">
                  <c:v>0.28611111111111115</c:v>
                </c:pt>
                <c:pt idx="104">
                  <c:v>0.28888888888888886</c:v>
                </c:pt>
                <c:pt idx="105">
                  <c:v>0.29166666666666669</c:v>
                </c:pt>
                <c:pt idx="106">
                  <c:v>0.29444444444444445</c:v>
                </c:pt>
                <c:pt idx="107">
                  <c:v>0.29722222222222222</c:v>
                </c:pt>
                <c:pt idx="108">
                  <c:v>0.3</c:v>
                </c:pt>
                <c:pt idx="109">
                  <c:v>0.30277777777777781</c:v>
                </c:pt>
                <c:pt idx="110">
                  <c:v>0.30555555555555552</c:v>
                </c:pt>
                <c:pt idx="111">
                  <c:v>0.30833333333333335</c:v>
                </c:pt>
                <c:pt idx="112">
                  <c:v>0.31111111111111112</c:v>
                </c:pt>
                <c:pt idx="113">
                  <c:v>0.31388888888888888</c:v>
                </c:pt>
                <c:pt idx="114">
                  <c:v>0.31666666666666665</c:v>
                </c:pt>
                <c:pt idx="115">
                  <c:v>0.31944444444444448</c:v>
                </c:pt>
                <c:pt idx="116">
                  <c:v>0.32222222222222219</c:v>
                </c:pt>
                <c:pt idx="117">
                  <c:v>0.32500000000000001</c:v>
                </c:pt>
                <c:pt idx="118">
                  <c:v>0.32777777777777778</c:v>
                </c:pt>
                <c:pt idx="119">
                  <c:v>0.33055555555555555</c:v>
                </c:pt>
                <c:pt idx="120">
                  <c:v>0.33333333333333331</c:v>
                </c:pt>
                <c:pt idx="121">
                  <c:v>0.33611111111111114</c:v>
                </c:pt>
                <c:pt idx="122">
                  <c:v>0.33888888888888885</c:v>
                </c:pt>
                <c:pt idx="123">
                  <c:v>0.34166666666666667</c:v>
                </c:pt>
                <c:pt idx="124">
                  <c:v>0.34444444444444444</c:v>
                </c:pt>
                <c:pt idx="125">
                  <c:v>0.34722222222222221</c:v>
                </c:pt>
                <c:pt idx="126">
                  <c:v>0.35</c:v>
                </c:pt>
                <c:pt idx="127">
                  <c:v>0.3527777777777778</c:v>
                </c:pt>
                <c:pt idx="128">
                  <c:v>0.35555555555555551</c:v>
                </c:pt>
                <c:pt idx="129">
                  <c:v>0.35833333333333334</c:v>
                </c:pt>
                <c:pt idx="130">
                  <c:v>0.3611111111111111</c:v>
                </c:pt>
                <c:pt idx="131">
                  <c:v>0.36388888888888887</c:v>
                </c:pt>
                <c:pt idx="132">
                  <c:v>0.36666666666666664</c:v>
                </c:pt>
                <c:pt idx="133">
                  <c:v>0.36944444444444446</c:v>
                </c:pt>
                <c:pt idx="134">
                  <c:v>0.37222222222222218</c:v>
                </c:pt>
                <c:pt idx="135">
                  <c:v>0.375</c:v>
                </c:pt>
                <c:pt idx="136">
                  <c:v>0.37777777777777782</c:v>
                </c:pt>
                <c:pt idx="137">
                  <c:v>0.38055555555555554</c:v>
                </c:pt>
                <c:pt idx="138">
                  <c:v>0.38333333333333336</c:v>
                </c:pt>
                <c:pt idx="139">
                  <c:v>0.38611111111111113</c:v>
                </c:pt>
                <c:pt idx="140">
                  <c:v>0.3888888888888889</c:v>
                </c:pt>
                <c:pt idx="141">
                  <c:v>0.39166666666666666</c:v>
                </c:pt>
                <c:pt idx="142">
                  <c:v>0.39444444444444449</c:v>
                </c:pt>
                <c:pt idx="143">
                  <c:v>0.3972222222222222</c:v>
                </c:pt>
                <c:pt idx="144">
                  <c:v>0.4</c:v>
                </c:pt>
                <c:pt idx="145">
                  <c:v>0.40277777777777779</c:v>
                </c:pt>
                <c:pt idx="146">
                  <c:v>0.40555555555555556</c:v>
                </c:pt>
                <c:pt idx="147">
                  <c:v>0.40833333333333333</c:v>
                </c:pt>
                <c:pt idx="148">
                  <c:v>0.41111111111111115</c:v>
                </c:pt>
                <c:pt idx="149">
                  <c:v>0.41388888888888886</c:v>
                </c:pt>
                <c:pt idx="150">
                  <c:v>0.41666666666666669</c:v>
                </c:pt>
                <c:pt idx="151">
                  <c:v>0.41944444444444445</c:v>
                </c:pt>
                <c:pt idx="152">
                  <c:v>0.42222222222222222</c:v>
                </c:pt>
                <c:pt idx="153">
                  <c:v>0.42499999999999999</c:v>
                </c:pt>
                <c:pt idx="154">
                  <c:v>0.42777777777777781</c:v>
                </c:pt>
                <c:pt idx="155">
                  <c:v>0.43055555555555552</c:v>
                </c:pt>
                <c:pt idx="156">
                  <c:v>0.43333333333333335</c:v>
                </c:pt>
                <c:pt idx="157">
                  <c:v>0.43611111111111112</c:v>
                </c:pt>
                <c:pt idx="158">
                  <c:v>0.43888888888888888</c:v>
                </c:pt>
                <c:pt idx="159">
                  <c:v>0.44166666666666665</c:v>
                </c:pt>
                <c:pt idx="160">
                  <c:v>0.44444444444444448</c:v>
                </c:pt>
                <c:pt idx="161">
                  <c:v>0.44722222222222219</c:v>
                </c:pt>
                <c:pt idx="162">
                  <c:v>0.45</c:v>
                </c:pt>
                <c:pt idx="163">
                  <c:v>0.45277777777777778</c:v>
                </c:pt>
                <c:pt idx="164">
                  <c:v>0.45555555555555555</c:v>
                </c:pt>
                <c:pt idx="165">
                  <c:v>0.45833333333333331</c:v>
                </c:pt>
                <c:pt idx="166">
                  <c:v>0.46111111111111114</c:v>
                </c:pt>
                <c:pt idx="167">
                  <c:v>0.46388888888888885</c:v>
                </c:pt>
                <c:pt idx="168">
                  <c:v>0.46666666666666667</c:v>
                </c:pt>
                <c:pt idx="169">
                  <c:v>0.46944444444444444</c:v>
                </c:pt>
                <c:pt idx="170">
                  <c:v>0.47222222222222221</c:v>
                </c:pt>
                <c:pt idx="171">
                  <c:v>0.47499999999999998</c:v>
                </c:pt>
                <c:pt idx="172">
                  <c:v>0.4777777777777778</c:v>
                </c:pt>
                <c:pt idx="173">
                  <c:v>0.48055555555555551</c:v>
                </c:pt>
                <c:pt idx="174">
                  <c:v>0.48333333333333334</c:v>
                </c:pt>
                <c:pt idx="175">
                  <c:v>0.4861111111111111</c:v>
                </c:pt>
                <c:pt idx="176">
                  <c:v>0.48888888888888887</c:v>
                </c:pt>
                <c:pt idx="177">
                  <c:v>0.49166666666666664</c:v>
                </c:pt>
                <c:pt idx="178">
                  <c:v>0.49444444444444446</c:v>
                </c:pt>
                <c:pt idx="179">
                  <c:v>0.49722222222222218</c:v>
                </c:pt>
                <c:pt idx="180">
                  <c:v>0.5</c:v>
                </c:pt>
                <c:pt idx="181">
                  <c:v>0.50277777777777777</c:v>
                </c:pt>
                <c:pt idx="182">
                  <c:v>0.50555555555555554</c:v>
                </c:pt>
                <c:pt idx="183">
                  <c:v>0.5083333333333333</c:v>
                </c:pt>
                <c:pt idx="184">
                  <c:v>0.51111111111111118</c:v>
                </c:pt>
                <c:pt idx="185">
                  <c:v>0.51388888888888884</c:v>
                </c:pt>
                <c:pt idx="186">
                  <c:v>0.51666666666666672</c:v>
                </c:pt>
                <c:pt idx="187">
                  <c:v>0.51944444444444449</c:v>
                </c:pt>
                <c:pt idx="188">
                  <c:v>0.52222222222222225</c:v>
                </c:pt>
                <c:pt idx="189">
                  <c:v>0.52500000000000002</c:v>
                </c:pt>
                <c:pt idx="190">
                  <c:v>0.52777777777777779</c:v>
                </c:pt>
                <c:pt idx="191">
                  <c:v>0.53055555555555556</c:v>
                </c:pt>
                <c:pt idx="192">
                  <c:v>0.53333333333333333</c:v>
                </c:pt>
                <c:pt idx="193">
                  <c:v>0.53611111111111109</c:v>
                </c:pt>
                <c:pt idx="194">
                  <c:v>0.53888888888888897</c:v>
                </c:pt>
                <c:pt idx="195">
                  <c:v>0.54166666666666663</c:v>
                </c:pt>
                <c:pt idx="196">
                  <c:v>0.5444444444444444</c:v>
                </c:pt>
                <c:pt idx="197">
                  <c:v>0.54722222222222228</c:v>
                </c:pt>
                <c:pt idx="198">
                  <c:v>0.55000000000000004</c:v>
                </c:pt>
                <c:pt idx="199">
                  <c:v>0.5527777777777777</c:v>
                </c:pt>
                <c:pt idx="200">
                  <c:v>0.55555555555555558</c:v>
                </c:pt>
                <c:pt idx="201">
                  <c:v>0.55833333333333335</c:v>
                </c:pt>
                <c:pt idx="202">
                  <c:v>0.56111111111111112</c:v>
                </c:pt>
                <c:pt idx="203">
                  <c:v>0.56388888888888888</c:v>
                </c:pt>
                <c:pt idx="204">
                  <c:v>0.56666666666666665</c:v>
                </c:pt>
                <c:pt idx="205">
                  <c:v>0.56944444444444442</c:v>
                </c:pt>
                <c:pt idx="206">
                  <c:v>0.5722222222222223</c:v>
                </c:pt>
                <c:pt idx="207">
                  <c:v>0.57499999999999996</c:v>
                </c:pt>
                <c:pt idx="208">
                  <c:v>0.57777777777777772</c:v>
                </c:pt>
                <c:pt idx="209">
                  <c:v>0.5805555555555556</c:v>
                </c:pt>
                <c:pt idx="210">
                  <c:v>0.58333333333333337</c:v>
                </c:pt>
                <c:pt idx="211">
                  <c:v>0.58611111111111103</c:v>
                </c:pt>
                <c:pt idx="212">
                  <c:v>0.58888888888888891</c:v>
                </c:pt>
                <c:pt idx="213">
                  <c:v>0.59166666666666667</c:v>
                </c:pt>
                <c:pt idx="214">
                  <c:v>0.59444444444444444</c:v>
                </c:pt>
                <c:pt idx="215">
                  <c:v>0.59722222222222221</c:v>
                </c:pt>
                <c:pt idx="216">
                  <c:v>0.6</c:v>
                </c:pt>
                <c:pt idx="217">
                  <c:v>0.60277777777777775</c:v>
                </c:pt>
                <c:pt idx="218">
                  <c:v>0.60555555555555562</c:v>
                </c:pt>
                <c:pt idx="219">
                  <c:v>0.60833333333333328</c:v>
                </c:pt>
                <c:pt idx="220">
                  <c:v>0.61111111111111105</c:v>
                </c:pt>
                <c:pt idx="221">
                  <c:v>0.61388888888888893</c:v>
                </c:pt>
                <c:pt idx="222">
                  <c:v>0.6166666666666667</c:v>
                </c:pt>
                <c:pt idx="223">
                  <c:v>0.61944444444444435</c:v>
                </c:pt>
                <c:pt idx="224">
                  <c:v>0.62222222222222223</c:v>
                </c:pt>
                <c:pt idx="225">
                  <c:v>0.625</c:v>
                </c:pt>
                <c:pt idx="226">
                  <c:v>0.62777777777777777</c:v>
                </c:pt>
                <c:pt idx="227">
                  <c:v>0.63055555555555565</c:v>
                </c:pt>
                <c:pt idx="228">
                  <c:v>0.6333333333333333</c:v>
                </c:pt>
                <c:pt idx="229">
                  <c:v>0.63611111111111107</c:v>
                </c:pt>
                <c:pt idx="230">
                  <c:v>0.63888888888888895</c:v>
                </c:pt>
                <c:pt idx="231">
                  <c:v>0.64166666666666672</c:v>
                </c:pt>
                <c:pt idx="232">
                  <c:v>0.64444444444444438</c:v>
                </c:pt>
                <c:pt idx="233">
                  <c:v>0.64722222222222225</c:v>
                </c:pt>
                <c:pt idx="234">
                  <c:v>0.65</c:v>
                </c:pt>
                <c:pt idx="235">
                  <c:v>0.65277777777777779</c:v>
                </c:pt>
                <c:pt idx="236">
                  <c:v>0.65555555555555556</c:v>
                </c:pt>
                <c:pt idx="237">
                  <c:v>0.65833333333333333</c:v>
                </c:pt>
                <c:pt idx="238">
                  <c:v>0.66111111111111109</c:v>
                </c:pt>
                <c:pt idx="239">
                  <c:v>0.66388888888888897</c:v>
                </c:pt>
                <c:pt idx="240">
                  <c:v>0.66666666666666663</c:v>
                </c:pt>
                <c:pt idx="241">
                  <c:v>0.6694444444444444</c:v>
                </c:pt>
                <c:pt idx="242">
                  <c:v>0.67222222222222228</c:v>
                </c:pt>
                <c:pt idx="243">
                  <c:v>0.67500000000000004</c:v>
                </c:pt>
                <c:pt idx="244">
                  <c:v>0.6777777777777777</c:v>
                </c:pt>
                <c:pt idx="245">
                  <c:v>0.68055555555555558</c:v>
                </c:pt>
                <c:pt idx="246">
                  <c:v>0.68333333333333335</c:v>
                </c:pt>
                <c:pt idx="247">
                  <c:v>0.68611111111111112</c:v>
                </c:pt>
                <c:pt idx="248">
                  <c:v>0.68888888888888888</c:v>
                </c:pt>
                <c:pt idx="249">
                  <c:v>0.69166666666666665</c:v>
                </c:pt>
                <c:pt idx="250">
                  <c:v>0.69444444444444442</c:v>
                </c:pt>
                <c:pt idx="251">
                  <c:v>0.6972222222222223</c:v>
                </c:pt>
                <c:pt idx="252">
                  <c:v>0.7</c:v>
                </c:pt>
                <c:pt idx="253">
                  <c:v>0.70277777777777772</c:v>
                </c:pt>
                <c:pt idx="254">
                  <c:v>0.7055555555555556</c:v>
                </c:pt>
                <c:pt idx="255">
                  <c:v>0.70833333333333337</c:v>
                </c:pt>
                <c:pt idx="256">
                  <c:v>0.71111111111111103</c:v>
                </c:pt>
                <c:pt idx="257">
                  <c:v>0.71388888888888891</c:v>
                </c:pt>
                <c:pt idx="258">
                  <c:v>0.71666666666666667</c:v>
                </c:pt>
                <c:pt idx="259">
                  <c:v>0.71944444444444444</c:v>
                </c:pt>
                <c:pt idx="260">
                  <c:v>0.72222222222222221</c:v>
                </c:pt>
                <c:pt idx="261">
                  <c:v>0.72499999999999998</c:v>
                </c:pt>
                <c:pt idx="262">
                  <c:v>0.72777777777777775</c:v>
                </c:pt>
                <c:pt idx="263">
                  <c:v>0.73055555555555562</c:v>
                </c:pt>
                <c:pt idx="264">
                  <c:v>0.73333333333333328</c:v>
                </c:pt>
                <c:pt idx="265">
                  <c:v>0.73611111111111105</c:v>
                </c:pt>
                <c:pt idx="266">
                  <c:v>0.73888888888888893</c:v>
                </c:pt>
                <c:pt idx="267">
                  <c:v>0.7416666666666667</c:v>
                </c:pt>
                <c:pt idx="268">
                  <c:v>0.74444444444444435</c:v>
                </c:pt>
                <c:pt idx="269">
                  <c:v>0.74722222222222223</c:v>
                </c:pt>
                <c:pt idx="270">
                  <c:v>0.75</c:v>
                </c:pt>
                <c:pt idx="271">
                  <c:v>0.75277777777777777</c:v>
                </c:pt>
                <c:pt idx="272">
                  <c:v>0.75555555555555565</c:v>
                </c:pt>
                <c:pt idx="273">
                  <c:v>0.7583333333333333</c:v>
                </c:pt>
                <c:pt idx="274">
                  <c:v>0.76111111111111107</c:v>
                </c:pt>
                <c:pt idx="275">
                  <c:v>0.76388888888888895</c:v>
                </c:pt>
                <c:pt idx="276">
                  <c:v>0.76666666666666672</c:v>
                </c:pt>
                <c:pt idx="277">
                  <c:v>0.76944444444444438</c:v>
                </c:pt>
                <c:pt idx="278">
                  <c:v>0.77222222222222225</c:v>
                </c:pt>
                <c:pt idx="279">
                  <c:v>0.77500000000000002</c:v>
                </c:pt>
                <c:pt idx="280">
                  <c:v>0.77777777777777779</c:v>
                </c:pt>
                <c:pt idx="281">
                  <c:v>0.78055555555555556</c:v>
                </c:pt>
                <c:pt idx="282">
                  <c:v>0.78333333333333333</c:v>
                </c:pt>
                <c:pt idx="283">
                  <c:v>0.78611111111111109</c:v>
                </c:pt>
                <c:pt idx="284">
                  <c:v>0.78888888888888897</c:v>
                </c:pt>
                <c:pt idx="285">
                  <c:v>0.79166666666666663</c:v>
                </c:pt>
                <c:pt idx="286">
                  <c:v>0.7944444444444444</c:v>
                </c:pt>
                <c:pt idx="287">
                  <c:v>0.79722222222222228</c:v>
                </c:pt>
                <c:pt idx="288">
                  <c:v>0.8</c:v>
                </c:pt>
                <c:pt idx="289">
                  <c:v>0.8027777777777777</c:v>
                </c:pt>
                <c:pt idx="290">
                  <c:v>0.80555555555555558</c:v>
                </c:pt>
                <c:pt idx="291">
                  <c:v>0.80833333333333335</c:v>
                </c:pt>
                <c:pt idx="292">
                  <c:v>0.81111111111111112</c:v>
                </c:pt>
                <c:pt idx="293">
                  <c:v>0.81388888888888888</c:v>
                </c:pt>
                <c:pt idx="294">
                  <c:v>0.81666666666666665</c:v>
                </c:pt>
                <c:pt idx="295">
                  <c:v>0.81944444444444442</c:v>
                </c:pt>
                <c:pt idx="296">
                  <c:v>0.8222222222222223</c:v>
                </c:pt>
                <c:pt idx="297">
                  <c:v>0.82499999999999996</c:v>
                </c:pt>
                <c:pt idx="298">
                  <c:v>0.82777777777777772</c:v>
                </c:pt>
                <c:pt idx="299">
                  <c:v>0.8305555555555556</c:v>
                </c:pt>
                <c:pt idx="300">
                  <c:v>0.83333333333333337</c:v>
                </c:pt>
                <c:pt idx="301">
                  <c:v>0.83611111111111103</c:v>
                </c:pt>
                <c:pt idx="302">
                  <c:v>0.83888888888888891</c:v>
                </c:pt>
                <c:pt idx="303">
                  <c:v>0.84166666666666667</c:v>
                </c:pt>
                <c:pt idx="304">
                  <c:v>0.84444444444444444</c:v>
                </c:pt>
                <c:pt idx="305">
                  <c:v>0.84722222222222221</c:v>
                </c:pt>
                <c:pt idx="306">
                  <c:v>0.85</c:v>
                </c:pt>
                <c:pt idx="307">
                  <c:v>0.85277777777777775</c:v>
                </c:pt>
                <c:pt idx="308">
                  <c:v>0.85555555555555562</c:v>
                </c:pt>
                <c:pt idx="309">
                  <c:v>0.85833333333333328</c:v>
                </c:pt>
                <c:pt idx="310">
                  <c:v>0.86111111111111105</c:v>
                </c:pt>
                <c:pt idx="311">
                  <c:v>0.86388888888888893</c:v>
                </c:pt>
                <c:pt idx="312">
                  <c:v>0.8666666666666667</c:v>
                </c:pt>
                <c:pt idx="313">
                  <c:v>0.86944444444444435</c:v>
                </c:pt>
                <c:pt idx="314">
                  <c:v>0.87222222222222223</c:v>
                </c:pt>
                <c:pt idx="315">
                  <c:v>0.875</c:v>
                </c:pt>
                <c:pt idx="316">
                  <c:v>0.87777777777777777</c:v>
                </c:pt>
                <c:pt idx="317">
                  <c:v>0.88055555555555565</c:v>
                </c:pt>
                <c:pt idx="318">
                  <c:v>0.8833333333333333</c:v>
                </c:pt>
                <c:pt idx="319">
                  <c:v>0.88611111111111107</c:v>
                </c:pt>
                <c:pt idx="320">
                  <c:v>0.88888888888888895</c:v>
                </c:pt>
                <c:pt idx="321">
                  <c:v>0.89166666666666672</c:v>
                </c:pt>
                <c:pt idx="322">
                  <c:v>0.89444444444444438</c:v>
                </c:pt>
                <c:pt idx="323">
                  <c:v>0.89722222222222225</c:v>
                </c:pt>
                <c:pt idx="324">
                  <c:v>0.9</c:v>
                </c:pt>
                <c:pt idx="325">
                  <c:v>0.90277777777777779</c:v>
                </c:pt>
                <c:pt idx="326">
                  <c:v>0.90555555555555556</c:v>
                </c:pt>
                <c:pt idx="327">
                  <c:v>0.90833333333333333</c:v>
                </c:pt>
                <c:pt idx="328">
                  <c:v>0.91111111111111109</c:v>
                </c:pt>
                <c:pt idx="329">
                  <c:v>0.91388888888888897</c:v>
                </c:pt>
                <c:pt idx="330">
                  <c:v>0.91666666666666663</c:v>
                </c:pt>
                <c:pt idx="331">
                  <c:v>0.9194444444444444</c:v>
                </c:pt>
                <c:pt idx="332">
                  <c:v>0.92222222222222228</c:v>
                </c:pt>
                <c:pt idx="333">
                  <c:v>0.92500000000000004</c:v>
                </c:pt>
                <c:pt idx="334">
                  <c:v>0.9277777777777777</c:v>
                </c:pt>
                <c:pt idx="335">
                  <c:v>0.93055555555555558</c:v>
                </c:pt>
                <c:pt idx="336">
                  <c:v>0.93333333333333335</c:v>
                </c:pt>
                <c:pt idx="337">
                  <c:v>0.93611111111111112</c:v>
                </c:pt>
                <c:pt idx="338">
                  <c:v>0.93888888888888888</c:v>
                </c:pt>
                <c:pt idx="339">
                  <c:v>0.94166666666666665</c:v>
                </c:pt>
                <c:pt idx="340">
                  <c:v>0.94444444444444442</c:v>
                </c:pt>
                <c:pt idx="341">
                  <c:v>0.9472222222222223</c:v>
                </c:pt>
                <c:pt idx="342">
                  <c:v>0.95</c:v>
                </c:pt>
                <c:pt idx="343">
                  <c:v>0.95277777777777772</c:v>
                </c:pt>
                <c:pt idx="344">
                  <c:v>0.9555555555555556</c:v>
                </c:pt>
                <c:pt idx="345">
                  <c:v>0.95833333333333337</c:v>
                </c:pt>
                <c:pt idx="346">
                  <c:v>0.96111111111111103</c:v>
                </c:pt>
                <c:pt idx="347">
                  <c:v>0.96388888888888891</c:v>
                </c:pt>
                <c:pt idx="348">
                  <c:v>0.96666666666666667</c:v>
                </c:pt>
                <c:pt idx="349">
                  <c:v>0.96944444444444444</c:v>
                </c:pt>
                <c:pt idx="350">
                  <c:v>0.97222222222222221</c:v>
                </c:pt>
                <c:pt idx="351">
                  <c:v>0.97499999999999998</c:v>
                </c:pt>
                <c:pt idx="352">
                  <c:v>0.97777777777777775</c:v>
                </c:pt>
                <c:pt idx="353">
                  <c:v>0.98055555555555562</c:v>
                </c:pt>
                <c:pt idx="354">
                  <c:v>0.98333333333333328</c:v>
                </c:pt>
                <c:pt idx="355">
                  <c:v>0.98611111111111105</c:v>
                </c:pt>
                <c:pt idx="356">
                  <c:v>0.98888888888888893</c:v>
                </c:pt>
                <c:pt idx="357">
                  <c:v>0.9916666666666667</c:v>
                </c:pt>
                <c:pt idx="358">
                  <c:v>0.99444444444444435</c:v>
                </c:pt>
                <c:pt idx="359">
                  <c:v>0.99722222222222223</c:v>
                </c:pt>
                <c:pt idx="360">
                  <c:v>1</c:v>
                </c:pt>
                <c:pt idx="361">
                  <c:v>1.0027777777777778</c:v>
                </c:pt>
                <c:pt idx="362">
                  <c:v>1.0055555555555555</c:v>
                </c:pt>
                <c:pt idx="363">
                  <c:v>1.0083333333333333</c:v>
                </c:pt>
                <c:pt idx="364">
                  <c:v>1.0111111111111111</c:v>
                </c:pt>
                <c:pt idx="365">
                  <c:v>1.0138888888888888</c:v>
                </c:pt>
                <c:pt idx="366">
                  <c:v>1.0166666666666666</c:v>
                </c:pt>
                <c:pt idx="367">
                  <c:v>1.0194444444444444</c:v>
                </c:pt>
                <c:pt idx="368">
                  <c:v>1.0222222222222224</c:v>
                </c:pt>
                <c:pt idx="369">
                  <c:v>1.0249999999999999</c:v>
                </c:pt>
                <c:pt idx="370">
                  <c:v>1.0277777777777777</c:v>
                </c:pt>
                <c:pt idx="371">
                  <c:v>1.0305555555555557</c:v>
                </c:pt>
                <c:pt idx="372">
                  <c:v>1.0333333333333334</c:v>
                </c:pt>
                <c:pt idx="373">
                  <c:v>1.036111111111111</c:v>
                </c:pt>
                <c:pt idx="374">
                  <c:v>1.038888888888889</c:v>
                </c:pt>
                <c:pt idx="375">
                  <c:v>1.0416666666666667</c:v>
                </c:pt>
                <c:pt idx="376">
                  <c:v>1.0444444444444445</c:v>
                </c:pt>
                <c:pt idx="377">
                  <c:v>1.0472222222222223</c:v>
                </c:pt>
                <c:pt idx="378">
                  <c:v>1.05</c:v>
                </c:pt>
                <c:pt idx="379">
                  <c:v>1.0527777777777778</c:v>
                </c:pt>
                <c:pt idx="380">
                  <c:v>1.0555555555555556</c:v>
                </c:pt>
                <c:pt idx="381">
                  <c:v>1.0583333333333333</c:v>
                </c:pt>
                <c:pt idx="382">
                  <c:v>1.0611111111111111</c:v>
                </c:pt>
                <c:pt idx="383">
                  <c:v>1.0638888888888889</c:v>
                </c:pt>
                <c:pt idx="384">
                  <c:v>1.0666666666666667</c:v>
                </c:pt>
                <c:pt idx="385">
                  <c:v>1.0694444444444444</c:v>
                </c:pt>
                <c:pt idx="386">
                  <c:v>1.0722222222222222</c:v>
                </c:pt>
                <c:pt idx="387">
                  <c:v>1.075</c:v>
                </c:pt>
                <c:pt idx="388">
                  <c:v>1.0777777777777779</c:v>
                </c:pt>
                <c:pt idx="389">
                  <c:v>1.0805555555555555</c:v>
                </c:pt>
                <c:pt idx="390">
                  <c:v>1.0833333333333333</c:v>
                </c:pt>
                <c:pt idx="391">
                  <c:v>1.0861111111111112</c:v>
                </c:pt>
                <c:pt idx="392">
                  <c:v>1.0888888888888888</c:v>
                </c:pt>
                <c:pt idx="393">
                  <c:v>1.0916666666666666</c:v>
                </c:pt>
                <c:pt idx="394">
                  <c:v>1.0944444444444446</c:v>
                </c:pt>
                <c:pt idx="395">
                  <c:v>1.0972222222222221</c:v>
                </c:pt>
                <c:pt idx="396">
                  <c:v>1.1000000000000001</c:v>
                </c:pt>
                <c:pt idx="397">
                  <c:v>1.1027777777777779</c:v>
                </c:pt>
                <c:pt idx="398">
                  <c:v>1.1055555555555554</c:v>
                </c:pt>
                <c:pt idx="399">
                  <c:v>1.1083333333333334</c:v>
                </c:pt>
                <c:pt idx="400">
                  <c:v>1.1111111111111112</c:v>
                </c:pt>
                <c:pt idx="401">
                  <c:v>1.1138888888888887</c:v>
                </c:pt>
                <c:pt idx="402">
                  <c:v>1.1166666666666667</c:v>
                </c:pt>
                <c:pt idx="403">
                  <c:v>1.1194444444444445</c:v>
                </c:pt>
                <c:pt idx="404">
                  <c:v>1.1222222222222222</c:v>
                </c:pt>
                <c:pt idx="405">
                  <c:v>1.125</c:v>
                </c:pt>
                <c:pt idx="406">
                  <c:v>1.1277777777777778</c:v>
                </c:pt>
                <c:pt idx="407">
                  <c:v>1.1305555555555555</c:v>
                </c:pt>
                <c:pt idx="408">
                  <c:v>1.1333333333333333</c:v>
                </c:pt>
                <c:pt idx="409">
                  <c:v>1.1361111111111113</c:v>
                </c:pt>
                <c:pt idx="410">
                  <c:v>1.1388888888888888</c:v>
                </c:pt>
                <c:pt idx="411">
                  <c:v>1.1416666666666666</c:v>
                </c:pt>
                <c:pt idx="412">
                  <c:v>1.1444444444444446</c:v>
                </c:pt>
                <c:pt idx="413">
                  <c:v>1.1472222222222221</c:v>
                </c:pt>
                <c:pt idx="414">
                  <c:v>1.1499999999999999</c:v>
                </c:pt>
                <c:pt idx="415">
                  <c:v>1.1527777777777779</c:v>
                </c:pt>
                <c:pt idx="416">
                  <c:v>1.1555555555555554</c:v>
                </c:pt>
                <c:pt idx="417">
                  <c:v>1.1583333333333334</c:v>
                </c:pt>
                <c:pt idx="418">
                  <c:v>1.1611111111111112</c:v>
                </c:pt>
                <c:pt idx="419">
                  <c:v>1.1638888888888888</c:v>
                </c:pt>
                <c:pt idx="420">
                  <c:v>1.1666666666666667</c:v>
                </c:pt>
                <c:pt idx="421">
                  <c:v>1.1694444444444445</c:v>
                </c:pt>
                <c:pt idx="422">
                  <c:v>1.1722222222222221</c:v>
                </c:pt>
                <c:pt idx="423">
                  <c:v>1.175</c:v>
                </c:pt>
                <c:pt idx="424">
                  <c:v>1.1777777777777778</c:v>
                </c:pt>
                <c:pt idx="425">
                  <c:v>1.1805555555555556</c:v>
                </c:pt>
                <c:pt idx="426">
                  <c:v>1.1833333333333333</c:v>
                </c:pt>
                <c:pt idx="427">
                  <c:v>1.1861111111111111</c:v>
                </c:pt>
                <c:pt idx="428">
                  <c:v>1.1888888888888889</c:v>
                </c:pt>
                <c:pt idx="429">
                  <c:v>1.1916666666666667</c:v>
                </c:pt>
                <c:pt idx="430">
                  <c:v>1.1944444444444444</c:v>
                </c:pt>
                <c:pt idx="431">
                  <c:v>1.1972222222222222</c:v>
                </c:pt>
                <c:pt idx="432">
                  <c:v>1.2</c:v>
                </c:pt>
                <c:pt idx="433">
                  <c:v>1.2027777777777779</c:v>
                </c:pt>
                <c:pt idx="434">
                  <c:v>1.2055555555555555</c:v>
                </c:pt>
                <c:pt idx="435">
                  <c:v>1.2083333333333333</c:v>
                </c:pt>
                <c:pt idx="436">
                  <c:v>1.2111111111111112</c:v>
                </c:pt>
                <c:pt idx="437">
                  <c:v>1.2138888888888888</c:v>
                </c:pt>
                <c:pt idx="438">
                  <c:v>1.2166666666666666</c:v>
                </c:pt>
                <c:pt idx="439">
                  <c:v>1.2194444444444446</c:v>
                </c:pt>
                <c:pt idx="440">
                  <c:v>1.2222222222222221</c:v>
                </c:pt>
                <c:pt idx="441">
                  <c:v>1.2250000000000001</c:v>
                </c:pt>
                <c:pt idx="442">
                  <c:v>1.2277777777777779</c:v>
                </c:pt>
                <c:pt idx="443">
                  <c:v>1.2305555555555554</c:v>
                </c:pt>
                <c:pt idx="444">
                  <c:v>1.2333333333333334</c:v>
                </c:pt>
                <c:pt idx="445">
                  <c:v>1.2361111111111112</c:v>
                </c:pt>
                <c:pt idx="446">
                  <c:v>1.2388888888888887</c:v>
                </c:pt>
                <c:pt idx="447">
                  <c:v>1.2416666666666667</c:v>
                </c:pt>
                <c:pt idx="448">
                  <c:v>1.2444444444444445</c:v>
                </c:pt>
                <c:pt idx="449">
                  <c:v>1.2472222222222222</c:v>
                </c:pt>
                <c:pt idx="450">
                  <c:v>1.25</c:v>
                </c:pt>
                <c:pt idx="451">
                  <c:v>1.2527777777777778</c:v>
                </c:pt>
                <c:pt idx="452">
                  <c:v>1.2555555555555555</c:v>
                </c:pt>
                <c:pt idx="453">
                  <c:v>1.2583333333333333</c:v>
                </c:pt>
                <c:pt idx="454">
                  <c:v>1.2611111111111113</c:v>
                </c:pt>
                <c:pt idx="455">
                  <c:v>1.2638888888888888</c:v>
                </c:pt>
                <c:pt idx="456">
                  <c:v>1.2666666666666666</c:v>
                </c:pt>
                <c:pt idx="457">
                  <c:v>1.2694444444444446</c:v>
                </c:pt>
                <c:pt idx="458">
                  <c:v>1.2722222222222221</c:v>
                </c:pt>
                <c:pt idx="459">
                  <c:v>1.2749999999999999</c:v>
                </c:pt>
                <c:pt idx="460">
                  <c:v>1.2777777777777779</c:v>
                </c:pt>
                <c:pt idx="461">
                  <c:v>1.2805555555555554</c:v>
                </c:pt>
                <c:pt idx="462">
                  <c:v>1.2833333333333334</c:v>
                </c:pt>
                <c:pt idx="463">
                  <c:v>1.2861111111111112</c:v>
                </c:pt>
                <c:pt idx="464">
                  <c:v>1.2888888888888888</c:v>
                </c:pt>
                <c:pt idx="465">
                  <c:v>1.2916666666666667</c:v>
                </c:pt>
                <c:pt idx="466">
                  <c:v>1.2944444444444445</c:v>
                </c:pt>
                <c:pt idx="467">
                  <c:v>1.2972222222222221</c:v>
                </c:pt>
                <c:pt idx="468">
                  <c:v>1.3</c:v>
                </c:pt>
                <c:pt idx="469">
                  <c:v>1.3027777777777778</c:v>
                </c:pt>
                <c:pt idx="470">
                  <c:v>1.3055555555555556</c:v>
                </c:pt>
                <c:pt idx="471">
                  <c:v>1.3083333333333333</c:v>
                </c:pt>
                <c:pt idx="472">
                  <c:v>1.3111111111111111</c:v>
                </c:pt>
                <c:pt idx="473">
                  <c:v>1.3138888888888889</c:v>
                </c:pt>
                <c:pt idx="474">
                  <c:v>1.3166666666666667</c:v>
                </c:pt>
                <c:pt idx="475">
                  <c:v>1.3194444444444444</c:v>
                </c:pt>
                <c:pt idx="476">
                  <c:v>1.3222222222222222</c:v>
                </c:pt>
                <c:pt idx="477">
                  <c:v>1.325</c:v>
                </c:pt>
                <c:pt idx="478">
                  <c:v>1.3277777777777779</c:v>
                </c:pt>
                <c:pt idx="479">
                  <c:v>1.3305555555555555</c:v>
                </c:pt>
                <c:pt idx="480">
                  <c:v>1.3333333333333333</c:v>
                </c:pt>
                <c:pt idx="481">
                  <c:v>1.3361111111111112</c:v>
                </c:pt>
                <c:pt idx="482">
                  <c:v>1.3388888888888888</c:v>
                </c:pt>
                <c:pt idx="483">
                  <c:v>1.3416666666666666</c:v>
                </c:pt>
                <c:pt idx="484">
                  <c:v>1.3444444444444446</c:v>
                </c:pt>
                <c:pt idx="485">
                  <c:v>1.3472222222222221</c:v>
                </c:pt>
                <c:pt idx="486">
                  <c:v>1.35</c:v>
                </c:pt>
                <c:pt idx="487">
                  <c:v>1.3527777777777779</c:v>
                </c:pt>
                <c:pt idx="488">
                  <c:v>1.3555555555555554</c:v>
                </c:pt>
                <c:pt idx="489">
                  <c:v>1.3583333333333334</c:v>
                </c:pt>
                <c:pt idx="490">
                  <c:v>1.3611111111111112</c:v>
                </c:pt>
                <c:pt idx="491">
                  <c:v>1.3638888888888887</c:v>
                </c:pt>
                <c:pt idx="492">
                  <c:v>1.3666666666666667</c:v>
                </c:pt>
                <c:pt idx="493">
                  <c:v>1.3694444444444445</c:v>
                </c:pt>
                <c:pt idx="494">
                  <c:v>1.3722222222222222</c:v>
                </c:pt>
                <c:pt idx="495">
                  <c:v>1.375</c:v>
                </c:pt>
                <c:pt idx="496">
                  <c:v>1.3777777777777778</c:v>
                </c:pt>
                <c:pt idx="497">
                  <c:v>1.3805555555555555</c:v>
                </c:pt>
                <c:pt idx="498">
                  <c:v>1.3833333333333333</c:v>
                </c:pt>
                <c:pt idx="499">
                  <c:v>1.3861111111111113</c:v>
                </c:pt>
                <c:pt idx="500">
                  <c:v>1.3888888888888888</c:v>
                </c:pt>
                <c:pt idx="501">
                  <c:v>1.3916666666666666</c:v>
                </c:pt>
                <c:pt idx="502">
                  <c:v>1.3944444444444446</c:v>
                </c:pt>
                <c:pt idx="503">
                  <c:v>1.3972222222222221</c:v>
                </c:pt>
                <c:pt idx="504">
                  <c:v>1.4</c:v>
                </c:pt>
                <c:pt idx="505">
                  <c:v>1.4027777777777779</c:v>
                </c:pt>
                <c:pt idx="506">
                  <c:v>1.4055555555555554</c:v>
                </c:pt>
                <c:pt idx="507">
                  <c:v>1.4083333333333334</c:v>
                </c:pt>
                <c:pt idx="508">
                  <c:v>1.4111111111111112</c:v>
                </c:pt>
                <c:pt idx="509">
                  <c:v>1.4138888888888888</c:v>
                </c:pt>
                <c:pt idx="510">
                  <c:v>1.4166666666666667</c:v>
                </c:pt>
                <c:pt idx="511">
                  <c:v>1.4194444444444445</c:v>
                </c:pt>
                <c:pt idx="512">
                  <c:v>1.4222222222222221</c:v>
                </c:pt>
                <c:pt idx="513">
                  <c:v>1.425</c:v>
                </c:pt>
                <c:pt idx="514">
                  <c:v>1.4277777777777778</c:v>
                </c:pt>
                <c:pt idx="515">
                  <c:v>1.4305555555555556</c:v>
                </c:pt>
                <c:pt idx="516">
                  <c:v>1.4333333333333333</c:v>
                </c:pt>
                <c:pt idx="517">
                  <c:v>1.4361111111111111</c:v>
                </c:pt>
                <c:pt idx="518">
                  <c:v>1.4388888888888889</c:v>
                </c:pt>
                <c:pt idx="519">
                  <c:v>1.4416666666666667</c:v>
                </c:pt>
                <c:pt idx="520">
                  <c:v>1.4444444444444444</c:v>
                </c:pt>
                <c:pt idx="521">
                  <c:v>1.4472222222222222</c:v>
                </c:pt>
                <c:pt idx="522">
                  <c:v>1.45</c:v>
                </c:pt>
                <c:pt idx="523">
                  <c:v>1.4527777777777779</c:v>
                </c:pt>
                <c:pt idx="524">
                  <c:v>1.4555555555555555</c:v>
                </c:pt>
                <c:pt idx="525">
                  <c:v>1.4583333333333333</c:v>
                </c:pt>
                <c:pt idx="526">
                  <c:v>1.4611111111111112</c:v>
                </c:pt>
                <c:pt idx="527">
                  <c:v>1.4638888888888888</c:v>
                </c:pt>
                <c:pt idx="528">
                  <c:v>1.4666666666666666</c:v>
                </c:pt>
                <c:pt idx="529">
                  <c:v>1.4694444444444446</c:v>
                </c:pt>
                <c:pt idx="530">
                  <c:v>1.4722222222222221</c:v>
                </c:pt>
                <c:pt idx="531">
                  <c:v>1.4750000000000001</c:v>
                </c:pt>
                <c:pt idx="532">
                  <c:v>1.4777777777777779</c:v>
                </c:pt>
                <c:pt idx="533">
                  <c:v>1.4805555555555554</c:v>
                </c:pt>
                <c:pt idx="534">
                  <c:v>1.4833333333333334</c:v>
                </c:pt>
                <c:pt idx="535">
                  <c:v>1.4861111111111112</c:v>
                </c:pt>
                <c:pt idx="536">
                  <c:v>1.4888888888888887</c:v>
                </c:pt>
                <c:pt idx="537">
                  <c:v>1.4916666666666667</c:v>
                </c:pt>
                <c:pt idx="538">
                  <c:v>1.4944444444444445</c:v>
                </c:pt>
                <c:pt idx="539">
                  <c:v>1.4972222222222222</c:v>
                </c:pt>
                <c:pt idx="540">
                  <c:v>1.5</c:v>
                </c:pt>
                <c:pt idx="541">
                  <c:v>1.5027777777777778</c:v>
                </c:pt>
                <c:pt idx="542">
                  <c:v>1.5055555555555555</c:v>
                </c:pt>
                <c:pt idx="543">
                  <c:v>1.5083333333333333</c:v>
                </c:pt>
                <c:pt idx="544">
                  <c:v>1.5111111111111113</c:v>
                </c:pt>
                <c:pt idx="545">
                  <c:v>1.5138888888888888</c:v>
                </c:pt>
                <c:pt idx="546">
                  <c:v>1.5166666666666666</c:v>
                </c:pt>
                <c:pt idx="547">
                  <c:v>1.5194444444444446</c:v>
                </c:pt>
                <c:pt idx="548">
                  <c:v>1.5222222222222221</c:v>
                </c:pt>
                <c:pt idx="549">
                  <c:v>1.5249999999999999</c:v>
                </c:pt>
                <c:pt idx="550">
                  <c:v>1.5277777777777779</c:v>
                </c:pt>
                <c:pt idx="551">
                  <c:v>1.5305555555555554</c:v>
                </c:pt>
                <c:pt idx="552">
                  <c:v>1.5333333333333334</c:v>
                </c:pt>
                <c:pt idx="553">
                  <c:v>1.5361111111111112</c:v>
                </c:pt>
                <c:pt idx="554">
                  <c:v>1.5388888888888888</c:v>
                </c:pt>
                <c:pt idx="555">
                  <c:v>1.5416666666666667</c:v>
                </c:pt>
                <c:pt idx="556">
                  <c:v>1.5444444444444445</c:v>
                </c:pt>
                <c:pt idx="557">
                  <c:v>1.5472222222222221</c:v>
                </c:pt>
                <c:pt idx="558">
                  <c:v>1.55</c:v>
                </c:pt>
                <c:pt idx="559">
                  <c:v>1.5527777777777778</c:v>
                </c:pt>
                <c:pt idx="560">
                  <c:v>1.5555555555555556</c:v>
                </c:pt>
                <c:pt idx="561">
                  <c:v>1.5583333333333333</c:v>
                </c:pt>
                <c:pt idx="562">
                  <c:v>1.5611111111111111</c:v>
                </c:pt>
                <c:pt idx="563">
                  <c:v>1.5638888888888889</c:v>
                </c:pt>
                <c:pt idx="564">
                  <c:v>1.5666666666666667</c:v>
                </c:pt>
                <c:pt idx="565">
                  <c:v>1.5694444444444444</c:v>
                </c:pt>
                <c:pt idx="566">
                  <c:v>1.5722222222222222</c:v>
                </c:pt>
                <c:pt idx="567">
                  <c:v>1.575</c:v>
                </c:pt>
                <c:pt idx="568">
                  <c:v>1.5777777777777779</c:v>
                </c:pt>
                <c:pt idx="569">
                  <c:v>1.5805555555555555</c:v>
                </c:pt>
                <c:pt idx="570">
                  <c:v>1.5833333333333333</c:v>
                </c:pt>
                <c:pt idx="571">
                  <c:v>1.5861111111111112</c:v>
                </c:pt>
                <c:pt idx="572">
                  <c:v>1.5888888888888888</c:v>
                </c:pt>
                <c:pt idx="573">
                  <c:v>1.5916666666666666</c:v>
                </c:pt>
                <c:pt idx="574">
                  <c:v>1.5944444444444446</c:v>
                </c:pt>
                <c:pt idx="575">
                  <c:v>1.5972222222222221</c:v>
                </c:pt>
                <c:pt idx="576">
                  <c:v>1.6</c:v>
                </c:pt>
                <c:pt idx="577">
                  <c:v>1.6027777777777779</c:v>
                </c:pt>
                <c:pt idx="578">
                  <c:v>1.6055555555555554</c:v>
                </c:pt>
                <c:pt idx="579">
                  <c:v>1.6083333333333334</c:v>
                </c:pt>
                <c:pt idx="580">
                  <c:v>1.6111111111111112</c:v>
                </c:pt>
                <c:pt idx="581">
                  <c:v>1.6138888888888887</c:v>
                </c:pt>
                <c:pt idx="582">
                  <c:v>1.6166666666666667</c:v>
                </c:pt>
                <c:pt idx="583">
                  <c:v>1.6194444444444445</c:v>
                </c:pt>
                <c:pt idx="584">
                  <c:v>1.6222222222222222</c:v>
                </c:pt>
                <c:pt idx="585">
                  <c:v>1.625</c:v>
                </c:pt>
                <c:pt idx="586">
                  <c:v>1.6277777777777778</c:v>
                </c:pt>
                <c:pt idx="587">
                  <c:v>1.6305555555555555</c:v>
                </c:pt>
                <c:pt idx="588">
                  <c:v>1.6333333333333333</c:v>
                </c:pt>
                <c:pt idx="589">
                  <c:v>1.6361111111111113</c:v>
                </c:pt>
                <c:pt idx="590">
                  <c:v>1.6388888888888888</c:v>
                </c:pt>
                <c:pt idx="591">
                  <c:v>1.6416666666666666</c:v>
                </c:pt>
                <c:pt idx="592">
                  <c:v>1.6444444444444446</c:v>
                </c:pt>
                <c:pt idx="593">
                  <c:v>1.6472222222222221</c:v>
                </c:pt>
                <c:pt idx="594">
                  <c:v>1.65</c:v>
                </c:pt>
                <c:pt idx="595">
                  <c:v>1.6527777777777779</c:v>
                </c:pt>
                <c:pt idx="596">
                  <c:v>1.6555555555555554</c:v>
                </c:pt>
                <c:pt idx="597">
                  <c:v>1.6583333333333334</c:v>
                </c:pt>
                <c:pt idx="598">
                  <c:v>1.6611111111111112</c:v>
                </c:pt>
                <c:pt idx="599">
                  <c:v>1.6638888888888888</c:v>
                </c:pt>
                <c:pt idx="600">
                  <c:v>1.6666666666666667</c:v>
                </c:pt>
                <c:pt idx="601">
                  <c:v>1.6694444444444445</c:v>
                </c:pt>
                <c:pt idx="602">
                  <c:v>1.6722222222222221</c:v>
                </c:pt>
                <c:pt idx="603">
                  <c:v>1.675</c:v>
                </c:pt>
                <c:pt idx="604">
                  <c:v>1.6777777777777778</c:v>
                </c:pt>
                <c:pt idx="605">
                  <c:v>1.6805555555555556</c:v>
                </c:pt>
                <c:pt idx="606">
                  <c:v>1.6833333333333333</c:v>
                </c:pt>
                <c:pt idx="607">
                  <c:v>1.6861111111111111</c:v>
                </c:pt>
                <c:pt idx="608">
                  <c:v>1.6888888888888889</c:v>
                </c:pt>
                <c:pt idx="609">
                  <c:v>1.6916666666666667</c:v>
                </c:pt>
                <c:pt idx="610">
                  <c:v>1.6944444444444444</c:v>
                </c:pt>
                <c:pt idx="611">
                  <c:v>1.6972222222222222</c:v>
                </c:pt>
                <c:pt idx="612">
                  <c:v>1.7</c:v>
                </c:pt>
                <c:pt idx="613">
                  <c:v>1.7027777777777779</c:v>
                </c:pt>
                <c:pt idx="614">
                  <c:v>1.7055555555555555</c:v>
                </c:pt>
                <c:pt idx="615">
                  <c:v>1.7083333333333333</c:v>
                </c:pt>
                <c:pt idx="616">
                  <c:v>1.7111111111111112</c:v>
                </c:pt>
                <c:pt idx="617">
                  <c:v>1.7138888888888888</c:v>
                </c:pt>
                <c:pt idx="618">
                  <c:v>1.7166666666666666</c:v>
                </c:pt>
                <c:pt idx="619">
                  <c:v>1.7194444444444446</c:v>
                </c:pt>
                <c:pt idx="620">
                  <c:v>1.7222222222222221</c:v>
                </c:pt>
                <c:pt idx="621">
                  <c:v>1.7250000000000001</c:v>
                </c:pt>
                <c:pt idx="622">
                  <c:v>1.7277777777777779</c:v>
                </c:pt>
                <c:pt idx="623">
                  <c:v>1.7305555555555554</c:v>
                </c:pt>
                <c:pt idx="624">
                  <c:v>1.7333333333333334</c:v>
                </c:pt>
                <c:pt idx="625">
                  <c:v>1.7361111111111112</c:v>
                </c:pt>
                <c:pt idx="626">
                  <c:v>1.7388888888888887</c:v>
                </c:pt>
                <c:pt idx="627">
                  <c:v>1.7416666666666667</c:v>
                </c:pt>
                <c:pt idx="628">
                  <c:v>1.7444444444444445</c:v>
                </c:pt>
                <c:pt idx="629">
                  <c:v>1.7472222222222222</c:v>
                </c:pt>
                <c:pt idx="630">
                  <c:v>1.75</c:v>
                </c:pt>
                <c:pt idx="631">
                  <c:v>1.7527777777777778</c:v>
                </c:pt>
                <c:pt idx="632">
                  <c:v>1.7555555555555555</c:v>
                </c:pt>
                <c:pt idx="633">
                  <c:v>1.7583333333333333</c:v>
                </c:pt>
                <c:pt idx="634">
                  <c:v>1.7611111111111113</c:v>
                </c:pt>
                <c:pt idx="635">
                  <c:v>1.7638888888888888</c:v>
                </c:pt>
                <c:pt idx="636">
                  <c:v>1.7666666666666666</c:v>
                </c:pt>
                <c:pt idx="637">
                  <c:v>1.7694444444444446</c:v>
                </c:pt>
                <c:pt idx="638">
                  <c:v>1.7722222222222221</c:v>
                </c:pt>
                <c:pt idx="639">
                  <c:v>1.7749999999999999</c:v>
                </c:pt>
                <c:pt idx="640">
                  <c:v>1.7777777777777779</c:v>
                </c:pt>
                <c:pt idx="641">
                  <c:v>1.7805555555555554</c:v>
                </c:pt>
                <c:pt idx="642">
                  <c:v>1.7833333333333334</c:v>
                </c:pt>
                <c:pt idx="643">
                  <c:v>1.7861111111111112</c:v>
                </c:pt>
                <c:pt idx="644">
                  <c:v>1.7888888888888888</c:v>
                </c:pt>
                <c:pt idx="645">
                  <c:v>1.7916666666666667</c:v>
                </c:pt>
                <c:pt idx="646">
                  <c:v>1.7944444444444445</c:v>
                </c:pt>
                <c:pt idx="647">
                  <c:v>1.7972222222222221</c:v>
                </c:pt>
                <c:pt idx="648">
                  <c:v>1.8</c:v>
                </c:pt>
                <c:pt idx="649">
                  <c:v>1.8027777777777778</c:v>
                </c:pt>
                <c:pt idx="650">
                  <c:v>1.8055555555555556</c:v>
                </c:pt>
                <c:pt idx="651">
                  <c:v>1.8083333333333333</c:v>
                </c:pt>
                <c:pt idx="652">
                  <c:v>1.8111111111111111</c:v>
                </c:pt>
                <c:pt idx="653">
                  <c:v>1.8138888888888889</c:v>
                </c:pt>
                <c:pt idx="654">
                  <c:v>1.8166666666666667</c:v>
                </c:pt>
                <c:pt idx="655">
                  <c:v>1.8194444444444444</c:v>
                </c:pt>
                <c:pt idx="656">
                  <c:v>1.8222222222222222</c:v>
                </c:pt>
                <c:pt idx="657">
                  <c:v>1.825</c:v>
                </c:pt>
                <c:pt idx="658">
                  <c:v>1.8277777777777779</c:v>
                </c:pt>
                <c:pt idx="659">
                  <c:v>1.8305555555555555</c:v>
                </c:pt>
                <c:pt idx="660">
                  <c:v>1.8333333333333333</c:v>
                </c:pt>
                <c:pt idx="661">
                  <c:v>1.8361111111111112</c:v>
                </c:pt>
                <c:pt idx="662">
                  <c:v>1.8388888888888888</c:v>
                </c:pt>
                <c:pt idx="663">
                  <c:v>1.8416666666666666</c:v>
                </c:pt>
                <c:pt idx="664">
                  <c:v>1.8444444444444446</c:v>
                </c:pt>
                <c:pt idx="665">
                  <c:v>1.8472222222222221</c:v>
                </c:pt>
                <c:pt idx="666">
                  <c:v>1.85</c:v>
                </c:pt>
                <c:pt idx="667">
                  <c:v>1.8527777777777779</c:v>
                </c:pt>
                <c:pt idx="668">
                  <c:v>1.8555555555555554</c:v>
                </c:pt>
                <c:pt idx="669">
                  <c:v>1.8583333333333334</c:v>
                </c:pt>
                <c:pt idx="670">
                  <c:v>1.8611111111111112</c:v>
                </c:pt>
                <c:pt idx="671">
                  <c:v>1.8638888888888887</c:v>
                </c:pt>
                <c:pt idx="672">
                  <c:v>1.8666666666666667</c:v>
                </c:pt>
                <c:pt idx="673">
                  <c:v>1.8694444444444445</c:v>
                </c:pt>
                <c:pt idx="674">
                  <c:v>1.8722222222222222</c:v>
                </c:pt>
                <c:pt idx="675">
                  <c:v>1.875</c:v>
                </c:pt>
                <c:pt idx="676">
                  <c:v>1.8777777777777778</c:v>
                </c:pt>
                <c:pt idx="677">
                  <c:v>1.8805555555555555</c:v>
                </c:pt>
                <c:pt idx="678">
                  <c:v>1.8833333333333333</c:v>
                </c:pt>
                <c:pt idx="679">
                  <c:v>1.8861111111111113</c:v>
                </c:pt>
                <c:pt idx="680">
                  <c:v>1.8888888888888888</c:v>
                </c:pt>
                <c:pt idx="681">
                  <c:v>1.8916666666666666</c:v>
                </c:pt>
                <c:pt idx="682">
                  <c:v>1.8944444444444446</c:v>
                </c:pt>
                <c:pt idx="683">
                  <c:v>1.8972222222222221</c:v>
                </c:pt>
                <c:pt idx="684">
                  <c:v>1.9</c:v>
                </c:pt>
                <c:pt idx="685">
                  <c:v>1.9027777777777779</c:v>
                </c:pt>
                <c:pt idx="686">
                  <c:v>1.9055555555555554</c:v>
                </c:pt>
                <c:pt idx="687">
                  <c:v>1.9083333333333334</c:v>
                </c:pt>
                <c:pt idx="688">
                  <c:v>1.9111111111111112</c:v>
                </c:pt>
                <c:pt idx="689">
                  <c:v>1.9138888888888888</c:v>
                </c:pt>
                <c:pt idx="690">
                  <c:v>1.9166666666666667</c:v>
                </c:pt>
                <c:pt idx="691">
                  <c:v>1.9194444444444445</c:v>
                </c:pt>
                <c:pt idx="692">
                  <c:v>1.9222222222222221</c:v>
                </c:pt>
                <c:pt idx="693">
                  <c:v>1.925</c:v>
                </c:pt>
                <c:pt idx="694">
                  <c:v>1.9277777777777778</c:v>
                </c:pt>
                <c:pt idx="695">
                  <c:v>1.9305555555555556</c:v>
                </c:pt>
                <c:pt idx="696">
                  <c:v>1.9333333333333333</c:v>
                </c:pt>
                <c:pt idx="697">
                  <c:v>1.9361111111111111</c:v>
                </c:pt>
                <c:pt idx="698">
                  <c:v>1.9388888888888889</c:v>
                </c:pt>
                <c:pt idx="699">
                  <c:v>1.9416666666666667</c:v>
                </c:pt>
                <c:pt idx="700">
                  <c:v>1.9444444444444444</c:v>
                </c:pt>
                <c:pt idx="701">
                  <c:v>1.9472222222222222</c:v>
                </c:pt>
                <c:pt idx="702">
                  <c:v>1.95</c:v>
                </c:pt>
                <c:pt idx="703">
                  <c:v>1.9527777777777779</c:v>
                </c:pt>
                <c:pt idx="704">
                  <c:v>1.9555555555555555</c:v>
                </c:pt>
                <c:pt idx="705">
                  <c:v>1.9583333333333333</c:v>
                </c:pt>
                <c:pt idx="706">
                  <c:v>1.9611111111111112</c:v>
                </c:pt>
                <c:pt idx="707">
                  <c:v>1.9638888888888888</c:v>
                </c:pt>
                <c:pt idx="708">
                  <c:v>1.9666666666666666</c:v>
                </c:pt>
                <c:pt idx="709">
                  <c:v>1.9694444444444446</c:v>
                </c:pt>
                <c:pt idx="710">
                  <c:v>1.9722222222222221</c:v>
                </c:pt>
                <c:pt idx="711">
                  <c:v>1.9750000000000001</c:v>
                </c:pt>
                <c:pt idx="712">
                  <c:v>1.9777777777777779</c:v>
                </c:pt>
                <c:pt idx="713">
                  <c:v>1.9805555555555554</c:v>
                </c:pt>
                <c:pt idx="714">
                  <c:v>1.9833333333333334</c:v>
                </c:pt>
                <c:pt idx="715">
                  <c:v>1.9861111111111112</c:v>
                </c:pt>
                <c:pt idx="716">
                  <c:v>1.9888888888888887</c:v>
                </c:pt>
                <c:pt idx="717">
                  <c:v>1.9916666666666667</c:v>
                </c:pt>
                <c:pt idx="718">
                  <c:v>1.9944444444444445</c:v>
                </c:pt>
                <c:pt idx="719">
                  <c:v>1.9972222222222222</c:v>
                </c:pt>
                <c:pt idx="720">
                  <c:v>2</c:v>
                </c:pt>
                <c:pt idx="721">
                  <c:v>2.0027777777777778</c:v>
                </c:pt>
                <c:pt idx="722">
                  <c:v>2.0055555555555555</c:v>
                </c:pt>
                <c:pt idx="723">
                  <c:v>2.0083333333333333</c:v>
                </c:pt>
                <c:pt idx="724">
                  <c:v>2.0111111111111111</c:v>
                </c:pt>
                <c:pt idx="725">
                  <c:v>2.0138888888888888</c:v>
                </c:pt>
                <c:pt idx="726">
                  <c:v>2.0166666666666666</c:v>
                </c:pt>
                <c:pt idx="727">
                  <c:v>2.0194444444444444</c:v>
                </c:pt>
                <c:pt idx="728">
                  <c:v>2.0222222222222221</c:v>
                </c:pt>
                <c:pt idx="729">
                  <c:v>2.0249999999999999</c:v>
                </c:pt>
                <c:pt idx="730">
                  <c:v>2.0277777777777777</c:v>
                </c:pt>
                <c:pt idx="731">
                  <c:v>2.0305555555555554</c:v>
                </c:pt>
                <c:pt idx="732">
                  <c:v>2.0333333333333332</c:v>
                </c:pt>
                <c:pt idx="733">
                  <c:v>2.036111111111111</c:v>
                </c:pt>
                <c:pt idx="734">
                  <c:v>2.0388888888888888</c:v>
                </c:pt>
                <c:pt idx="735">
                  <c:v>2.0416666666666665</c:v>
                </c:pt>
                <c:pt idx="736">
                  <c:v>2.0444444444444447</c:v>
                </c:pt>
                <c:pt idx="737">
                  <c:v>2.0472222222222221</c:v>
                </c:pt>
                <c:pt idx="738">
                  <c:v>2.0499999999999998</c:v>
                </c:pt>
                <c:pt idx="739">
                  <c:v>2.052777777777778</c:v>
                </c:pt>
                <c:pt idx="740">
                  <c:v>2.0555555555555554</c:v>
                </c:pt>
                <c:pt idx="741">
                  <c:v>2.0583333333333331</c:v>
                </c:pt>
                <c:pt idx="742">
                  <c:v>2.0611111111111113</c:v>
                </c:pt>
                <c:pt idx="743">
                  <c:v>2.0638888888888887</c:v>
                </c:pt>
                <c:pt idx="744">
                  <c:v>2.0666666666666669</c:v>
                </c:pt>
                <c:pt idx="745">
                  <c:v>2.0694444444444446</c:v>
                </c:pt>
                <c:pt idx="746">
                  <c:v>2.072222222222222</c:v>
                </c:pt>
                <c:pt idx="747">
                  <c:v>2.0750000000000002</c:v>
                </c:pt>
                <c:pt idx="748">
                  <c:v>2.0777777777777779</c:v>
                </c:pt>
                <c:pt idx="749">
                  <c:v>2.0805555555555553</c:v>
                </c:pt>
                <c:pt idx="750">
                  <c:v>2.0833333333333335</c:v>
                </c:pt>
                <c:pt idx="751">
                  <c:v>2.0861111111111112</c:v>
                </c:pt>
                <c:pt idx="752">
                  <c:v>2.088888888888889</c:v>
                </c:pt>
                <c:pt idx="753">
                  <c:v>2.0916666666666668</c:v>
                </c:pt>
                <c:pt idx="754">
                  <c:v>2.0944444444444446</c:v>
                </c:pt>
                <c:pt idx="755">
                  <c:v>2.0972222222222223</c:v>
                </c:pt>
                <c:pt idx="756">
                  <c:v>2.1</c:v>
                </c:pt>
                <c:pt idx="757">
                  <c:v>2.1027777777777779</c:v>
                </c:pt>
                <c:pt idx="758">
                  <c:v>2.1055555555555556</c:v>
                </c:pt>
                <c:pt idx="759">
                  <c:v>2.1083333333333334</c:v>
                </c:pt>
                <c:pt idx="760">
                  <c:v>2.1111111111111112</c:v>
                </c:pt>
                <c:pt idx="761">
                  <c:v>2.1138888888888889</c:v>
                </c:pt>
                <c:pt idx="762">
                  <c:v>2.1166666666666667</c:v>
                </c:pt>
                <c:pt idx="763">
                  <c:v>2.1194444444444445</c:v>
                </c:pt>
                <c:pt idx="764">
                  <c:v>2.1222222222222222</c:v>
                </c:pt>
                <c:pt idx="765">
                  <c:v>2.125</c:v>
                </c:pt>
                <c:pt idx="766">
                  <c:v>2.1277777777777778</c:v>
                </c:pt>
                <c:pt idx="767">
                  <c:v>2.1305555555555555</c:v>
                </c:pt>
                <c:pt idx="768">
                  <c:v>2.1333333333333333</c:v>
                </c:pt>
                <c:pt idx="769">
                  <c:v>2.1361111111111111</c:v>
                </c:pt>
                <c:pt idx="770">
                  <c:v>2.1388888888888888</c:v>
                </c:pt>
                <c:pt idx="771">
                  <c:v>2.1416666666666666</c:v>
                </c:pt>
                <c:pt idx="772">
                  <c:v>2.1444444444444444</c:v>
                </c:pt>
                <c:pt idx="773">
                  <c:v>2.1472222222222226</c:v>
                </c:pt>
                <c:pt idx="774">
                  <c:v>2.15</c:v>
                </c:pt>
                <c:pt idx="775">
                  <c:v>2.1527777777777777</c:v>
                </c:pt>
                <c:pt idx="776">
                  <c:v>2.1555555555555559</c:v>
                </c:pt>
                <c:pt idx="777">
                  <c:v>2.1583333333333332</c:v>
                </c:pt>
                <c:pt idx="778">
                  <c:v>2.161111111111111</c:v>
                </c:pt>
                <c:pt idx="779">
                  <c:v>2.1638888888888892</c:v>
                </c:pt>
                <c:pt idx="780">
                  <c:v>2.1666666666666665</c:v>
                </c:pt>
                <c:pt idx="781">
                  <c:v>2.1694444444444443</c:v>
                </c:pt>
                <c:pt idx="782">
                  <c:v>2.1722222222222225</c:v>
                </c:pt>
                <c:pt idx="783">
                  <c:v>2.1749999999999998</c:v>
                </c:pt>
                <c:pt idx="784">
                  <c:v>2.1777777777777776</c:v>
                </c:pt>
                <c:pt idx="785">
                  <c:v>2.1805555555555558</c:v>
                </c:pt>
                <c:pt idx="786">
                  <c:v>2.1833333333333331</c:v>
                </c:pt>
                <c:pt idx="787">
                  <c:v>2.1861111111111109</c:v>
                </c:pt>
                <c:pt idx="788">
                  <c:v>2.1888888888888891</c:v>
                </c:pt>
                <c:pt idx="789">
                  <c:v>2.1916666666666669</c:v>
                </c:pt>
                <c:pt idx="790">
                  <c:v>2.1944444444444442</c:v>
                </c:pt>
                <c:pt idx="791">
                  <c:v>2.1972222222222224</c:v>
                </c:pt>
                <c:pt idx="792">
                  <c:v>2.2000000000000002</c:v>
                </c:pt>
                <c:pt idx="793">
                  <c:v>2.2027777777777775</c:v>
                </c:pt>
                <c:pt idx="794">
                  <c:v>2.2055555555555557</c:v>
                </c:pt>
                <c:pt idx="795">
                  <c:v>2.2083333333333335</c:v>
                </c:pt>
                <c:pt idx="796">
                  <c:v>2.2111111111111108</c:v>
                </c:pt>
                <c:pt idx="797">
                  <c:v>2.213888888888889</c:v>
                </c:pt>
                <c:pt idx="798">
                  <c:v>2.2166666666666668</c:v>
                </c:pt>
                <c:pt idx="799">
                  <c:v>2.2194444444444441</c:v>
                </c:pt>
                <c:pt idx="800">
                  <c:v>2.2222222222222223</c:v>
                </c:pt>
                <c:pt idx="801">
                  <c:v>2.2250000000000001</c:v>
                </c:pt>
                <c:pt idx="802">
                  <c:v>2.2277777777777774</c:v>
                </c:pt>
                <c:pt idx="803">
                  <c:v>2.2305555555555556</c:v>
                </c:pt>
                <c:pt idx="804">
                  <c:v>2.2333333333333334</c:v>
                </c:pt>
                <c:pt idx="805">
                  <c:v>2.2361111111111112</c:v>
                </c:pt>
                <c:pt idx="806">
                  <c:v>2.2388888888888889</c:v>
                </c:pt>
                <c:pt idx="807">
                  <c:v>2.2416666666666667</c:v>
                </c:pt>
                <c:pt idx="808">
                  <c:v>2.2444444444444445</c:v>
                </c:pt>
                <c:pt idx="809">
                  <c:v>2.2472222222222222</c:v>
                </c:pt>
                <c:pt idx="810">
                  <c:v>2.25</c:v>
                </c:pt>
                <c:pt idx="811">
                  <c:v>2.2527777777777778</c:v>
                </c:pt>
                <c:pt idx="812">
                  <c:v>2.2555555555555555</c:v>
                </c:pt>
                <c:pt idx="813">
                  <c:v>2.2583333333333333</c:v>
                </c:pt>
                <c:pt idx="814">
                  <c:v>2.2611111111111111</c:v>
                </c:pt>
                <c:pt idx="815">
                  <c:v>2.2638888888888888</c:v>
                </c:pt>
                <c:pt idx="816">
                  <c:v>2.2666666666666666</c:v>
                </c:pt>
                <c:pt idx="817">
                  <c:v>2.2694444444444444</c:v>
                </c:pt>
                <c:pt idx="818">
                  <c:v>2.2722222222222226</c:v>
                </c:pt>
                <c:pt idx="819">
                  <c:v>2.2749999999999999</c:v>
                </c:pt>
                <c:pt idx="820">
                  <c:v>2.2777777777777777</c:v>
                </c:pt>
                <c:pt idx="821">
                  <c:v>2.2805555555555559</c:v>
                </c:pt>
                <c:pt idx="822">
                  <c:v>2.2833333333333332</c:v>
                </c:pt>
                <c:pt idx="823">
                  <c:v>2.286111111111111</c:v>
                </c:pt>
                <c:pt idx="824">
                  <c:v>2.2888888888888892</c:v>
                </c:pt>
                <c:pt idx="825">
                  <c:v>2.2916666666666665</c:v>
                </c:pt>
                <c:pt idx="826">
                  <c:v>2.2944444444444443</c:v>
                </c:pt>
                <c:pt idx="827">
                  <c:v>2.2972222222222225</c:v>
                </c:pt>
                <c:pt idx="828">
                  <c:v>2.2999999999999998</c:v>
                </c:pt>
                <c:pt idx="829">
                  <c:v>2.3027777777777776</c:v>
                </c:pt>
                <c:pt idx="830">
                  <c:v>2.3055555555555558</c:v>
                </c:pt>
                <c:pt idx="831">
                  <c:v>2.3083333333333331</c:v>
                </c:pt>
                <c:pt idx="832">
                  <c:v>2.3111111111111109</c:v>
                </c:pt>
                <c:pt idx="833">
                  <c:v>2.3138888888888891</c:v>
                </c:pt>
                <c:pt idx="834">
                  <c:v>2.3166666666666669</c:v>
                </c:pt>
                <c:pt idx="835">
                  <c:v>2.3194444444444442</c:v>
                </c:pt>
                <c:pt idx="836">
                  <c:v>2.3222222222222224</c:v>
                </c:pt>
                <c:pt idx="837">
                  <c:v>2.3250000000000002</c:v>
                </c:pt>
                <c:pt idx="838">
                  <c:v>2.3277777777777775</c:v>
                </c:pt>
                <c:pt idx="839">
                  <c:v>2.3305555555555557</c:v>
                </c:pt>
                <c:pt idx="840">
                  <c:v>2.3333333333333335</c:v>
                </c:pt>
                <c:pt idx="841">
                  <c:v>2.3361111111111108</c:v>
                </c:pt>
                <c:pt idx="842">
                  <c:v>2.338888888888889</c:v>
                </c:pt>
                <c:pt idx="843">
                  <c:v>2.3416666666666668</c:v>
                </c:pt>
                <c:pt idx="844">
                  <c:v>2.3444444444444441</c:v>
                </c:pt>
                <c:pt idx="845">
                  <c:v>2.3472222222222223</c:v>
                </c:pt>
                <c:pt idx="846">
                  <c:v>2.35</c:v>
                </c:pt>
                <c:pt idx="847">
                  <c:v>2.3527777777777774</c:v>
                </c:pt>
                <c:pt idx="848">
                  <c:v>2.3555555555555556</c:v>
                </c:pt>
                <c:pt idx="849">
                  <c:v>2.3583333333333334</c:v>
                </c:pt>
                <c:pt idx="850">
                  <c:v>2.3611111111111112</c:v>
                </c:pt>
                <c:pt idx="851">
                  <c:v>2.3638888888888889</c:v>
                </c:pt>
                <c:pt idx="852">
                  <c:v>2.3666666666666667</c:v>
                </c:pt>
                <c:pt idx="853">
                  <c:v>2.3694444444444445</c:v>
                </c:pt>
                <c:pt idx="854">
                  <c:v>2.3722222222222222</c:v>
                </c:pt>
                <c:pt idx="855">
                  <c:v>2.375</c:v>
                </c:pt>
                <c:pt idx="856">
                  <c:v>2.3777777777777778</c:v>
                </c:pt>
                <c:pt idx="857">
                  <c:v>2.3805555555555555</c:v>
                </c:pt>
                <c:pt idx="858">
                  <c:v>2.3833333333333333</c:v>
                </c:pt>
                <c:pt idx="859">
                  <c:v>2.3861111111111111</c:v>
                </c:pt>
                <c:pt idx="860">
                  <c:v>2.3888888888888888</c:v>
                </c:pt>
                <c:pt idx="861">
                  <c:v>2.3916666666666666</c:v>
                </c:pt>
                <c:pt idx="862">
                  <c:v>2.3944444444444444</c:v>
                </c:pt>
                <c:pt idx="863">
                  <c:v>2.3972222222222226</c:v>
                </c:pt>
                <c:pt idx="864">
                  <c:v>2.4</c:v>
                </c:pt>
                <c:pt idx="865">
                  <c:v>2.4027777777777777</c:v>
                </c:pt>
                <c:pt idx="866">
                  <c:v>2.4055555555555559</c:v>
                </c:pt>
                <c:pt idx="867">
                  <c:v>2.4083333333333332</c:v>
                </c:pt>
                <c:pt idx="868">
                  <c:v>2.411111111111111</c:v>
                </c:pt>
                <c:pt idx="869">
                  <c:v>2.4138888888888892</c:v>
                </c:pt>
                <c:pt idx="870">
                  <c:v>2.4166666666666665</c:v>
                </c:pt>
                <c:pt idx="871">
                  <c:v>2.4194444444444443</c:v>
                </c:pt>
                <c:pt idx="872">
                  <c:v>2.4222222222222225</c:v>
                </c:pt>
                <c:pt idx="873">
                  <c:v>2.4249999999999998</c:v>
                </c:pt>
                <c:pt idx="874">
                  <c:v>2.4277777777777776</c:v>
                </c:pt>
                <c:pt idx="875">
                  <c:v>2.4305555555555558</c:v>
                </c:pt>
                <c:pt idx="876">
                  <c:v>2.4333333333333331</c:v>
                </c:pt>
                <c:pt idx="877">
                  <c:v>2.4361111111111109</c:v>
                </c:pt>
                <c:pt idx="878">
                  <c:v>2.4388888888888891</c:v>
                </c:pt>
                <c:pt idx="879">
                  <c:v>2.4416666666666669</c:v>
                </c:pt>
                <c:pt idx="880">
                  <c:v>2.4444444444444442</c:v>
                </c:pt>
                <c:pt idx="881">
                  <c:v>2.4472222222222224</c:v>
                </c:pt>
                <c:pt idx="882">
                  <c:v>2.4500000000000002</c:v>
                </c:pt>
                <c:pt idx="883">
                  <c:v>2.4527777777777775</c:v>
                </c:pt>
                <c:pt idx="884">
                  <c:v>2.4555555555555557</c:v>
                </c:pt>
                <c:pt idx="885">
                  <c:v>2.4583333333333335</c:v>
                </c:pt>
                <c:pt idx="886">
                  <c:v>2.4611111111111108</c:v>
                </c:pt>
                <c:pt idx="887">
                  <c:v>2.463888888888889</c:v>
                </c:pt>
                <c:pt idx="888">
                  <c:v>2.4666666666666668</c:v>
                </c:pt>
                <c:pt idx="889">
                  <c:v>2.4694444444444441</c:v>
                </c:pt>
                <c:pt idx="890">
                  <c:v>2.4722222222222223</c:v>
                </c:pt>
                <c:pt idx="891">
                  <c:v>2.4750000000000001</c:v>
                </c:pt>
                <c:pt idx="892">
                  <c:v>2.4777777777777774</c:v>
                </c:pt>
                <c:pt idx="893">
                  <c:v>2.4805555555555556</c:v>
                </c:pt>
                <c:pt idx="894">
                  <c:v>2.4833333333333334</c:v>
                </c:pt>
                <c:pt idx="895">
                  <c:v>2.4861111111111112</c:v>
                </c:pt>
                <c:pt idx="896">
                  <c:v>2.4888888888888889</c:v>
                </c:pt>
                <c:pt idx="897">
                  <c:v>2.4916666666666667</c:v>
                </c:pt>
                <c:pt idx="898">
                  <c:v>2.4944444444444445</c:v>
                </c:pt>
                <c:pt idx="899">
                  <c:v>2.4972222222222222</c:v>
                </c:pt>
                <c:pt idx="900">
                  <c:v>2.5</c:v>
                </c:pt>
                <c:pt idx="901">
                  <c:v>2.5027777777777778</c:v>
                </c:pt>
                <c:pt idx="902">
                  <c:v>2.5055555555555555</c:v>
                </c:pt>
                <c:pt idx="903">
                  <c:v>2.5083333333333333</c:v>
                </c:pt>
                <c:pt idx="904">
                  <c:v>2.5111111111111111</c:v>
                </c:pt>
                <c:pt idx="905">
                  <c:v>2.5138888888888888</c:v>
                </c:pt>
                <c:pt idx="906">
                  <c:v>2.5166666666666666</c:v>
                </c:pt>
                <c:pt idx="907">
                  <c:v>2.5194444444444444</c:v>
                </c:pt>
                <c:pt idx="908">
                  <c:v>2.5222222222222226</c:v>
                </c:pt>
                <c:pt idx="909">
                  <c:v>2.5249999999999999</c:v>
                </c:pt>
                <c:pt idx="910">
                  <c:v>2.5277777777777777</c:v>
                </c:pt>
                <c:pt idx="911">
                  <c:v>2.5305555555555559</c:v>
                </c:pt>
                <c:pt idx="912">
                  <c:v>2.5333333333333332</c:v>
                </c:pt>
                <c:pt idx="913">
                  <c:v>2.536111111111111</c:v>
                </c:pt>
                <c:pt idx="914">
                  <c:v>2.5388888888888892</c:v>
                </c:pt>
                <c:pt idx="915">
                  <c:v>2.5416666666666665</c:v>
                </c:pt>
                <c:pt idx="916">
                  <c:v>2.5444444444444443</c:v>
                </c:pt>
                <c:pt idx="917">
                  <c:v>2.5472222222222225</c:v>
                </c:pt>
                <c:pt idx="918">
                  <c:v>2.5499999999999998</c:v>
                </c:pt>
                <c:pt idx="919">
                  <c:v>2.5527777777777776</c:v>
                </c:pt>
                <c:pt idx="920">
                  <c:v>2.5555555555555558</c:v>
                </c:pt>
                <c:pt idx="921">
                  <c:v>2.5583333333333331</c:v>
                </c:pt>
                <c:pt idx="922">
                  <c:v>2.5611111111111109</c:v>
                </c:pt>
                <c:pt idx="923">
                  <c:v>2.5638888888888891</c:v>
                </c:pt>
                <c:pt idx="924">
                  <c:v>2.5666666666666669</c:v>
                </c:pt>
                <c:pt idx="925">
                  <c:v>2.5694444444444442</c:v>
                </c:pt>
                <c:pt idx="926">
                  <c:v>2.5722222222222224</c:v>
                </c:pt>
                <c:pt idx="927">
                  <c:v>2.5750000000000002</c:v>
                </c:pt>
                <c:pt idx="928">
                  <c:v>2.5777777777777775</c:v>
                </c:pt>
                <c:pt idx="929">
                  <c:v>2.5805555555555557</c:v>
                </c:pt>
                <c:pt idx="930">
                  <c:v>2.5833333333333335</c:v>
                </c:pt>
                <c:pt idx="931">
                  <c:v>2.5861111111111108</c:v>
                </c:pt>
                <c:pt idx="932">
                  <c:v>2.588888888888889</c:v>
                </c:pt>
                <c:pt idx="933">
                  <c:v>2.5916666666666668</c:v>
                </c:pt>
                <c:pt idx="934">
                  <c:v>2.5944444444444441</c:v>
                </c:pt>
                <c:pt idx="935">
                  <c:v>2.5972222222222223</c:v>
                </c:pt>
                <c:pt idx="936">
                  <c:v>2.6</c:v>
                </c:pt>
                <c:pt idx="937">
                  <c:v>2.6027777777777774</c:v>
                </c:pt>
                <c:pt idx="938">
                  <c:v>2.6055555555555556</c:v>
                </c:pt>
                <c:pt idx="939">
                  <c:v>2.6083333333333334</c:v>
                </c:pt>
                <c:pt idx="940">
                  <c:v>2.6111111111111112</c:v>
                </c:pt>
                <c:pt idx="941">
                  <c:v>2.6138888888888889</c:v>
                </c:pt>
                <c:pt idx="942">
                  <c:v>2.6166666666666667</c:v>
                </c:pt>
                <c:pt idx="943">
                  <c:v>2.6194444444444445</c:v>
                </c:pt>
                <c:pt idx="944">
                  <c:v>2.6222222222222222</c:v>
                </c:pt>
                <c:pt idx="945">
                  <c:v>2.625</c:v>
                </c:pt>
                <c:pt idx="946">
                  <c:v>2.6277777777777778</c:v>
                </c:pt>
                <c:pt idx="947">
                  <c:v>2.6305555555555555</c:v>
                </c:pt>
                <c:pt idx="948">
                  <c:v>2.6333333333333333</c:v>
                </c:pt>
                <c:pt idx="949">
                  <c:v>2.6361111111111111</c:v>
                </c:pt>
                <c:pt idx="950">
                  <c:v>2.6388888888888888</c:v>
                </c:pt>
                <c:pt idx="951">
                  <c:v>2.6416666666666666</c:v>
                </c:pt>
                <c:pt idx="952">
                  <c:v>2.6444444444444444</c:v>
                </c:pt>
                <c:pt idx="953">
                  <c:v>2.6472222222222226</c:v>
                </c:pt>
                <c:pt idx="954">
                  <c:v>2.65</c:v>
                </c:pt>
                <c:pt idx="955">
                  <c:v>2.6527777777777777</c:v>
                </c:pt>
                <c:pt idx="956">
                  <c:v>2.6555555555555559</c:v>
                </c:pt>
                <c:pt idx="957">
                  <c:v>2.6583333333333332</c:v>
                </c:pt>
                <c:pt idx="958">
                  <c:v>2.661111111111111</c:v>
                </c:pt>
                <c:pt idx="959">
                  <c:v>2.6638888888888892</c:v>
                </c:pt>
                <c:pt idx="960">
                  <c:v>2.6666666666666665</c:v>
                </c:pt>
                <c:pt idx="961">
                  <c:v>2.6694444444444443</c:v>
                </c:pt>
                <c:pt idx="962">
                  <c:v>2.6722222222222225</c:v>
                </c:pt>
                <c:pt idx="963">
                  <c:v>2.6749999999999998</c:v>
                </c:pt>
                <c:pt idx="964">
                  <c:v>2.6777777777777776</c:v>
                </c:pt>
                <c:pt idx="965">
                  <c:v>2.6805555555555558</c:v>
                </c:pt>
                <c:pt idx="966">
                  <c:v>2.6833333333333331</c:v>
                </c:pt>
                <c:pt idx="967">
                  <c:v>2.6861111111111109</c:v>
                </c:pt>
                <c:pt idx="968">
                  <c:v>2.6888888888888891</c:v>
                </c:pt>
                <c:pt idx="969">
                  <c:v>2.6916666666666669</c:v>
                </c:pt>
                <c:pt idx="970">
                  <c:v>2.6944444444444442</c:v>
                </c:pt>
                <c:pt idx="971">
                  <c:v>2.6972222222222224</c:v>
                </c:pt>
                <c:pt idx="972">
                  <c:v>2.7</c:v>
                </c:pt>
                <c:pt idx="973">
                  <c:v>2.7027777777777775</c:v>
                </c:pt>
                <c:pt idx="974">
                  <c:v>2.7055555555555557</c:v>
                </c:pt>
                <c:pt idx="975">
                  <c:v>2.7083333333333335</c:v>
                </c:pt>
                <c:pt idx="976">
                  <c:v>2.7111111111111108</c:v>
                </c:pt>
                <c:pt idx="977">
                  <c:v>2.713888888888889</c:v>
                </c:pt>
                <c:pt idx="978">
                  <c:v>2.7166666666666668</c:v>
                </c:pt>
                <c:pt idx="979">
                  <c:v>2.7194444444444441</c:v>
                </c:pt>
                <c:pt idx="980">
                  <c:v>2.7222222222222223</c:v>
                </c:pt>
                <c:pt idx="981">
                  <c:v>2.7250000000000001</c:v>
                </c:pt>
                <c:pt idx="982">
                  <c:v>2.7277777777777774</c:v>
                </c:pt>
                <c:pt idx="983">
                  <c:v>2.7305555555555556</c:v>
                </c:pt>
                <c:pt idx="984">
                  <c:v>2.7333333333333334</c:v>
                </c:pt>
                <c:pt idx="985">
                  <c:v>2.7361111111111112</c:v>
                </c:pt>
                <c:pt idx="986">
                  <c:v>2.7388888888888889</c:v>
                </c:pt>
                <c:pt idx="987">
                  <c:v>2.7416666666666667</c:v>
                </c:pt>
                <c:pt idx="988">
                  <c:v>2.7444444444444445</c:v>
                </c:pt>
                <c:pt idx="989">
                  <c:v>2.7472222222222222</c:v>
                </c:pt>
                <c:pt idx="990">
                  <c:v>2.75</c:v>
                </c:pt>
                <c:pt idx="991">
                  <c:v>2.7527777777777778</c:v>
                </c:pt>
                <c:pt idx="992">
                  <c:v>2.7555555555555555</c:v>
                </c:pt>
                <c:pt idx="993">
                  <c:v>2.7583333333333333</c:v>
                </c:pt>
                <c:pt idx="994">
                  <c:v>2.7611111111111111</c:v>
                </c:pt>
                <c:pt idx="995">
                  <c:v>2.7638888888888888</c:v>
                </c:pt>
                <c:pt idx="996">
                  <c:v>2.7666666666666666</c:v>
                </c:pt>
                <c:pt idx="997">
                  <c:v>2.7694444444444444</c:v>
                </c:pt>
                <c:pt idx="998">
                  <c:v>2.7722222222222226</c:v>
                </c:pt>
                <c:pt idx="999">
                  <c:v>2.7749999999999999</c:v>
                </c:pt>
                <c:pt idx="1000">
                  <c:v>2.7777777777777777</c:v>
                </c:pt>
                <c:pt idx="1001">
                  <c:v>2.7805555555555559</c:v>
                </c:pt>
                <c:pt idx="1002">
                  <c:v>2.7833333333333332</c:v>
                </c:pt>
                <c:pt idx="1003">
                  <c:v>2.786111111111111</c:v>
                </c:pt>
                <c:pt idx="1004">
                  <c:v>2.7888888888888892</c:v>
                </c:pt>
                <c:pt idx="1005">
                  <c:v>2.7916666666666665</c:v>
                </c:pt>
                <c:pt idx="1006">
                  <c:v>2.7944444444444443</c:v>
                </c:pt>
                <c:pt idx="1007">
                  <c:v>2.7972222222222225</c:v>
                </c:pt>
                <c:pt idx="1008">
                  <c:v>2.8</c:v>
                </c:pt>
                <c:pt idx="1009">
                  <c:v>2.8027777777777776</c:v>
                </c:pt>
                <c:pt idx="1010">
                  <c:v>2.8055555555555558</c:v>
                </c:pt>
                <c:pt idx="1011">
                  <c:v>2.8083333333333331</c:v>
                </c:pt>
                <c:pt idx="1012">
                  <c:v>2.8111111111111109</c:v>
                </c:pt>
                <c:pt idx="1013">
                  <c:v>2.8138888888888891</c:v>
                </c:pt>
                <c:pt idx="1014">
                  <c:v>2.8166666666666669</c:v>
                </c:pt>
                <c:pt idx="1015">
                  <c:v>2.8194444444444442</c:v>
                </c:pt>
                <c:pt idx="1016">
                  <c:v>2.8222222222222224</c:v>
                </c:pt>
                <c:pt idx="1017">
                  <c:v>2.8250000000000002</c:v>
                </c:pt>
                <c:pt idx="1018">
                  <c:v>2.8277777777777775</c:v>
                </c:pt>
                <c:pt idx="1019">
                  <c:v>2.8305555555555557</c:v>
                </c:pt>
                <c:pt idx="1020">
                  <c:v>2.8333333333333335</c:v>
                </c:pt>
                <c:pt idx="1021">
                  <c:v>2.8361111111111108</c:v>
                </c:pt>
                <c:pt idx="1022">
                  <c:v>2.838888888888889</c:v>
                </c:pt>
                <c:pt idx="1023">
                  <c:v>2.8416666666666668</c:v>
                </c:pt>
                <c:pt idx="1024">
                  <c:v>2.8444444444444441</c:v>
                </c:pt>
                <c:pt idx="1025">
                  <c:v>2.8472222222222223</c:v>
                </c:pt>
                <c:pt idx="1026">
                  <c:v>2.85</c:v>
                </c:pt>
                <c:pt idx="1027">
                  <c:v>2.8527777777777774</c:v>
                </c:pt>
                <c:pt idx="1028">
                  <c:v>2.8555555555555556</c:v>
                </c:pt>
                <c:pt idx="1029">
                  <c:v>2.8583333333333334</c:v>
                </c:pt>
                <c:pt idx="1030">
                  <c:v>2.8611111111111112</c:v>
                </c:pt>
                <c:pt idx="1031">
                  <c:v>2.8638888888888889</c:v>
                </c:pt>
                <c:pt idx="1032">
                  <c:v>2.8666666666666667</c:v>
                </c:pt>
                <c:pt idx="1033">
                  <c:v>2.8694444444444445</c:v>
                </c:pt>
                <c:pt idx="1034">
                  <c:v>2.8722222222222222</c:v>
                </c:pt>
                <c:pt idx="1035">
                  <c:v>2.875</c:v>
                </c:pt>
                <c:pt idx="1036">
                  <c:v>2.8777777777777778</c:v>
                </c:pt>
                <c:pt idx="1037">
                  <c:v>2.8805555555555555</c:v>
                </c:pt>
                <c:pt idx="1038">
                  <c:v>2.8833333333333333</c:v>
                </c:pt>
                <c:pt idx="1039">
                  <c:v>2.8861111111111111</c:v>
                </c:pt>
                <c:pt idx="1040">
                  <c:v>2.8888888888888888</c:v>
                </c:pt>
                <c:pt idx="1041">
                  <c:v>2.8916666666666666</c:v>
                </c:pt>
                <c:pt idx="1042">
                  <c:v>2.8944444444444444</c:v>
                </c:pt>
                <c:pt idx="1043">
                  <c:v>2.8972222222222226</c:v>
                </c:pt>
                <c:pt idx="1044">
                  <c:v>2.9</c:v>
                </c:pt>
                <c:pt idx="1045">
                  <c:v>2.9027777777777777</c:v>
                </c:pt>
                <c:pt idx="1046">
                  <c:v>2.9055555555555559</c:v>
                </c:pt>
                <c:pt idx="1047">
                  <c:v>2.9083333333333332</c:v>
                </c:pt>
                <c:pt idx="1048">
                  <c:v>2.911111111111111</c:v>
                </c:pt>
                <c:pt idx="1049">
                  <c:v>2.9138888888888892</c:v>
                </c:pt>
                <c:pt idx="1050">
                  <c:v>2.9166666666666665</c:v>
                </c:pt>
                <c:pt idx="1051">
                  <c:v>2.9194444444444443</c:v>
                </c:pt>
                <c:pt idx="1052">
                  <c:v>2.9222222222222225</c:v>
                </c:pt>
                <c:pt idx="1053">
                  <c:v>2.9249999999999998</c:v>
                </c:pt>
                <c:pt idx="1054">
                  <c:v>2.9277777777777776</c:v>
                </c:pt>
                <c:pt idx="1055">
                  <c:v>2.9305555555555558</c:v>
                </c:pt>
                <c:pt idx="1056">
                  <c:v>2.9333333333333331</c:v>
                </c:pt>
                <c:pt idx="1057">
                  <c:v>2.9361111111111109</c:v>
                </c:pt>
                <c:pt idx="1058">
                  <c:v>2.9388888888888891</c:v>
                </c:pt>
                <c:pt idx="1059">
                  <c:v>2.9416666666666669</c:v>
                </c:pt>
                <c:pt idx="1060">
                  <c:v>2.9444444444444442</c:v>
                </c:pt>
                <c:pt idx="1061">
                  <c:v>2.9472222222222224</c:v>
                </c:pt>
                <c:pt idx="1062">
                  <c:v>2.95</c:v>
                </c:pt>
                <c:pt idx="1063">
                  <c:v>2.9527777777777775</c:v>
                </c:pt>
                <c:pt idx="1064">
                  <c:v>2.9555555555555557</c:v>
                </c:pt>
                <c:pt idx="1065">
                  <c:v>2.9583333333333335</c:v>
                </c:pt>
                <c:pt idx="1066">
                  <c:v>2.9611111111111108</c:v>
                </c:pt>
                <c:pt idx="1067">
                  <c:v>2.963888888888889</c:v>
                </c:pt>
                <c:pt idx="1068">
                  <c:v>2.9666666666666668</c:v>
                </c:pt>
                <c:pt idx="1069">
                  <c:v>2.9694444444444441</c:v>
                </c:pt>
                <c:pt idx="1070">
                  <c:v>2.9722222222222223</c:v>
                </c:pt>
                <c:pt idx="1071">
                  <c:v>2.9750000000000001</c:v>
                </c:pt>
                <c:pt idx="1072">
                  <c:v>2.9777777777777774</c:v>
                </c:pt>
                <c:pt idx="1073">
                  <c:v>2.9805555555555556</c:v>
                </c:pt>
                <c:pt idx="1074">
                  <c:v>2.9833333333333334</c:v>
                </c:pt>
                <c:pt idx="1075">
                  <c:v>2.9861111111111112</c:v>
                </c:pt>
                <c:pt idx="1076">
                  <c:v>2.9888888888888889</c:v>
                </c:pt>
                <c:pt idx="1077">
                  <c:v>2.9916666666666667</c:v>
                </c:pt>
                <c:pt idx="1078">
                  <c:v>2.9944444444444445</c:v>
                </c:pt>
                <c:pt idx="1079">
                  <c:v>2.9972222222222222</c:v>
                </c:pt>
                <c:pt idx="1080">
                  <c:v>3</c:v>
                </c:pt>
              </c:numCache>
            </c:numRef>
          </c:xVal>
          <c:yVal>
            <c:numRef>
              <c:f>Sheet1!$N$4:$N$1084</c:f>
              <c:numCache>
                <c:formatCode>0.00</c:formatCode>
                <c:ptCount val="1081"/>
                <c:pt idx="0">
                  <c:v>0</c:v>
                </c:pt>
                <c:pt idx="1">
                  <c:v>2.3271178534519961E-138</c:v>
                </c:pt>
                <c:pt idx="2">
                  <c:v>2.4008397637634225E-120</c:v>
                </c:pt>
                <c:pt idx="3">
                  <c:v>7.8992121224103906E-110</c:v>
                </c:pt>
                <c:pt idx="4">
                  <c:v>2.2164249505792885E-102</c:v>
                </c:pt>
                <c:pt idx="5">
                  <c:v>1.2941924695102789E-96</c:v>
                </c:pt>
                <c:pt idx="6">
                  <c:v>6.5255735486994288E-92</c:v>
                </c:pt>
                <c:pt idx="7">
                  <c:v>6.0697544795743133E-88</c:v>
                </c:pt>
                <c:pt idx="8">
                  <c:v>1.6384492749636055E-84</c:v>
                </c:pt>
                <c:pt idx="9">
                  <c:v>1.7192118855677087E-81</c:v>
                </c:pt>
                <c:pt idx="10">
                  <c:v>8.5609881546801996E-79</c:v>
                </c:pt>
                <c:pt idx="11">
                  <c:v>2.3325451729126146E-76</c:v>
                </c:pt>
                <c:pt idx="12">
                  <c:v>3.8626803842865699E-74</c:v>
                </c:pt>
                <c:pt idx="13">
                  <c:v>4.2107572710595537E-72</c:v>
                </c:pt>
                <c:pt idx="14">
                  <c:v>3.2150391599490116E-70</c:v>
                </c:pt>
                <c:pt idx="15">
                  <c:v>1.8060290319126932E-68</c:v>
                </c:pt>
                <c:pt idx="16">
                  <c:v>7.7659251591189725E-67</c:v>
                </c:pt>
                <c:pt idx="17">
                  <c:v>2.6404295338981617E-65</c:v>
                </c:pt>
                <c:pt idx="18">
                  <c:v>7.2917985658990255E-64</c:v>
                </c:pt>
                <c:pt idx="19">
                  <c:v>1.6728055912339622E-62</c:v>
                </c:pt>
                <c:pt idx="20">
                  <c:v>3.2491832943464829E-61</c:v>
                </c:pt>
                <c:pt idx="21">
                  <c:v>5.4309676189691955E-60</c:v>
                </c:pt>
                <c:pt idx="22">
                  <c:v>7.9218285029480093E-59</c:v>
                </c:pt>
                <c:pt idx="23">
                  <c:v>1.0206569697132992E-57</c:v>
                </c:pt>
                <c:pt idx="24">
                  <c:v>1.1738948701093404E-56</c:v>
                </c:pt>
                <c:pt idx="25">
                  <c:v>1.2164668542401731E-55</c:v>
                </c:pt>
                <c:pt idx="26">
                  <c:v>1.1451060137398377E-54</c:v>
                </c:pt>
                <c:pt idx="27">
                  <c:v>9.8631519606787585E-54</c:v>
                </c:pt>
                <c:pt idx="28">
                  <c:v>7.8237832970864219E-53</c:v>
                </c:pt>
                <c:pt idx="29">
                  <c:v>5.7485705259374962E-52</c:v>
                </c:pt>
                <c:pt idx="30">
                  <c:v>3.9327861399070189E-51</c:v>
                </c:pt>
                <c:pt idx="31">
                  <c:v>2.5169334646745411E-50</c:v>
                </c:pt>
                <c:pt idx="32">
                  <c:v>1.5132610776469692E-49</c:v>
                </c:pt>
                <c:pt idx="33">
                  <c:v>8.5801842282307809E-49</c:v>
                </c:pt>
                <c:pt idx="34">
                  <c:v>4.6040528501129374E-48</c:v>
                </c:pt>
                <c:pt idx="35">
                  <c:v>2.345486817084967E-47</c:v>
                </c:pt>
                <c:pt idx="36">
                  <c:v>1.1377463185186776E-46</c:v>
                </c:pt>
                <c:pt idx="37">
                  <c:v>5.2691904309078552E-46</c:v>
                </c:pt>
                <c:pt idx="38">
                  <c:v>2.3356152648926456E-45</c:v>
                </c:pt>
                <c:pt idx="39">
                  <c:v>9.9313202632005062E-45</c:v>
                </c:pt>
                <c:pt idx="40">
                  <c:v>4.0595239018791455E-44</c:v>
                </c:pt>
                <c:pt idx="41">
                  <c:v>1.5982771254781313E-43</c:v>
                </c:pt>
                <c:pt idx="42">
                  <c:v>6.0718797515869664E-43</c:v>
                </c:pt>
                <c:pt idx="43">
                  <c:v>2.2295546937866203E-42</c:v>
                </c:pt>
                <c:pt idx="44">
                  <c:v>7.9253133547835624E-42</c:v>
                </c:pt>
                <c:pt idx="45">
                  <c:v>2.7311888921714442E-41</c:v>
                </c:pt>
                <c:pt idx="46">
                  <c:v>9.1372576125267858E-41</c:v>
                </c:pt>
                <c:pt idx="47">
                  <c:v>2.9714094638728049E-40</c:v>
                </c:pt>
                <c:pt idx="48">
                  <c:v>9.4039503214780835E-40</c:v>
                </c:pt>
                <c:pt idx="49">
                  <c:v>2.8996524240156149E-39</c:v>
                </c:pt>
                <c:pt idx="50">
                  <c:v>8.7202002661758414E-39</c:v>
                </c:pt>
                <c:pt idx="51">
                  <c:v>2.5602467424780904E-38</c:v>
                </c:pt>
                <c:pt idx="52">
                  <c:v>7.3454250550831285E-38</c:v>
                </c:pt>
                <c:pt idx="53">
                  <c:v>2.061168741328818E-37</c:v>
                </c:pt>
                <c:pt idx="54">
                  <c:v>5.661506606549381E-37</c:v>
                </c:pt>
                <c:pt idx="55">
                  <c:v>1.5233961590975191E-36</c:v>
                </c:pt>
                <c:pt idx="56">
                  <c:v>4.0186313189397071E-36</c:v>
                </c:pt>
                <c:pt idx="57">
                  <c:v>1.0399990488567101E-35</c:v>
                </c:pt>
                <c:pt idx="58">
                  <c:v>2.6422035583348564E-35</c:v>
                </c:pt>
                <c:pt idx="59">
                  <c:v>6.5940527257715338E-35</c:v>
                </c:pt>
                <c:pt idx="60">
                  <c:v>1.617527963783482E-34</c:v>
                </c:pt>
                <c:pt idx="61">
                  <c:v>3.9022216370781431E-34</c:v>
                </c:pt>
                <c:pt idx="62">
                  <c:v>9.263353968252048E-34</c:v>
                </c:pt>
                <c:pt idx="63">
                  <c:v>2.1649352629251657E-33</c:v>
                </c:pt>
                <c:pt idx="64">
                  <c:v>4.9837407632261048E-33</c:v>
                </c:pt>
                <c:pt idx="65">
                  <c:v>1.1305856291784943E-32</c:v>
                </c:pt>
                <c:pt idx="66">
                  <c:v>2.5286181585151421E-32</c:v>
                </c:pt>
                <c:pt idx="67">
                  <c:v>5.5780234983697265E-32</c:v>
                </c:pt>
                <c:pt idx="68">
                  <c:v>1.2141490303778571E-31</c:v>
                </c:pt>
                <c:pt idx="69">
                  <c:v>2.608721616004299E-31</c:v>
                </c:pt>
                <c:pt idx="70">
                  <c:v>5.534899645267506E-31</c:v>
                </c:pt>
                <c:pt idx="71">
                  <c:v>1.1600409781342812E-30</c:v>
                </c:pt>
                <c:pt idx="72">
                  <c:v>2.4025213246440814E-30</c:v>
                </c:pt>
                <c:pt idx="73">
                  <c:v>4.9185164706271444E-30</c:v>
                </c:pt>
                <c:pt idx="74">
                  <c:v>9.9565932200940288E-30</c:v>
                </c:pt>
                <c:pt idx="75">
                  <c:v>1.9935560079581333E-29</c:v>
                </c:pt>
                <c:pt idx="76">
                  <c:v>3.9492373195963646E-29</c:v>
                </c:pt>
                <c:pt idx="77">
                  <c:v>7.7425900201576933E-29</c:v>
                </c:pt>
                <c:pt idx="78">
                  <c:v>1.5026712319153478E-28</c:v>
                </c:pt>
                <c:pt idx="79">
                  <c:v>2.8877417091397816E-28</c:v>
                </c:pt>
                <c:pt idx="80">
                  <c:v>5.496384994642667E-28</c:v>
                </c:pt>
                <c:pt idx="81">
                  <c:v>1.03639215296905E-27</c:v>
                </c:pt>
                <c:pt idx="82">
                  <c:v>1.9364183253255537E-27</c:v>
                </c:pt>
                <c:pt idx="83">
                  <c:v>3.5859038544993126E-27</c:v>
                </c:pt>
                <c:pt idx="84">
                  <c:v>6.5828706234639405E-27</c:v>
                </c:pt>
                <c:pt idx="85">
                  <c:v>1.1982260482078995E-26</c:v>
                </c:pt>
                <c:pt idx="86">
                  <c:v>2.1629941546948781E-26</c:v>
                </c:pt>
                <c:pt idx="87">
                  <c:v>3.8730088187600532E-26</c:v>
                </c:pt>
                <c:pt idx="88">
                  <c:v>6.8801628093882936E-26</c:v>
                </c:pt>
                <c:pt idx="89">
                  <c:v>1.2127850717917483E-25</c:v>
                </c:pt>
                <c:pt idx="90">
                  <c:v>2.1216760198140396E-25</c:v>
                </c:pt>
                <c:pt idx="91">
                  <c:v>3.6843179186715121E-25</c:v>
                </c:pt>
                <c:pt idx="92">
                  <c:v>6.3516748411041649E-25</c:v>
                </c:pt>
                <c:pt idx="93">
                  <c:v>1.0872779669132358E-24</c:v>
                </c:pt>
                <c:pt idx="94">
                  <c:v>1.8483318519676115E-24</c:v>
                </c:pt>
                <c:pt idx="95">
                  <c:v>3.1208299603993831E-24</c:v>
                </c:pt>
                <c:pt idx="96">
                  <c:v>5.2344713754457224E-24</c:v>
                </c:pt>
                <c:pt idx="97">
                  <c:v>8.7226402350646525E-24</c:v>
                </c:pt>
                <c:pt idx="98">
                  <c:v>1.4442870044553762E-23</c:v>
                </c:pt>
                <c:pt idx="99">
                  <c:v>2.3765431027985213E-23</c:v>
                </c:pt>
                <c:pt idx="100">
                  <c:v>3.886682609199452E-23</c:v>
                </c:pt>
                <c:pt idx="101">
                  <c:v>6.3183919290508737E-23</c:v>
                </c:pt>
                <c:pt idx="102">
                  <c:v>1.0211263846186453E-22</c:v>
                </c:pt>
                <c:pt idx="103">
                  <c:v>1.6407700958514657E-22</c:v>
                </c:pt>
                <c:pt idx="104">
                  <c:v>2.6215591753314917E-22</c:v>
                </c:pt>
                <c:pt idx="105">
                  <c:v>4.1654536769053359E-22</c:v>
                </c:pt>
                <c:pt idx="106">
                  <c:v>6.5826587026156754E-22</c:v>
                </c:pt>
                <c:pt idx="107">
                  <c:v>1.034715943952147E-21</c:v>
                </c:pt>
                <c:pt idx="108">
                  <c:v>1.6179491450409008E-21</c:v>
                </c:pt>
                <c:pt idx="109">
                  <c:v>2.5169493242893771E-21</c:v>
                </c:pt>
                <c:pt idx="110">
                  <c:v>3.8957471557718849E-21</c:v>
                </c:pt>
                <c:pt idx="111">
                  <c:v>6.0000302167622486E-21</c:v>
                </c:pt>
                <c:pt idx="112">
                  <c:v>9.1960458540922798E-21</c:v>
                </c:pt>
                <c:pt idx="113">
                  <c:v>1.4027214381652187E-20</c:v>
                </c:pt>
                <c:pt idx="114">
                  <c:v>2.1296143435133747E-20</c:v>
                </c:pt>
                <c:pt idx="115">
                  <c:v>3.2182913785976541E-20</c:v>
                </c:pt>
                <c:pt idx="116">
                  <c:v>4.8414934851134583E-20</c:v>
                </c:pt>
                <c:pt idx="117">
                  <c:v>7.2509808894169476E-20</c:v>
                </c:pt>
                <c:pt idx="118">
                  <c:v>1.0812112395175719E-19</c:v>
                </c:pt>
                <c:pt idx="119">
                  <c:v>1.6052876126121517E-19</c:v>
                </c:pt>
                <c:pt idx="120">
                  <c:v>2.3733128534092299E-19</c:v>
                </c:pt>
                <c:pt idx="121">
                  <c:v>3.4941979532709475E-19</c:v>
                </c:pt>
                <c:pt idx="122">
                  <c:v>5.1234226517693688E-19</c:v>
                </c:pt>
                <c:pt idx="123">
                  <c:v>7.4820755214448178E-19</c:v>
                </c:pt>
                <c:pt idx="124">
                  <c:v>1.0883324250299941E-18</c:v>
                </c:pt>
                <c:pt idx="125">
                  <c:v>1.576907783240188E-18</c:v>
                </c:pt>
                <c:pt idx="126">
                  <c:v>2.2760577696602068E-18</c:v>
                </c:pt>
                <c:pt idx="127">
                  <c:v>3.2727956462785045E-18</c:v>
                </c:pt>
                <c:pt idx="128">
                  <c:v>4.6885534118407273E-18</c:v>
                </c:pt>
                <c:pt idx="129">
                  <c:v>6.6921915692454414E-18</c:v>
                </c:pt>
                <c:pt idx="130">
                  <c:v>9.5176984854352671E-18</c:v>
                </c:pt>
                <c:pt idx="131">
                  <c:v>1.3488187703114141E-17</c:v>
                </c:pt>
                <c:pt idx="132">
                  <c:v>1.9048324967072819E-17</c:v>
                </c:pt>
                <c:pt idx="133">
                  <c:v>2.6808001234401651E-17</c:v>
                </c:pt>
                <c:pt idx="134">
                  <c:v>3.7600960268265682E-17</c:v>
                </c:pt>
                <c:pt idx="135">
                  <c:v>5.2563248996055545E-17</c:v>
                </c:pt>
                <c:pt idx="136">
                  <c:v>7.3237860998389756E-17</c:v>
                </c:pt>
                <c:pt idx="137">
                  <c:v>1.0171388354311778E-16</c:v>
                </c:pt>
                <c:pt idx="138">
                  <c:v>1.408109565429411E-16</c:v>
                </c:pt>
                <c:pt idx="139">
                  <c:v>1.9432305855416209E-16</c:v>
                </c:pt>
                <c:pt idx="140">
                  <c:v>2.6733973945402184E-16</c:v>
                </c:pt>
                <c:pt idx="141">
                  <c:v>3.6666815785120234E-16</c:v>
                </c:pt>
                <c:pt idx="142">
                  <c:v>5.0138594772347777E-16</c:v>
                </c:pt>
                <c:pt idx="143">
                  <c:v>6.8356339858700732E-16</c:v>
                </c:pt>
                <c:pt idx="144">
                  <c:v>9.2920413923965547E-16</c:v>
                </c:pt>
                <c:pt idx="145">
                  <c:v>1.2594670258201726E-15</c:v>
                </c:pt>
                <c:pt idx="146">
                  <c:v>1.7022489392746556E-15</c:v>
                </c:pt>
                <c:pt idx="147">
                  <c:v>2.2942295414501803E-15</c:v>
                </c:pt>
                <c:pt idx="148">
                  <c:v>3.0835057597505092E-15</c:v>
                </c:pt>
                <c:pt idx="149">
                  <c:v>4.132977134711176E-15</c:v>
                </c:pt>
                <c:pt idx="150">
                  <c:v>5.5246847175575805E-15</c:v>
                </c:pt>
                <c:pt idx="151">
                  <c:v>7.3653578237723414E-15</c:v>
                </c:pt>
                <c:pt idx="152">
                  <c:v>9.7934869114511099E-15</c:v>
                </c:pt>
                <c:pt idx="153">
                  <c:v>1.2988319914964969E-14</c:v>
                </c:pt>
                <c:pt idx="154">
                  <c:v>1.7181276849961757E-14</c:v>
                </c:pt>
                <c:pt idx="155">
                  <c:v>2.2670397417301894E-14</c:v>
                </c:pt>
                <c:pt idx="156">
                  <c:v>2.9838583477341442E-14</c:v>
                </c:pt>
                <c:pt idx="157">
                  <c:v>3.9176578399730419E-14</c:v>
                </c:pt>
                <c:pt idx="158">
                  <c:v>5.1311845298816258E-14</c:v>
                </c:pt>
                <c:pt idx="159">
                  <c:v>6.704477424558681E-14</c:v>
                </c:pt>
                <c:pt idx="160">
                  <c:v>8.739397446381516E-14</c:v>
                </c:pt>
                <c:pt idx="161">
                  <c:v>1.1365280285401367E-13</c:v>
                </c:pt>
                <c:pt idx="162">
                  <c:v>1.474597586602252E-13</c:v>
                </c:pt>
                <c:pt idx="163">
                  <c:v>1.9088595190612546E-13</c:v>
                </c:pt>
                <c:pt idx="164">
                  <c:v>2.4654354948109452E-13</c:v>
                </c:pt>
                <c:pt idx="165">
                  <c:v>3.1771993992169251E-13</c:v>
                </c:pt>
                <c:pt idx="166">
                  <c:v>4.0854336237837771E-13</c:v>
                </c:pt>
                <c:pt idx="167">
                  <c:v>5.2418694786130198E-13</c:v>
                </c:pt>
                <c:pt idx="168">
                  <c:v>6.711195577067396E-13</c:v>
                </c:pt>
                <c:pt idx="169">
                  <c:v>8.5741351737267026E-13</c:v>
                </c:pt>
                <c:pt idx="170">
                  <c:v>1.0931213821179119E-12</c:v>
                </c:pt>
                <c:pt idx="171">
                  <c:v>1.390736291689045E-12</c:v>
                </c:pt>
                <c:pt idx="172">
                  <c:v>1.7657533397047002E-12</c:v>
                </c:pt>
                <c:pt idx="173">
                  <c:v>2.2373527761510008E-12</c:v>
                </c:pt>
                <c:pt idx="174">
                  <c:v>2.829229866177422E-12</c:v>
                </c:pt>
                <c:pt idx="175">
                  <c:v>3.5706009464196657E-12</c:v>
                </c:pt>
                <c:pt idx="176">
                  <c:v>4.4974207677019903E-12</c:v>
                </c:pt>
                <c:pt idx="177">
                  <c:v>5.6538527235916343E-12</c:v>
                </c:pt>
                <c:pt idx="178">
                  <c:v>7.0940411906161196E-12</c:v>
                </c:pt>
                <c:pt idx="179">
                  <c:v>8.8842441224680317E-12</c:v>
                </c:pt>
                <c:pt idx="180">
                  <c:v>1.1105394446116655E-11</c:v>
                </c:pt>
                <c:pt idx="181">
                  <c:v>1.3856170928776217E-11</c:v>
                </c:pt>
                <c:pt idx="182">
                  <c:v>1.7256673278198934E-11</c:v>
                </c:pt>
                <c:pt idx="183">
                  <c:v>2.1452812596138471E-11</c:v>
                </c:pt>
                <c:pt idx="184">
                  <c:v>2.6621547255719544E-11</c:v>
                </c:pt>
                <c:pt idx="185">
                  <c:v>3.2977116190047448E-11</c:v>
                </c:pt>
                <c:pt idx="186">
                  <c:v>4.0778446881207018E-11</c:v>
                </c:pt>
                <c:pt idx="187">
                  <c:v>5.0337944497648781E-11</c:v>
                </c:pt>
                <c:pt idx="188">
                  <c:v>6.2031902173676952E-11</c:v>
                </c:pt>
                <c:pt idx="189">
                  <c:v>7.6312810950941902E-11</c:v>
                </c:pt>
                <c:pt idx="190">
                  <c:v>9.3723892072580186E-11</c:v>
                </c:pt>
                <c:pt idx="191">
                  <c:v>1.149162248772359E-10</c:v>
                </c:pt>
                <c:pt idx="192">
                  <c:v>1.4066890130874573E-10</c:v>
                </c:pt>
                <c:pt idx="193">
                  <c:v>1.7191270395662202E-10</c:v>
                </c:pt>
                <c:pt idx="194">
                  <c:v>2.0975787959261326E-10</c:v>
                </c:pt>
                <c:pt idx="195">
                  <c:v>2.5552666550007636E-10</c:v>
                </c:pt>
                <c:pt idx="196">
                  <c:v>3.1079132275577781E-10</c:v>
                </c:pt>
                <c:pt idx="197">
                  <c:v>3.7741854039844058E-10</c:v>
                </c:pt>
                <c:pt idx="198">
                  <c:v>4.5762119862605144E-10</c:v>
                </c:pt>
                <c:pt idx="199">
                  <c:v>5.5401861947752447E-10</c:v>
                </c:pt>
                <c:pt idx="200">
                  <c:v>6.6970659171091098E-10</c:v>
                </c:pt>
                <c:pt idx="201">
                  <c:v>8.0833863480248306E-10</c:v>
                </c:pt>
                <c:pt idx="202">
                  <c:v>9.7422016736132477E-10</c:v>
                </c:pt>
                <c:pt idx="203">
                  <c:v>1.1724174701847749E-9</c:v>
                </c:pt>
                <c:pt idx="204">
                  <c:v>1.4088835862927894E-9</c:v>
                </c:pt>
                <c:pt idx="205">
                  <c:v>1.6906035824209825E-9</c:v>
                </c:pt>
                <c:pt idx="206">
                  <c:v>2.0257619117173666E-9</c:v>
                </c:pt>
                <c:pt idx="207">
                  <c:v>2.4239349691269972E-9</c:v>
                </c:pt>
                <c:pt idx="208">
                  <c:v>2.8963123227881846E-9</c:v>
                </c:pt>
                <c:pt idx="209">
                  <c:v>3.4559505406109785E-9</c:v>
                </c:pt>
                <c:pt idx="210">
                  <c:v>4.1180640152866532E-9</c:v>
                </c:pt>
                <c:pt idx="211">
                  <c:v>4.9003577278070187E-9</c:v>
                </c:pt>
                <c:pt idx="212">
                  <c:v>5.8234074840236561E-9</c:v>
                </c:pt>
                <c:pt idx="213">
                  <c:v>6.9110938160570075E-9</c:v>
                </c:pt>
                <c:pt idx="214">
                  <c:v>8.1910964660323357E-9</c:v>
                </c:pt>
                <c:pt idx="215">
                  <c:v>9.6954571696173553E-9</c:v>
                </c:pt>
                <c:pt idx="216">
                  <c:v>1.1461219337473285E-8</c:v>
                </c:pt>
                <c:pt idx="217">
                  <c:v>1.3531154200724314E-8</c:v>
                </c:pt>
                <c:pt idx="218">
                  <c:v>1.5954584049000104E-8</c:v>
                </c:pt>
                <c:pt idx="219">
                  <c:v>1.8788314354035182E-8</c:v>
                </c:pt>
                <c:pt idx="220">
                  <c:v>2.2097687846153108E-8</c:v>
                </c:pt>
                <c:pt idx="221">
                  <c:v>2.5957775003551607E-8</c:v>
                </c:pt>
                <c:pt idx="222">
                  <c:v>3.0454716933931499E-8</c:v>
                </c:pt>
                <c:pt idx="223">
                  <c:v>3.5687238283832817E-8</c:v>
                </c:pt>
                <c:pt idx="224">
                  <c:v>4.1768349612671851E-8</c:v>
                </c:pt>
                <c:pt idx="225">
                  <c:v>4.8827260625889534E-8</c:v>
                </c:pt>
                <c:pt idx="226">
                  <c:v>5.7011527785265703E-8</c:v>
                </c:pt>
                <c:pt idx="227">
                  <c:v>6.6489462115012703E-8</c:v>
                </c:pt>
                <c:pt idx="228">
                  <c:v>7.7452825510981691E-8</c:v>
                </c:pt>
                <c:pt idx="229">
                  <c:v>9.0119846548574879E-8</c:v>
                </c:pt>
                <c:pt idx="230">
                  <c:v>1.0473858968455443E-7</c:v>
                </c:pt>
                <c:pt idx="231">
                  <c:v>1.2159071487102485E-7</c:v>
                </c:pt>
                <c:pt idx="232">
                  <c:v>1.4099566795855114E-7</c:v>
                </c:pt>
                <c:pt idx="233">
                  <c:v>1.6331534587240551E-7</c:v>
                </c:pt>
                <c:pt idx="234">
                  <c:v>1.8895928441364834E-7</c:v>
                </c:pt>
                <c:pt idx="235">
                  <c:v>2.1839042067827084E-7</c:v>
                </c:pt>
                <c:pt idx="236">
                  <c:v>2.5213148651520235E-7</c:v>
                </c:pt>
                <c:pt idx="237">
                  <c:v>2.9077209417101032E-7</c:v>
                </c:pt>
                <c:pt idx="238">
                  <c:v>3.3497658030741915E-7</c:v>
                </c:pt>
                <c:pt idx="239">
                  <c:v>3.8549267994062942E-7</c:v>
                </c:pt>
                <c:pt idx="240">
                  <c:v>4.431611075501767E-7</c:v>
                </c:pt>
                <c:pt idx="241">
                  <c:v>5.0892612865214446E-7</c:v>
                </c:pt>
                <c:pt idx="242">
                  <c:v>5.8384721153773037E-7</c:v>
                </c:pt>
                <c:pt idx="243">
                  <c:v>6.6911185565461215E-7</c:v>
                </c:pt>
                <c:pt idx="244">
                  <c:v>7.66049700264908E-7</c:v>
                </c:pt>
                <c:pt idx="245">
                  <c:v>8.7614802455919114E-7</c:v>
                </c:pt>
                <c:pt idx="246">
                  <c:v>1.0010687583490576E-6</c:v>
                </c:pt>
                <c:pt idx="247">
                  <c:v>1.1426671308085722E-6</c:v>
                </c:pt>
                <c:pt idx="248">
                  <c:v>1.3030120934931853E-6</c:v>
                </c:pt>
                <c:pt idx="249">
                  <c:v>1.4844086630378697E-6</c:v>
                </c:pt>
                <c:pt idx="250">
                  <c:v>1.6894223385276734E-6</c:v>
                </c:pt>
                <c:pt idx="251">
                  <c:v>1.9209057585449649E-6</c:v>
                </c:pt>
                <c:pt idx="252">
                  <c:v>2.1820277733263422E-6</c:v>
                </c:pt>
                <c:pt idx="253">
                  <c:v>2.4763051183094631E-6</c:v>
                </c:pt>
                <c:pt idx="254">
                  <c:v>2.8076368866058312E-6</c:v>
                </c:pt>
                <c:pt idx="255">
                  <c:v>3.1803420095986995E-6</c:v>
                </c:pt>
                <c:pt idx="256">
                  <c:v>3.5991999669215018E-6</c:v>
                </c:pt>
                <c:pt idx="257">
                  <c:v>4.069494959511008E-6</c:v>
                </c:pt>
                <c:pt idx="258">
                  <c:v>4.5970637922361218E-6</c:v>
                </c:pt>
                <c:pt idx="259">
                  <c:v>5.1883477257590357E-6</c:v>
                </c:pt>
                <c:pt idx="260">
                  <c:v>5.8504485707676326E-6</c:v>
                </c:pt>
                <c:pt idx="261">
                  <c:v>6.5911893115037063E-6</c:v>
                </c:pt>
                <c:pt idx="262">
                  <c:v>7.4191795595731289E-6</c:v>
                </c:pt>
                <c:pt idx="263">
                  <c:v>8.3438861533231972E-6</c:v>
                </c:pt>
                <c:pt idx="264">
                  <c:v>9.3757092325837805E-6</c:v>
                </c:pt>
                <c:pt idx="265">
                  <c:v>1.0526064133243088E-5</c:v>
                </c:pt>
                <c:pt idx="266">
                  <c:v>1.1807469460923951E-5</c:v>
                </c:pt>
                <c:pt idx="267">
                  <c:v>1.323364171790219E-5</c:v>
                </c:pt>
                <c:pt idx="268">
                  <c:v>1.4819596872297757E-5</c:v>
                </c:pt>
                <c:pt idx="269">
                  <c:v>1.6581759273431968E-5</c:v>
                </c:pt>
                <c:pt idx="270">
                  <c:v>1.8538078331999972E-5</c:v>
                </c:pt>
                <c:pt idx="271">
                  <c:v>2.070815339831489E-5</c:v>
                </c:pt>
                <c:pt idx="272">
                  <c:v>2.3113367286240867E-5</c:v>
                </c:pt>
                <c:pt idx="273">
                  <c:v>2.5777028904492502E-5</c:v>
                </c:pt>
                <c:pt idx="274">
                  <c:v>2.8724525470652709E-5</c:v>
                </c:pt>
                <c:pt idx="275">
                  <c:v>3.1983484796464598E-5</c:v>
                </c:pt>
                <c:pt idx="276">
                  <c:v>3.5583948145582461E-5</c:v>
                </c:pt>
                <c:pt idx="277">
                  <c:v>3.955855417698037E-5</c:v>
                </c:pt>
                <c:pt idx="278">
                  <c:v>4.3942734498433727E-5</c:v>
                </c:pt>
                <c:pt idx="279">
                  <c:v>4.8774921364900232E-5</c:v>
                </c:pt>
                <c:pt idx="280">
                  <c:v>5.4096768066051676E-5</c:v>
                </c:pt>
                <c:pt idx="281">
                  <c:v>5.9953382555596874E-5</c:v>
                </c:pt>
                <c:pt idx="282">
                  <c:v>6.6393574882221647E-5</c:v>
                </c:pt>
                <c:pt idx="283">
                  <c:v>7.3470118987893824E-5</c:v>
                </c:pt>
                <c:pt idx="284">
                  <c:v>8.1240029443789219E-5</c:v>
                </c:pt>
                <c:pt idx="285">
                  <c:v>8.9764853697045852E-5</c:v>
                </c:pt>
                <c:pt idx="286">
                  <c:v>9.9110980402929513E-5</c:v>
                </c:pt>
                <c:pt idx="287">
                  <c:v>1.0934996441648989E-4</c:v>
                </c:pt>
                <c:pt idx="288">
                  <c:v>1.2055886901549187E-4</c:v>
                </c:pt>
                <c:pt idx="289">
                  <c:v>1.3282062592200259E-4</c:v>
                </c:pt>
                <c:pt idx="290">
                  <c:v>1.4622441368350846E-4</c:v>
                </c:pt>
                <c:pt idx="291">
                  <c:v>1.6086605496563907E-4</c:v>
                </c:pt>
                <c:pt idx="292">
                  <c:v>1.768484332973851E-4</c:v>
                </c:pt>
                <c:pt idx="293">
                  <c:v>1.9428192979592488E-4</c:v>
                </c:pt>
                <c:pt idx="294">
                  <c:v>2.1328488038186967E-4</c:v>
                </c:pt>
                <c:pt idx="295">
                  <c:v>2.3398405397657038E-4</c:v>
                </c:pt>
                <c:pt idx="296">
                  <c:v>2.565151521510516E-4</c:v>
                </c:pt>
                <c:pt idx="297">
                  <c:v>2.8102333067124785E-4</c:v>
                </c:pt>
                <c:pt idx="298">
                  <c:v>3.076637433560093E-4</c:v>
                </c:pt>
                <c:pt idx="299">
                  <c:v>3.3660210863302079E-4</c:v>
                </c:pt>
                <c:pt idx="300">
                  <c:v>3.6801529914330536E-4</c:v>
                </c:pt>
                <c:pt idx="301">
                  <c:v>4.0209195470681733E-4</c:v>
                </c:pt>
                <c:pt idx="302">
                  <c:v>4.3903311892036929E-4</c:v>
                </c:pt>
                <c:pt idx="303">
                  <c:v>4.7905289961392572E-4</c:v>
                </c:pt>
                <c:pt idx="304">
                  <c:v>5.2237915334306698E-4</c:v>
                </c:pt>
                <c:pt idx="305">
                  <c:v>5.6925419404279956E-4</c:v>
                </c:pt>
                <c:pt idx="306">
                  <c:v>6.1993552591239041E-4</c:v>
                </c:pt>
                <c:pt idx="307">
                  <c:v>6.7469660054095151E-4</c:v>
                </c:pt>
                <c:pt idx="308">
                  <c:v>7.3382759822043309E-4</c:v>
                </c:pt>
                <c:pt idx="309">
                  <c:v>7.9763623332542843E-4</c:v>
                </c:pt>
                <c:pt idx="310">
                  <c:v>8.6644858356840629E-4</c:v>
                </c:pt>
                <c:pt idx="311">
                  <c:v>9.4060994286478637E-4</c:v>
                </c:pt>
                <c:pt idx="312">
                  <c:v>1.0204856974635008E-3</c:v>
                </c:pt>
                <c:pt idx="313">
                  <c:v>1.1064622249177562E-3</c:v>
                </c:pt>
                <c:pt idx="314">
                  <c:v>1.1989478153846308E-3</c:v>
                </c:pt>
                <c:pt idx="315">
                  <c:v>1.2983736146541221E-3</c:v>
                </c:pt>
                <c:pt idx="316">
                  <c:v>1.4051945882155913E-3</c:v>
                </c:pt>
                <c:pt idx="317">
                  <c:v>1.5198905055748911E-3</c:v>
                </c:pt>
                <c:pt idx="318">
                  <c:v>1.6429669439365733E-3</c:v>
                </c:pt>
                <c:pt idx="319">
                  <c:v>1.7749563102647701E-3</c:v>
                </c:pt>
                <c:pt idx="320">
                  <c:v>1.9164188806322074E-3</c:v>
                </c:pt>
                <c:pt idx="321">
                  <c:v>2.0679438556602207E-3</c:v>
                </c:pt>
                <c:pt idx="322">
                  <c:v>2.2301504307440097E-3</c:v>
                </c:pt>
                <c:pt idx="323">
                  <c:v>2.403688879646372E-3</c:v>
                </c:pt>
                <c:pt idx="324">
                  <c:v>2.5892416499302298E-3</c:v>
                </c:pt>
                <c:pt idx="325">
                  <c:v>2.7875244685866625E-3</c:v>
                </c:pt>
                <c:pt idx="326">
                  <c:v>2.9992874560982371E-3</c:v>
                </c:pt>
                <c:pt idx="327">
                  <c:v>3.2253162470626171E-3</c:v>
                </c:pt>
                <c:pt idx="328">
                  <c:v>3.4664331153827829E-3</c:v>
                </c:pt>
                <c:pt idx="329">
                  <c:v>3.7234981019131017E-3</c:v>
                </c:pt>
                <c:pt idx="330">
                  <c:v>3.9974101423338963E-3</c:v>
                </c:pt>
                <c:pt idx="331">
                  <c:v>4.2891081929084234E-3</c:v>
                </c:pt>
                <c:pt idx="332">
                  <c:v>4.5995723516617636E-3</c:v>
                </c:pt>
                <c:pt idx="333">
                  <c:v>4.9298249724045408E-3</c:v>
                </c:pt>
                <c:pt idx="334">
                  <c:v>5.280931768912079E-3</c:v>
                </c:pt>
                <c:pt idx="335">
                  <c:v>5.6540029064578029E-3</c:v>
                </c:pt>
                <c:pt idx="336">
                  <c:v>6.0501940777900705E-3</c:v>
                </c:pt>
                <c:pt idx="337">
                  <c:v>6.4707075605375192E-3</c:v>
                </c:pt>
                <c:pt idx="338">
                  <c:v>6.9167932529222795E-3</c:v>
                </c:pt>
                <c:pt idx="339">
                  <c:v>7.389749684566114E-3</c:v>
                </c:pt>
                <c:pt idx="340">
                  <c:v>7.890924999073564E-3</c:v>
                </c:pt>
                <c:pt idx="341">
                  <c:v>8.4217179049940367E-3</c:v>
                </c:pt>
                <c:pt idx="342">
                  <c:v>8.9835785916733395E-3</c:v>
                </c:pt>
                <c:pt idx="343">
                  <c:v>9.5780096064298926E-3</c:v>
                </c:pt>
                <c:pt idx="344">
                  <c:v>1.0206566689418028E-2</c:v>
                </c:pt>
                <c:pt idx="345">
                  <c:v>1.0870859562472461E-2</c:v>
                </c:pt>
                <c:pt idx="346">
                  <c:v>1.157255266817135E-2</c:v>
                </c:pt>
                <c:pt idx="347">
                  <c:v>1.2313365855301664E-2</c:v>
                </c:pt>
                <c:pt idx="348">
                  <c:v>1.3095075006868828E-2</c:v>
                </c:pt>
                <c:pt idx="349">
                  <c:v>1.3919512606754928E-2</c:v>
                </c:pt>
                <c:pt idx="350">
                  <c:v>1.4788568241106291E-2</c:v>
                </c:pt>
                <c:pt idx="351">
                  <c:v>1.5704189030510199E-2</c:v>
                </c:pt>
                <c:pt idx="352">
                  <c:v>1.666837998901748E-2</c:v>
                </c:pt>
                <c:pt idx="353">
                  <c:v>1.7683204306064019E-2</c:v>
                </c:pt>
                <c:pt idx="354">
                  <c:v>1.8750783547363693E-2</c:v>
                </c:pt>
                <c:pt idx="355">
                  <c:v>1.9873297770861283E-2</c:v>
                </c:pt>
                <c:pt idx="356">
                  <c:v>2.1052985553872847E-2</c:v>
                </c:pt>
                <c:pt idx="357">
                  <c:v>2.2292143927586956E-2</c:v>
                </c:pt>
                <c:pt idx="358">
                  <c:v>2.3593128215151266E-2</c:v>
                </c:pt>
                <c:pt idx="359">
                  <c:v>2.4958351769642194E-2</c:v>
                </c:pt>
                <c:pt idx="360">
                  <c:v>2.6390285608296569E-2</c:v>
                </c:pt>
                <c:pt idx="361">
                  <c:v>2.7891457939472154E-2</c:v>
                </c:pt>
                <c:pt idx="362">
                  <c:v>2.9464453578911677E-2</c:v>
                </c:pt>
                <c:pt idx="363">
                  <c:v>3.1111913251998108E-2</c:v>
                </c:pt>
                <c:pt idx="364">
                  <c:v>3.283653277882622E-2</c:v>
                </c:pt>
                <c:pt idx="365">
                  <c:v>3.4641062139046261E-2</c:v>
                </c:pt>
                <c:pt idx="366">
                  <c:v>3.6528304413593525E-2</c:v>
                </c:pt>
                <c:pt idx="367">
                  <c:v>3.8501114600588547E-2</c:v>
                </c:pt>
                <c:pt idx="368">
                  <c:v>4.0562398302863407E-2</c:v>
                </c:pt>
                <c:pt idx="369">
                  <c:v>4.2715110284758877E-2</c:v>
                </c:pt>
                <c:pt idx="370">
                  <c:v>4.4962252896051907E-2</c:v>
                </c:pt>
                <c:pt idx="371">
                  <c:v>4.7306874361063248E-2</c:v>
                </c:pt>
                <c:pt idx="372">
                  <c:v>4.9752066931248798E-2</c:v>
                </c:pt>
                <c:pt idx="373">
                  <c:v>5.2300964899784919E-2</c:v>
                </c:pt>
                <c:pt idx="374">
                  <c:v>5.4956742476927271E-2</c:v>
                </c:pt>
                <c:pt idx="375">
                  <c:v>5.7722611525163357E-2</c:v>
                </c:pt>
                <c:pt idx="376">
                  <c:v>6.060181915346427E-2</c:v>
                </c:pt>
                <c:pt idx="377">
                  <c:v>6.3597645170188108E-2</c:v>
                </c:pt>
                <c:pt idx="378">
                  <c:v>6.6713399394505574E-2</c:v>
                </c:pt>
                <c:pt idx="379">
                  <c:v>6.9952418826491725E-2</c:v>
                </c:pt>
                <c:pt idx="380">
                  <c:v>7.3318064676324082E-2</c:v>
                </c:pt>
                <c:pt idx="381">
                  <c:v>7.6813719253364207E-2</c:v>
                </c:pt>
                <c:pt idx="382">
                  <c:v>8.0442782716169878E-2</c:v>
                </c:pt>
                <c:pt idx="383">
                  <c:v>8.4208669684858517E-2</c:v>
                </c:pt>
                <c:pt idx="384">
                  <c:v>8.8114805717521352E-2</c:v>
                </c:pt>
                <c:pt idx="385">
                  <c:v>9.2164623652734048E-2</c:v>
                </c:pt>
                <c:pt idx="386">
                  <c:v>9.6361559820579465E-2</c:v>
                </c:pt>
                <c:pt idx="387">
                  <c:v>0.10070905012485366</c:v>
                </c:pt>
                <c:pt idx="388">
                  <c:v>0.10521052599954976</c:v>
                </c:pt>
                <c:pt idx="389">
                  <c:v>0.10986941024300603</c:v>
                </c:pt>
                <c:pt idx="390">
                  <c:v>0.11468911273345181</c:v>
                </c:pt>
                <c:pt idx="391">
                  <c:v>0.11967302603002908</c:v>
                </c:pt>
                <c:pt idx="392">
                  <c:v>0.12482452086370222</c:v>
                </c:pt>
                <c:pt idx="393">
                  <c:v>0.13014694152282119</c:v>
                </c:pt>
                <c:pt idx="394">
                  <c:v>0.13564360113838744</c:v>
                </c:pt>
                <c:pt idx="395">
                  <c:v>0.14131777687445909</c:v>
                </c:pt>
                <c:pt idx="396">
                  <c:v>0.1471727050294285</c:v>
                </c:pt>
                <c:pt idx="397">
                  <c:v>0.15321157605417751</c:v>
                </c:pt>
                <c:pt idx="398">
                  <c:v>0.15943752949353057</c:v>
                </c:pt>
                <c:pt idx="399">
                  <c:v>0.16585364885760917</c:v>
                </c:pt>
                <c:pt idx="400">
                  <c:v>0.17246295643006276</c:v>
                </c:pt>
                <c:pt idx="401">
                  <c:v>0.17926840802039989</c:v>
                </c:pt>
                <c:pt idx="402">
                  <c:v>0.18627288766794717</c:v>
                </c:pt>
                <c:pt idx="403">
                  <c:v>0.19347920230513921</c:v>
                </c:pt>
                <c:pt idx="404">
                  <c:v>0.20089007638822243</c:v>
                </c:pt>
                <c:pt idx="405">
                  <c:v>0.20850814650358809</c:v>
                </c:pt>
                <c:pt idx="406">
                  <c:v>0.2163359559581759</c:v>
                </c:pt>
                <c:pt idx="407">
                  <c:v>0.22437594936265698</c:v>
                </c:pt>
                <c:pt idx="408">
                  <c:v>0.23263046721625799</c:v>
                </c:pt>
                <c:pt idx="409">
                  <c:v>0.24110174050221983</c:v>
                </c:pt>
                <c:pt idx="410">
                  <c:v>0.24979188530312896</c:v>
                </c:pt>
                <c:pt idx="411">
                  <c:v>0.25870289744543906</c:v>
                </c:pt>
                <c:pt idx="412">
                  <c:v>0.26783664718260869</c:v>
                </c:pt>
                <c:pt idx="413">
                  <c:v>0.27719487392645392</c:v>
                </c:pt>
                <c:pt idx="414">
                  <c:v>0.28677918103630973</c:v>
                </c:pt>
                <c:pt idx="415">
                  <c:v>0.29659103067573434</c:v>
                </c:pt>
                <c:pt idx="416">
                  <c:v>0.30663173874646782</c:v>
                </c:pt>
                <c:pt idx="417">
                  <c:v>0.31690246990945053</c:v>
                </c:pt>
                <c:pt idx="418">
                  <c:v>0.32740423270261659</c:v>
                </c:pt>
                <c:pt idx="419">
                  <c:v>0.33813787476525387</c:v>
                </c:pt>
                <c:pt idx="420">
                  <c:v>0.34910407817862238</c:v>
                </c:pt>
                <c:pt idx="421">
                  <c:v>0.36030335493247417</c:v>
                </c:pt>
                <c:pt idx="422">
                  <c:v>0.37173604252702114</c:v>
                </c:pt>
                <c:pt idx="423">
                  <c:v>0.38340229971984896</c:v>
                </c:pt>
                <c:pt idx="424">
                  <c:v>0.39530210242705927</c:v>
                </c:pt>
                <c:pt idx="425">
                  <c:v>0.40743523978785223</c:v>
                </c:pt>
                <c:pt idx="426">
                  <c:v>0.41980131040154639</c:v>
                </c:pt>
                <c:pt idx="427">
                  <c:v>0.43239971874588029</c:v>
                </c:pt>
                <c:pt idx="428">
                  <c:v>0.44522967178515327</c:v>
                </c:pt>
                <c:pt idx="429">
                  <c:v>0.45829017577666981</c:v>
                </c:pt>
                <c:pt idx="430">
                  <c:v>0.4715800332834959</c:v>
                </c:pt>
                <c:pt idx="431">
                  <c:v>0.48509784040154619</c:v>
                </c:pt>
                <c:pt idx="432">
                  <c:v>0.49884198420835996</c:v>
                </c:pt>
                <c:pt idx="433">
                  <c:v>0.5128106404410171</c:v>
                </c:pt>
                <c:pt idx="434">
                  <c:v>0.52700177140996862</c:v>
                </c:pt>
                <c:pt idx="435">
                  <c:v>0.54141312415546783</c:v>
                </c:pt>
                <c:pt idx="436">
                  <c:v>0.55604222885277643</c:v>
                </c:pt>
                <c:pt idx="437">
                  <c:v>0.57088639747191783</c:v>
                </c:pt>
                <c:pt idx="438">
                  <c:v>0.58594272269758207</c:v>
                </c:pt>
                <c:pt idx="439">
                  <c:v>0.60120807711406798</c:v>
                </c:pt>
                <c:pt idx="440">
                  <c:v>0.61667911265994635</c:v>
                </c:pt>
                <c:pt idx="441">
                  <c:v>0.63235226035659908</c:v>
                </c:pt>
                <c:pt idx="442">
                  <c:v>0.64822373031440939</c:v>
                </c:pt>
                <c:pt idx="443">
                  <c:v>0.66428951201979503</c:v>
                </c:pt>
                <c:pt idx="444">
                  <c:v>0.68054537490600819</c:v>
                </c:pt>
                <c:pt idx="445">
                  <c:v>0.69698686920987285</c:v>
                </c:pt>
                <c:pt idx="446">
                  <c:v>0.71360932711650338</c:v>
                </c:pt>
                <c:pt idx="447">
                  <c:v>0.73040786419309878</c:v>
                </c:pt>
                <c:pt idx="448">
                  <c:v>0.74737738111299645</c:v>
                </c:pt>
                <c:pt idx="449">
                  <c:v>0.76451256567000903</c:v>
                </c:pt>
                <c:pt idx="450">
                  <c:v>0.78180789508308246</c:v>
                </c:pt>
                <c:pt idx="451">
                  <c:v>0.79925763859065502</c:v>
                </c:pt>
                <c:pt idx="452">
                  <c:v>0.81685586033328206</c:v>
                </c:pt>
                <c:pt idx="453">
                  <c:v>0.83459642252325394</c:v>
                </c:pt>
                <c:pt idx="454">
                  <c:v>0.85247298889862844</c:v>
                </c:pt>
                <c:pt idx="455">
                  <c:v>0.870479028459196</c:v>
                </c:pt>
                <c:pt idx="456">
                  <c:v>0.88860781948121415</c:v>
                </c:pt>
                <c:pt idx="457">
                  <c:v>0.90685245380697477</c:v>
                </c:pt>
                <c:pt idx="458">
                  <c:v>0.92520584140538387</c:v>
                </c:pt>
                <c:pt idx="459">
                  <c:v>0.94366071519850259</c:v>
                </c:pt>
                <c:pt idx="460">
                  <c:v>0.96220963614915789</c:v>
                </c:pt>
                <c:pt idx="461">
                  <c:v>0.98084499860383711</c:v>
                </c:pt>
                <c:pt idx="462">
                  <c:v>0.9995590358850126</c:v>
                </c:pt>
                <c:pt idx="463">
                  <c:v>1.0183438261259188</c:v>
                </c:pt>
                <c:pt idx="464">
                  <c:v>1.0371912983414369</c:v>
                </c:pt>
                <c:pt idx="465">
                  <c:v>1.0560932387270396</c:v>
                </c:pt>
                <c:pt idx="466">
                  <c:v>1.0750412971784684</c:v>
                </c:pt>
                <c:pt idx="467">
                  <c:v>1.0940269940236933</c:v>
                </c:pt>
                <c:pt idx="468">
                  <c:v>1.1130417269586657</c:v>
                </c:pt>
                <c:pt idx="469">
                  <c:v>1.1320767781778329</c:v>
                </c:pt>
                <c:pt idx="470">
                  <c:v>1.1511233216901926</c:v>
                </c:pt>
                <c:pt idx="471">
                  <c:v>1.1701724308111887</c:v>
                </c:pt>
                <c:pt idx="472">
                  <c:v>1.1892150858204995</c:v>
                </c:pt>
                <c:pt idx="473">
                  <c:v>1.2082421817755638</c:v>
                </c:pt>
                <c:pt idx="474">
                  <c:v>1.2272445364702074</c:v>
                </c:pt>
                <c:pt idx="475">
                  <c:v>1.2462128985276661</c:v>
                </c:pt>
                <c:pt idx="476">
                  <c:v>1.265137955617011</c:v>
                </c:pt>
                <c:pt idx="477">
                  <c:v>1.2840103427816443</c:v>
                </c:pt>
                <c:pt idx="478">
                  <c:v>1.302820650868673</c:v>
                </c:pt>
                <c:pt idx="479">
                  <c:v>1.3215594350473805</c:v>
                </c:pt>
                <c:pt idx="480">
                  <c:v>1.3402172234050638</c:v>
                </c:pt>
                <c:pt idx="481">
                  <c:v>1.3587845256085631</c:v>
                </c:pt>
                <c:pt idx="482">
                  <c:v>1.3772518416193249</c:v>
                </c:pt>
                <c:pt idx="483">
                  <c:v>1.3956096704500816</c:v>
                </c:pt>
                <c:pt idx="484">
                  <c:v>1.4138485189509902</c:v>
                </c:pt>
                <c:pt idx="485">
                  <c:v>1.4319589106130983</c:v>
                </c:pt>
                <c:pt idx="486">
                  <c:v>1.4499313943769847</c:v>
                </c:pt>
                <c:pt idx="487">
                  <c:v>1.4677565534345069</c:v>
                </c:pt>
                <c:pt idx="488">
                  <c:v>1.4854250140113376</c:v>
                </c:pt>
                <c:pt idx="489">
                  <c:v>1.5029274541185469</c:v>
                </c:pt>
                <c:pt idx="490">
                  <c:v>1.5202546122608518</c:v>
                </c:pt>
                <c:pt idx="491">
                  <c:v>1.5373972960901774</c:v>
                </c:pt>
                <c:pt idx="492">
                  <c:v>1.554346390991999</c:v>
                </c:pt>
                <c:pt idx="493">
                  <c:v>1.5710928685936842</c:v>
                </c:pt>
                <c:pt idx="494">
                  <c:v>1.5876277951827491</c:v>
                </c:pt>
                <c:pt idx="495">
                  <c:v>1.6039423400238864</c:v>
                </c:pt>
                <c:pt idx="496">
                  <c:v>1.6200277835638488</c:v>
                </c:pt>
                <c:pt idx="497">
                  <c:v>1.6358755255130368</c:v>
                </c:pt>
                <c:pt idx="498">
                  <c:v>1.6514770927934097</c:v>
                </c:pt>
                <c:pt idx="499">
                  <c:v>1.6668241473419532</c:v>
                </c:pt>
                <c:pt idx="500">
                  <c:v>1.6819084937601505</c:v>
                </c:pt>
                <c:pt idx="501">
                  <c:v>1.6967220867989181</c:v>
                </c:pt>
                <c:pt idx="502">
                  <c:v>1.7112570386701267</c:v>
                </c:pt>
                <c:pt idx="503">
                  <c:v>1.7255056261749682</c:v>
                </c:pt>
                <c:pt idx="504">
                  <c:v>1.7394602976406339</c:v>
                </c:pt>
                <c:pt idx="505">
                  <c:v>1.7531136796566407</c:v>
                </c:pt>
                <c:pt idx="506">
                  <c:v>1.7664585836023936</c:v>
                </c:pt>
                <c:pt idx="507">
                  <c:v>1.7794880119586638</c:v>
                </c:pt>
                <c:pt idx="508">
                  <c:v>1.7921951643950571</c:v>
                </c:pt>
                <c:pt idx="509">
                  <c:v>1.8045734436265206</c:v>
                </c:pt>
                <c:pt idx="510">
                  <c:v>1.81661646103268</c:v>
                </c:pt>
                <c:pt idx="511">
                  <c:v>1.8283180420329816</c:v>
                </c:pt>
                <c:pt idx="512">
                  <c:v>1.8396722312124552</c:v>
                </c:pt>
                <c:pt idx="513">
                  <c:v>1.8506732971925066</c:v>
                </c:pt>
                <c:pt idx="514">
                  <c:v>1.8613157372414788</c:v>
                </c:pt>
                <c:pt idx="515">
                  <c:v>1.8715942816208491</c:v>
                </c:pt>
                <c:pt idx="516">
                  <c:v>1.8815038976626581</c:v>
                </c:pt>
                <c:pt idx="517">
                  <c:v>1.8910397935745529</c:v>
                </c:pt>
                <c:pt idx="518">
                  <c:v>1.9001974219693611</c:v>
                </c:pt>
                <c:pt idx="519">
                  <c:v>1.9089724831159482</c:v>
                </c:pt>
                <c:pt idx="520">
                  <c:v>1.9173609279096417</c:v>
                </c:pt>
                <c:pt idx="521">
                  <c:v>1.9253589605597548</c:v>
                </c:pt>
                <c:pt idx="522">
                  <c:v>1.9329630409929552</c:v>
                </c:pt>
                <c:pt idx="523">
                  <c:v>1.9401698869714721</c:v>
                </c:pt>
                <c:pt idx="524">
                  <c:v>1.9469764759254111</c:v>
                </c:pt>
                <c:pt idx="525">
                  <c:v>1.9533800464990716</c:v>
                </c:pt>
                <c:pt idx="526">
                  <c:v>1.9593780998115848</c:v>
                </c:pt>
                <c:pt idx="527">
                  <c:v>1.9649684004321699</c:v>
                </c:pt>
                <c:pt idx="528">
                  <c:v>1.9701489770718781</c:v>
                </c:pt>
                <c:pt idx="529">
                  <c:v>1.9749181229922159</c:v>
                </c:pt>
                <c:pt idx="530">
                  <c:v>1.9792743961334875</c:v>
                </c:pt>
                <c:pt idx="531">
                  <c:v>1.9832166189648091</c:v>
                </c:pt>
                <c:pt idx="532">
                  <c:v>1.9867438780581335</c:v>
                </c:pt>
                <c:pt idx="533">
                  <c:v>1.989855523389898</c:v>
                </c:pt>
                <c:pt idx="534">
                  <c:v>1.9925511673732748</c:v>
                </c:pt>
                <c:pt idx="535">
                  <c:v>1.994830683624929</c:v>
                </c:pt>
                <c:pt idx="536">
                  <c:v>1.9966942054703833</c:v>
                </c:pt>
                <c:pt idx="537">
                  <c:v>1.9981421241924384</c:v>
                </c:pt>
                <c:pt idx="538">
                  <c:v>1.9991750870273106</c:v>
                </c:pt>
                <c:pt idx="539">
                  <c:v>1.9997939949137278</c:v>
                </c:pt>
                <c:pt idx="540">
                  <c:v>2</c:v>
                </c:pt>
                <c:pt idx="541">
                  <c:v>1.9997945029151456</c:v>
                </c:pt>
                <c:pt idx="542">
                  <c:v>1.999179149809553</c:v>
                </c:pt>
                <c:pt idx="543">
                  <c:v>1.9981558291717108</c:v>
                </c:pt>
                <c:pt idx="544">
                  <c:v>1.9967266684270386</c:v>
                </c:pt>
                <c:pt idx="545">
                  <c:v>1.9948940303257474</c:v>
                </c:pt>
                <c:pt idx="546">
                  <c:v>1.9926605091264449</c:v>
                </c:pt>
                <c:pt idx="547">
                  <c:v>1.9900289265824507</c:v>
                </c:pt>
                <c:pt idx="548">
                  <c:v>1.9870023277382853</c:v>
                </c:pt>
                <c:pt idx="549">
                  <c:v>1.9835839765434005</c:v>
                </c:pt>
                <c:pt idx="550">
                  <c:v>1.9797773512909089</c:v>
                </c:pt>
                <c:pt idx="551">
                  <c:v>1.9755861398891097</c:v>
                </c:pt>
                <c:pt idx="552">
                  <c:v>1.9710142349731983</c:v>
                </c:pt>
                <c:pt idx="553">
                  <c:v>1.9660657288656718</c:v>
                </c:pt>
                <c:pt idx="554">
                  <c:v>1.9607449083929098</c:v>
                </c:pt>
                <c:pt idx="555">
                  <c:v>1.955056249566401</c:v>
                </c:pt>
                <c:pt idx="556">
                  <c:v>1.9490044121365513</c:v>
                </c:pt>
                <c:pt idx="557">
                  <c:v>1.94259423402753</c:v>
                </c:pt>
                <c:pt idx="558">
                  <c:v>1.9358307256612692</c:v>
                </c:pt>
                <c:pt idx="559">
                  <c:v>1.9287190641788725</c:v>
                </c:pt>
                <c:pt idx="560">
                  <c:v>1.9212645875678009</c:v>
                </c:pt>
                <c:pt idx="561">
                  <c:v>1.9134727887033312</c:v>
                </c:pt>
                <c:pt idx="562">
                  <c:v>1.9053493093121239</c:v>
                </c:pt>
                <c:pt idx="563">
                  <c:v>1.8968999338666175</c:v>
                </c:pt>
                <c:pt idx="564">
                  <c:v>1.8881305834182045</c:v>
                </c:pt>
                <c:pt idx="565">
                  <c:v>1.8790473093775317</c:v>
                </c:pt>
                <c:pt idx="566">
                  <c:v>1.8696562872498468</c:v>
                </c:pt>
                <c:pt idx="567">
                  <c:v>1.8599638103334819</c:v>
                </c:pt>
                <c:pt idx="568">
                  <c:v>1.8499762833897131</c:v>
                </c:pt>
                <c:pt idx="569">
                  <c:v>1.8397002162912899</c:v>
                </c:pt>
                <c:pt idx="570">
                  <c:v>1.8291422176578984</c:v>
                </c:pt>
                <c:pt idx="571">
                  <c:v>1.818308988485883</c:v>
                </c:pt>
                <c:pt idx="572">
                  <c:v>1.8072073157798105</c:v>
                </c:pt>
                <c:pt idx="573">
                  <c:v>1.7958440661932968</c:v>
                </c:pt>
                <c:pt idx="574">
                  <c:v>1.7842261796862302</c:v>
                </c:pt>
                <c:pt idx="575">
                  <c:v>1.7723606632054767</c:v>
                </c:pt>
                <c:pt idx="576">
                  <c:v>1.760254584395988</c:v>
                </c:pt>
                <c:pt idx="577">
                  <c:v>1.7479150653490878</c:v>
                </c:pt>
                <c:pt idx="578">
                  <c:v>1.7353492763944238</c:v>
                </c:pt>
                <c:pt idx="579">
                  <c:v>1.7225644299419538</c:v>
                </c:pt>
                <c:pt idx="580">
                  <c:v>1.7095677743802986</c:v>
                </c:pt>
                <c:pt idx="581">
                  <c:v>1.6963665880372938</c:v>
                </c:pt>
                <c:pt idx="582">
                  <c:v>1.682968173208568</c:v>
                </c:pt>
                <c:pt idx="583">
                  <c:v>1.6693798502599544</c:v>
                </c:pt>
                <c:pt idx="584">
                  <c:v>1.6556089518087547</c:v>
                </c:pt>
                <c:pt idx="585">
                  <c:v>1.6416628169894203</c:v>
                </c:pt>
                <c:pt idx="586">
                  <c:v>1.6275487858082811</c:v>
                </c:pt>
                <c:pt idx="587">
                  <c:v>1.6132741935923551</c:v>
                </c:pt>
                <c:pt idx="588">
                  <c:v>1.598846365536531</c:v>
                </c:pt>
                <c:pt idx="589">
                  <c:v>1.5842726113536563</c:v>
                </c:pt>
                <c:pt idx="590">
                  <c:v>1.569560220031375</c:v>
                </c:pt>
                <c:pt idx="591">
                  <c:v>1.5547164546998067</c:v>
                </c:pt>
                <c:pt idx="592">
                  <c:v>1.5397485476134669</c:v>
                </c:pt>
                <c:pt idx="593">
                  <c:v>1.5246636952511143</c:v>
                </c:pt>
                <c:pt idx="594">
                  <c:v>1.5094690535364708</c:v>
                </c:pt>
                <c:pt idx="595">
                  <c:v>1.494171733182811</c:v>
                </c:pt>
                <c:pt idx="596">
                  <c:v>1.4787787951643914</c:v>
                </c:pt>
                <c:pt idx="597">
                  <c:v>1.4632972463167935</c:v>
                </c:pt>
                <c:pt idx="598">
                  <c:v>1.4477340350689685</c:v>
                </c:pt>
                <c:pt idx="599">
                  <c:v>1.432096047308673</c:v>
                </c:pt>
                <c:pt idx="600">
                  <c:v>1.4163901023832763</c:v>
                </c:pt>
                <c:pt idx="601">
                  <c:v>1.4006229492376985</c:v>
                </c:pt>
                <c:pt idx="602">
                  <c:v>1.384801262690639</c:v>
                </c:pt>
                <c:pt idx="603">
                  <c:v>1.3689316398506466</c:v>
                </c:pt>
                <c:pt idx="604">
                  <c:v>1.3530205966726521</c:v>
                </c:pt>
                <c:pt idx="605">
                  <c:v>1.337074564656189</c:v>
                </c:pt>
                <c:pt idx="606">
                  <c:v>1.321099887685508</c:v>
                </c:pt>
                <c:pt idx="607">
                  <c:v>1.3051028190123259</c:v>
                </c:pt>
                <c:pt idx="608">
                  <c:v>1.289089518381193</c:v>
                </c:pt>
                <c:pt idx="609">
                  <c:v>1.2730660492976871</c:v>
                </c:pt>
                <c:pt idx="610">
                  <c:v>1.2570383764391524</c:v>
                </c:pt>
                <c:pt idx="611">
                  <c:v>1.2410123632077465</c:v>
                </c:pt>
                <c:pt idx="612">
                  <c:v>1.2249937694252702</c:v>
                </c:pt>
                <c:pt idx="613">
                  <c:v>1.2089882491691033</c:v>
                </c:pt>
                <c:pt idx="614">
                  <c:v>1.1930013487484465</c:v>
                </c:pt>
                <c:pt idx="615">
                  <c:v>1.1770385048198992</c:v>
                </c:pt>
                <c:pt idx="616">
                  <c:v>1.1611050426411504</c:v>
                </c:pt>
                <c:pt idx="617">
                  <c:v>1.1452061744616535</c:v>
                </c:pt>
                <c:pt idx="618">
                  <c:v>1.1293469980487347</c:v>
                </c:pt>
                <c:pt idx="619">
                  <c:v>1.113532495347616</c:v>
                </c:pt>
                <c:pt idx="620">
                  <c:v>1.0977675312737949</c:v>
                </c:pt>
                <c:pt idx="621">
                  <c:v>1.0820568526356606</c:v>
                </c:pt>
                <c:pt idx="622">
                  <c:v>1.0664050871859276</c:v>
                </c:pt>
                <c:pt idx="623">
                  <c:v>1.0508167427992721</c:v>
                </c:pt>
                <c:pt idx="624">
                  <c:v>1.0352962067745177</c:v>
                </c:pt>
                <c:pt idx="625">
                  <c:v>1.019847745258899</c:v>
                </c:pt>
                <c:pt idx="626">
                  <c:v>1.004475502792038</c:v>
                </c:pt>
                <c:pt idx="627">
                  <c:v>0.98918350196736604</c:v>
                </c:pt>
                <c:pt idx="628">
                  <c:v>0.97397564320845864</c:v>
                </c:pt>
                <c:pt idx="629">
                  <c:v>0.95885570465754844</c:v>
                </c:pt>
                <c:pt idx="630">
                  <c:v>0.94382734217378483</c:v>
                </c:pt>
                <c:pt idx="631">
                  <c:v>0.92889408943840024</c:v>
                </c:pt>
                <c:pt idx="632">
                  <c:v>0.91405935816401929</c:v>
                </c:pt>
                <c:pt idx="633">
                  <c:v>0.89932643840539617</c:v>
                </c:pt>
                <c:pt idx="634">
                  <c:v>0.88469849896851716</c:v>
                </c:pt>
                <c:pt idx="635">
                  <c:v>0.87017858791534131</c:v>
                </c:pt>
                <c:pt idx="636">
                  <c:v>0.85576963316112176</c:v>
                </c:pt>
                <c:pt idx="637">
                  <c:v>0.84147444316133546</c:v>
                </c:pt>
                <c:pt idx="638">
                  <c:v>0.82729570768524563</c:v>
                </c:pt>
                <c:pt idx="639">
                  <c:v>0.81323599867300211</c:v>
                </c:pt>
                <c:pt idx="640">
                  <c:v>0.79929777117331813</c:v>
                </c:pt>
                <c:pt idx="641">
                  <c:v>0.78548336435851573</c:v>
                </c:pt>
                <c:pt idx="642">
                  <c:v>0.77179500261403555</c:v>
                </c:pt>
                <c:pt idx="643">
                  <c:v>0.75823479669922011</c:v>
                </c:pt>
                <c:pt idx="644">
                  <c:v>0.74480474497629068</c:v>
                </c:pt>
                <c:pt idx="645">
                  <c:v>0.73150673470453531</c:v>
                </c:pt>
                <c:pt idx="646">
                  <c:v>0.71834254339651904</c:v>
                </c:pt>
                <c:pt idx="647">
                  <c:v>0.70531384023338506</c:v>
                </c:pt>
                <c:pt idx="648">
                  <c:v>0.69242218753613627</c:v>
                </c:pt>
                <c:pt idx="649">
                  <c:v>0.67966904228988712</c:v>
                </c:pt>
                <c:pt idx="650">
                  <c:v>0.66705575771816095</c:v>
                </c:pt>
                <c:pt idx="651">
                  <c:v>0.65458358490414792</c:v>
                </c:pt>
                <c:pt idx="652">
                  <c:v>0.64225367445609882</c:v>
                </c:pt>
                <c:pt idx="653">
                  <c:v>0.63006707821396379</c:v>
                </c:pt>
                <c:pt idx="654">
                  <c:v>0.61802475099419973</c:v>
                </c:pt>
                <c:pt idx="655">
                  <c:v>0.60612755237028915</c:v>
                </c:pt>
                <c:pt idx="656">
                  <c:v>0.5943762484858055</c:v>
                </c:pt>
                <c:pt idx="657">
                  <c:v>0.58277151389753878</c:v>
                </c:pt>
                <c:pt idx="658">
                  <c:v>0.5713139334458619</c:v>
                </c:pt>
                <c:pt idx="659">
                  <c:v>0.56000400414977547</c:v>
                </c:pt>
                <c:pt idx="660">
                  <c:v>0.54884213712391894</c:v>
                </c:pt>
                <c:pt idx="661">
                  <c:v>0.53782865951512093</c:v>
                </c:pt>
                <c:pt idx="662">
                  <c:v>0.5269638164559477</c:v>
                </c:pt>
                <c:pt idx="663">
                  <c:v>0.51624777303277136</c:v>
                </c:pt>
                <c:pt idx="664">
                  <c:v>0.50568061626606442</c:v>
                </c:pt>
                <c:pt idx="665">
                  <c:v>0.49526235710054889</c:v>
                </c:pt>
                <c:pt idx="666">
                  <c:v>0.48499293240293861</c:v>
                </c:pt>
                <c:pt idx="667">
                  <c:v>0.4748722069650817</c:v>
                </c:pt>
                <c:pt idx="668">
                  <c:v>0.46489997551039913</c:v>
                </c:pt>
                <c:pt idx="669">
                  <c:v>0.45507596470145012</c:v>
                </c:pt>
                <c:pt idx="670">
                  <c:v>0.44539983514674342</c:v>
                </c:pt>
                <c:pt idx="671">
                  <c:v>0.43587118340473069</c:v>
                </c:pt>
                <c:pt idx="672">
                  <c:v>0.42648954398313654</c:v>
                </c:pt>
                <c:pt idx="673">
                  <c:v>0.41725439133185577</c:v>
                </c:pt>
                <c:pt idx="674">
                  <c:v>0.40816514182754388</c:v>
                </c:pt>
                <c:pt idx="675">
                  <c:v>0.39922115574833661</c:v>
                </c:pt>
                <c:pt idx="676">
                  <c:v>0.39042173923699847</c:v>
                </c:pt>
                <c:pt idx="677">
                  <c:v>0.38176614625094363</c:v>
                </c:pt>
                <c:pt idx="678">
                  <c:v>0.37325358049766516</c:v>
                </c:pt>
                <c:pt idx="679">
                  <c:v>0.36488319735409824</c:v>
                </c:pt>
                <c:pt idx="680">
                  <c:v>0.35665410576859463</c:v>
                </c:pt>
                <c:pt idx="681">
                  <c:v>0.34856537014417255</c:v>
                </c:pt>
                <c:pt idx="682">
                  <c:v>0.34061601220179544</c:v>
                </c:pt>
                <c:pt idx="683">
                  <c:v>0.33280501282255681</c:v>
                </c:pt>
                <c:pt idx="684">
                  <c:v>0.32513131386756206</c:v>
                </c:pt>
                <c:pt idx="685">
                  <c:v>0.3175938199745631</c:v>
                </c:pt>
                <c:pt idx="686">
                  <c:v>0.31019140033024645</c:v>
                </c:pt>
                <c:pt idx="687">
                  <c:v>0.30292289041732501</c:v>
                </c:pt>
                <c:pt idx="688">
                  <c:v>0.29578709373552164</c:v>
                </c:pt>
                <c:pt idx="689">
                  <c:v>0.28878278349561343</c:v>
                </c:pt>
                <c:pt idx="690">
                  <c:v>0.28190870428581954</c:v>
                </c:pt>
                <c:pt idx="691">
                  <c:v>0.2751635737097905</c:v>
                </c:pt>
                <c:pt idx="692">
                  <c:v>0.26854608399557878</c:v>
                </c:pt>
                <c:pt idx="693">
                  <c:v>0.2620549035749779</c:v>
                </c:pt>
                <c:pt idx="694">
                  <c:v>0.25568867863270689</c:v>
                </c:pt>
                <c:pt idx="695">
                  <c:v>0.24944603462493159</c:v>
                </c:pt>
                <c:pt idx="696">
                  <c:v>0.24332557776669292</c:v>
                </c:pt>
                <c:pt idx="697">
                  <c:v>0.23732589648786293</c:v>
                </c:pt>
                <c:pt idx="698">
                  <c:v>0.23144556285727483</c:v>
                </c:pt>
                <c:pt idx="699">
                  <c:v>0.22568313397471623</c:v>
                </c:pt>
                <c:pt idx="700">
                  <c:v>0.22003715333059601</c:v>
                </c:pt>
                <c:pt idx="701">
                  <c:v>0.21450615213297819</c:v>
                </c:pt>
                <c:pt idx="702">
                  <c:v>0.20908865060193893</c:v>
                </c:pt>
                <c:pt idx="703">
                  <c:v>0.20378315923102966</c:v>
                </c:pt>
                <c:pt idx="704">
                  <c:v>0.19858818001581399</c:v>
                </c:pt>
                <c:pt idx="705">
                  <c:v>0.19350220764941575</c:v>
                </c:pt>
                <c:pt idx="706">
                  <c:v>0.18852373068510103</c:v>
                </c:pt>
                <c:pt idx="707">
                  <c:v>0.18365123266587799</c:v>
                </c:pt>
                <c:pt idx="708">
                  <c:v>0.1788831932212237</c:v>
                </c:pt>
                <c:pt idx="709">
                  <c:v>0.17421808913102407</c:v>
                </c:pt>
                <c:pt idx="710">
                  <c:v>0.16965439535684371</c:v>
                </c:pt>
                <c:pt idx="711">
                  <c:v>0.16519058604069356</c:v>
                </c:pt>
                <c:pt idx="712">
                  <c:v>0.16082513547151864</c:v>
                </c:pt>
                <c:pt idx="713">
                  <c:v>0.15655651901956261</c:v>
                </c:pt>
                <c:pt idx="714">
                  <c:v>0.15238321403891084</c:v>
                </c:pt>
                <c:pt idx="715">
                  <c:v>0.14830370073846283</c:v>
                </c:pt>
                <c:pt idx="716">
                  <c:v>0.14431646302161449</c:v>
                </c:pt>
                <c:pt idx="717">
                  <c:v>0.14041998929498772</c:v>
                </c:pt>
                <c:pt idx="718">
                  <c:v>0.13661277324655208</c:v>
                </c:pt>
                <c:pt idx="719">
                  <c:v>0.13289331459346734</c:v>
                </c:pt>
                <c:pt idx="720">
                  <c:v>0.12926011980005697</c:v>
                </c:pt>
                <c:pt idx="721">
                  <c:v>0.12571170276630123</c:v>
                </c:pt>
                <c:pt idx="722">
                  <c:v>0.12224658548724522</c:v>
                </c:pt>
                <c:pt idx="723">
                  <c:v>0.11886329868378416</c:v>
                </c:pt>
                <c:pt idx="724">
                  <c:v>0.11556038240524182</c:v>
                </c:pt>
                <c:pt idx="725">
                  <c:v>0.11233638660421325</c:v>
                </c:pt>
                <c:pt idx="726">
                  <c:v>0.10918987168413695</c:v>
                </c:pt>
                <c:pt idx="727">
                  <c:v>0.10611940902007863</c:v>
                </c:pt>
                <c:pt idx="728">
                  <c:v>0.10312358145322471</c:v>
                </c:pt>
                <c:pt idx="729">
                  <c:v>0.10020098375957232</c:v>
                </c:pt>
                <c:pt idx="730">
                  <c:v>9.735022309333341E-2</c:v>
                </c:pt>
                <c:pt idx="731">
                  <c:v>9.4569919405583652E-2</c:v>
                </c:pt>
                <c:pt idx="732">
                  <c:v>9.1858705838642599E-2</c:v>
                </c:pt>
                <c:pt idx="733">
                  <c:v>8.9215229096752627E-2</c:v>
                </c:pt>
                <c:pt idx="734">
                  <c:v>8.6638149793577132E-2</c:v>
                </c:pt>
                <c:pt idx="735">
                  <c:v>8.4126142777032634E-2</c:v>
                </c:pt>
                <c:pt idx="736">
                  <c:v>8.1677897432040139E-2</c:v>
                </c:pt>
                <c:pt idx="737">
                  <c:v>7.9292117961704114E-2</c:v>
                </c:pt>
                <c:pt idx="738">
                  <c:v>7.6967523647466354E-2</c:v>
                </c:pt>
                <c:pt idx="739">
                  <c:v>7.470284908880849E-2</c:v>
                </c:pt>
                <c:pt idx="740">
                  <c:v>7.2496844423014586E-2</c:v>
                </c:pt>
                <c:pt idx="741">
                  <c:v>7.0348275525561693E-2</c:v>
                </c:pt>
                <c:pt idx="742">
                  <c:v>6.8255924191673728E-2</c:v>
                </c:pt>
                <c:pt idx="743">
                  <c:v>6.6218588299592582E-2</c:v>
                </c:pt>
                <c:pt idx="744">
                  <c:v>6.4235081956084961E-2</c:v>
                </c:pt>
                <c:pt idx="745">
                  <c:v>6.2304235624758175E-2</c:v>
                </c:pt>
                <c:pt idx="746">
                  <c:v>6.0424896237680513E-2</c:v>
                </c:pt>
                <c:pt idx="747">
                  <c:v>5.8595927290869328E-2</c:v>
                </c:pt>
                <c:pt idx="748">
                  <c:v>5.681620892416013E-2</c:v>
                </c:pt>
                <c:pt idx="749">
                  <c:v>5.5084637985973586E-2</c:v>
                </c:pt>
                <c:pt idx="750">
                  <c:v>5.340012808351164E-2</c:v>
                </c:pt>
                <c:pt idx="751">
                  <c:v>5.1761609618887629E-2</c:v>
                </c:pt>
                <c:pt idx="752">
                  <c:v>5.0168029811690169E-2</c:v>
                </c:pt>
                <c:pt idx="753">
                  <c:v>4.8618352708494059E-2</c:v>
                </c:pt>
                <c:pt idx="754">
                  <c:v>4.7111559179798729E-2</c:v>
                </c:pt>
                <c:pt idx="755">
                  <c:v>4.5646646904889815E-2</c:v>
                </c:pt>
                <c:pt idx="756">
                  <c:v>4.4222630345096936E-2</c:v>
                </c:pt>
                <c:pt idx="757">
                  <c:v>4.2838540705922371E-2</c:v>
                </c:pt>
                <c:pt idx="758">
                  <c:v>4.1493425888506769E-2</c:v>
                </c:pt>
                <c:pt idx="759">
                  <c:v>4.0186350430881243E-2</c:v>
                </c:pt>
                <c:pt idx="760">
                  <c:v>3.8916395439465852E-2</c:v>
                </c:pt>
                <c:pt idx="761">
                  <c:v>3.7682658511239427E-2</c:v>
                </c:pt>
                <c:pt idx="762">
                  <c:v>3.648425364702898E-2</c:v>
                </c:pt>
                <c:pt idx="763">
                  <c:v>3.5320311156328041E-2</c:v>
                </c:pt>
                <c:pt idx="764">
                  <c:v>3.4189977554067705E-2</c:v>
                </c:pt>
                <c:pt idx="765">
                  <c:v>3.3092415449737997E-2</c:v>
                </c:pt>
                <c:pt idx="766">
                  <c:v>3.202680342926819E-2</c:v>
                </c:pt>
                <c:pt idx="767">
                  <c:v>3.099233593004002E-2</c:v>
                </c:pt>
                <c:pt idx="768">
                  <c:v>2.9988223109422504E-2</c:v>
                </c:pt>
                <c:pt idx="769">
                  <c:v>2.9013690707196525E-2</c:v>
                </c:pt>
                <c:pt idx="770">
                  <c:v>2.8067979902226009E-2</c:v>
                </c:pt>
                <c:pt idx="771">
                  <c:v>2.7150347163732179E-2</c:v>
                </c:pt>
                <c:pt idx="772">
                  <c:v>2.6260064097508848E-2</c:v>
                </c:pt>
                <c:pt idx="773">
                  <c:v>2.5396417287417775E-2</c:v>
                </c:pt>
                <c:pt idx="774">
                  <c:v>2.4558708132481805E-2</c:v>
                </c:pt>
                <c:pt idx="775">
                  <c:v>2.3746252679894445E-2</c:v>
                </c:pt>
                <c:pt idx="776">
                  <c:v>2.2958381454252504E-2</c:v>
                </c:pt>
                <c:pt idx="777">
                  <c:v>2.2194439283309674E-2</c:v>
                </c:pt>
                <c:pt idx="778">
                  <c:v>2.1453785120530085E-2</c:v>
                </c:pt>
                <c:pt idx="779">
                  <c:v>2.0735791864737421E-2</c:v>
                </c:pt>
                <c:pt idx="780">
                  <c:v>2.003984617711339E-2</c:v>
                </c:pt>
                <c:pt idx="781">
                  <c:v>1.9365348295816424E-2</c:v>
                </c:pt>
                <c:pt idx="782">
                  <c:v>1.8711711848473044E-2</c:v>
                </c:pt>
                <c:pt idx="783">
                  <c:v>1.8078363662781972E-2</c:v>
                </c:pt>
                <c:pt idx="784">
                  <c:v>1.7464743575468282E-2</c:v>
                </c:pt>
                <c:pt idx="785">
                  <c:v>1.6870304239820208E-2</c:v>
                </c:pt>
                <c:pt idx="786">
                  <c:v>1.6294510932018964E-2</c:v>
                </c:pt>
                <c:pt idx="787">
                  <c:v>1.5736841356478903E-2</c:v>
                </c:pt>
                <c:pt idx="788">
                  <c:v>1.5196785450399103E-2</c:v>
                </c:pt>
                <c:pt idx="789">
                  <c:v>1.4673845187722771E-2</c:v>
                </c:pt>
                <c:pt idx="790">
                  <c:v>1.4167534382686914E-2</c:v>
                </c:pt>
                <c:pt idx="791">
                  <c:v>1.367737849314995E-2</c:v>
                </c:pt>
                <c:pt idx="792">
                  <c:v>1.3202914423862577E-2</c:v>
                </c:pt>
                <c:pt idx="793">
                  <c:v>1.2743690329849969E-2</c:v>
                </c:pt>
                <c:pt idx="794">
                  <c:v>1.2299265420062329E-2</c:v>
                </c:pt>
                <c:pt idx="795">
                  <c:v>1.186920976144536E-2</c:v>
                </c:pt>
                <c:pt idx="796">
                  <c:v>1.1453104083571426E-2</c:v>
                </c:pt>
                <c:pt idx="797">
                  <c:v>1.1050539583971694E-2</c:v>
                </c:pt>
                <c:pt idx="798">
                  <c:v>1.0661117734299067E-2</c:v>
                </c:pt>
                <c:pt idx="799">
                  <c:v>1.0284450087442328E-2</c:v>
                </c:pt>
                <c:pt idx="800">
                  <c:v>9.9201580857133809E-3</c:v>
                </c:pt>
                <c:pt idx="801">
                  <c:v>9.5678728702176617E-3</c:v>
                </c:pt>
                <c:pt idx="802">
                  <c:v>9.2272350915108409E-3</c:v>
                </c:pt>
                <c:pt idx="803">
                  <c:v>8.8978947216446017E-3</c:v>
                </c:pt>
                <c:pt idx="804">
                  <c:v>8.5795108676937643E-3</c:v>
                </c:pt>
                <c:pt idx="805">
                  <c:v>8.27175158685272E-3</c:v>
                </c:pt>
                <c:pt idx="806">
                  <c:v>7.974293703185583E-3</c:v>
                </c:pt>
                <c:pt idx="807">
                  <c:v>7.6868226261060249E-3</c:v>
                </c:pt>
                <c:pt idx="808">
                  <c:v>7.4090321706613465E-3</c:v>
                </c:pt>
                <c:pt idx="809">
                  <c:v>7.140624379686474E-3</c:v>
                </c:pt>
                <c:pt idx="810">
                  <c:v>6.881309347893081E-3</c:v>
                </c:pt>
                <c:pt idx="811">
                  <c:v>6.6308050479501803E-3</c:v>
                </c:pt>
                <c:pt idx="812">
                  <c:v>6.3888371586115229E-3</c:v>
                </c:pt>
                <c:pt idx="813">
                  <c:v>6.1551388949387439E-3</c:v>
                </c:pt>
                <c:pt idx="814">
                  <c:v>5.9294508406650065E-3</c:v>
                </c:pt>
                <c:pt idx="815">
                  <c:v>5.7115207827425586E-3</c:v>
                </c:pt>
                <c:pt idx="816">
                  <c:v>5.5011035481091035E-3</c:v>
                </c:pt>
                <c:pt idx="817">
                  <c:v>5.2979608427083172E-3</c:v>
                </c:pt>
                <c:pt idx="818">
                  <c:v>5.1018610927940416E-3</c:v>
                </c:pt>
                <c:pt idx="819">
                  <c:v>4.9125792885454109E-3</c:v>
                </c:pt>
                <c:pt idx="820">
                  <c:v>4.7298968300144885E-3</c:v>
                </c:pt>
                <c:pt idx="821">
                  <c:v>4.5536013754285051E-3</c:v>
                </c:pt>
                <c:pt idx="822">
                  <c:v>4.3834866918625566E-3</c:v>
                </c:pt>
                <c:pt idx="823">
                  <c:v>4.2193525082959765E-3</c:v>
                </c:pt>
                <c:pt idx="824">
                  <c:v>4.06100437106564E-3</c:v>
                </c:pt>
                <c:pt idx="825">
                  <c:v>3.9082535017223767E-3</c:v>
                </c:pt>
                <c:pt idx="826">
                  <c:v>3.7609166572973108E-3</c:v>
                </c:pt>
                <c:pt idx="827">
                  <c:v>3.6188159929818201E-3</c:v>
                </c:pt>
                <c:pt idx="828">
                  <c:v>3.4817789272212616E-3</c:v>
                </c:pt>
                <c:pt idx="829">
                  <c:v>3.3496380092210691E-3</c:v>
                </c:pt>
                <c:pt idx="830">
                  <c:v>3.2222307888626839E-3</c:v>
                </c:pt>
                <c:pt idx="831">
                  <c:v>3.0993996890227699E-3</c:v>
                </c:pt>
                <c:pt idx="832">
                  <c:v>2.9809918802887743E-3</c:v>
                </c:pt>
                <c:pt idx="833">
                  <c:v>2.8668591580611651E-3</c:v>
                </c:pt>
                <c:pt idx="834">
                  <c:v>2.7568578220314101E-3</c:v>
                </c:pt>
                <c:pt idx="835">
                  <c:v>2.6508485580231324E-3</c:v>
                </c:pt>
                <c:pt idx="836">
                  <c:v>2.54869632218145E-3</c:v>
                </c:pt>
                <c:pt idx="837">
                  <c:v>2.4502702274956942E-3</c:v>
                </c:pt>
                <c:pt idx="838">
                  <c:v>2.355443432637249E-3</c:v>
                </c:pt>
                <c:pt idx="839">
                  <c:v>2.2640930330947769E-3</c:v>
                </c:pt>
                <c:pt idx="840">
                  <c:v>2.1760999545869307E-3</c:v>
                </c:pt>
                <c:pt idx="841">
                  <c:v>2.091348848731348E-3</c:v>
                </c:pt>
                <c:pt idx="842">
                  <c:v>2.009727990948324E-3</c:v>
                </c:pt>
                <c:pt idx="843">
                  <c:v>1.9311291805762668E-3</c:v>
                </c:pt>
                <c:pt idx="844">
                  <c:v>1.8554476431749008E-3</c:v>
                </c:pt>
                <c:pt idx="845">
                  <c:v>1.7825819349912863E-3</c:v>
                </c:pt>
                <c:pt idx="846">
                  <c:v>1.7124338495638947E-3</c:v>
                </c:pt>
                <c:pt idx="847">
                  <c:v>1.6449083264375296E-3</c:v>
                </c:pt>
                <c:pt idx="848">
                  <c:v>1.5799133619630703E-3</c:v>
                </c:pt>
                <c:pt idx="849">
                  <c:v>1.517359922154055E-3</c:v>
                </c:pt>
                <c:pt idx="850">
                  <c:v>1.4571618575720982E-3</c:v>
                </c:pt>
                <c:pt idx="851">
                  <c:v>1.3992358202128939E-3</c:v>
                </c:pt>
                <c:pt idx="852">
                  <c:v>1.3435011823634772E-3</c:v>
                </c:pt>
                <c:pt idx="853">
                  <c:v>1.2898799574017172E-3</c:v>
                </c:pt>
                <c:pt idx="854">
                  <c:v>1.2382967225081332E-3</c:v>
                </c:pt>
                <c:pt idx="855">
                  <c:v>1.188678543260059E-3</c:v>
                </c:pt>
                <c:pt idx="856">
                  <c:v>1.1409549000781559E-3</c:v>
                </c:pt>
                <c:pt idx="857">
                  <c:v>1.0950576164945522E-3</c:v>
                </c:pt>
                <c:pt idx="858">
                  <c:v>1.0509207892122673E-3</c:v>
                </c:pt>
                <c:pt idx="859">
                  <c:v>1.0084807199249807E-3</c:v>
                </c:pt>
                <c:pt idx="860">
                  <c:v>9.6767584886646603E-4</c:v>
                </c:pt>
                <c:pt idx="861">
                  <c:v>9.2844669005899137E-4</c:v>
                </c:pt>
                <c:pt idx="862">
                  <c:v>8.9073576822939679E-4</c:v>
                </c:pt>
                <c:pt idx="863">
                  <c:v>8.5448755736245482E-4</c:v>
                </c:pt>
                <c:pt idx="864">
                  <c:v>8.1964842086046038E-4</c:v>
                </c:pt>
                <c:pt idx="865">
                  <c:v>7.861665532782169E-4</c:v>
                </c:pt>
                <c:pt idx="866">
                  <c:v>7.5399192360312646E-4</c:v>
                </c:pt>
                <c:pt idx="867">
                  <c:v>7.2307622004956344E-4</c:v>
                </c:pt>
                <c:pt idx="868">
                  <c:v>6.9337279633722786E-4</c:v>
                </c:pt>
                <c:pt idx="869">
                  <c:v>6.6483661942356173E-4</c:v>
                </c:pt>
                <c:pt idx="870">
                  <c:v>6.3742421865977804E-4</c:v>
                </c:pt>
                <c:pt idx="871">
                  <c:v>6.1109363634116926E-4</c:v>
                </c:pt>
                <c:pt idx="872">
                  <c:v>5.8580437962193999E-4</c:v>
                </c:pt>
                <c:pt idx="873">
                  <c:v>5.6151737376529756E-4</c:v>
                </c:pt>
                <c:pt idx="874">
                  <c:v>5.3819491669983624E-4</c:v>
                </c:pt>
                <c:pt idx="875">
                  <c:v>5.158006348534314E-4</c:v>
                </c:pt>
                <c:pt idx="876">
                  <c:v>4.942994402363385E-4</c:v>
                </c:pt>
                <c:pt idx="877">
                  <c:v>4.7365748874515936E-4</c:v>
                </c:pt>
                <c:pt idx="878">
                  <c:v>4.5384213966011446E-4</c:v>
                </c:pt>
                <c:pt idx="879">
                  <c:v>4.3482191630801823E-4</c:v>
                </c:pt>
                <c:pt idx="880">
                  <c:v>4.1656646786391579E-4</c:v>
                </c:pt>
                <c:pt idx="881">
                  <c:v>3.9904653226453509E-4</c:v>
                </c:pt>
                <c:pt idx="882">
                  <c:v>3.8223390020732372E-4</c:v>
                </c:pt>
                <c:pt idx="883">
                  <c:v>3.6610138020887038E-4</c:v>
                </c:pt>
                <c:pt idx="884">
                  <c:v>3.506227646971696E-4</c:v>
                </c:pt>
                <c:pt idx="885">
                  <c:v>3.3577279711246395E-4</c:v>
                </c:pt>
                <c:pt idx="886">
                  <c:v>3.2152713999176606E-4</c:v>
                </c:pt>
                <c:pt idx="887">
                  <c:v>3.0786234401257206E-4</c:v>
                </c:pt>
                <c:pt idx="888">
                  <c:v>2.9475581797176661E-4</c:v>
                </c:pt>
                <c:pt idx="889">
                  <c:v>2.8218579967593258E-4</c:v>
                </c:pt>
                <c:pt idx="890">
                  <c:v>2.7013132771987739E-4</c:v>
                </c:pt>
                <c:pt idx="891">
                  <c:v>2.5857221413046492E-4</c:v>
                </c:pt>
                <c:pt idx="892">
                  <c:v>2.4748901785332742E-4</c:v>
                </c:pt>
                <c:pt idx="893">
                  <c:v>2.3686301906034176E-4</c:v>
                </c:pt>
                <c:pt idx="894">
                  <c:v>2.2667619425634211E-4</c:v>
                </c:pt>
                <c:pt idx="895">
                  <c:v>2.1691119216370533E-4</c:v>
                </c:pt>
                <c:pt idx="896">
                  <c:v>2.0755131036405422E-4</c:v>
                </c:pt>
                <c:pt idx="897">
                  <c:v>1.9858047267669798E-4</c:v>
                </c:pt>
                <c:pt idx="898">
                  <c:v>1.899832072536968E-4</c:v>
                </c:pt>
                <c:pt idx="899">
                  <c:v>1.8174462537205301E-4</c:v>
                </c:pt>
                <c:pt idx="900">
                  <c:v>1.7385040090374181E-4</c:v>
                </c:pt>
                <c:pt idx="901">
                  <c:v>1.6628675044484551E-4</c:v>
                </c:pt>
                <c:pt idx="902">
                  <c:v>1.5904041408534568E-4</c:v>
                </c:pt>
                <c:pt idx="903">
                  <c:v>1.5209863680157787E-4</c:v>
                </c:pt>
                <c:pt idx="904">
                  <c:v>1.4544915045375004E-4</c:v>
                </c:pt>
                <c:pt idx="905">
                  <c:v>1.3908015637126075E-4</c:v>
                </c:pt>
                <c:pt idx="906">
                  <c:v>1.3298030850901138E-4</c:v>
                </c:pt>
                <c:pt idx="907">
                  <c:v>1.2713869715823777E-4</c:v>
                </c:pt>
                <c:pt idx="908">
                  <c:v>1.2154483319575779E-4</c:v>
                </c:pt>
                <c:pt idx="909">
                  <c:v>1.1618863285596581E-4</c:v>
                </c:pt>
                <c:pt idx="910">
                  <c:v>1.1106040301017194E-4</c:v>
                </c:pt>
                <c:pt idx="911">
                  <c:v>1.0615082693836662E-4</c:v>
                </c:pt>
                <c:pt idx="912">
                  <c:v>1.0145095057875305E-4</c:v>
                </c:pt>
                <c:pt idx="913">
                  <c:v>9.6952169240770408E-5</c:v>
                </c:pt>
                <c:pt idx="914">
                  <c:v>9.2646214767728335E-5</c:v>
                </c:pt>
                <c:pt idx="915">
                  <c:v>8.8525143135450524E-5</c:v>
                </c:pt>
                <c:pt idx="916">
                  <c:v>8.4581322473676636E-5</c:v>
                </c:pt>
                <c:pt idx="917">
                  <c:v>8.0807421497366782E-5</c:v>
                </c:pt>
                <c:pt idx="918">
                  <c:v>7.7196398335288634E-5</c:v>
                </c:pt>
                <c:pt idx="919">
                  <c:v>7.3741489743647299E-5</c:v>
                </c:pt>
                <c:pt idx="920">
                  <c:v>7.0436200692835398E-5</c:v>
                </c:pt>
                <c:pt idx="921">
                  <c:v>6.7274294315667872E-5</c:v>
                </c:pt>
                <c:pt idx="922">
                  <c:v>6.4249782205775318E-5</c:v>
                </c:pt>
                <c:pt idx="923">
                  <c:v>6.135691505515784E-5</c:v>
                </c:pt>
                <c:pt idx="924">
                  <c:v>5.8590173620162402E-5</c:v>
                </c:pt>
                <c:pt idx="925">
                  <c:v>5.5944260005445835E-5</c:v>
                </c:pt>
                <c:pt idx="926">
                  <c:v>5.3414089255789311E-5</c:v>
                </c:pt>
                <c:pt idx="927">
                  <c:v>5.099478124588368E-5</c:v>
                </c:pt>
                <c:pt idx="928">
                  <c:v>4.8681652858474398E-5</c:v>
                </c:pt>
                <c:pt idx="929">
                  <c:v>4.6470210441554252E-5</c:v>
                </c:pt>
                <c:pt idx="930">
                  <c:v>4.4356142535520774E-5</c:v>
                </c:pt>
                <c:pt idx="931">
                  <c:v>4.2335312861478126E-5</c:v>
                </c:pt>
                <c:pt idx="932">
                  <c:v>4.0403753562128719E-5</c:v>
                </c:pt>
                <c:pt idx="933">
                  <c:v>3.8557658686931337E-5</c:v>
                </c:pt>
                <c:pt idx="934">
                  <c:v>3.6793377913434492E-5</c:v>
                </c:pt>
                <c:pt idx="935">
                  <c:v>3.5107410496953291E-5</c:v>
                </c:pt>
                <c:pt idx="936">
                  <c:v>3.3496399440965661E-5</c:v>
                </c:pt>
                <c:pt idx="937">
                  <c:v>3.1957125880825036E-5</c:v>
                </c:pt>
                <c:pt idx="938">
                  <c:v>3.0486503673628805E-5</c:v>
                </c:pt>
                <c:pt idx="939">
                  <c:v>2.908157418726973E-5</c:v>
                </c:pt>
                <c:pt idx="940">
                  <c:v>2.7739501281915699E-5</c:v>
                </c:pt>
                <c:pt idx="941">
                  <c:v>2.6457566477369791E-5</c:v>
                </c:pt>
                <c:pt idx="942">
                  <c:v>2.5233164299958886E-5</c:v>
                </c:pt>
                <c:pt idx="943">
                  <c:v>2.4063797802782842E-5</c:v>
                </c:pt>
                <c:pt idx="944">
                  <c:v>2.2947074253361393E-5</c:v>
                </c:pt>
                <c:pt idx="945">
                  <c:v>2.1880700982884742E-5</c:v>
                </c:pt>
                <c:pt idx="946">
                  <c:v>2.0862481391464557E-5</c:v>
                </c:pt>
                <c:pt idx="947">
                  <c:v>1.9890311103944026E-5</c:v>
                </c:pt>
                <c:pt idx="948">
                  <c:v>1.8962174271009189E-5</c:v>
                </c:pt>
                <c:pt idx="949">
                  <c:v>1.8076140010499713E-5</c:v>
                </c:pt>
                <c:pt idx="950">
                  <c:v>1.7230358983980569E-5</c:v>
                </c:pt>
                <c:pt idx="951">
                  <c:v>1.6423060103795718E-5</c:v>
                </c:pt>
                <c:pt idx="952">
                  <c:v>1.5652547365974007E-5</c:v>
                </c:pt>
                <c:pt idx="953">
                  <c:v>1.4917196804508066E-5</c:v>
                </c:pt>
                <c:pt idx="954">
                  <c:v>1.4215453562671381E-5</c:v>
                </c:pt>
                <c:pt idx="955">
                  <c:v>1.3545829077176359E-5</c:v>
                </c:pt>
                <c:pt idx="956">
                  <c:v>1.2906898371118575E-5</c:v>
                </c:pt>
                <c:pt idx="957">
                  <c:v>1.2297297451778507E-5</c:v>
                </c:pt>
                <c:pt idx="958">
                  <c:v>1.1715720809485139E-5</c:v>
                </c:pt>
                <c:pt idx="959">
                  <c:v>1.1160919013869769E-5</c:v>
                </c:pt>
                <c:pt idx="960">
                  <c:v>1.0631696403963187E-5</c:v>
                </c:pt>
                <c:pt idx="961">
                  <c:v>1.0126908868698008E-5</c:v>
                </c:pt>
                <c:pt idx="962">
                  <c:v>9.645461714508274E-6</c:v>
                </c:pt>
                <c:pt idx="963">
                  <c:v>9.1863076168148382E-6</c:v>
                </c:pt>
                <c:pt idx="964">
                  <c:v>8.7484446523009243E-6</c:v>
                </c:pt>
                <c:pt idx="965">
                  <c:v>8.330914408988417E-6</c:v>
                </c:pt>
                <c:pt idx="966">
                  <c:v>7.9328001712217824E-6</c:v>
                </c:pt>
                <c:pt idx="967">
                  <c:v>7.5532251767681189E-6</c:v>
                </c:pt>
                <c:pt idx="968">
                  <c:v>7.1913509433405927E-6</c:v>
                </c:pt>
                <c:pt idx="969">
                  <c:v>6.8463756619395483E-6</c:v>
                </c:pt>
                <c:pt idx="970">
                  <c:v>6.5175326544997875E-6</c:v>
                </c:pt>
                <c:pt idx="971">
                  <c:v>6.2040888934182851E-6</c:v>
                </c:pt>
                <c:pt idx="972">
                  <c:v>5.9053435806221526E-6</c:v>
                </c:pt>
                <c:pt idx="973">
                  <c:v>5.6206267839168067E-6</c:v>
                </c:pt>
                <c:pt idx="974">
                  <c:v>5.3492981284349596E-6</c:v>
                </c:pt>
                <c:pt idx="975">
                  <c:v>5.090745541085409E-6</c:v>
                </c:pt>
                <c:pt idx="976">
                  <c:v>4.8443840459703891E-6</c:v>
                </c:pt>
                <c:pt idx="977">
                  <c:v>4.6096546088178499E-6</c:v>
                </c:pt>
                <c:pt idx="978">
                  <c:v>4.386023028541576E-6</c:v>
                </c:pt>
                <c:pt idx="979">
                  <c:v>4.1729788741093282E-6</c:v>
                </c:pt>
                <c:pt idx="980">
                  <c:v>3.9700344649665118E-6</c:v>
                </c:pt>
                <c:pt idx="981">
                  <c:v>3.7767238933251242E-6</c:v>
                </c:pt>
                <c:pt idx="982">
                  <c:v>3.5926020866878228E-6</c:v>
                </c:pt>
                <c:pt idx="983">
                  <c:v>3.4172439090380686E-6</c:v>
                </c:pt>
                <c:pt idx="984">
                  <c:v>3.2502432991834151E-6</c:v>
                </c:pt>
                <c:pt idx="985">
                  <c:v>3.0912124447939193E-6</c:v>
                </c:pt>
                <c:pt idx="986">
                  <c:v>2.9397809907320928E-6</c:v>
                </c:pt>
                <c:pt idx="987">
                  <c:v>2.7955952803222662E-6</c:v>
                </c:pt>
                <c:pt idx="988">
                  <c:v>2.6583176282561182E-6</c:v>
                </c:pt>
                <c:pt idx="989">
                  <c:v>2.5276256238813518E-6</c:v>
                </c:pt>
                <c:pt idx="990">
                  <c:v>2.4032114636649779E-6</c:v>
                </c:pt>
                <c:pt idx="991">
                  <c:v>2.2847813116691888E-6</c:v>
                </c:pt>
                <c:pt idx="992">
                  <c:v>2.1720546869210214E-6</c:v>
                </c:pt>
                <c:pt idx="993">
                  <c:v>2.0647638765982229E-6</c:v>
                </c:pt>
                <c:pt idx="994">
                  <c:v>1.9626533739953561E-6</c:v>
                </c:pt>
                <c:pt idx="995">
                  <c:v>1.8654793402726489E-6</c:v>
                </c:pt>
                <c:pt idx="996">
                  <c:v>1.7730090890279811E-6</c:v>
                </c:pt>
                <c:pt idx="997">
                  <c:v>1.6850205927689955E-6</c:v>
                </c:pt>
                <c:pt idx="998">
                  <c:v>1.6013020103976438E-6</c:v>
                </c:pt>
                <c:pt idx="999">
                  <c:v>1.5216512348528128E-6</c:v>
                </c:pt>
                <c:pt idx="1000">
                  <c:v>1.4458754600900829E-6</c:v>
                </c:pt>
                <c:pt idx="1001">
                  <c:v>1.3737907666090966E-6</c:v>
                </c:pt>
                <c:pt idx="1002">
                  <c:v>1.3052217247691985E-6</c:v>
                </c:pt>
                <c:pt idx="1003">
                  <c:v>1.2400010151633187E-6</c:v>
                </c:pt>
                <c:pt idx="1004">
                  <c:v>1.1779690653493288E-6</c:v>
                </c:pt>
                <c:pt idx="1005">
                  <c:v>1.1189737022638225E-6</c:v>
                </c:pt>
                <c:pt idx="1006">
                  <c:v>1.0628698196709309E-6</c:v>
                </c:pt>
                <c:pt idx="1007">
                  <c:v>1.0095190600235881E-6</c:v>
                </c:pt>
                <c:pt idx="1008">
                  <c:v>9.5878951013892706E-7</c:v>
                </c:pt>
                <c:pt idx="1009">
                  <c:v>9.1055541011331982E-7</c:v>
                </c:pt>
                <c:pt idx="1010">
                  <c:v>8.6469687492523913E-7</c:v>
                </c:pt>
                <c:pt idx="1011">
                  <c:v>8.2109962819563103E-7</c:v>
                </c:pt>
                <c:pt idx="1012">
                  <c:v>7.7965474759681252E-7</c:v>
                </c:pt>
                <c:pt idx="1013">
                  <c:v>7.4025842142126387E-7</c:v>
                </c:pt>
                <c:pt idx="1014">
                  <c:v>7.0281171584058693E-7</c:v>
                </c:pt>
                <c:pt idx="1015">
                  <c:v>6.6722035240447504E-7</c:v>
                </c:pt>
                <c:pt idx="1016">
                  <c:v>6.3339449534679814E-7</c:v>
                </c:pt>
                <c:pt idx="1017">
                  <c:v>6.012485482840923E-7</c:v>
                </c:pt>
                <c:pt idx="1018">
                  <c:v>5.7070095990763316E-7</c:v>
                </c:pt>
                <c:pt idx="1019">
                  <c:v>5.4167403828703362E-7</c:v>
                </c:pt>
                <c:pt idx="1020">
                  <c:v>5.1409377341857737E-7</c:v>
                </c:pt>
                <c:pt idx="1021">
                  <c:v>4.8788966766612018E-7</c:v>
                </c:pt>
                <c:pt idx="1022">
                  <c:v>4.6299457375714905E-7</c:v>
                </c:pt>
                <c:pt idx="1023">
                  <c:v>4.3934454001013842E-7</c:v>
                </c:pt>
                <c:pt idx="1024">
                  <c:v>4.1687866248251976E-7</c:v>
                </c:pt>
                <c:pt idx="1025">
                  <c:v>3.9553894374146616E-7</c:v>
                </c:pt>
                <c:pt idx="1026">
                  <c:v>3.7527015797191889E-7</c:v>
                </c:pt>
                <c:pt idx="1027">
                  <c:v>3.560197221479499E-7</c:v>
                </c:pt>
                <c:pt idx="1028">
                  <c:v>3.3773757300487736E-7</c:v>
                </c:pt>
                <c:pt idx="1029">
                  <c:v>3.2037604956065177E-7</c:v>
                </c:pt>
                <c:pt idx="1030">
                  <c:v>3.0388978094501131E-7</c:v>
                </c:pt>
                <c:pt idx="1031">
                  <c:v>2.8823557930548312E-7</c:v>
                </c:pt>
                <c:pt idx="1032">
                  <c:v>2.7337233756846957E-7</c:v>
                </c:pt>
                <c:pt idx="1033">
                  <c:v>2.5926093184324448E-7</c:v>
                </c:pt>
                <c:pt idx="1034">
                  <c:v>2.458641282653805E-7</c:v>
                </c:pt>
                <c:pt idx="1035">
                  <c:v>2.3314649408475799E-7</c:v>
                </c:pt>
                <c:pt idx="1036">
                  <c:v>2.2107431281152721E-7</c:v>
                </c:pt>
                <c:pt idx="1037">
                  <c:v>2.0961550324111578E-7</c:v>
                </c:pt>
                <c:pt idx="1038">
                  <c:v>1.9873954218716389E-7</c:v>
                </c:pt>
                <c:pt idx="1039">
                  <c:v>1.8841739075827924E-7</c:v>
                </c:pt>
                <c:pt idx="1040">
                  <c:v>1.7862142402164688E-7</c:v>
                </c:pt>
                <c:pt idx="1041">
                  <c:v>1.6932536390312478E-7</c:v>
                </c:pt>
                <c:pt idx="1042">
                  <c:v>1.605042151798651E-7</c:v>
                </c:pt>
                <c:pt idx="1043">
                  <c:v>1.5213420442768049E-7</c:v>
                </c:pt>
                <c:pt idx="1044">
                  <c:v>1.4419272179125842E-7</c:v>
                </c:pt>
                <c:pt idx="1045">
                  <c:v>1.3665826545096403E-7</c:v>
                </c:pt>
                <c:pt idx="1046">
                  <c:v>1.2951038866546943E-7</c:v>
                </c:pt>
                <c:pt idx="1047">
                  <c:v>1.2272964927456394E-7</c:v>
                </c:pt>
                <c:pt idx="1048">
                  <c:v>1.1629756155152428E-7</c:v>
                </c:pt>
                <c:pt idx="1049">
                  <c:v>1.1019655029926426E-7</c:v>
                </c:pt>
                <c:pt idx="1050">
                  <c:v>1.0440990708898746E-7</c:v>
                </c:pt>
                <c:pt idx="1051">
                  <c:v>9.8921748544488452E-8</c:v>
                </c:pt>
                <c:pt idx="1052">
                  <c:v>9.3716976579523674E-8</c:v>
                </c:pt>
                <c:pt idx="1053">
                  <c:v>8.8781240499627377E-8</c:v>
                </c:pt>
                <c:pt idx="1054">
                  <c:v>8.4100900883655582E-8</c:v>
                </c:pt>
                <c:pt idx="1055">
                  <c:v>7.9662995164084349E-8</c:v>
                </c:pt>
                <c:pt idx="1056">
                  <c:v>7.5455204828588416E-8</c:v>
                </c:pt>
                <c:pt idx="1057">
                  <c:v>7.1465824168854029E-8</c:v>
                </c:pt>
                <c:pt idx="1058">
                  <c:v>6.7683730505853634E-8</c:v>
                </c:pt>
                <c:pt idx="1059">
                  <c:v>6.4098355823924843E-8</c:v>
                </c:pt>
                <c:pt idx="1060">
                  <c:v>6.0699659748967471E-8</c:v>
                </c:pt>
                <c:pt idx="1061">
                  <c:v>5.7478103808981663E-8</c:v>
                </c:pt>
                <c:pt idx="1062">
                  <c:v>5.4424626917881581E-8</c:v>
                </c:pt>
                <c:pt idx="1063">
                  <c:v>5.1530622026135293E-8</c:v>
                </c:pt>
                <c:pt idx="1064">
                  <c:v>4.8787913884344016E-8</c:v>
                </c:pt>
                <c:pt idx="1065">
                  <c:v>4.6188737868234529E-8</c:v>
                </c:pt>
                <c:pt idx="1066">
                  <c:v>4.3725719815857533E-8</c:v>
                </c:pt>
                <c:pt idx="1067">
                  <c:v>4.1391856830001905E-8</c:v>
                </c:pt>
                <c:pt idx="1068">
                  <c:v>3.9180499000930956E-8</c:v>
                </c:pt>
                <c:pt idx="1069">
                  <c:v>3.7085332006564715E-8</c:v>
                </c:pt>
                <c:pt idx="1070">
                  <c:v>3.5100360549176113E-8</c:v>
                </c:pt>
                <c:pt idx="1071">
                  <c:v>3.3219892589513134E-8</c:v>
                </c:pt>
                <c:pt idx="1072">
                  <c:v>3.1438524341006837E-8</c:v>
                </c:pt>
                <c:pt idx="1073">
                  <c:v>2.9751125988454981E-8</c:v>
                </c:pt>
                <c:pt idx="1074">
                  <c:v>2.8152828097153957E-8</c:v>
                </c:pt>
                <c:pt idx="1075">
                  <c:v>2.6639008680010587E-8</c:v>
                </c:pt>
                <c:pt idx="1076">
                  <c:v>2.5205280891650156E-8</c:v>
                </c:pt>
                <c:pt idx="1077">
                  <c:v>2.3847481319940474E-8</c:v>
                </c:pt>
                <c:pt idx="1078">
                  <c:v>2.2561658846710503E-8</c:v>
                </c:pt>
                <c:pt idx="1079">
                  <c:v>2.1344064050732135E-8</c:v>
                </c:pt>
                <c:pt idx="1080">
                  <c:v>2.0191139127268269E-8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3-0F27-43CB-B342-0B1853660F7A}"/>
            </c:ext>
          </c:extLst>
        </c:ser>
        <c:ser>
          <c:idx val="4"/>
          <c:order val="4"/>
          <c:tx>
            <c:strRef>
              <c:f>Sheet1!$O$3</c:f>
              <c:strCache>
                <c:ptCount val="1"/>
                <c:pt idx="0">
                  <c:v>Qp = 4.0 L/s</c:v>
                </c:pt>
              </c:strCache>
            </c:strRef>
          </c:tx>
          <c:spPr>
            <a:ln w="19050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xVal>
            <c:numRef>
              <c:f>Sheet1!$J$4:$J$1084</c:f>
              <c:numCache>
                <c:formatCode>General</c:formatCode>
                <c:ptCount val="1081"/>
                <c:pt idx="0">
                  <c:v>0</c:v>
                </c:pt>
                <c:pt idx="1">
                  <c:v>2.7777777777777775E-3</c:v>
                </c:pt>
                <c:pt idx="2">
                  <c:v>5.5555555555555549E-3</c:v>
                </c:pt>
                <c:pt idx="3">
                  <c:v>8.3333333333333332E-3</c:v>
                </c:pt>
                <c:pt idx="4">
                  <c:v>1.111111111111111E-2</c:v>
                </c:pt>
                <c:pt idx="5">
                  <c:v>1.388888888888889E-2</c:v>
                </c:pt>
                <c:pt idx="6">
                  <c:v>1.6666666666666666E-2</c:v>
                </c:pt>
                <c:pt idx="7">
                  <c:v>1.9444444444444445E-2</c:v>
                </c:pt>
                <c:pt idx="8">
                  <c:v>2.222222222222222E-2</c:v>
                </c:pt>
                <c:pt idx="9">
                  <c:v>2.5000000000000001E-2</c:v>
                </c:pt>
                <c:pt idx="10">
                  <c:v>2.777777777777778E-2</c:v>
                </c:pt>
                <c:pt idx="11">
                  <c:v>3.0555555555555555E-2</c:v>
                </c:pt>
                <c:pt idx="12">
                  <c:v>3.3333333333333333E-2</c:v>
                </c:pt>
                <c:pt idx="13">
                  <c:v>3.6111111111111108E-2</c:v>
                </c:pt>
                <c:pt idx="14">
                  <c:v>3.888888888888889E-2</c:v>
                </c:pt>
                <c:pt idx="15">
                  <c:v>4.1666666666666664E-2</c:v>
                </c:pt>
                <c:pt idx="16">
                  <c:v>4.4444444444444439E-2</c:v>
                </c:pt>
                <c:pt idx="17">
                  <c:v>4.7222222222222228E-2</c:v>
                </c:pt>
                <c:pt idx="18">
                  <c:v>0.05</c:v>
                </c:pt>
                <c:pt idx="19">
                  <c:v>5.2777777777777778E-2</c:v>
                </c:pt>
                <c:pt idx="20">
                  <c:v>5.5555555555555559E-2</c:v>
                </c:pt>
                <c:pt idx="21">
                  <c:v>5.8333333333333334E-2</c:v>
                </c:pt>
                <c:pt idx="22">
                  <c:v>6.1111111111111109E-2</c:v>
                </c:pt>
                <c:pt idx="23">
                  <c:v>6.3888888888888898E-2</c:v>
                </c:pt>
                <c:pt idx="24">
                  <c:v>6.6666666666666666E-2</c:v>
                </c:pt>
                <c:pt idx="25">
                  <c:v>6.9444444444444448E-2</c:v>
                </c:pt>
                <c:pt idx="26">
                  <c:v>7.2222222222222215E-2</c:v>
                </c:pt>
                <c:pt idx="27">
                  <c:v>7.4999999999999997E-2</c:v>
                </c:pt>
                <c:pt idx="28">
                  <c:v>7.7777777777777779E-2</c:v>
                </c:pt>
                <c:pt idx="29">
                  <c:v>8.0555555555555547E-2</c:v>
                </c:pt>
                <c:pt idx="30">
                  <c:v>8.3333333333333329E-2</c:v>
                </c:pt>
                <c:pt idx="31">
                  <c:v>8.611111111111111E-2</c:v>
                </c:pt>
                <c:pt idx="32">
                  <c:v>8.8888888888888878E-2</c:v>
                </c:pt>
                <c:pt idx="33">
                  <c:v>9.166666666666666E-2</c:v>
                </c:pt>
                <c:pt idx="34">
                  <c:v>9.4444444444444456E-2</c:v>
                </c:pt>
                <c:pt idx="35">
                  <c:v>9.7222222222222224E-2</c:v>
                </c:pt>
                <c:pt idx="36">
                  <c:v>0.1</c:v>
                </c:pt>
                <c:pt idx="37">
                  <c:v>0.10277777777777779</c:v>
                </c:pt>
                <c:pt idx="38">
                  <c:v>0.10555555555555556</c:v>
                </c:pt>
                <c:pt idx="39">
                  <c:v>0.10833333333333334</c:v>
                </c:pt>
                <c:pt idx="40">
                  <c:v>0.11111111111111112</c:v>
                </c:pt>
                <c:pt idx="41">
                  <c:v>0.11388888888888889</c:v>
                </c:pt>
                <c:pt idx="42">
                  <c:v>0.11666666666666667</c:v>
                </c:pt>
                <c:pt idx="43">
                  <c:v>0.11944444444444445</c:v>
                </c:pt>
                <c:pt idx="44">
                  <c:v>0.12222222222222222</c:v>
                </c:pt>
                <c:pt idx="45">
                  <c:v>0.125</c:v>
                </c:pt>
                <c:pt idx="46">
                  <c:v>0.1277777777777778</c:v>
                </c:pt>
                <c:pt idx="47">
                  <c:v>0.13055555555555556</c:v>
                </c:pt>
                <c:pt idx="48">
                  <c:v>0.13333333333333333</c:v>
                </c:pt>
                <c:pt idx="49">
                  <c:v>0.1361111111111111</c:v>
                </c:pt>
                <c:pt idx="50">
                  <c:v>0.1388888888888889</c:v>
                </c:pt>
                <c:pt idx="51">
                  <c:v>0.14166666666666666</c:v>
                </c:pt>
                <c:pt idx="52">
                  <c:v>0.14444444444444443</c:v>
                </c:pt>
                <c:pt idx="53">
                  <c:v>0.14722222222222223</c:v>
                </c:pt>
                <c:pt idx="54">
                  <c:v>0.15</c:v>
                </c:pt>
                <c:pt idx="55">
                  <c:v>0.15277777777777776</c:v>
                </c:pt>
                <c:pt idx="56">
                  <c:v>0.15555555555555556</c:v>
                </c:pt>
                <c:pt idx="57">
                  <c:v>0.15833333333333333</c:v>
                </c:pt>
                <c:pt idx="58">
                  <c:v>0.16111111111111109</c:v>
                </c:pt>
                <c:pt idx="59">
                  <c:v>0.16388888888888889</c:v>
                </c:pt>
                <c:pt idx="60">
                  <c:v>0.16666666666666666</c:v>
                </c:pt>
                <c:pt idx="61">
                  <c:v>0.16944444444444443</c:v>
                </c:pt>
                <c:pt idx="62">
                  <c:v>0.17222222222222222</c:v>
                </c:pt>
                <c:pt idx="63">
                  <c:v>0.17499999999999999</c:v>
                </c:pt>
                <c:pt idx="64">
                  <c:v>0.17777777777777776</c:v>
                </c:pt>
                <c:pt idx="65">
                  <c:v>0.18055555555555555</c:v>
                </c:pt>
                <c:pt idx="66">
                  <c:v>0.18333333333333332</c:v>
                </c:pt>
                <c:pt idx="67">
                  <c:v>0.18611111111111109</c:v>
                </c:pt>
                <c:pt idx="68">
                  <c:v>0.18888888888888891</c:v>
                </c:pt>
                <c:pt idx="69">
                  <c:v>0.19166666666666668</c:v>
                </c:pt>
                <c:pt idx="70">
                  <c:v>0.19444444444444445</c:v>
                </c:pt>
                <c:pt idx="71">
                  <c:v>0.19722222222222224</c:v>
                </c:pt>
                <c:pt idx="72">
                  <c:v>0.2</c:v>
                </c:pt>
                <c:pt idx="73">
                  <c:v>0.20277777777777778</c:v>
                </c:pt>
                <c:pt idx="74">
                  <c:v>0.20555555555555557</c:v>
                </c:pt>
                <c:pt idx="75">
                  <c:v>0.20833333333333334</c:v>
                </c:pt>
                <c:pt idx="76">
                  <c:v>0.21111111111111111</c:v>
                </c:pt>
                <c:pt idx="77">
                  <c:v>0.21388888888888891</c:v>
                </c:pt>
                <c:pt idx="78">
                  <c:v>0.21666666666666667</c:v>
                </c:pt>
                <c:pt idx="79">
                  <c:v>0.21944444444444444</c:v>
                </c:pt>
                <c:pt idx="80">
                  <c:v>0.22222222222222224</c:v>
                </c:pt>
                <c:pt idx="81">
                  <c:v>0.22500000000000001</c:v>
                </c:pt>
                <c:pt idx="82">
                  <c:v>0.22777777777777777</c:v>
                </c:pt>
                <c:pt idx="83">
                  <c:v>0.23055555555555557</c:v>
                </c:pt>
                <c:pt idx="84">
                  <c:v>0.23333333333333334</c:v>
                </c:pt>
                <c:pt idx="85">
                  <c:v>0.2361111111111111</c:v>
                </c:pt>
                <c:pt idx="86">
                  <c:v>0.2388888888888889</c:v>
                </c:pt>
                <c:pt idx="87">
                  <c:v>0.24166666666666667</c:v>
                </c:pt>
                <c:pt idx="88">
                  <c:v>0.24444444444444444</c:v>
                </c:pt>
                <c:pt idx="89">
                  <c:v>0.24722222222222223</c:v>
                </c:pt>
                <c:pt idx="90">
                  <c:v>0.25</c:v>
                </c:pt>
                <c:pt idx="91">
                  <c:v>0.25277777777777777</c:v>
                </c:pt>
                <c:pt idx="92">
                  <c:v>0.25555555555555559</c:v>
                </c:pt>
                <c:pt idx="93">
                  <c:v>0.25833333333333336</c:v>
                </c:pt>
                <c:pt idx="94">
                  <c:v>0.26111111111111113</c:v>
                </c:pt>
                <c:pt idx="95">
                  <c:v>0.2638888888888889</c:v>
                </c:pt>
                <c:pt idx="96">
                  <c:v>0.26666666666666666</c:v>
                </c:pt>
                <c:pt idx="97">
                  <c:v>0.26944444444444449</c:v>
                </c:pt>
                <c:pt idx="98">
                  <c:v>0.2722222222222222</c:v>
                </c:pt>
                <c:pt idx="99">
                  <c:v>0.27500000000000002</c:v>
                </c:pt>
                <c:pt idx="100">
                  <c:v>0.27777777777777779</c:v>
                </c:pt>
                <c:pt idx="101">
                  <c:v>0.28055555555555556</c:v>
                </c:pt>
                <c:pt idx="102">
                  <c:v>0.28333333333333333</c:v>
                </c:pt>
                <c:pt idx="103">
                  <c:v>0.28611111111111115</c:v>
                </c:pt>
                <c:pt idx="104">
                  <c:v>0.28888888888888886</c:v>
                </c:pt>
                <c:pt idx="105">
                  <c:v>0.29166666666666669</c:v>
                </c:pt>
                <c:pt idx="106">
                  <c:v>0.29444444444444445</c:v>
                </c:pt>
                <c:pt idx="107">
                  <c:v>0.29722222222222222</c:v>
                </c:pt>
                <c:pt idx="108">
                  <c:v>0.3</c:v>
                </c:pt>
                <c:pt idx="109">
                  <c:v>0.30277777777777781</c:v>
                </c:pt>
                <c:pt idx="110">
                  <c:v>0.30555555555555552</c:v>
                </c:pt>
                <c:pt idx="111">
                  <c:v>0.30833333333333335</c:v>
                </c:pt>
                <c:pt idx="112">
                  <c:v>0.31111111111111112</c:v>
                </c:pt>
                <c:pt idx="113">
                  <c:v>0.31388888888888888</c:v>
                </c:pt>
                <c:pt idx="114">
                  <c:v>0.31666666666666665</c:v>
                </c:pt>
                <c:pt idx="115">
                  <c:v>0.31944444444444448</c:v>
                </c:pt>
                <c:pt idx="116">
                  <c:v>0.32222222222222219</c:v>
                </c:pt>
                <c:pt idx="117">
                  <c:v>0.32500000000000001</c:v>
                </c:pt>
                <c:pt idx="118">
                  <c:v>0.32777777777777778</c:v>
                </c:pt>
                <c:pt idx="119">
                  <c:v>0.33055555555555555</c:v>
                </c:pt>
                <c:pt idx="120">
                  <c:v>0.33333333333333331</c:v>
                </c:pt>
                <c:pt idx="121">
                  <c:v>0.33611111111111114</c:v>
                </c:pt>
                <c:pt idx="122">
                  <c:v>0.33888888888888885</c:v>
                </c:pt>
                <c:pt idx="123">
                  <c:v>0.34166666666666667</c:v>
                </c:pt>
                <c:pt idx="124">
                  <c:v>0.34444444444444444</c:v>
                </c:pt>
                <c:pt idx="125">
                  <c:v>0.34722222222222221</c:v>
                </c:pt>
                <c:pt idx="126">
                  <c:v>0.35</c:v>
                </c:pt>
                <c:pt idx="127">
                  <c:v>0.3527777777777778</c:v>
                </c:pt>
                <c:pt idx="128">
                  <c:v>0.35555555555555551</c:v>
                </c:pt>
                <c:pt idx="129">
                  <c:v>0.35833333333333334</c:v>
                </c:pt>
                <c:pt idx="130">
                  <c:v>0.3611111111111111</c:v>
                </c:pt>
                <c:pt idx="131">
                  <c:v>0.36388888888888887</c:v>
                </c:pt>
                <c:pt idx="132">
                  <c:v>0.36666666666666664</c:v>
                </c:pt>
                <c:pt idx="133">
                  <c:v>0.36944444444444446</c:v>
                </c:pt>
                <c:pt idx="134">
                  <c:v>0.37222222222222218</c:v>
                </c:pt>
                <c:pt idx="135">
                  <c:v>0.375</c:v>
                </c:pt>
                <c:pt idx="136">
                  <c:v>0.37777777777777782</c:v>
                </c:pt>
                <c:pt idx="137">
                  <c:v>0.38055555555555554</c:v>
                </c:pt>
                <c:pt idx="138">
                  <c:v>0.38333333333333336</c:v>
                </c:pt>
                <c:pt idx="139">
                  <c:v>0.38611111111111113</c:v>
                </c:pt>
                <c:pt idx="140">
                  <c:v>0.3888888888888889</c:v>
                </c:pt>
                <c:pt idx="141">
                  <c:v>0.39166666666666666</c:v>
                </c:pt>
                <c:pt idx="142">
                  <c:v>0.39444444444444449</c:v>
                </c:pt>
                <c:pt idx="143">
                  <c:v>0.3972222222222222</c:v>
                </c:pt>
                <c:pt idx="144">
                  <c:v>0.4</c:v>
                </c:pt>
                <c:pt idx="145">
                  <c:v>0.40277777777777779</c:v>
                </c:pt>
                <c:pt idx="146">
                  <c:v>0.40555555555555556</c:v>
                </c:pt>
                <c:pt idx="147">
                  <c:v>0.40833333333333333</c:v>
                </c:pt>
                <c:pt idx="148">
                  <c:v>0.41111111111111115</c:v>
                </c:pt>
                <c:pt idx="149">
                  <c:v>0.41388888888888886</c:v>
                </c:pt>
                <c:pt idx="150">
                  <c:v>0.41666666666666669</c:v>
                </c:pt>
                <c:pt idx="151">
                  <c:v>0.41944444444444445</c:v>
                </c:pt>
                <c:pt idx="152">
                  <c:v>0.42222222222222222</c:v>
                </c:pt>
                <c:pt idx="153">
                  <c:v>0.42499999999999999</c:v>
                </c:pt>
                <c:pt idx="154">
                  <c:v>0.42777777777777781</c:v>
                </c:pt>
                <c:pt idx="155">
                  <c:v>0.43055555555555552</c:v>
                </c:pt>
                <c:pt idx="156">
                  <c:v>0.43333333333333335</c:v>
                </c:pt>
                <c:pt idx="157">
                  <c:v>0.43611111111111112</c:v>
                </c:pt>
                <c:pt idx="158">
                  <c:v>0.43888888888888888</c:v>
                </c:pt>
                <c:pt idx="159">
                  <c:v>0.44166666666666665</c:v>
                </c:pt>
                <c:pt idx="160">
                  <c:v>0.44444444444444448</c:v>
                </c:pt>
                <c:pt idx="161">
                  <c:v>0.44722222222222219</c:v>
                </c:pt>
                <c:pt idx="162">
                  <c:v>0.45</c:v>
                </c:pt>
                <c:pt idx="163">
                  <c:v>0.45277777777777778</c:v>
                </c:pt>
                <c:pt idx="164">
                  <c:v>0.45555555555555555</c:v>
                </c:pt>
                <c:pt idx="165">
                  <c:v>0.45833333333333331</c:v>
                </c:pt>
                <c:pt idx="166">
                  <c:v>0.46111111111111114</c:v>
                </c:pt>
                <c:pt idx="167">
                  <c:v>0.46388888888888885</c:v>
                </c:pt>
                <c:pt idx="168">
                  <c:v>0.46666666666666667</c:v>
                </c:pt>
                <c:pt idx="169">
                  <c:v>0.46944444444444444</c:v>
                </c:pt>
                <c:pt idx="170">
                  <c:v>0.47222222222222221</c:v>
                </c:pt>
                <c:pt idx="171">
                  <c:v>0.47499999999999998</c:v>
                </c:pt>
                <c:pt idx="172">
                  <c:v>0.4777777777777778</c:v>
                </c:pt>
                <c:pt idx="173">
                  <c:v>0.48055555555555551</c:v>
                </c:pt>
                <c:pt idx="174">
                  <c:v>0.48333333333333334</c:v>
                </c:pt>
                <c:pt idx="175">
                  <c:v>0.4861111111111111</c:v>
                </c:pt>
                <c:pt idx="176">
                  <c:v>0.48888888888888887</c:v>
                </c:pt>
                <c:pt idx="177">
                  <c:v>0.49166666666666664</c:v>
                </c:pt>
                <c:pt idx="178">
                  <c:v>0.49444444444444446</c:v>
                </c:pt>
                <c:pt idx="179">
                  <c:v>0.49722222222222218</c:v>
                </c:pt>
                <c:pt idx="180">
                  <c:v>0.5</c:v>
                </c:pt>
                <c:pt idx="181">
                  <c:v>0.50277777777777777</c:v>
                </c:pt>
                <c:pt idx="182">
                  <c:v>0.50555555555555554</c:v>
                </c:pt>
                <c:pt idx="183">
                  <c:v>0.5083333333333333</c:v>
                </c:pt>
                <c:pt idx="184">
                  <c:v>0.51111111111111118</c:v>
                </c:pt>
                <c:pt idx="185">
                  <c:v>0.51388888888888884</c:v>
                </c:pt>
                <c:pt idx="186">
                  <c:v>0.51666666666666672</c:v>
                </c:pt>
                <c:pt idx="187">
                  <c:v>0.51944444444444449</c:v>
                </c:pt>
                <c:pt idx="188">
                  <c:v>0.52222222222222225</c:v>
                </c:pt>
                <c:pt idx="189">
                  <c:v>0.52500000000000002</c:v>
                </c:pt>
                <c:pt idx="190">
                  <c:v>0.52777777777777779</c:v>
                </c:pt>
                <c:pt idx="191">
                  <c:v>0.53055555555555556</c:v>
                </c:pt>
                <c:pt idx="192">
                  <c:v>0.53333333333333333</c:v>
                </c:pt>
                <c:pt idx="193">
                  <c:v>0.53611111111111109</c:v>
                </c:pt>
                <c:pt idx="194">
                  <c:v>0.53888888888888897</c:v>
                </c:pt>
                <c:pt idx="195">
                  <c:v>0.54166666666666663</c:v>
                </c:pt>
                <c:pt idx="196">
                  <c:v>0.5444444444444444</c:v>
                </c:pt>
                <c:pt idx="197">
                  <c:v>0.54722222222222228</c:v>
                </c:pt>
                <c:pt idx="198">
                  <c:v>0.55000000000000004</c:v>
                </c:pt>
                <c:pt idx="199">
                  <c:v>0.5527777777777777</c:v>
                </c:pt>
                <c:pt idx="200">
                  <c:v>0.55555555555555558</c:v>
                </c:pt>
                <c:pt idx="201">
                  <c:v>0.55833333333333335</c:v>
                </c:pt>
                <c:pt idx="202">
                  <c:v>0.56111111111111112</c:v>
                </c:pt>
                <c:pt idx="203">
                  <c:v>0.56388888888888888</c:v>
                </c:pt>
                <c:pt idx="204">
                  <c:v>0.56666666666666665</c:v>
                </c:pt>
                <c:pt idx="205">
                  <c:v>0.56944444444444442</c:v>
                </c:pt>
                <c:pt idx="206">
                  <c:v>0.5722222222222223</c:v>
                </c:pt>
                <c:pt idx="207">
                  <c:v>0.57499999999999996</c:v>
                </c:pt>
                <c:pt idx="208">
                  <c:v>0.57777777777777772</c:v>
                </c:pt>
                <c:pt idx="209">
                  <c:v>0.5805555555555556</c:v>
                </c:pt>
                <c:pt idx="210">
                  <c:v>0.58333333333333337</c:v>
                </c:pt>
                <c:pt idx="211">
                  <c:v>0.58611111111111103</c:v>
                </c:pt>
                <c:pt idx="212">
                  <c:v>0.58888888888888891</c:v>
                </c:pt>
                <c:pt idx="213">
                  <c:v>0.59166666666666667</c:v>
                </c:pt>
                <c:pt idx="214">
                  <c:v>0.59444444444444444</c:v>
                </c:pt>
                <c:pt idx="215">
                  <c:v>0.59722222222222221</c:v>
                </c:pt>
                <c:pt idx="216">
                  <c:v>0.6</c:v>
                </c:pt>
                <c:pt idx="217">
                  <c:v>0.60277777777777775</c:v>
                </c:pt>
                <c:pt idx="218">
                  <c:v>0.60555555555555562</c:v>
                </c:pt>
                <c:pt idx="219">
                  <c:v>0.60833333333333328</c:v>
                </c:pt>
                <c:pt idx="220">
                  <c:v>0.61111111111111105</c:v>
                </c:pt>
                <c:pt idx="221">
                  <c:v>0.61388888888888893</c:v>
                </c:pt>
                <c:pt idx="222">
                  <c:v>0.6166666666666667</c:v>
                </c:pt>
                <c:pt idx="223">
                  <c:v>0.61944444444444435</c:v>
                </c:pt>
                <c:pt idx="224">
                  <c:v>0.62222222222222223</c:v>
                </c:pt>
                <c:pt idx="225">
                  <c:v>0.625</c:v>
                </c:pt>
                <c:pt idx="226">
                  <c:v>0.62777777777777777</c:v>
                </c:pt>
                <c:pt idx="227">
                  <c:v>0.63055555555555565</c:v>
                </c:pt>
                <c:pt idx="228">
                  <c:v>0.6333333333333333</c:v>
                </c:pt>
                <c:pt idx="229">
                  <c:v>0.63611111111111107</c:v>
                </c:pt>
                <c:pt idx="230">
                  <c:v>0.63888888888888895</c:v>
                </c:pt>
                <c:pt idx="231">
                  <c:v>0.64166666666666672</c:v>
                </c:pt>
                <c:pt idx="232">
                  <c:v>0.64444444444444438</c:v>
                </c:pt>
                <c:pt idx="233">
                  <c:v>0.64722222222222225</c:v>
                </c:pt>
                <c:pt idx="234">
                  <c:v>0.65</c:v>
                </c:pt>
                <c:pt idx="235">
                  <c:v>0.65277777777777779</c:v>
                </c:pt>
                <c:pt idx="236">
                  <c:v>0.65555555555555556</c:v>
                </c:pt>
                <c:pt idx="237">
                  <c:v>0.65833333333333333</c:v>
                </c:pt>
                <c:pt idx="238">
                  <c:v>0.66111111111111109</c:v>
                </c:pt>
                <c:pt idx="239">
                  <c:v>0.66388888888888897</c:v>
                </c:pt>
                <c:pt idx="240">
                  <c:v>0.66666666666666663</c:v>
                </c:pt>
                <c:pt idx="241">
                  <c:v>0.6694444444444444</c:v>
                </c:pt>
                <c:pt idx="242">
                  <c:v>0.67222222222222228</c:v>
                </c:pt>
                <c:pt idx="243">
                  <c:v>0.67500000000000004</c:v>
                </c:pt>
                <c:pt idx="244">
                  <c:v>0.6777777777777777</c:v>
                </c:pt>
                <c:pt idx="245">
                  <c:v>0.68055555555555558</c:v>
                </c:pt>
                <c:pt idx="246">
                  <c:v>0.68333333333333335</c:v>
                </c:pt>
                <c:pt idx="247">
                  <c:v>0.68611111111111112</c:v>
                </c:pt>
                <c:pt idx="248">
                  <c:v>0.68888888888888888</c:v>
                </c:pt>
                <c:pt idx="249">
                  <c:v>0.69166666666666665</c:v>
                </c:pt>
                <c:pt idx="250">
                  <c:v>0.69444444444444442</c:v>
                </c:pt>
                <c:pt idx="251">
                  <c:v>0.6972222222222223</c:v>
                </c:pt>
                <c:pt idx="252">
                  <c:v>0.7</c:v>
                </c:pt>
                <c:pt idx="253">
                  <c:v>0.70277777777777772</c:v>
                </c:pt>
                <c:pt idx="254">
                  <c:v>0.7055555555555556</c:v>
                </c:pt>
                <c:pt idx="255">
                  <c:v>0.70833333333333337</c:v>
                </c:pt>
                <c:pt idx="256">
                  <c:v>0.71111111111111103</c:v>
                </c:pt>
                <c:pt idx="257">
                  <c:v>0.71388888888888891</c:v>
                </c:pt>
                <c:pt idx="258">
                  <c:v>0.71666666666666667</c:v>
                </c:pt>
                <c:pt idx="259">
                  <c:v>0.71944444444444444</c:v>
                </c:pt>
                <c:pt idx="260">
                  <c:v>0.72222222222222221</c:v>
                </c:pt>
                <c:pt idx="261">
                  <c:v>0.72499999999999998</c:v>
                </c:pt>
                <c:pt idx="262">
                  <c:v>0.72777777777777775</c:v>
                </c:pt>
                <c:pt idx="263">
                  <c:v>0.73055555555555562</c:v>
                </c:pt>
                <c:pt idx="264">
                  <c:v>0.73333333333333328</c:v>
                </c:pt>
                <c:pt idx="265">
                  <c:v>0.73611111111111105</c:v>
                </c:pt>
                <c:pt idx="266">
                  <c:v>0.73888888888888893</c:v>
                </c:pt>
                <c:pt idx="267">
                  <c:v>0.7416666666666667</c:v>
                </c:pt>
                <c:pt idx="268">
                  <c:v>0.74444444444444435</c:v>
                </c:pt>
                <c:pt idx="269">
                  <c:v>0.74722222222222223</c:v>
                </c:pt>
                <c:pt idx="270">
                  <c:v>0.75</c:v>
                </c:pt>
                <c:pt idx="271">
                  <c:v>0.75277777777777777</c:v>
                </c:pt>
                <c:pt idx="272">
                  <c:v>0.75555555555555565</c:v>
                </c:pt>
                <c:pt idx="273">
                  <c:v>0.7583333333333333</c:v>
                </c:pt>
                <c:pt idx="274">
                  <c:v>0.76111111111111107</c:v>
                </c:pt>
                <c:pt idx="275">
                  <c:v>0.76388888888888895</c:v>
                </c:pt>
                <c:pt idx="276">
                  <c:v>0.76666666666666672</c:v>
                </c:pt>
                <c:pt idx="277">
                  <c:v>0.76944444444444438</c:v>
                </c:pt>
                <c:pt idx="278">
                  <c:v>0.77222222222222225</c:v>
                </c:pt>
                <c:pt idx="279">
                  <c:v>0.77500000000000002</c:v>
                </c:pt>
                <c:pt idx="280">
                  <c:v>0.77777777777777779</c:v>
                </c:pt>
                <c:pt idx="281">
                  <c:v>0.78055555555555556</c:v>
                </c:pt>
                <c:pt idx="282">
                  <c:v>0.78333333333333333</c:v>
                </c:pt>
                <c:pt idx="283">
                  <c:v>0.78611111111111109</c:v>
                </c:pt>
                <c:pt idx="284">
                  <c:v>0.78888888888888897</c:v>
                </c:pt>
                <c:pt idx="285">
                  <c:v>0.79166666666666663</c:v>
                </c:pt>
                <c:pt idx="286">
                  <c:v>0.7944444444444444</c:v>
                </c:pt>
                <c:pt idx="287">
                  <c:v>0.79722222222222228</c:v>
                </c:pt>
                <c:pt idx="288">
                  <c:v>0.8</c:v>
                </c:pt>
                <c:pt idx="289">
                  <c:v>0.8027777777777777</c:v>
                </c:pt>
                <c:pt idx="290">
                  <c:v>0.80555555555555558</c:v>
                </c:pt>
                <c:pt idx="291">
                  <c:v>0.80833333333333335</c:v>
                </c:pt>
                <c:pt idx="292">
                  <c:v>0.81111111111111112</c:v>
                </c:pt>
                <c:pt idx="293">
                  <c:v>0.81388888888888888</c:v>
                </c:pt>
                <c:pt idx="294">
                  <c:v>0.81666666666666665</c:v>
                </c:pt>
                <c:pt idx="295">
                  <c:v>0.81944444444444442</c:v>
                </c:pt>
                <c:pt idx="296">
                  <c:v>0.8222222222222223</c:v>
                </c:pt>
                <c:pt idx="297">
                  <c:v>0.82499999999999996</c:v>
                </c:pt>
                <c:pt idx="298">
                  <c:v>0.82777777777777772</c:v>
                </c:pt>
                <c:pt idx="299">
                  <c:v>0.8305555555555556</c:v>
                </c:pt>
                <c:pt idx="300">
                  <c:v>0.83333333333333337</c:v>
                </c:pt>
                <c:pt idx="301">
                  <c:v>0.83611111111111103</c:v>
                </c:pt>
                <c:pt idx="302">
                  <c:v>0.83888888888888891</c:v>
                </c:pt>
                <c:pt idx="303">
                  <c:v>0.84166666666666667</c:v>
                </c:pt>
                <c:pt idx="304">
                  <c:v>0.84444444444444444</c:v>
                </c:pt>
                <c:pt idx="305">
                  <c:v>0.84722222222222221</c:v>
                </c:pt>
                <c:pt idx="306">
                  <c:v>0.85</c:v>
                </c:pt>
                <c:pt idx="307">
                  <c:v>0.85277777777777775</c:v>
                </c:pt>
                <c:pt idx="308">
                  <c:v>0.85555555555555562</c:v>
                </c:pt>
                <c:pt idx="309">
                  <c:v>0.85833333333333328</c:v>
                </c:pt>
                <c:pt idx="310">
                  <c:v>0.86111111111111105</c:v>
                </c:pt>
                <c:pt idx="311">
                  <c:v>0.86388888888888893</c:v>
                </c:pt>
                <c:pt idx="312">
                  <c:v>0.8666666666666667</c:v>
                </c:pt>
                <c:pt idx="313">
                  <c:v>0.86944444444444435</c:v>
                </c:pt>
                <c:pt idx="314">
                  <c:v>0.87222222222222223</c:v>
                </c:pt>
                <c:pt idx="315">
                  <c:v>0.875</c:v>
                </c:pt>
                <c:pt idx="316">
                  <c:v>0.87777777777777777</c:v>
                </c:pt>
                <c:pt idx="317">
                  <c:v>0.88055555555555565</c:v>
                </c:pt>
                <c:pt idx="318">
                  <c:v>0.8833333333333333</c:v>
                </c:pt>
                <c:pt idx="319">
                  <c:v>0.88611111111111107</c:v>
                </c:pt>
                <c:pt idx="320">
                  <c:v>0.88888888888888895</c:v>
                </c:pt>
                <c:pt idx="321">
                  <c:v>0.89166666666666672</c:v>
                </c:pt>
                <c:pt idx="322">
                  <c:v>0.89444444444444438</c:v>
                </c:pt>
                <c:pt idx="323">
                  <c:v>0.89722222222222225</c:v>
                </c:pt>
                <c:pt idx="324">
                  <c:v>0.9</c:v>
                </c:pt>
                <c:pt idx="325">
                  <c:v>0.90277777777777779</c:v>
                </c:pt>
                <c:pt idx="326">
                  <c:v>0.90555555555555556</c:v>
                </c:pt>
                <c:pt idx="327">
                  <c:v>0.90833333333333333</c:v>
                </c:pt>
                <c:pt idx="328">
                  <c:v>0.91111111111111109</c:v>
                </c:pt>
                <c:pt idx="329">
                  <c:v>0.91388888888888897</c:v>
                </c:pt>
                <c:pt idx="330">
                  <c:v>0.91666666666666663</c:v>
                </c:pt>
                <c:pt idx="331">
                  <c:v>0.9194444444444444</c:v>
                </c:pt>
                <c:pt idx="332">
                  <c:v>0.92222222222222228</c:v>
                </c:pt>
                <c:pt idx="333">
                  <c:v>0.92500000000000004</c:v>
                </c:pt>
                <c:pt idx="334">
                  <c:v>0.9277777777777777</c:v>
                </c:pt>
                <c:pt idx="335">
                  <c:v>0.93055555555555558</c:v>
                </c:pt>
                <c:pt idx="336">
                  <c:v>0.93333333333333335</c:v>
                </c:pt>
                <c:pt idx="337">
                  <c:v>0.93611111111111112</c:v>
                </c:pt>
                <c:pt idx="338">
                  <c:v>0.93888888888888888</c:v>
                </c:pt>
                <c:pt idx="339">
                  <c:v>0.94166666666666665</c:v>
                </c:pt>
                <c:pt idx="340">
                  <c:v>0.94444444444444442</c:v>
                </c:pt>
                <c:pt idx="341">
                  <c:v>0.9472222222222223</c:v>
                </c:pt>
                <c:pt idx="342">
                  <c:v>0.95</c:v>
                </c:pt>
                <c:pt idx="343">
                  <c:v>0.95277777777777772</c:v>
                </c:pt>
                <c:pt idx="344">
                  <c:v>0.9555555555555556</c:v>
                </c:pt>
                <c:pt idx="345">
                  <c:v>0.95833333333333337</c:v>
                </c:pt>
                <c:pt idx="346">
                  <c:v>0.96111111111111103</c:v>
                </c:pt>
                <c:pt idx="347">
                  <c:v>0.96388888888888891</c:v>
                </c:pt>
                <c:pt idx="348">
                  <c:v>0.96666666666666667</c:v>
                </c:pt>
                <c:pt idx="349">
                  <c:v>0.96944444444444444</c:v>
                </c:pt>
                <c:pt idx="350">
                  <c:v>0.97222222222222221</c:v>
                </c:pt>
                <c:pt idx="351">
                  <c:v>0.97499999999999998</c:v>
                </c:pt>
                <c:pt idx="352">
                  <c:v>0.97777777777777775</c:v>
                </c:pt>
                <c:pt idx="353">
                  <c:v>0.98055555555555562</c:v>
                </c:pt>
                <c:pt idx="354">
                  <c:v>0.98333333333333328</c:v>
                </c:pt>
                <c:pt idx="355">
                  <c:v>0.98611111111111105</c:v>
                </c:pt>
                <c:pt idx="356">
                  <c:v>0.98888888888888893</c:v>
                </c:pt>
                <c:pt idx="357">
                  <c:v>0.9916666666666667</c:v>
                </c:pt>
                <c:pt idx="358">
                  <c:v>0.99444444444444435</c:v>
                </c:pt>
                <c:pt idx="359">
                  <c:v>0.99722222222222223</c:v>
                </c:pt>
                <c:pt idx="360">
                  <c:v>1</c:v>
                </c:pt>
                <c:pt idx="361">
                  <c:v>1.0027777777777778</c:v>
                </c:pt>
                <c:pt idx="362">
                  <c:v>1.0055555555555555</c:v>
                </c:pt>
                <c:pt idx="363">
                  <c:v>1.0083333333333333</c:v>
                </c:pt>
                <c:pt idx="364">
                  <c:v>1.0111111111111111</c:v>
                </c:pt>
                <c:pt idx="365">
                  <c:v>1.0138888888888888</c:v>
                </c:pt>
                <c:pt idx="366">
                  <c:v>1.0166666666666666</c:v>
                </c:pt>
                <c:pt idx="367">
                  <c:v>1.0194444444444444</c:v>
                </c:pt>
                <c:pt idx="368">
                  <c:v>1.0222222222222224</c:v>
                </c:pt>
                <c:pt idx="369">
                  <c:v>1.0249999999999999</c:v>
                </c:pt>
                <c:pt idx="370">
                  <c:v>1.0277777777777777</c:v>
                </c:pt>
                <c:pt idx="371">
                  <c:v>1.0305555555555557</c:v>
                </c:pt>
                <c:pt idx="372">
                  <c:v>1.0333333333333334</c:v>
                </c:pt>
                <c:pt idx="373">
                  <c:v>1.036111111111111</c:v>
                </c:pt>
                <c:pt idx="374">
                  <c:v>1.038888888888889</c:v>
                </c:pt>
                <c:pt idx="375">
                  <c:v>1.0416666666666667</c:v>
                </c:pt>
                <c:pt idx="376">
                  <c:v>1.0444444444444445</c:v>
                </c:pt>
                <c:pt idx="377">
                  <c:v>1.0472222222222223</c:v>
                </c:pt>
                <c:pt idx="378">
                  <c:v>1.05</c:v>
                </c:pt>
                <c:pt idx="379">
                  <c:v>1.0527777777777778</c:v>
                </c:pt>
                <c:pt idx="380">
                  <c:v>1.0555555555555556</c:v>
                </c:pt>
                <c:pt idx="381">
                  <c:v>1.0583333333333333</c:v>
                </c:pt>
                <c:pt idx="382">
                  <c:v>1.0611111111111111</c:v>
                </c:pt>
                <c:pt idx="383">
                  <c:v>1.0638888888888889</c:v>
                </c:pt>
                <c:pt idx="384">
                  <c:v>1.0666666666666667</c:v>
                </c:pt>
                <c:pt idx="385">
                  <c:v>1.0694444444444444</c:v>
                </c:pt>
                <c:pt idx="386">
                  <c:v>1.0722222222222222</c:v>
                </c:pt>
                <c:pt idx="387">
                  <c:v>1.075</c:v>
                </c:pt>
                <c:pt idx="388">
                  <c:v>1.0777777777777779</c:v>
                </c:pt>
                <c:pt idx="389">
                  <c:v>1.0805555555555555</c:v>
                </c:pt>
                <c:pt idx="390">
                  <c:v>1.0833333333333333</c:v>
                </c:pt>
                <c:pt idx="391">
                  <c:v>1.0861111111111112</c:v>
                </c:pt>
                <c:pt idx="392">
                  <c:v>1.0888888888888888</c:v>
                </c:pt>
                <c:pt idx="393">
                  <c:v>1.0916666666666666</c:v>
                </c:pt>
                <c:pt idx="394">
                  <c:v>1.0944444444444446</c:v>
                </c:pt>
                <c:pt idx="395">
                  <c:v>1.0972222222222221</c:v>
                </c:pt>
                <c:pt idx="396">
                  <c:v>1.1000000000000001</c:v>
                </c:pt>
                <c:pt idx="397">
                  <c:v>1.1027777777777779</c:v>
                </c:pt>
                <c:pt idx="398">
                  <c:v>1.1055555555555554</c:v>
                </c:pt>
                <c:pt idx="399">
                  <c:v>1.1083333333333334</c:v>
                </c:pt>
                <c:pt idx="400">
                  <c:v>1.1111111111111112</c:v>
                </c:pt>
                <c:pt idx="401">
                  <c:v>1.1138888888888887</c:v>
                </c:pt>
                <c:pt idx="402">
                  <c:v>1.1166666666666667</c:v>
                </c:pt>
                <c:pt idx="403">
                  <c:v>1.1194444444444445</c:v>
                </c:pt>
                <c:pt idx="404">
                  <c:v>1.1222222222222222</c:v>
                </c:pt>
                <c:pt idx="405">
                  <c:v>1.125</c:v>
                </c:pt>
                <c:pt idx="406">
                  <c:v>1.1277777777777778</c:v>
                </c:pt>
                <c:pt idx="407">
                  <c:v>1.1305555555555555</c:v>
                </c:pt>
                <c:pt idx="408">
                  <c:v>1.1333333333333333</c:v>
                </c:pt>
                <c:pt idx="409">
                  <c:v>1.1361111111111113</c:v>
                </c:pt>
                <c:pt idx="410">
                  <c:v>1.1388888888888888</c:v>
                </c:pt>
                <c:pt idx="411">
                  <c:v>1.1416666666666666</c:v>
                </c:pt>
                <c:pt idx="412">
                  <c:v>1.1444444444444446</c:v>
                </c:pt>
                <c:pt idx="413">
                  <c:v>1.1472222222222221</c:v>
                </c:pt>
                <c:pt idx="414">
                  <c:v>1.1499999999999999</c:v>
                </c:pt>
                <c:pt idx="415">
                  <c:v>1.1527777777777779</c:v>
                </c:pt>
                <c:pt idx="416">
                  <c:v>1.1555555555555554</c:v>
                </c:pt>
                <c:pt idx="417">
                  <c:v>1.1583333333333334</c:v>
                </c:pt>
                <c:pt idx="418">
                  <c:v>1.1611111111111112</c:v>
                </c:pt>
                <c:pt idx="419">
                  <c:v>1.1638888888888888</c:v>
                </c:pt>
                <c:pt idx="420">
                  <c:v>1.1666666666666667</c:v>
                </c:pt>
                <c:pt idx="421">
                  <c:v>1.1694444444444445</c:v>
                </c:pt>
                <c:pt idx="422">
                  <c:v>1.1722222222222221</c:v>
                </c:pt>
                <c:pt idx="423">
                  <c:v>1.175</c:v>
                </c:pt>
                <c:pt idx="424">
                  <c:v>1.1777777777777778</c:v>
                </c:pt>
                <c:pt idx="425">
                  <c:v>1.1805555555555556</c:v>
                </c:pt>
                <c:pt idx="426">
                  <c:v>1.1833333333333333</c:v>
                </c:pt>
                <c:pt idx="427">
                  <c:v>1.1861111111111111</c:v>
                </c:pt>
                <c:pt idx="428">
                  <c:v>1.1888888888888889</c:v>
                </c:pt>
                <c:pt idx="429">
                  <c:v>1.1916666666666667</c:v>
                </c:pt>
                <c:pt idx="430">
                  <c:v>1.1944444444444444</c:v>
                </c:pt>
                <c:pt idx="431">
                  <c:v>1.1972222222222222</c:v>
                </c:pt>
                <c:pt idx="432">
                  <c:v>1.2</c:v>
                </c:pt>
                <c:pt idx="433">
                  <c:v>1.2027777777777779</c:v>
                </c:pt>
                <c:pt idx="434">
                  <c:v>1.2055555555555555</c:v>
                </c:pt>
                <c:pt idx="435">
                  <c:v>1.2083333333333333</c:v>
                </c:pt>
                <c:pt idx="436">
                  <c:v>1.2111111111111112</c:v>
                </c:pt>
                <c:pt idx="437">
                  <c:v>1.2138888888888888</c:v>
                </c:pt>
                <c:pt idx="438">
                  <c:v>1.2166666666666666</c:v>
                </c:pt>
                <c:pt idx="439">
                  <c:v>1.2194444444444446</c:v>
                </c:pt>
                <c:pt idx="440">
                  <c:v>1.2222222222222221</c:v>
                </c:pt>
                <c:pt idx="441">
                  <c:v>1.2250000000000001</c:v>
                </c:pt>
                <c:pt idx="442">
                  <c:v>1.2277777777777779</c:v>
                </c:pt>
                <c:pt idx="443">
                  <c:v>1.2305555555555554</c:v>
                </c:pt>
                <c:pt idx="444">
                  <c:v>1.2333333333333334</c:v>
                </c:pt>
                <c:pt idx="445">
                  <c:v>1.2361111111111112</c:v>
                </c:pt>
                <c:pt idx="446">
                  <c:v>1.2388888888888887</c:v>
                </c:pt>
                <c:pt idx="447">
                  <c:v>1.2416666666666667</c:v>
                </c:pt>
                <c:pt idx="448">
                  <c:v>1.2444444444444445</c:v>
                </c:pt>
                <c:pt idx="449">
                  <c:v>1.2472222222222222</c:v>
                </c:pt>
                <c:pt idx="450">
                  <c:v>1.25</c:v>
                </c:pt>
                <c:pt idx="451">
                  <c:v>1.2527777777777778</c:v>
                </c:pt>
                <c:pt idx="452">
                  <c:v>1.2555555555555555</c:v>
                </c:pt>
                <c:pt idx="453">
                  <c:v>1.2583333333333333</c:v>
                </c:pt>
                <c:pt idx="454">
                  <c:v>1.2611111111111113</c:v>
                </c:pt>
                <c:pt idx="455">
                  <c:v>1.2638888888888888</c:v>
                </c:pt>
                <c:pt idx="456">
                  <c:v>1.2666666666666666</c:v>
                </c:pt>
                <c:pt idx="457">
                  <c:v>1.2694444444444446</c:v>
                </c:pt>
                <c:pt idx="458">
                  <c:v>1.2722222222222221</c:v>
                </c:pt>
                <c:pt idx="459">
                  <c:v>1.2749999999999999</c:v>
                </c:pt>
                <c:pt idx="460">
                  <c:v>1.2777777777777779</c:v>
                </c:pt>
                <c:pt idx="461">
                  <c:v>1.2805555555555554</c:v>
                </c:pt>
                <c:pt idx="462">
                  <c:v>1.2833333333333334</c:v>
                </c:pt>
                <c:pt idx="463">
                  <c:v>1.2861111111111112</c:v>
                </c:pt>
                <c:pt idx="464">
                  <c:v>1.2888888888888888</c:v>
                </c:pt>
                <c:pt idx="465">
                  <c:v>1.2916666666666667</c:v>
                </c:pt>
                <c:pt idx="466">
                  <c:v>1.2944444444444445</c:v>
                </c:pt>
                <c:pt idx="467">
                  <c:v>1.2972222222222221</c:v>
                </c:pt>
                <c:pt idx="468">
                  <c:v>1.3</c:v>
                </c:pt>
                <c:pt idx="469">
                  <c:v>1.3027777777777778</c:v>
                </c:pt>
                <c:pt idx="470">
                  <c:v>1.3055555555555556</c:v>
                </c:pt>
                <c:pt idx="471">
                  <c:v>1.3083333333333333</c:v>
                </c:pt>
                <c:pt idx="472">
                  <c:v>1.3111111111111111</c:v>
                </c:pt>
                <c:pt idx="473">
                  <c:v>1.3138888888888889</c:v>
                </c:pt>
                <c:pt idx="474">
                  <c:v>1.3166666666666667</c:v>
                </c:pt>
                <c:pt idx="475">
                  <c:v>1.3194444444444444</c:v>
                </c:pt>
                <c:pt idx="476">
                  <c:v>1.3222222222222222</c:v>
                </c:pt>
                <c:pt idx="477">
                  <c:v>1.325</c:v>
                </c:pt>
                <c:pt idx="478">
                  <c:v>1.3277777777777779</c:v>
                </c:pt>
                <c:pt idx="479">
                  <c:v>1.3305555555555555</c:v>
                </c:pt>
                <c:pt idx="480">
                  <c:v>1.3333333333333333</c:v>
                </c:pt>
                <c:pt idx="481">
                  <c:v>1.3361111111111112</c:v>
                </c:pt>
                <c:pt idx="482">
                  <c:v>1.3388888888888888</c:v>
                </c:pt>
                <c:pt idx="483">
                  <c:v>1.3416666666666666</c:v>
                </c:pt>
                <c:pt idx="484">
                  <c:v>1.3444444444444446</c:v>
                </c:pt>
                <c:pt idx="485">
                  <c:v>1.3472222222222221</c:v>
                </c:pt>
                <c:pt idx="486">
                  <c:v>1.35</c:v>
                </c:pt>
                <c:pt idx="487">
                  <c:v>1.3527777777777779</c:v>
                </c:pt>
                <c:pt idx="488">
                  <c:v>1.3555555555555554</c:v>
                </c:pt>
                <c:pt idx="489">
                  <c:v>1.3583333333333334</c:v>
                </c:pt>
                <c:pt idx="490">
                  <c:v>1.3611111111111112</c:v>
                </c:pt>
                <c:pt idx="491">
                  <c:v>1.3638888888888887</c:v>
                </c:pt>
                <c:pt idx="492">
                  <c:v>1.3666666666666667</c:v>
                </c:pt>
                <c:pt idx="493">
                  <c:v>1.3694444444444445</c:v>
                </c:pt>
                <c:pt idx="494">
                  <c:v>1.3722222222222222</c:v>
                </c:pt>
                <c:pt idx="495">
                  <c:v>1.375</c:v>
                </c:pt>
                <c:pt idx="496">
                  <c:v>1.3777777777777778</c:v>
                </c:pt>
                <c:pt idx="497">
                  <c:v>1.3805555555555555</c:v>
                </c:pt>
                <c:pt idx="498">
                  <c:v>1.3833333333333333</c:v>
                </c:pt>
                <c:pt idx="499">
                  <c:v>1.3861111111111113</c:v>
                </c:pt>
                <c:pt idx="500">
                  <c:v>1.3888888888888888</c:v>
                </c:pt>
                <c:pt idx="501">
                  <c:v>1.3916666666666666</c:v>
                </c:pt>
                <c:pt idx="502">
                  <c:v>1.3944444444444446</c:v>
                </c:pt>
                <c:pt idx="503">
                  <c:v>1.3972222222222221</c:v>
                </c:pt>
                <c:pt idx="504">
                  <c:v>1.4</c:v>
                </c:pt>
                <c:pt idx="505">
                  <c:v>1.4027777777777779</c:v>
                </c:pt>
                <c:pt idx="506">
                  <c:v>1.4055555555555554</c:v>
                </c:pt>
                <c:pt idx="507">
                  <c:v>1.4083333333333334</c:v>
                </c:pt>
                <c:pt idx="508">
                  <c:v>1.4111111111111112</c:v>
                </c:pt>
                <c:pt idx="509">
                  <c:v>1.4138888888888888</c:v>
                </c:pt>
                <c:pt idx="510">
                  <c:v>1.4166666666666667</c:v>
                </c:pt>
                <c:pt idx="511">
                  <c:v>1.4194444444444445</c:v>
                </c:pt>
                <c:pt idx="512">
                  <c:v>1.4222222222222221</c:v>
                </c:pt>
                <c:pt idx="513">
                  <c:v>1.425</c:v>
                </c:pt>
                <c:pt idx="514">
                  <c:v>1.4277777777777778</c:v>
                </c:pt>
                <c:pt idx="515">
                  <c:v>1.4305555555555556</c:v>
                </c:pt>
                <c:pt idx="516">
                  <c:v>1.4333333333333333</c:v>
                </c:pt>
                <c:pt idx="517">
                  <c:v>1.4361111111111111</c:v>
                </c:pt>
                <c:pt idx="518">
                  <c:v>1.4388888888888889</c:v>
                </c:pt>
                <c:pt idx="519">
                  <c:v>1.4416666666666667</c:v>
                </c:pt>
                <c:pt idx="520">
                  <c:v>1.4444444444444444</c:v>
                </c:pt>
                <c:pt idx="521">
                  <c:v>1.4472222222222222</c:v>
                </c:pt>
                <c:pt idx="522">
                  <c:v>1.45</c:v>
                </c:pt>
                <c:pt idx="523">
                  <c:v>1.4527777777777779</c:v>
                </c:pt>
                <c:pt idx="524">
                  <c:v>1.4555555555555555</c:v>
                </c:pt>
                <c:pt idx="525">
                  <c:v>1.4583333333333333</c:v>
                </c:pt>
                <c:pt idx="526">
                  <c:v>1.4611111111111112</c:v>
                </c:pt>
                <c:pt idx="527">
                  <c:v>1.4638888888888888</c:v>
                </c:pt>
                <c:pt idx="528">
                  <c:v>1.4666666666666666</c:v>
                </c:pt>
                <c:pt idx="529">
                  <c:v>1.4694444444444446</c:v>
                </c:pt>
                <c:pt idx="530">
                  <c:v>1.4722222222222221</c:v>
                </c:pt>
                <c:pt idx="531">
                  <c:v>1.4750000000000001</c:v>
                </c:pt>
                <c:pt idx="532">
                  <c:v>1.4777777777777779</c:v>
                </c:pt>
                <c:pt idx="533">
                  <c:v>1.4805555555555554</c:v>
                </c:pt>
                <c:pt idx="534">
                  <c:v>1.4833333333333334</c:v>
                </c:pt>
                <c:pt idx="535">
                  <c:v>1.4861111111111112</c:v>
                </c:pt>
                <c:pt idx="536">
                  <c:v>1.4888888888888887</c:v>
                </c:pt>
                <c:pt idx="537">
                  <c:v>1.4916666666666667</c:v>
                </c:pt>
                <c:pt idx="538">
                  <c:v>1.4944444444444445</c:v>
                </c:pt>
                <c:pt idx="539">
                  <c:v>1.4972222222222222</c:v>
                </c:pt>
                <c:pt idx="540">
                  <c:v>1.5</c:v>
                </c:pt>
                <c:pt idx="541">
                  <c:v>1.5027777777777778</c:v>
                </c:pt>
                <c:pt idx="542">
                  <c:v>1.5055555555555555</c:v>
                </c:pt>
                <c:pt idx="543">
                  <c:v>1.5083333333333333</c:v>
                </c:pt>
                <c:pt idx="544">
                  <c:v>1.5111111111111113</c:v>
                </c:pt>
                <c:pt idx="545">
                  <c:v>1.5138888888888888</c:v>
                </c:pt>
                <c:pt idx="546">
                  <c:v>1.5166666666666666</c:v>
                </c:pt>
                <c:pt idx="547">
                  <c:v>1.5194444444444446</c:v>
                </c:pt>
                <c:pt idx="548">
                  <c:v>1.5222222222222221</c:v>
                </c:pt>
                <c:pt idx="549">
                  <c:v>1.5249999999999999</c:v>
                </c:pt>
                <c:pt idx="550">
                  <c:v>1.5277777777777779</c:v>
                </c:pt>
                <c:pt idx="551">
                  <c:v>1.5305555555555554</c:v>
                </c:pt>
                <c:pt idx="552">
                  <c:v>1.5333333333333334</c:v>
                </c:pt>
                <c:pt idx="553">
                  <c:v>1.5361111111111112</c:v>
                </c:pt>
                <c:pt idx="554">
                  <c:v>1.5388888888888888</c:v>
                </c:pt>
                <c:pt idx="555">
                  <c:v>1.5416666666666667</c:v>
                </c:pt>
                <c:pt idx="556">
                  <c:v>1.5444444444444445</c:v>
                </c:pt>
                <c:pt idx="557">
                  <c:v>1.5472222222222221</c:v>
                </c:pt>
                <c:pt idx="558">
                  <c:v>1.55</c:v>
                </c:pt>
                <c:pt idx="559">
                  <c:v>1.5527777777777778</c:v>
                </c:pt>
                <c:pt idx="560">
                  <c:v>1.5555555555555556</c:v>
                </c:pt>
                <c:pt idx="561">
                  <c:v>1.5583333333333333</c:v>
                </c:pt>
                <c:pt idx="562">
                  <c:v>1.5611111111111111</c:v>
                </c:pt>
                <c:pt idx="563">
                  <c:v>1.5638888888888889</c:v>
                </c:pt>
                <c:pt idx="564">
                  <c:v>1.5666666666666667</c:v>
                </c:pt>
                <c:pt idx="565">
                  <c:v>1.5694444444444444</c:v>
                </c:pt>
                <c:pt idx="566">
                  <c:v>1.5722222222222222</c:v>
                </c:pt>
                <c:pt idx="567">
                  <c:v>1.575</c:v>
                </c:pt>
                <c:pt idx="568">
                  <c:v>1.5777777777777779</c:v>
                </c:pt>
                <c:pt idx="569">
                  <c:v>1.5805555555555555</c:v>
                </c:pt>
                <c:pt idx="570">
                  <c:v>1.5833333333333333</c:v>
                </c:pt>
                <c:pt idx="571">
                  <c:v>1.5861111111111112</c:v>
                </c:pt>
                <c:pt idx="572">
                  <c:v>1.5888888888888888</c:v>
                </c:pt>
                <c:pt idx="573">
                  <c:v>1.5916666666666666</c:v>
                </c:pt>
                <c:pt idx="574">
                  <c:v>1.5944444444444446</c:v>
                </c:pt>
                <c:pt idx="575">
                  <c:v>1.5972222222222221</c:v>
                </c:pt>
                <c:pt idx="576">
                  <c:v>1.6</c:v>
                </c:pt>
                <c:pt idx="577">
                  <c:v>1.6027777777777779</c:v>
                </c:pt>
                <c:pt idx="578">
                  <c:v>1.6055555555555554</c:v>
                </c:pt>
                <c:pt idx="579">
                  <c:v>1.6083333333333334</c:v>
                </c:pt>
                <c:pt idx="580">
                  <c:v>1.6111111111111112</c:v>
                </c:pt>
                <c:pt idx="581">
                  <c:v>1.6138888888888887</c:v>
                </c:pt>
                <c:pt idx="582">
                  <c:v>1.6166666666666667</c:v>
                </c:pt>
                <c:pt idx="583">
                  <c:v>1.6194444444444445</c:v>
                </c:pt>
                <c:pt idx="584">
                  <c:v>1.6222222222222222</c:v>
                </c:pt>
                <c:pt idx="585">
                  <c:v>1.625</c:v>
                </c:pt>
                <c:pt idx="586">
                  <c:v>1.6277777777777778</c:v>
                </c:pt>
                <c:pt idx="587">
                  <c:v>1.6305555555555555</c:v>
                </c:pt>
                <c:pt idx="588">
                  <c:v>1.6333333333333333</c:v>
                </c:pt>
                <c:pt idx="589">
                  <c:v>1.6361111111111113</c:v>
                </c:pt>
                <c:pt idx="590">
                  <c:v>1.6388888888888888</c:v>
                </c:pt>
                <c:pt idx="591">
                  <c:v>1.6416666666666666</c:v>
                </c:pt>
                <c:pt idx="592">
                  <c:v>1.6444444444444446</c:v>
                </c:pt>
                <c:pt idx="593">
                  <c:v>1.6472222222222221</c:v>
                </c:pt>
                <c:pt idx="594">
                  <c:v>1.65</c:v>
                </c:pt>
                <c:pt idx="595">
                  <c:v>1.6527777777777779</c:v>
                </c:pt>
                <c:pt idx="596">
                  <c:v>1.6555555555555554</c:v>
                </c:pt>
                <c:pt idx="597">
                  <c:v>1.6583333333333334</c:v>
                </c:pt>
                <c:pt idx="598">
                  <c:v>1.6611111111111112</c:v>
                </c:pt>
                <c:pt idx="599">
                  <c:v>1.6638888888888888</c:v>
                </c:pt>
                <c:pt idx="600">
                  <c:v>1.6666666666666667</c:v>
                </c:pt>
                <c:pt idx="601">
                  <c:v>1.6694444444444445</c:v>
                </c:pt>
                <c:pt idx="602">
                  <c:v>1.6722222222222221</c:v>
                </c:pt>
                <c:pt idx="603">
                  <c:v>1.675</c:v>
                </c:pt>
                <c:pt idx="604">
                  <c:v>1.6777777777777778</c:v>
                </c:pt>
                <c:pt idx="605">
                  <c:v>1.6805555555555556</c:v>
                </c:pt>
                <c:pt idx="606">
                  <c:v>1.6833333333333333</c:v>
                </c:pt>
                <c:pt idx="607">
                  <c:v>1.6861111111111111</c:v>
                </c:pt>
                <c:pt idx="608">
                  <c:v>1.6888888888888889</c:v>
                </c:pt>
                <c:pt idx="609">
                  <c:v>1.6916666666666667</c:v>
                </c:pt>
                <c:pt idx="610">
                  <c:v>1.6944444444444444</c:v>
                </c:pt>
                <c:pt idx="611">
                  <c:v>1.6972222222222222</c:v>
                </c:pt>
                <c:pt idx="612">
                  <c:v>1.7</c:v>
                </c:pt>
                <c:pt idx="613">
                  <c:v>1.7027777777777779</c:v>
                </c:pt>
                <c:pt idx="614">
                  <c:v>1.7055555555555555</c:v>
                </c:pt>
                <c:pt idx="615">
                  <c:v>1.7083333333333333</c:v>
                </c:pt>
                <c:pt idx="616">
                  <c:v>1.7111111111111112</c:v>
                </c:pt>
                <c:pt idx="617">
                  <c:v>1.7138888888888888</c:v>
                </c:pt>
                <c:pt idx="618">
                  <c:v>1.7166666666666666</c:v>
                </c:pt>
                <c:pt idx="619">
                  <c:v>1.7194444444444446</c:v>
                </c:pt>
                <c:pt idx="620">
                  <c:v>1.7222222222222221</c:v>
                </c:pt>
                <c:pt idx="621">
                  <c:v>1.7250000000000001</c:v>
                </c:pt>
                <c:pt idx="622">
                  <c:v>1.7277777777777779</c:v>
                </c:pt>
                <c:pt idx="623">
                  <c:v>1.7305555555555554</c:v>
                </c:pt>
                <c:pt idx="624">
                  <c:v>1.7333333333333334</c:v>
                </c:pt>
                <c:pt idx="625">
                  <c:v>1.7361111111111112</c:v>
                </c:pt>
                <c:pt idx="626">
                  <c:v>1.7388888888888887</c:v>
                </c:pt>
                <c:pt idx="627">
                  <c:v>1.7416666666666667</c:v>
                </c:pt>
                <c:pt idx="628">
                  <c:v>1.7444444444444445</c:v>
                </c:pt>
                <c:pt idx="629">
                  <c:v>1.7472222222222222</c:v>
                </c:pt>
                <c:pt idx="630">
                  <c:v>1.75</c:v>
                </c:pt>
                <c:pt idx="631">
                  <c:v>1.7527777777777778</c:v>
                </c:pt>
                <c:pt idx="632">
                  <c:v>1.7555555555555555</c:v>
                </c:pt>
                <c:pt idx="633">
                  <c:v>1.7583333333333333</c:v>
                </c:pt>
                <c:pt idx="634">
                  <c:v>1.7611111111111113</c:v>
                </c:pt>
                <c:pt idx="635">
                  <c:v>1.7638888888888888</c:v>
                </c:pt>
                <c:pt idx="636">
                  <c:v>1.7666666666666666</c:v>
                </c:pt>
                <c:pt idx="637">
                  <c:v>1.7694444444444446</c:v>
                </c:pt>
                <c:pt idx="638">
                  <c:v>1.7722222222222221</c:v>
                </c:pt>
                <c:pt idx="639">
                  <c:v>1.7749999999999999</c:v>
                </c:pt>
                <c:pt idx="640">
                  <c:v>1.7777777777777779</c:v>
                </c:pt>
                <c:pt idx="641">
                  <c:v>1.7805555555555554</c:v>
                </c:pt>
                <c:pt idx="642">
                  <c:v>1.7833333333333334</c:v>
                </c:pt>
                <c:pt idx="643">
                  <c:v>1.7861111111111112</c:v>
                </c:pt>
                <c:pt idx="644">
                  <c:v>1.7888888888888888</c:v>
                </c:pt>
                <c:pt idx="645">
                  <c:v>1.7916666666666667</c:v>
                </c:pt>
                <c:pt idx="646">
                  <c:v>1.7944444444444445</c:v>
                </c:pt>
                <c:pt idx="647">
                  <c:v>1.7972222222222221</c:v>
                </c:pt>
                <c:pt idx="648">
                  <c:v>1.8</c:v>
                </c:pt>
                <c:pt idx="649">
                  <c:v>1.8027777777777778</c:v>
                </c:pt>
                <c:pt idx="650">
                  <c:v>1.8055555555555556</c:v>
                </c:pt>
                <c:pt idx="651">
                  <c:v>1.8083333333333333</c:v>
                </c:pt>
                <c:pt idx="652">
                  <c:v>1.8111111111111111</c:v>
                </c:pt>
                <c:pt idx="653">
                  <c:v>1.8138888888888889</c:v>
                </c:pt>
                <c:pt idx="654">
                  <c:v>1.8166666666666667</c:v>
                </c:pt>
                <c:pt idx="655">
                  <c:v>1.8194444444444444</c:v>
                </c:pt>
                <c:pt idx="656">
                  <c:v>1.8222222222222222</c:v>
                </c:pt>
                <c:pt idx="657">
                  <c:v>1.825</c:v>
                </c:pt>
                <c:pt idx="658">
                  <c:v>1.8277777777777779</c:v>
                </c:pt>
                <c:pt idx="659">
                  <c:v>1.8305555555555555</c:v>
                </c:pt>
                <c:pt idx="660">
                  <c:v>1.8333333333333333</c:v>
                </c:pt>
                <c:pt idx="661">
                  <c:v>1.8361111111111112</c:v>
                </c:pt>
                <c:pt idx="662">
                  <c:v>1.8388888888888888</c:v>
                </c:pt>
                <c:pt idx="663">
                  <c:v>1.8416666666666666</c:v>
                </c:pt>
                <c:pt idx="664">
                  <c:v>1.8444444444444446</c:v>
                </c:pt>
                <c:pt idx="665">
                  <c:v>1.8472222222222221</c:v>
                </c:pt>
                <c:pt idx="666">
                  <c:v>1.85</c:v>
                </c:pt>
                <c:pt idx="667">
                  <c:v>1.8527777777777779</c:v>
                </c:pt>
                <c:pt idx="668">
                  <c:v>1.8555555555555554</c:v>
                </c:pt>
                <c:pt idx="669">
                  <c:v>1.8583333333333334</c:v>
                </c:pt>
                <c:pt idx="670">
                  <c:v>1.8611111111111112</c:v>
                </c:pt>
                <c:pt idx="671">
                  <c:v>1.8638888888888887</c:v>
                </c:pt>
                <c:pt idx="672">
                  <c:v>1.8666666666666667</c:v>
                </c:pt>
                <c:pt idx="673">
                  <c:v>1.8694444444444445</c:v>
                </c:pt>
                <c:pt idx="674">
                  <c:v>1.8722222222222222</c:v>
                </c:pt>
                <c:pt idx="675">
                  <c:v>1.875</c:v>
                </c:pt>
                <c:pt idx="676">
                  <c:v>1.8777777777777778</c:v>
                </c:pt>
                <c:pt idx="677">
                  <c:v>1.8805555555555555</c:v>
                </c:pt>
                <c:pt idx="678">
                  <c:v>1.8833333333333333</c:v>
                </c:pt>
                <c:pt idx="679">
                  <c:v>1.8861111111111113</c:v>
                </c:pt>
                <c:pt idx="680">
                  <c:v>1.8888888888888888</c:v>
                </c:pt>
                <c:pt idx="681">
                  <c:v>1.8916666666666666</c:v>
                </c:pt>
                <c:pt idx="682">
                  <c:v>1.8944444444444446</c:v>
                </c:pt>
                <c:pt idx="683">
                  <c:v>1.8972222222222221</c:v>
                </c:pt>
                <c:pt idx="684">
                  <c:v>1.9</c:v>
                </c:pt>
                <c:pt idx="685">
                  <c:v>1.9027777777777779</c:v>
                </c:pt>
                <c:pt idx="686">
                  <c:v>1.9055555555555554</c:v>
                </c:pt>
                <c:pt idx="687">
                  <c:v>1.9083333333333334</c:v>
                </c:pt>
                <c:pt idx="688">
                  <c:v>1.9111111111111112</c:v>
                </c:pt>
                <c:pt idx="689">
                  <c:v>1.9138888888888888</c:v>
                </c:pt>
                <c:pt idx="690">
                  <c:v>1.9166666666666667</c:v>
                </c:pt>
                <c:pt idx="691">
                  <c:v>1.9194444444444445</c:v>
                </c:pt>
                <c:pt idx="692">
                  <c:v>1.9222222222222221</c:v>
                </c:pt>
                <c:pt idx="693">
                  <c:v>1.925</c:v>
                </c:pt>
                <c:pt idx="694">
                  <c:v>1.9277777777777778</c:v>
                </c:pt>
                <c:pt idx="695">
                  <c:v>1.9305555555555556</c:v>
                </c:pt>
                <c:pt idx="696">
                  <c:v>1.9333333333333333</c:v>
                </c:pt>
                <c:pt idx="697">
                  <c:v>1.9361111111111111</c:v>
                </c:pt>
                <c:pt idx="698">
                  <c:v>1.9388888888888889</c:v>
                </c:pt>
                <c:pt idx="699">
                  <c:v>1.9416666666666667</c:v>
                </c:pt>
                <c:pt idx="700">
                  <c:v>1.9444444444444444</c:v>
                </c:pt>
                <c:pt idx="701">
                  <c:v>1.9472222222222222</c:v>
                </c:pt>
                <c:pt idx="702">
                  <c:v>1.95</c:v>
                </c:pt>
                <c:pt idx="703">
                  <c:v>1.9527777777777779</c:v>
                </c:pt>
                <c:pt idx="704">
                  <c:v>1.9555555555555555</c:v>
                </c:pt>
                <c:pt idx="705">
                  <c:v>1.9583333333333333</c:v>
                </c:pt>
                <c:pt idx="706">
                  <c:v>1.9611111111111112</c:v>
                </c:pt>
                <c:pt idx="707">
                  <c:v>1.9638888888888888</c:v>
                </c:pt>
                <c:pt idx="708">
                  <c:v>1.9666666666666666</c:v>
                </c:pt>
                <c:pt idx="709">
                  <c:v>1.9694444444444446</c:v>
                </c:pt>
                <c:pt idx="710">
                  <c:v>1.9722222222222221</c:v>
                </c:pt>
                <c:pt idx="711">
                  <c:v>1.9750000000000001</c:v>
                </c:pt>
                <c:pt idx="712">
                  <c:v>1.9777777777777779</c:v>
                </c:pt>
                <c:pt idx="713">
                  <c:v>1.9805555555555554</c:v>
                </c:pt>
                <c:pt idx="714">
                  <c:v>1.9833333333333334</c:v>
                </c:pt>
                <c:pt idx="715">
                  <c:v>1.9861111111111112</c:v>
                </c:pt>
                <c:pt idx="716">
                  <c:v>1.9888888888888887</c:v>
                </c:pt>
                <c:pt idx="717">
                  <c:v>1.9916666666666667</c:v>
                </c:pt>
                <c:pt idx="718">
                  <c:v>1.9944444444444445</c:v>
                </c:pt>
                <c:pt idx="719">
                  <c:v>1.9972222222222222</c:v>
                </c:pt>
                <c:pt idx="720">
                  <c:v>2</c:v>
                </c:pt>
                <c:pt idx="721">
                  <c:v>2.0027777777777778</c:v>
                </c:pt>
                <c:pt idx="722">
                  <c:v>2.0055555555555555</c:v>
                </c:pt>
                <c:pt idx="723">
                  <c:v>2.0083333333333333</c:v>
                </c:pt>
                <c:pt idx="724">
                  <c:v>2.0111111111111111</c:v>
                </c:pt>
                <c:pt idx="725">
                  <c:v>2.0138888888888888</c:v>
                </c:pt>
                <c:pt idx="726">
                  <c:v>2.0166666666666666</c:v>
                </c:pt>
                <c:pt idx="727">
                  <c:v>2.0194444444444444</c:v>
                </c:pt>
                <c:pt idx="728">
                  <c:v>2.0222222222222221</c:v>
                </c:pt>
                <c:pt idx="729">
                  <c:v>2.0249999999999999</c:v>
                </c:pt>
                <c:pt idx="730">
                  <c:v>2.0277777777777777</c:v>
                </c:pt>
                <c:pt idx="731">
                  <c:v>2.0305555555555554</c:v>
                </c:pt>
                <c:pt idx="732">
                  <c:v>2.0333333333333332</c:v>
                </c:pt>
                <c:pt idx="733">
                  <c:v>2.036111111111111</c:v>
                </c:pt>
                <c:pt idx="734">
                  <c:v>2.0388888888888888</c:v>
                </c:pt>
                <c:pt idx="735">
                  <c:v>2.0416666666666665</c:v>
                </c:pt>
                <c:pt idx="736">
                  <c:v>2.0444444444444447</c:v>
                </c:pt>
                <c:pt idx="737">
                  <c:v>2.0472222222222221</c:v>
                </c:pt>
                <c:pt idx="738">
                  <c:v>2.0499999999999998</c:v>
                </c:pt>
                <c:pt idx="739">
                  <c:v>2.052777777777778</c:v>
                </c:pt>
                <c:pt idx="740">
                  <c:v>2.0555555555555554</c:v>
                </c:pt>
                <c:pt idx="741">
                  <c:v>2.0583333333333331</c:v>
                </c:pt>
                <c:pt idx="742">
                  <c:v>2.0611111111111113</c:v>
                </c:pt>
                <c:pt idx="743">
                  <c:v>2.0638888888888887</c:v>
                </c:pt>
                <c:pt idx="744">
                  <c:v>2.0666666666666669</c:v>
                </c:pt>
                <c:pt idx="745">
                  <c:v>2.0694444444444446</c:v>
                </c:pt>
                <c:pt idx="746">
                  <c:v>2.072222222222222</c:v>
                </c:pt>
                <c:pt idx="747">
                  <c:v>2.0750000000000002</c:v>
                </c:pt>
                <c:pt idx="748">
                  <c:v>2.0777777777777779</c:v>
                </c:pt>
                <c:pt idx="749">
                  <c:v>2.0805555555555553</c:v>
                </c:pt>
                <c:pt idx="750">
                  <c:v>2.0833333333333335</c:v>
                </c:pt>
                <c:pt idx="751">
                  <c:v>2.0861111111111112</c:v>
                </c:pt>
                <c:pt idx="752">
                  <c:v>2.088888888888889</c:v>
                </c:pt>
                <c:pt idx="753">
                  <c:v>2.0916666666666668</c:v>
                </c:pt>
                <c:pt idx="754">
                  <c:v>2.0944444444444446</c:v>
                </c:pt>
                <c:pt idx="755">
                  <c:v>2.0972222222222223</c:v>
                </c:pt>
                <c:pt idx="756">
                  <c:v>2.1</c:v>
                </c:pt>
                <c:pt idx="757">
                  <c:v>2.1027777777777779</c:v>
                </c:pt>
                <c:pt idx="758">
                  <c:v>2.1055555555555556</c:v>
                </c:pt>
                <c:pt idx="759">
                  <c:v>2.1083333333333334</c:v>
                </c:pt>
                <c:pt idx="760">
                  <c:v>2.1111111111111112</c:v>
                </c:pt>
                <c:pt idx="761">
                  <c:v>2.1138888888888889</c:v>
                </c:pt>
                <c:pt idx="762">
                  <c:v>2.1166666666666667</c:v>
                </c:pt>
                <c:pt idx="763">
                  <c:v>2.1194444444444445</c:v>
                </c:pt>
                <c:pt idx="764">
                  <c:v>2.1222222222222222</c:v>
                </c:pt>
                <c:pt idx="765">
                  <c:v>2.125</c:v>
                </c:pt>
                <c:pt idx="766">
                  <c:v>2.1277777777777778</c:v>
                </c:pt>
                <c:pt idx="767">
                  <c:v>2.1305555555555555</c:v>
                </c:pt>
                <c:pt idx="768">
                  <c:v>2.1333333333333333</c:v>
                </c:pt>
                <c:pt idx="769">
                  <c:v>2.1361111111111111</c:v>
                </c:pt>
                <c:pt idx="770">
                  <c:v>2.1388888888888888</c:v>
                </c:pt>
                <c:pt idx="771">
                  <c:v>2.1416666666666666</c:v>
                </c:pt>
                <c:pt idx="772">
                  <c:v>2.1444444444444444</c:v>
                </c:pt>
                <c:pt idx="773">
                  <c:v>2.1472222222222226</c:v>
                </c:pt>
                <c:pt idx="774">
                  <c:v>2.15</c:v>
                </c:pt>
                <c:pt idx="775">
                  <c:v>2.1527777777777777</c:v>
                </c:pt>
                <c:pt idx="776">
                  <c:v>2.1555555555555559</c:v>
                </c:pt>
                <c:pt idx="777">
                  <c:v>2.1583333333333332</c:v>
                </c:pt>
                <c:pt idx="778">
                  <c:v>2.161111111111111</c:v>
                </c:pt>
                <c:pt idx="779">
                  <c:v>2.1638888888888892</c:v>
                </c:pt>
                <c:pt idx="780">
                  <c:v>2.1666666666666665</c:v>
                </c:pt>
                <c:pt idx="781">
                  <c:v>2.1694444444444443</c:v>
                </c:pt>
                <c:pt idx="782">
                  <c:v>2.1722222222222225</c:v>
                </c:pt>
                <c:pt idx="783">
                  <c:v>2.1749999999999998</c:v>
                </c:pt>
                <c:pt idx="784">
                  <c:v>2.1777777777777776</c:v>
                </c:pt>
                <c:pt idx="785">
                  <c:v>2.1805555555555558</c:v>
                </c:pt>
                <c:pt idx="786">
                  <c:v>2.1833333333333331</c:v>
                </c:pt>
                <c:pt idx="787">
                  <c:v>2.1861111111111109</c:v>
                </c:pt>
                <c:pt idx="788">
                  <c:v>2.1888888888888891</c:v>
                </c:pt>
                <c:pt idx="789">
                  <c:v>2.1916666666666669</c:v>
                </c:pt>
                <c:pt idx="790">
                  <c:v>2.1944444444444442</c:v>
                </c:pt>
                <c:pt idx="791">
                  <c:v>2.1972222222222224</c:v>
                </c:pt>
                <c:pt idx="792">
                  <c:v>2.2000000000000002</c:v>
                </c:pt>
                <c:pt idx="793">
                  <c:v>2.2027777777777775</c:v>
                </c:pt>
                <c:pt idx="794">
                  <c:v>2.2055555555555557</c:v>
                </c:pt>
                <c:pt idx="795">
                  <c:v>2.2083333333333335</c:v>
                </c:pt>
                <c:pt idx="796">
                  <c:v>2.2111111111111108</c:v>
                </c:pt>
                <c:pt idx="797">
                  <c:v>2.213888888888889</c:v>
                </c:pt>
                <c:pt idx="798">
                  <c:v>2.2166666666666668</c:v>
                </c:pt>
                <c:pt idx="799">
                  <c:v>2.2194444444444441</c:v>
                </c:pt>
                <c:pt idx="800">
                  <c:v>2.2222222222222223</c:v>
                </c:pt>
                <c:pt idx="801">
                  <c:v>2.2250000000000001</c:v>
                </c:pt>
                <c:pt idx="802">
                  <c:v>2.2277777777777774</c:v>
                </c:pt>
                <c:pt idx="803">
                  <c:v>2.2305555555555556</c:v>
                </c:pt>
                <c:pt idx="804">
                  <c:v>2.2333333333333334</c:v>
                </c:pt>
                <c:pt idx="805">
                  <c:v>2.2361111111111112</c:v>
                </c:pt>
                <c:pt idx="806">
                  <c:v>2.2388888888888889</c:v>
                </c:pt>
                <c:pt idx="807">
                  <c:v>2.2416666666666667</c:v>
                </c:pt>
                <c:pt idx="808">
                  <c:v>2.2444444444444445</c:v>
                </c:pt>
                <c:pt idx="809">
                  <c:v>2.2472222222222222</c:v>
                </c:pt>
                <c:pt idx="810">
                  <c:v>2.25</c:v>
                </c:pt>
                <c:pt idx="811">
                  <c:v>2.2527777777777778</c:v>
                </c:pt>
                <c:pt idx="812">
                  <c:v>2.2555555555555555</c:v>
                </c:pt>
                <c:pt idx="813">
                  <c:v>2.2583333333333333</c:v>
                </c:pt>
                <c:pt idx="814">
                  <c:v>2.2611111111111111</c:v>
                </c:pt>
                <c:pt idx="815">
                  <c:v>2.2638888888888888</c:v>
                </c:pt>
                <c:pt idx="816">
                  <c:v>2.2666666666666666</c:v>
                </c:pt>
                <c:pt idx="817">
                  <c:v>2.2694444444444444</c:v>
                </c:pt>
                <c:pt idx="818">
                  <c:v>2.2722222222222226</c:v>
                </c:pt>
                <c:pt idx="819">
                  <c:v>2.2749999999999999</c:v>
                </c:pt>
                <c:pt idx="820">
                  <c:v>2.2777777777777777</c:v>
                </c:pt>
                <c:pt idx="821">
                  <c:v>2.2805555555555559</c:v>
                </c:pt>
                <c:pt idx="822">
                  <c:v>2.2833333333333332</c:v>
                </c:pt>
                <c:pt idx="823">
                  <c:v>2.286111111111111</c:v>
                </c:pt>
                <c:pt idx="824">
                  <c:v>2.2888888888888892</c:v>
                </c:pt>
                <c:pt idx="825">
                  <c:v>2.2916666666666665</c:v>
                </c:pt>
                <c:pt idx="826">
                  <c:v>2.2944444444444443</c:v>
                </c:pt>
                <c:pt idx="827">
                  <c:v>2.2972222222222225</c:v>
                </c:pt>
                <c:pt idx="828">
                  <c:v>2.2999999999999998</c:v>
                </c:pt>
                <c:pt idx="829">
                  <c:v>2.3027777777777776</c:v>
                </c:pt>
                <c:pt idx="830">
                  <c:v>2.3055555555555558</c:v>
                </c:pt>
                <c:pt idx="831">
                  <c:v>2.3083333333333331</c:v>
                </c:pt>
                <c:pt idx="832">
                  <c:v>2.3111111111111109</c:v>
                </c:pt>
                <c:pt idx="833">
                  <c:v>2.3138888888888891</c:v>
                </c:pt>
                <c:pt idx="834">
                  <c:v>2.3166666666666669</c:v>
                </c:pt>
                <c:pt idx="835">
                  <c:v>2.3194444444444442</c:v>
                </c:pt>
                <c:pt idx="836">
                  <c:v>2.3222222222222224</c:v>
                </c:pt>
                <c:pt idx="837">
                  <c:v>2.3250000000000002</c:v>
                </c:pt>
                <c:pt idx="838">
                  <c:v>2.3277777777777775</c:v>
                </c:pt>
                <c:pt idx="839">
                  <c:v>2.3305555555555557</c:v>
                </c:pt>
                <c:pt idx="840">
                  <c:v>2.3333333333333335</c:v>
                </c:pt>
                <c:pt idx="841">
                  <c:v>2.3361111111111108</c:v>
                </c:pt>
                <c:pt idx="842">
                  <c:v>2.338888888888889</c:v>
                </c:pt>
                <c:pt idx="843">
                  <c:v>2.3416666666666668</c:v>
                </c:pt>
                <c:pt idx="844">
                  <c:v>2.3444444444444441</c:v>
                </c:pt>
                <c:pt idx="845">
                  <c:v>2.3472222222222223</c:v>
                </c:pt>
                <c:pt idx="846">
                  <c:v>2.35</c:v>
                </c:pt>
                <c:pt idx="847">
                  <c:v>2.3527777777777774</c:v>
                </c:pt>
                <c:pt idx="848">
                  <c:v>2.3555555555555556</c:v>
                </c:pt>
                <c:pt idx="849">
                  <c:v>2.3583333333333334</c:v>
                </c:pt>
                <c:pt idx="850">
                  <c:v>2.3611111111111112</c:v>
                </c:pt>
                <c:pt idx="851">
                  <c:v>2.3638888888888889</c:v>
                </c:pt>
                <c:pt idx="852">
                  <c:v>2.3666666666666667</c:v>
                </c:pt>
                <c:pt idx="853">
                  <c:v>2.3694444444444445</c:v>
                </c:pt>
                <c:pt idx="854">
                  <c:v>2.3722222222222222</c:v>
                </c:pt>
                <c:pt idx="855">
                  <c:v>2.375</c:v>
                </c:pt>
                <c:pt idx="856">
                  <c:v>2.3777777777777778</c:v>
                </c:pt>
                <c:pt idx="857">
                  <c:v>2.3805555555555555</c:v>
                </c:pt>
                <c:pt idx="858">
                  <c:v>2.3833333333333333</c:v>
                </c:pt>
                <c:pt idx="859">
                  <c:v>2.3861111111111111</c:v>
                </c:pt>
                <c:pt idx="860">
                  <c:v>2.3888888888888888</c:v>
                </c:pt>
                <c:pt idx="861">
                  <c:v>2.3916666666666666</c:v>
                </c:pt>
                <c:pt idx="862">
                  <c:v>2.3944444444444444</c:v>
                </c:pt>
                <c:pt idx="863">
                  <c:v>2.3972222222222226</c:v>
                </c:pt>
                <c:pt idx="864">
                  <c:v>2.4</c:v>
                </c:pt>
                <c:pt idx="865">
                  <c:v>2.4027777777777777</c:v>
                </c:pt>
                <c:pt idx="866">
                  <c:v>2.4055555555555559</c:v>
                </c:pt>
                <c:pt idx="867">
                  <c:v>2.4083333333333332</c:v>
                </c:pt>
                <c:pt idx="868">
                  <c:v>2.411111111111111</c:v>
                </c:pt>
                <c:pt idx="869">
                  <c:v>2.4138888888888892</c:v>
                </c:pt>
                <c:pt idx="870">
                  <c:v>2.4166666666666665</c:v>
                </c:pt>
                <c:pt idx="871">
                  <c:v>2.4194444444444443</c:v>
                </c:pt>
                <c:pt idx="872">
                  <c:v>2.4222222222222225</c:v>
                </c:pt>
                <c:pt idx="873">
                  <c:v>2.4249999999999998</c:v>
                </c:pt>
                <c:pt idx="874">
                  <c:v>2.4277777777777776</c:v>
                </c:pt>
                <c:pt idx="875">
                  <c:v>2.4305555555555558</c:v>
                </c:pt>
                <c:pt idx="876">
                  <c:v>2.4333333333333331</c:v>
                </c:pt>
                <c:pt idx="877">
                  <c:v>2.4361111111111109</c:v>
                </c:pt>
                <c:pt idx="878">
                  <c:v>2.4388888888888891</c:v>
                </c:pt>
                <c:pt idx="879">
                  <c:v>2.4416666666666669</c:v>
                </c:pt>
                <c:pt idx="880">
                  <c:v>2.4444444444444442</c:v>
                </c:pt>
                <c:pt idx="881">
                  <c:v>2.4472222222222224</c:v>
                </c:pt>
                <c:pt idx="882">
                  <c:v>2.4500000000000002</c:v>
                </c:pt>
                <c:pt idx="883">
                  <c:v>2.4527777777777775</c:v>
                </c:pt>
                <c:pt idx="884">
                  <c:v>2.4555555555555557</c:v>
                </c:pt>
                <c:pt idx="885">
                  <c:v>2.4583333333333335</c:v>
                </c:pt>
                <c:pt idx="886">
                  <c:v>2.4611111111111108</c:v>
                </c:pt>
                <c:pt idx="887">
                  <c:v>2.463888888888889</c:v>
                </c:pt>
                <c:pt idx="888">
                  <c:v>2.4666666666666668</c:v>
                </c:pt>
                <c:pt idx="889">
                  <c:v>2.4694444444444441</c:v>
                </c:pt>
                <c:pt idx="890">
                  <c:v>2.4722222222222223</c:v>
                </c:pt>
                <c:pt idx="891">
                  <c:v>2.4750000000000001</c:v>
                </c:pt>
                <c:pt idx="892">
                  <c:v>2.4777777777777774</c:v>
                </c:pt>
                <c:pt idx="893">
                  <c:v>2.4805555555555556</c:v>
                </c:pt>
                <c:pt idx="894">
                  <c:v>2.4833333333333334</c:v>
                </c:pt>
                <c:pt idx="895">
                  <c:v>2.4861111111111112</c:v>
                </c:pt>
                <c:pt idx="896">
                  <c:v>2.4888888888888889</c:v>
                </c:pt>
                <c:pt idx="897">
                  <c:v>2.4916666666666667</c:v>
                </c:pt>
                <c:pt idx="898">
                  <c:v>2.4944444444444445</c:v>
                </c:pt>
                <c:pt idx="899">
                  <c:v>2.4972222222222222</c:v>
                </c:pt>
                <c:pt idx="900">
                  <c:v>2.5</c:v>
                </c:pt>
                <c:pt idx="901">
                  <c:v>2.5027777777777778</c:v>
                </c:pt>
                <c:pt idx="902">
                  <c:v>2.5055555555555555</c:v>
                </c:pt>
                <c:pt idx="903">
                  <c:v>2.5083333333333333</c:v>
                </c:pt>
                <c:pt idx="904">
                  <c:v>2.5111111111111111</c:v>
                </c:pt>
                <c:pt idx="905">
                  <c:v>2.5138888888888888</c:v>
                </c:pt>
                <c:pt idx="906">
                  <c:v>2.5166666666666666</c:v>
                </c:pt>
                <c:pt idx="907">
                  <c:v>2.5194444444444444</c:v>
                </c:pt>
                <c:pt idx="908">
                  <c:v>2.5222222222222226</c:v>
                </c:pt>
                <c:pt idx="909">
                  <c:v>2.5249999999999999</c:v>
                </c:pt>
                <c:pt idx="910">
                  <c:v>2.5277777777777777</c:v>
                </c:pt>
                <c:pt idx="911">
                  <c:v>2.5305555555555559</c:v>
                </c:pt>
                <c:pt idx="912">
                  <c:v>2.5333333333333332</c:v>
                </c:pt>
                <c:pt idx="913">
                  <c:v>2.536111111111111</c:v>
                </c:pt>
                <c:pt idx="914">
                  <c:v>2.5388888888888892</c:v>
                </c:pt>
                <c:pt idx="915">
                  <c:v>2.5416666666666665</c:v>
                </c:pt>
                <c:pt idx="916">
                  <c:v>2.5444444444444443</c:v>
                </c:pt>
                <c:pt idx="917">
                  <c:v>2.5472222222222225</c:v>
                </c:pt>
                <c:pt idx="918">
                  <c:v>2.5499999999999998</c:v>
                </c:pt>
                <c:pt idx="919">
                  <c:v>2.5527777777777776</c:v>
                </c:pt>
                <c:pt idx="920">
                  <c:v>2.5555555555555558</c:v>
                </c:pt>
                <c:pt idx="921">
                  <c:v>2.5583333333333331</c:v>
                </c:pt>
                <c:pt idx="922">
                  <c:v>2.5611111111111109</c:v>
                </c:pt>
                <c:pt idx="923">
                  <c:v>2.5638888888888891</c:v>
                </c:pt>
                <c:pt idx="924">
                  <c:v>2.5666666666666669</c:v>
                </c:pt>
                <c:pt idx="925">
                  <c:v>2.5694444444444442</c:v>
                </c:pt>
                <c:pt idx="926">
                  <c:v>2.5722222222222224</c:v>
                </c:pt>
                <c:pt idx="927">
                  <c:v>2.5750000000000002</c:v>
                </c:pt>
                <c:pt idx="928">
                  <c:v>2.5777777777777775</c:v>
                </c:pt>
                <c:pt idx="929">
                  <c:v>2.5805555555555557</c:v>
                </c:pt>
                <c:pt idx="930">
                  <c:v>2.5833333333333335</c:v>
                </c:pt>
                <c:pt idx="931">
                  <c:v>2.5861111111111108</c:v>
                </c:pt>
                <c:pt idx="932">
                  <c:v>2.588888888888889</c:v>
                </c:pt>
                <c:pt idx="933">
                  <c:v>2.5916666666666668</c:v>
                </c:pt>
                <c:pt idx="934">
                  <c:v>2.5944444444444441</c:v>
                </c:pt>
                <c:pt idx="935">
                  <c:v>2.5972222222222223</c:v>
                </c:pt>
                <c:pt idx="936">
                  <c:v>2.6</c:v>
                </c:pt>
                <c:pt idx="937">
                  <c:v>2.6027777777777774</c:v>
                </c:pt>
                <c:pt idx="938">
                  <c:v>2.6055555555555556</c:v>
                </c:pt>
                <c:pt idx="939">
                  <c:v>2.6083333333333334</c:v>
                </c:pt>
                <c:pt idx="940">
                  <c:v>2.6111111111111112</c:v>
                </c:pt>
                <c:pt idx="941">
                  <c:v>2.6138888888888889</c:v>
                </c:pt>
                <c:pt idx="942">
                  <c:v>2.6166666666666667</c:v>
                </c:pt>
                <c:pt idx="943">
                  <c:v>2.6194444444444445</c:v>
                </c:pt>
                <c:pt idx="944">
                  <c:v>2.6222222222222222</c:v>
                </c:pt>
                <c:pt idx="945">
                  <c:v>2.625</c:v>
                </c:pt>
                <c:pt idx="946">
                  <c:v>2.6277777777777778</c:v>
                </c:pt>
                <c:pt idx="947">
                  <c:v>2.6305555555555555</c:v>
                </c:pt>
                <c:pt idx="948">
                  <c:v>2.6333333333333333</c:v>
                </c:pt>
                <c:pt idx="949">
                  <c:v>2.6361111111111111</c:v>
                </c:pt>
                <c:pt idx="950">
                  <c:v>2.6388888888888888</c:v>
                </c:pt>
                <c:pt idx="951">
                  <c:v>2.6416666666666666</c:v>
                </c:pt>
                <c:pt idx="952">
                  <c:v>2.6444444444444444</c:v>
                </c:pt>
                <c:pt idx="953">
                  <c:v>2.6472222222222226</c:v>
                </c:pt>
                <c:pt idx="954">
                  <c:v>2.65</c:v>
                </c:pt>
                <c:pt idx="955">
                  <c:v>2.6527777777777777</c:v>
                </c:pt>
                <c:pt idx="956">
                  <c:v>2.6555555555555559</c:v>
                </c:pt>
                <c:pt idx="957">
                  <c:v>2.6583333333333332</c:v>
                </c:pt>
                <c:pt idx="958">
                  <c:v>2.661111111111111</c:v>
                </c:pt>
                <c:pt idx="959">
                  <c:v>2.6638888888888892</c:v>
                </c:pt>
                <c:pt idx="960">
                  <c:v>2.6666666666666665</c:v>
                </c:pt>
                <c:pt idx="961">
                  <c:v>2.6694444444444443</c:v>
                </c:pt>
                <c:pt idx="962">
                  <c:v>2.6722222222222225</c:v>
                </c:pt>
                <c:pt idx="963">
                  <c:v>2.6749999999999998</c:v>
                </c:pt>
                <c:pt idx="964">
                  <c:v>2.6777777777777776</c:v>
                </c:pt>
                <c:pt idx="965">
                  <c:v>2.6805555555555558</c:v>
                </c:pt>
                <c:pt idx="966">
                  <c:v>2.6833333333333331</c:v>
                </c:pt>
                <c:pt idx="967">
                  <c:v>2.6861111111111109</c:v>
                </c:pt>
                <c:pt idx="968">
                  <c:v>2.6888888888888891</c:v>
                </c:pt>
                <c:pt idx="969">
                  <c:v>2.6916666666666669</c:v>
                </c:pt>
                <c:pt idx="970">
                  <c:v>2.6944444444444442</c:v>
                </c:pt>
                <c:pt idx="971">
                  <c:v>2.6972222222222224</c:v>
                </c:pt>
                <c:pt idx="972">
                  <c:v>2.7</c:v>
                </c:pt>
                <c:pt idx="973">
                  <c:v>2.7027777777777775</c:v>
                </c:pt>
                <c:pt idx="974">
                  <c:v>2.7055555555555557</c:v>
                </c:pt>
                <c:pt idx="975">
                  <c:v>2.7083333333333335</c:v>
                </c:pt>
                <c:pt idx="976">
                  <c:v>2.7111111111111108</c:v>
                </c:pt>
                <c:pt idx="977">
                  <c:v>2.713888888888889</c:v>
                </c:pt>
                <c:pt idx="978">
                  <c:v>2.7166666666666668</c:v>
                </c:pt>
                <c:pt idx="979">
                  <c:v>2.7194444444444441</c:v>
                </c:pt>
                <c:pt idx="980">
                  <c:v>2.7222222222222223</c:v>
                </c:pt>
                <c:pt idx="981">
                  <c:v>2.7250000000000001</c:v>
                </c:pt>
                <c:pt idx="982">
                  <c:v>2.7277777777777774</c:v>
                </c:pt>
                <c:pt idx="983">
                  <c:v>2.7305555555555556</c:v>
                </c:pt>
                <c:pt idx="984">
                  <c:v>2.7333333333333334</c:v>
                </c:pt>
                <c:pt idx="985">
                  <c:v>2.7361111111111112</c:v>
                </c:pt>
                <c:pt idx="986">
                  <c:v>2.7388888888888889</c:v>
                </c:pt>
                <c:pt idx="987">
                  <c:v>2.7416666666666667</c:v>
                </c:pt>
                <c:pt idx="988">
                  <c:v>2.7444444444444445</c:v>
                </c:pt>
                <c:pt idx="989">
                  <c:v>2.7472222222222222</c:v>
                </c:pt>
                <c:pt idx="990">
                  <c:v>2.75</c:v>
                </c:pt>
                <c:pt idx="991">
                  <c:v>2.7527777777777778</c:v>
                </c:pt>
                <c:pt idx="992">
                  <c:v>2.7555555555555555</c:v>
                </c:pt>
                <c:pt idx="993">
                  <c:v>2.7583333333333333</c:v>
                </c:pt>
                <c:pt idx="994">
                  <c:v>2.7611111111111111</c:v>
                </c:pt>
                <c:pt idx="995">
                  <c:v>2.7638888888888888</c:v>
                </c:pt>
                <c:pt idx="996">
                  <c:v>2.7666666666666666</c:v>
                </c:pt>
                <c:pt idx="997">
                  <c:v>2.7694444444444444</c:v>
                </c:pt>
                <c:pt idx="998">
                  <c:v>2.7722222222222226</c:v>
                </c:pt>
                <c:pt idx="999">
                  <c:v>2.7749999999999999</c:v>
                </c:pt>
                <c:pt idx="1000">
                  <c:v>2.7777777777777777</c:v>
                </c:pt>
                <c:pt idx="1001">
                  <c:v>2.7805555555555559</c:v>
                </c:pt>
                <c:pt idx="1002">
                  <c:v>2.7833333333333332</c:v>
                </c:pt>
                <c:pt idx="1003">
                  <c:v>2.786111111111111</c:v>
                </c:pt>
                <c:pt idx="1004">
                  <c:v>2.7888888888888892</c:v>
                </c:pt>
                <c:pt idx="1005">
                  <c:v>2.7916666666666665</c:v>
                </c:pt>
                <c:pt idx="1006">
                  <c:v>2.7944444444444443</c:v>
                </c:pt>
                <c:pt idx="1007">
                  <c:v>2.7972222222222225</c:v>
                </c:pt>
                <c:pt idx="1008">
                  <c:v>2.8</c:v>
                </c:pt>
                <c:pt idx="1009">
                  <c:v>2.8027777777777776</c:v>
                </c:pt>
                <c:pt idx="1010">
                  <c:v>2.8055555555555558</c:v>
                </c:pt>
                <c:pt idx="1011">
                  <c:v>2.8083333333333331</c:v>
                </c:pt>
                <c:pt idx="1012">
                  <c:v>2.8111111111111109</c:v>
                </c:pt>
                <c:pt idx="1013">
                  <c:v>2.8138888888888891</c:v>
                </c:pt>
                <c:pt idx="1014">
                  <c:v>2.8166666666666669</c:v>
                </c:pt>
                <c:pt idx="1015">
                  <c:v>2.8194444444444442</c:v>
                </c:pt>
                <c:pt idx="1016">
                  <c:v>2.8222222222222224</c:v>
                </c:pt>
                <c:pt idx="1017">
                  <c:v>2.8250000000000002</c:v>
                </c:pt>
                <c:pt idx="1018">
                  <c:v>2.8277777777777775</c:v>
                </c:pt>
                <c:pt idx="1019">
                  <c:v>2.8305555555555557</c:v>
                </c:pt>
                <c:pt idx="1020">
                  <c:v>2.8333333333333335</c:v>
                </c:pt>
                <c:pt idx="1021">
                  <c:v>2.8361111111111108</c:v>
                </c:pt>
                <c:pt idx="1022">
                  <c:v>2.838888888888889</c:v>
                </c:pt>
                <c:pt idx="1023">
                  <c:v>2.8416666666666668</c:v>
                </c:pt>
                <c:pt idx="1024">
                  <c:v>2.8444444444444441</c:v>
                </c:pt>
                <c:pt idx="1025">
                  <c:v>2.8472222222222223</c:v>
                </c:pt>
                <c:pt idx="1026">
                  <c:v>2.85</c:v>
                </c:pt>
                <c:pt idx="1027">
                  <c:v>2.8527777777777774</c:v>
                </c:pt>
                <c:pt idx="1028">
                  <c:v>2.8555555555555556</c:v>
                </c:pt>
                <c:pt idx="1029">
                  <c:v>2.8583333333333334</c:v>
                </c:pt>
                <c:pt idx="1030">
                  <c:v>2.8611111111111112</c:v>
                </c:pt>
                <c:pt idx="1031">
                  <c:v>2.8638888888888889</c:v>
                </c:pt>
                <c:pt idx="1032">
                  <c:v>2.8666666666666667</c:v>
                </c:pt>
                <c:pt idx="1033">
                  <c:v>2.8694444444444445</c:v>
                </c:pt>
                <c:pt idx="1034">
                  <c:v>2.8722222222222222</c:v>
                </c:pt>
                <c:pt idx="1035">
                  <c:v>2.875</c:v>
                </c:pt>
                <c:pt idx="1036">
                  <c:v>2.8777777777777778</c:v>
                </c:pt>
                <c:pt idx="1037">
                  <c:v>2.8805555555555555</c:v>
                </c:pt>
                <c:pt idx="1038">
                  <c:v>2.8833333333333333</c:v>
                </c:pt>
                <c:pt idx="1039">
                  <c:v>2.8861111111111111</c:v>
                </c:pt>
                <c:pt idx="1040">
                  <c:v>2.8888888888888888</c:v>
                </c:pt>
                <c:pt idx="1041">
                  <c:v>2.8916666666666666</c:v>
                </c:pt>
                <c:pt idx="1042">
                  <c:v>2.8944444444444444</c:v>
                </c:pt>
                <c:pt idx="1043">
                  <c:v>2.8972222222222226</c:v>
                </c:pt>
                <c:pt idx="1044">
                  <c:v>2.9</c:v>
                </c:pt>
                <c:pt idx="1045">
                  <c:v>2.9027777777777777</c:v>
                </c:pt>
                <c:pt idx="1046">
                  <c:v>2.9055555555555559</c:v>
                </c:pt>
                <c:pt idx="1047">
                  <c:v>2.9083333333333332</c:v>
                </c:pt>
                <c:pt idx="1048">
                  <c:v>2.911111111111111</c:v>
                </c:pt>
                <c:pt idx="1049">
                  <c:v>2.9138888888888892</c:v>
                </c:pt>
                <c:pt idx="1050">
                  <c:v>2.9166666666666665</c:v>
                </c:pt>
                <c:pt idx="1051">
                  <c:v>2.9194444444444443</c:v>
                </c:pt>
                <c:pt idx="1052">
                  <c:v>2.9222222222222225</c:v>
                </c:pt>
                <c:pt idx="1053">
                  <c:v>2.9249999999999998</c:v>
                </c:pt>
                <c:pt idx="1054">
                  <c:v>2.9277777777777776</c:v>
                </c:pt>
                <c:pt idx="1055">
                  <c:v>2.9305555555555558</c:v>
                </c:pt>
                <c:pt idx="1056">
                  <c:v>2.9333333333333331</c:v>
                </c:pt>
                <c:pt idx="1057">
                  <c:v>2.9361111111111109</c:v>
                </c:pt>
                <c:pt idx="1058">
                  <c:v>2.9388888888888891</c:v>
                </c:pt>
                <c:pt idx="1059">
                  <c:v>2.9416666666666669</c:v>
                </c:pt>
                <c:pt idx="1060">
                  <c:v>2.9444444444444442</c:v>
                </c:pt>
                <c:pt idx="1061">
                  <c:v>2.9472222222222224</c:v>
                </c:pt>
                <c:pt idx="1062">
                  <c:v>2.95</c:v>
                </c:pt>
                <c:pt idx="1063">
                  <c:v>2.9527777777777775</c:v>
                </c:pt>
                <c:pt idx="1064">
                  <c:v>2.9555555555555557</c:v>
                </c:pt>
                <c:pt idx="1065">
                  <c:v>2.9583333333333335</c:v>
                </c:pt>
                <c:pt idx="1066">
                  <c:v>2.9611111111111108</c:v>
                </c:pt>
                <c:pt idx="1067">
                  <c:v>2.963888888888889</c:v>
                </c:pt>
                <c:pt idx="1068">
                  <c:v>2.9666666666666668</c:v>
                </c:pt>
                <c:pt idx="1069">
                  <c:v>2.9694444444444441</c:v>
                </c:pt>
                <c:pt idx="1070">
                  <c:v>2.9722222222222223</c:v>
                </c:pt>
                <c:pt idx="1071">
                  <c:v>2.9750000000000001</c:v>
                </c:pt>
                <c:pt idx="1072">
                  <c:v>2.9777777777777774</c:v>
                </c:pt>
                <c:pt idx="1073">
                  <c:v>2.9805555555555556</c:v>
                </c:pt>
                <c:pt idx="1074">
                  <c:v>2.9833333333333334</c:v>
                </c:pt>
                <c:pt idx="1075">
                  <c:v>2.9861111111111112</c:v>
                </c:pt>
                <c:pt idx="1076">
                  <c:v>2.9888888888888889</c:v>
                </c:pt>
                <c:pt idx="1077">
                  <c:v>2.9916666666666667</c:v>
                </c:pt>
                <c:pt idx="1078">
                  <c:v>2.9944444444444445</c:v>
                </c:pt>
                <c:pt idx="1079">
                  <c:v>2.9972222222222222</c:v>
                </c:pt>
                <c:pt idx="1080">
                  <c:v>3</c:v>
                </c:pt>
              </c:numCache>
            </c:numRef>
          </c:xVal>
          <c:yVal>
            <c:numRef>
              <c:f>Sheet1!$O$4:$O$1084</c:f>
              <c:numCache>
                <c:formatCode>0.00</c:formatCode>
                <c:ptCount val="1081"/>
                <c:pt idx="0">
                  <c:v>0</c:v>
                </c:pt>
                <c:pt idx="1">
                  <c:v>4.6542357069039922E-138</c:v>
                </c:pt>
                <c:pt idx="2">
                  <c:v>4.8016795275268451E-120</c:v>
                </c:pt>
                <c:pt idx="3">
                  <c:v>1.5798424244820781E-109</c:v>
                </c:pt>
                <c:pt idx="4">
                  <c:v>4.432849901158577E-102</c:v>
                </c:pt>
                <c:pt idx="5">
                  <c:v>2.5883849390205577E-96</c:v>
                </c:pt>
                <c:pt idx="6">
                  <c:v>1.3051147097398858E-91</c:v>
                </c:pt>
                <c:pt idx="7">
                  <c:v>1.2139508959148627E-87</c:v>
                </c:pt>
                <c:pt idx="8">
                  <c:v>3.276898549927211E-84</c:v>
                </c:pt>
                <c:pt idx="9">
                  <c:v>3.4384237711354174E-81</c:v>
                </c:pt>
                <c:pt idx="10">
                  <c:v>1.7121976309360399E-78</c:v>
                </c:pt>
                <c:pt idx="11">
                  <c:v>4.6650903458252293E-76</c:v>
                </c:pt>
                <c:pt idx="12">
                  <c:v>7.7253607685731398E-74</c:v>
                </c:pt>
                <c:pt idx="13">
                  <c:v>8.4215145421191075E-72</c:v>
                </c:pt>
                <c:pt idx="14">
                  <c:v>6.4300783198980233E-70</c:v>
                </c:pt>
                <c:pt idx="15">
                  <c:v>3.6120580638253864E-68</c:v>
                </c:pt>
                <c:pt idx="16">
                  <c:v>1.5531850318237945E-66</c:v>
                </c:pt>
                <c:pt idx="17">
                  <c:v>5.2808590677963235E-65</c:v>
                </c:pt>
                <c:pt idx="18">
                  <c:v>1.4583597131798051E-63</c:v>
                </c:pt>
                <c:pt idx="19">
                  <c:v>3.3456111824679243E-62</c:v>
                </c:pt>
                <c:pt idx="20">
                  <c:v>6.4983665886929658E-61</c:v>
                </c:pt>
                <c:pt idx="21">
                  <c:v>1.0861935237938391E-59</c:v>
                </c:pt>
                <c:pt idx="22">
                  <c:v>1.5843657005896019E-58</c:v>
                </c:pt>
                <c:pt idx="23">
                  <c:v>2.0413139394265984E-57</c:v>
                </c:pt>
                <c:pt idx="24">
                  <c:v>2.3477897402186808E-56</c:v>
                </c:pt>
                <c:pt idx="25">
                  <c:v>2.4329337084803461E-55</c:v>
                </c:pt>
                <c:pt idx="26">
                  <c:v>2.2902120274796754E-54</c:v>
                </c:pt>
                <c:pt idx="27">
                  <c:v>1.9726303921357517E-53</c:v>
                </c:pt>
                <c:pt idx="28">
                  <c:v>1.5647566594172844E-52</c:v>
                </c:pt>
                <c:pt idx="29">
                  <c:v>1.1497141051874992E-51</c:v>
                </c:pt>
                <c:pt idx="30">
                  <c:v>7.8655722798140378E-51</c:v>
                </c:pt>
                <c:pt idx="31">
                  <c:v>5.0338669293490822E-50</c:v>
                </c:pt>
                <c:pt idx="32">
                  <c:v>3.0265221552939383E-49</c:v>
                </c:pt>
                <c:pt idx="33">
                  <c:v>1.7160368456461562E-48</c:v>
                </c:pt>
                <c:pt idx="34">
                  <c:v>9.2081057002258747E-48</c:v>
                </c:pt>
                <c:pt idx="35">
                  <c:v>4.690973634169934E-47</c:v>
                </c:pt>
                <c:pt idx="36">
                  <c:v>2.2754926370373552E-46</c:v>
                </c:pt>
                <c:pt idx="37">
                  <c:v>1.053838086181571E-45</c:v>
                </c:pt>
                <c:pt idx="38">
                  <c:v>4.6712305297852913E-45</c:v>
                </c:pt>
                <c:pt idx="39">
                  <c:v>1.9862640526401012E-44</c:v>
                </c:pt>
                <c:pt idx="40">
                  <c:v>8.119047803758291E-44</c:v>
                </c:pt>
                <c:pt idx="41">
                  <c:v>3.1965542509562626E-43</c:v>
                </c:pt>
                <c:pt idx="42">
                  <c:v>1.2143759503173933E-42</c:v>
                </c:pt>
                <c:pt idx="43">
                  <c:v>4.4591093875732406E-42</c:v>
                </c:pt>
                <c:pt idx="44">
                  <c:v>1.5850626709567125E-41</c:v>
                </c:pt>
                <c:pt idx="45">
                  <c:v>5.4623777843428884E-41</c:v>
                </c:pt>
                <c:pt idx="46">
                  <c:v>1.8274515225053572E-40</c:v>
                </c:pt>
                <c:pt idx="47">
                  <c:v>5.9428189277456098E-40</c:v>
                </c:pt>
                <c:pt idx="48">
                  <c:v>1.8807900642956167E-39</c:v>
                </c:pt>
                <c:pt idx="49">
                  <c:v>5.7993048480312299E-39</c:v>
                </c:pt>
                <c:pt idx="50">
                  <c:v>1.7440400532351683E-38</c:v>
                </c:pt>
                <c:pt idx="51">
                  <c:v>5.1204934849561808E-38</c:v>
                </c:pt>
                <c:pt idx="52">
                  <c:v>1.4690850110166257E-37</c:v>
                </c:pt>
                <c:pt idx="53">
                  <c:v>4.1223374826576359E-37</c:v>
                </c:pt>
                <c:pt idx="54">
                  <c:v>1.1323013213098762E-36</c:v>
                </c:pt>
                <c:pt idx="55">
                  <c:v>3.0467923181950382E-36</c:v>
                </c:pt>
                <c:pt idx="56">
                  <c:v>8.0372626378794143E-36</c:v>
                </c:pt>
                <c:pt idx="57">
                  <c:v>2.0799980977134202E-35</c:v>
                </c:pt>
                <c:pt idx="58">
                  <c:v>5.2844071166697128E-35</c:v>
                </c:pt>
                <c:pt idx="59">
                  <c:v>1.3188105451543068E-34</c:v>
                </c:pt>
                <c:pt idx="60">
                  <c:v>3.2350559275669639E-34</c:v>
                </c:pt>
                <c:pt idx="61">
                  <c:v>7.8044432741562861E-34</c:v>
                </c:pt>
                <c:pt idx="62">
                  <c:v>1.8526707936504096E-33</c:v>
                </c:pt>
                <c:pt idx="63">
                  <c:v>4.3298705258503314E-33</c:v>
                </c:pt>
                <c:pt idx="64">
                  <c:v>9.9674815264522097E-33</c:v>
                </c:pt>
                <c:pt idx="65">
                  <c:v>2.2611712583569885E-32</c:v>
                </c:pt>
                <c:pt idx="66">
                  <c:v>5.0572363170302842E-32</c:v>
                </c:pt>
                <c:pt idx="67">
                  <c:v>1.1156046996739453E-31</c:v>
                </c:pt>
                <c:pt idx="68">
                  <c:v>2.4282980607557143E-31</c:v>
                </c:pt>
                <c:pt idx="69">
                  <c:v>5.2174432320085979E-31</c:v>
                </c:pt>
                <c:pt idx="70">
                  <c:v>1.1069799290535012E-30</c:v>
                </c:pt>
                <c:pt idx="71">
                  <c:v>2.3200819562685625E-30</c:v>
                </c:pt>
                <c:pt idx="72">
                  <c:v>4.8050426492881627E-30</c:v>
                </c:pt>
                <c:pt idx="73">
                  <c:v>9.8370329412542889E-30</c:v>
                </c:pt>
                <c:pt idx="74">
                  <c:v>1.9913186440188058E-29</c:v>
                </c:pt>
                <c:pt idx="75">
                  <c:v>3.9871120159162667E-29</c:v>
                </c:pt>
                <c:pt idx="76">
                  <c:v>7.8984746391927291E-29</c:v>
                </c:pt>
                <c:pt idx="77">
                  <c:v>1.5485180040315387E-28</c:v>
                </c:pt>
                <c:pt idx="78">
                  <c:v>3.0053424638306957E-28</c:v>
                </c:pt>
                <c:pt idx="79">
                  <c:v>5.7754834182795632E-28</c:v>
                </c:pt>
                <c:pt idx="80">
                  <c:v>1.0992769989285334E-27</c:v>
                </c:pt>
                <c:pt idx="81">
                  <c:v>2.0727843059380999E-27</c:v>
                </c:pt>
                <c:pt idx="82">
                  <c:v>3.8728366506511074E-27</c:v>
                </c:pt>
                <c:pt idx="83">
                  <c:v>7.1718077089986252E-27</c:v>
                </c:pt>
                <c:pt idx="84">
                  <c:v>1.3165741246927881E-26</c:v>
                </c:pt>
                <c:pt idx="85">
                  <c:v>2.3964520964157989E-26</c:v>
                </c:pt>
                <c:pt idx="86">
                  <c:v>4.3259883093897562E-26</c:v>
                </c:pt>
                <c:pt idx="87">
                  <c:v>7.7460176375201063E-26</c:v>
                </c:pt>
                <c:pt idx="88">
                  <c:v>1.3760325618776587E-25</c:v>
                </c:pt>
                <c:pt idx="89">
                  <c:v>2.4255701435834967E-25</c:v>
                </c:pt>
                <c:pt idx="90">
                  <c:v>4.2433520396280793E-25</c:v>
                </c:pt>
                <c:pt idx="91">
                  <c:v>7.3686358373430243E-25</c:v>
                </c:pt>
                <c:pt idx="92">
                  <c:v>1.270334968220833E-24</c:v>
                </c:pt>
                <c:pt idx="93">
                  <c:v>2.1745559338264716E-24</c:v>
                </c:pt>
                <c:pt idx="94">
                  <c:v>3.696663703935223E-24</c:v>
                </c:pt>
                <c:pt idx="95">
                  <c:v>6.2416599207987663E-24</c:v>
                </c:pt>
                <c:pt idx="96">
                  <c:v>1.0468942750891445E-23</c:v>
                </c:pt>
                <c:pt idx="97">
                  <c:v>1.7445280470129305E-23</c:v>
                </c:pt>
                <c:pt idx="98">
                  <c:v>2.8885740089107523E-23</c:v>
                </c:pt>
                <c:pt idx="99">
                  <c:v>4.7530862055970426E-23</c:v>
                </c:pt>
                <c:pt idx="100">
                  <c:v>7.773365218398904E-23</c:v>
                </c:pt>
                <c:pt idx="101">
                  <c:v>1.2636783858101747E-22</c:v>
                </c:pt>
                <c:pt idx="102">
                  <c:v>2.0422527692372906E-22</c:v>
                </c:pt>
                <c:pt idx="103">
                  <c:v>3.2815401917029315E-22</c:v>
                </c:pt>
                <c:pt idx="104">
                  <c:v>5.2431183506629835E-22</c:v>
                </c:pt>
                <c:pt idx="105">
                  <c:v>8.3309073538106718E-22</c:v>
                </c:pt>
                <c:pt idx="106">
                  <c:v>1.3165317405231351E-21</c:v>
                </c:pt>
                <c:pt idx="107">
                  <c:v>2.0694318879042941E-21</c:v>
                </c:pt>
                <c:pt idx="108">
                  <c:v>3.2358982900818016E-21</c:v>
                </c:pt>
                <c:pt idx="109">
                  <c:v>5.0338986485787542E-21</c:v>
                </c:pt>
                <c:pt idx="110">
                  <c:v>7.7914943115437698E-21</c:v>
                </c:pt>
                <c:pt idx="111">
                  <c:v>1.2000060433524497E-20</c:v>
                </c:pt>
                <c:pt idx="112">
                  <c:v>1.839209170818456E-20</c:v>
                </c:pt>
                <c:pt idx="113">
                  <c:v>2.8054428763304373E-20</c:v>
                </c:pt>
                <c:pt idx="114">
                  <c:v>4.2592286870267494E-20</c:v>
                </c:pt>
                <c:pt idx="115">
                  <c:v>6.4365827571953081E-20</c:v>
                </c:pt>
                <c:pt idx="116">
                  <c:v>9.6829869702269166E-20</c:v>
                </c:pt>
                <c:pt idx="117">
                  <c:v>1.4501961778833895E-19</c:v>
                </c:pt>
                <c:pt idx="118">
                  <c:v>2.1624224790351438E-19</c:v>
                </c:pt>
                <c:pt idx="119">
                  <c:v>3.2105752252243035E-19</c:v>
                </c:pt>
                <c:pt idx="120">
                  <c:v>4.7466257068184599E-19</c:v>
                </c:pt>
                <c:pt idx="121">
                  <c:v>6.9883959065418949E-19</c:v>
                </c:pt>
                <c:pt idx="122">
                  <c:v>1.0246845303538738E-18</c:v>
                </c:pt>
                <c:pt idx="123">
                  <c:v>1.4964151042889636E-18</c:v>
                </c:pt>
                <c:pt idx="124">
                  <c:v>2.1766648500599881E-18</c:v>
                </c:pt>
                <c:pt idx="125">
                  <c:v>3.153815566480376E-18</c:v>
                </c:pt>
                <c:pt idx="126">
                  <c:v>4.5521155393204136E-18</c:v>
                </c:pt>
                <c:pt idx="127">
                  <c:v>6.5455912925570091E-18</c:v>
                </c:pt>
                <c:pt idx="128">
                  <c:v>9.3771068236814545E-18</c:v>
                </c:pt>
                <c:pt idx="129">
                  <c:v>1.3384383138490883E-17</c:v>
                </c:pt>
                <c:pt idx="130">
                  <c:v>1.9035396970870534E-17</c:v>
                </c:pt>
                <c:pt idx="131">
                  <c:v>2.6976375406228283E-17</c:v>
                </c:pt>
                <c:pt idx="132">
                  <c:v>3.8096649934145637E-17</c:v>
                </c:pt>
                <c:pt idx="133">
                  <c:v>5.3616002468803301E-17</c:v>
                </c:pt>
                <c:pt idx="134">
                  <c:v>7.5201920536531363E-17</c:v>
                </c:pt>
                <c:pt idx="135">
                  <c:v>1.0512649799211109E-16</c:v>
                </c:pt>
                <c:pt idx="136">
                  <c:v>1.4647572199677951E-16</c:v>
                </c:pt>
                <c:pt idx="137">
                  <c:v>2.0342776708623557E-16</c:v>
                </c:pt>
                <c:pt idx="138">
                  <c:v>2.8162191308588219E-16</c:v>
                </c:pt>
                <c:pt idx="139">
                  <c:v>3.8864611710832417E-16</c:v>
                </c:pt>
                <c:pt idx="140">
                  <c:v>5.3467947890804369E-16</c:v>
                </c:pt>
                <c:pt idx="141">
                  <c:v>7.3333631570240468E-16</c:v>
                </c:pt>
                <c:pt idx="142">
                  <c:v>1.0027718954469555E-15</c:v>
                </c:pt>
                <c:pt idx="143">
                  <c:v>1.3671267971740146E-15</c:v>
                </c:pt>
                <c:pt idx="144">
                  <c:v>1.8584082784793109E-15</c:v>
                </c:pt>
                <c:pt idx="145">
                  <c:v>2.5189340516403453E-15</c:v>
                </c:pt>
                <c:pt idx="146">
                  <c:v>3.4044978785493112E-15</c:v>
                </c:pt>
                <c:pt idx="147">
                  <c:v>4.5884590829003605E-15</c:v>
                </c:pt>
                <c:pt idx="148">
                  <c:v>6.1670115195010184E-15</c:v>
                </c:pt>
                <c:pt idx="149">
                  <c:v>8.265954269422352E-15</c:v>
                </c:pt>
                <c:pt idx="150">
                  <c:v>1.1049369435115161E-14</c:v>
                </c:pt>
                <c:pt idx="151">
                  <c:v>1.4730715647544683E-14</c:v>
                </c:pt>
                <c:pt idx="152">
                  <c:v>1.958697382290222E-14</c:v>
                </c:pt>
                <c:pt idx="153">
                  <c:v>2.5976639829929937E-14</c:v>
                </c:pt>
                <c:pt idx="154">
                  <c:v>3.4362553699923514E-14</c:v>
                </c:pt>
                <c:pt idx="155">
                  <c:v>4.5340794834603789E-14</c:v>
                </c:pt>
                <c:pt idx="156">
                  <c:v>5.9677166954682885E-14</c:v>
                </c:pt>
                <c:pt idx="157">
                  <c:v>7.8353156799460837E-14</c:v>
                </c:pt>
                <c:pt idx="158">
                  <c:v>1.0262369059763252E-13</c:v>
                </c:pt>
                <c:pt idx="159">
                  <c:v>1.3408954849117362E-13</c:v>
                </c:pt>
                <c:pt idx="160">
                  <c:v>1.7478794892763032E-13</c:v>
                </c:pt>
                <c:pt idx="161">
                  <c:v>2.2730560570802735E-13</c:v>
                </c:pt>
                <c:pt idx="162">
                  <c:v>2.9491951732045039E-13</c:v>
                </c:pt>
                <c:pt idx="163">
                  <c:v>3.8177190381225091E-13</c:v>
                </c:pt>
                <c:pt idx="164">
                  <c:v>4.9308709896218905E-13</c:v>
                </c:pt>
                <c:pt idx="165">
                  <c:v>6.3543987984338502E-13</c:v>
                </c:pt>
                <c:pt idx="166">
                  <c:v>8.1708672475675542E-13</c:v>
                </c:pt>
                <c:pt idx="167">
                  <c:v>1.048373895722604E-12</c:v>
                </c:pt>
                <c:pt idx="168">
                  <c:v>1.3422391154134792E-12</c:v>
                </c:pt>
                <c:pt idx="169">
                  <c:v>1.7148270347453405E-12</c:v>
                </c:pt>
                <c:pt idx="170">
                  <c:v>2.1862427642358237E-12</c:v>
                </c:pt>
                <c:pt idx="171">
                  <c:v>2.7814725833780901E-12</c:v>
                </c:pt>
                <c:pt idx="172">
                  <c:v>3.5315066794094004E-12</c:v>
                </c:pt>
                <c:pt idx="173">
                  <c:v>4.4747055523020015E-12</c:v>
                </c:pt>
                <c:pt idx="174">
                  <c:v>5.6584597323548441E-12</c:v>
                </c:pt>
                <c:pt idx="175">
                  <c:v>7.1412018928393315E-12</c:v>
                </c:pt>
                <c:pt idx="176">
                  <c:v>8.9948415354039806E-12</c:v>
                </c:pt>
                <c:pt idx="177">
                  <c:v>1.1307705447183269E-11</c:v>
                </c:pt>
                <c:pt idx="178">
                  <c:v>1.4188082381232239E-11</c:v>
                </c:pt>
                <c:pt idx="179">
                  <c:v>1.7768488244936063E-11</c:v>
                </c:pt>
                <c:pt idx="180">
                  <c:v>2.221078889223331E-11</c:v>
                </c:pt>
                <c:pt idx="181">
                  <c:v>2.7712341857552434E-11</c:v>
                </c:pt>
                <c:pt idx="182">
                  <c:v>3.4513346556397867E-11</c:v>
                </c:pt>
                <c:pt idx="183">
                  <c:v>4.2905625192276943E-11</c:v>
                </c:pt>
                <c:pt idx="184">
                  <c:v>5.3243094511439088E-11</c:v>
                </c:pt>
                <c:pt idx="185">
                  <c:v>6.5954232380094897E-11</c:v>
                </c:pt>
                <c:pt idx="186">
                  <c:v>8.1556893762414035E-11</c:v>
                </c:pt>
                <c:pt idx="187">
                  <c:v>1.0067588899529756E-10</c:v>
                </c:pt>
                <c:pt idx="188">
                  <c:v>1.240638043473539E-10</c:v>
                </c:pt>
                <c:pt idx="189">
                  <c:v>1.526256219018838E-10</c:v>
                </c:pt>
                <c:pt idx="190">
                  <c:v>1.8744778414516037E-10</c:v>
                </c:pt>
                <c:pt idx="191">
                  <c:v>2.2983244975447181E-10</c:v>
                </c:pt>
                <c:pt idx="192">
                  <c:v>2.8133780261749146E-10</c:v>
                </c:pt>
                <c:pt idx="193">
                  <c:v>3.4382540791324403E-10</c:v>
                </c:pt>
                <c:pt idx="194">
                  <c:v>4.1951575918522653E-10</c:v>
                </c:pt>
                <c:pt idx="195">
                  <c:v>5.1105333100015272E-10</c:v>
                </c:pt>
                <c:pt idx="196">
                  <c:v>6.2158264551155562E-10</c:v>
                </c:pt>
                <c:pt idx="197">
                  <c:v>7.5483708079688116E-10</c:v>
                </c:pt>
                <c:pt idx="198">
                  <c:v>9.1524239725210288E-10</c:v>
                </c:pt>
                <c:pt idx="199">
                  <c:v>1.1080372389550489E-9</c:v>
                </c:pt>
                <c:pt idx="200">
                  <c:v>1.339413183421822E-9</c:v>
                </c:pt>
                <c:pt idx="201">
                  <c:v>1.6166772696049661E-9</c:v>
                </c:pt>
                <c:pt idx="202">
                  <c:v>1.9484403347226495E-9</c:v>
                </c:pt>
                <c:pt idx="203">
                  <c:v>2.3448349403695497E-9</c:v>
                </c:pt>
                <c:pt idx="204">
                  <c:v>2.8177671725855787E-9</c:v>
                </c:pt>
                <c:pt idx="205">
                  <c:v>3.3812071648419649E-9</c:v>
                </c:pt>
                <c:pt idx="206">
                  <c:v>4.0515238234347332E-9</c:v>
                </c:pt>
                <c:pt idx="207">
                  <c:v>4.8478699382539945E-9</c:v>
                </c:pt>
                <c:pt idx="208">
                  <c:v>5.7926246455763692E-9</c:v>
                </c:pt>
                <c:pt idx="209">
                  <c:v>6.911901081221957E-9</c:v>
                </c:pt>
                <c:pt idx="210">
                  <c:v>8.2361280305733064E-9</c:v>
                </c:pt>
                <c:pt idx="211">
                  <c:v>9.8007154556140374E-9</c:v>
                </c:pt>
                <c:pt idx="212">
                  <c:v>1.1646814968047312E-8</c:v>
                </c:pt>
                <c:pt idx="213">
                  <c:v>1.3822187632114015E-8</c:v>
                </c:pt>
                <c:pt idx="214">
                  <c:v>1.6382192932064671E-8</c:v>
                </c:pt>
                <c:pt idx="215">
                  <c:v>1.9390914339234711E-8</c:v>
                </c:pt>
                <c:pt idx="216">
                  <c:v>2.292243867494657E-8</c:v>
                </c:pt>
                <c:pt idx="217">
                  <c:v>2.7062308401448628E-8</c:v>
                </c:pt>
                <c:pt idx="218">
                  <c:v>3.1909168098000209E-8</c:v>
                </c:pt>
                <c:pt idx="219">
                  <c:v>3.7576628708070363E-8</c:v>
                </c:pt>
                <c:pt idx="220">
                  <c:v>4.4195375692306216E-8</c:v>
                </c:pt>
                <c:pt idx="221">
                  <c:v>5.1915550007103214E-8</c:v>
                </c:pt>
                <c:pt idx="222">
                  <c:v>6.0909433867862998E-8</c:v>
                </c:pt>
                <c:pt idx="223">
                  <c:v>7.1374476567665633E-8</c:v>
                </c:pt>
                <c:pt idx="224">
                  <c:v>8.3536699225343701E-8</c:v>
                </c:pt>
                <c:pt idx="225">
                  <c:v>9.7654521251779067E-8</c:v>
                </c:pt>
                <c:pt idx="226">
                  <c:v>1.1402305557053141E-7</c:v>
                </c:pt>
                <c:pt idx="227">
                  <c:v>1.3297892423002541E-7</c:v>
                </c:pt>
                <c:pt idx="228">
                  <c:v>1.5490565102196338E-7</c:v>
                </c:pt>
                <c:pt idx="229">
                  <c:v>1.8023969309714976E-7</c:v>
                </c:pt>
                <c:pt idx="230">
                  <c:v>2.0947717936910885E-7</c:v>
                </c:pt>
                <c:pt idx="231">
                  <c:v>2.4318142974204971E-7</c:v>
                </c:pt>
                <c:pt idx="232">
                  <c:v>2.8199133591710229E-7</c:v>
                </c:pt>
                <c:pt idx="233">
                  <c:v>3.2663069174481103E-7</c:v>
                </c:pt>
                <c:pt idx="234">
                  <c:v>3.7791856882729669E-7</c:v>
                </c:pt>
                <c:pt idx="235">
                  <c:v>4.3678084135654169E-7</c:v>
                </c:pt>
                <c:pt idx="236">
                  <c:v>5.042629730304047E-7</c:v>
                </c:pt>
                <c:pt idx="237">
                  <c:v>5.8154418834202063E-7</c:v>
                </c:pt>
                <c:pt idx="238">
                  <c:v>6.6995316061483831E-7</c:v>
                </c:pt>
                <c:pt idx="239">
                  <c:v>7.7098535988125885E-7</c:v>
                </c:pt>
                <c:pt idx="240">
                  <c:v>8.8632221510035339E-7</c:v>
                </c:pt>
                <c:pt idx="241">
                  <c:v>1.0178522573042889E-6</c:v>
                </c:pt>
                <c:pt idx="242">
                  <c:v>1.1676944230754607E-6</c:v>
                </c:pt>
                <c:pt idx="243">
                  <c:v>1.3382237113092243E-6</c:v>
                </c:pt>
                <c:pt idx="244">
                  <c:v>1.532099400529816E-6</c:v>
                </c:pt>
                <c:pt idx="245">
                  <c:v>1.7522960491183823E-6</c:v>
                </c:pt>
                <c:pt idx="246">
                  <c:v>2.0021375166981152E-6</c:v>
                </c:pt>
                <c:pt idx="247">
                  <c:v>2.2853342616171444E-6</c:v>
                </c:pt>
                <c:pt idx="248">
                  <c:v>2.6060241869863707E-6</c:v>
                </c:pt>
                <c:pt idx="249">
                  <c:v>2.9688173260757394E-6</c:v>
                </c:pt>
                <c:pt idx="250">
                  <c:v>3.3788446770553467E-6</c:v>
                </c:pt>
                <c:pt idx="251">
                  <c:v>3.8418115170899299E-6</c:v>
                </c:pt>
                <c:pt idx="252">
                  <c:v>4.3640555466526844E-6</c:v>
                </c:pt>
                <c:pt idx="253">
                  <c:v>4.9526102366189262E-6</c:v>
                </c:pt>
                <c:pt idx="254">
                  <c:v>5.6152737732116624E-6</c:v>
                </c:pt>
                <c:pt idx="255">
                  <c:v>6.360684019197399E-6</c:v>
                </c:pt>
                <c:pt idx="256">
                  <c:v>7.1983999338430037E-6</c:v>
                </c:pt>
                <c:pt idx="257">
                  <c:v>8.138989919022016E-6</c:v>
                </c:pt>
                <c:pt idx="258">
                  <c:v>9.1941275844722436E-6</c:v>
                </c:pt>
                <c:pt idx="259">
                  <c:v>1.0376695451518071E-5</c:v>
                </c:pt>
                <c:pt idx="260">
                  <c:v>1.1700897141535265E-5</c:v>
                </c:pt>
                <c:pt idx="261">
                  <c:v>1.3182378623007413E-5</c:v>
                </c:pt>
                <c:pt idx="262">
                  <c:v>1.4838359119146258E-5</c:v>
                </c:pt>
                <c:pt idx="263">
                  <c:v>1.6687772306646394E-5</c:v>
                </c:pt>
                <c:pt idx="264">
                  <c:v>1.8751418465167561E-5</c:v>
                </c:pt>
                <c:pt idx="265">
                  <c:v>2.1052128266486175E-5</c:v>
                </c:pt>
                <c:pt idx="266">
                  <c:v>2.3614938921847902E-5</c:v>
                </c:pt>
                <c:pt idx="267">
                  <c:v>2.6467283435804381E-5</c:v>
                </c:pt>
                <c:pt idx="268">
                  <c:v>2.9639193744595513E-5</c:v>
                </c:pt>
                <c:pt idx="269">
                  <c:v>3.3163518546863937E-5</c:v>
                </c:pt>
                <c:pt idx="270">
                  <c:v>3.7076156663999944E-5</c:v>
                </c:pt>
                <c:pt idx="271">
                  <c:v>4.1416306796629779E-5</c:v>
                </c:pt>
                <c:pt idx="272">
                  <c:v>4.6226734572481734E-5</c:v>
                </c:pt>
                <c:pt idx="273">
                  <c:v>5.1554057808985004E-5</c:v>
                </c:pt>
                <c:pt idx="274">
                  <c:v>5.7449050941305419E-5</c:v>
                </c:pt>
                <c:pt idx="275">
                  <c:v>6.3966969592929197E-5</c:v>
                </c:pt>
                <c:pt idx="276">
                  <c:v>7.1167896291164922E-5</c:v>
                </c:pt>
                <c:pt idx="277">
                  <c:v>7.9117108353960741E-5</c:v>
                </c:pt>
                <c:pt idx="278">
                  <c:v>8.7885468996867455E-5</c:v>
                </c:pt>
                <c:pt idx="279">
                  <c:v>9.7549842729800464E-5</c:v>
                </c:pt>
                <c:pt idx="280">
                  <c:v>1.0819353613210335E-4</c:v>
                </c:pt>
                <c:pt idx="281">
                  <c:v>1.1990676511119375E-4</c:v>
                </c:pt>
                <c:pt idx="282">
                  <c:v>1.3278714976444329E-4</c:v>
                </c:pt>
                <c:pt idx="283">
                  <c:v>1.4694023797578765E-4</c:v>
                </c:pt>
                <c:pt idx="284">
                  <c:v>1.6248005888757844E-4</c:v>
                </c:pt>
                <c:pt idx="285">
                  <c:v>1.795297073940917E-4</c:v>
                </c:pt>
                <c:pt idx="286">
                  <c:v>1.9822196080585903E-4</c:v>
                </c:pt>
                <c:pt idx="287">
                  <c:v>2.1869992883297978E-4</c:v>
                </c:pt>
                <c:pt idx="288">
                  <c:v>2.4111773803098374E-4</c:v>
                </c:pt>
                <c:pt idx="289">
                  <c:v>2.6564125184400518E-4</c:v>
                </c:pt>
                <c:pt idx="290">
                  <c:v>2.9244882736701691E-4</c:v>
                </c:pt>
                <c:pt idx="291">
                  <c:v>3.2173210993127814E-4</c:v>
                </c:pt>
                <c:pt idx="292">
                  <c:v>3.536968665947702E-4</c:v>
                </c:pt>
                <c:pt idx="293">
                  <c:v>3.8856385959184977E-4</c:v>
                </c:pt>
                <c:pt idx="294">
                  <c:v>4.2656976076373935E-4</c:v>
                </c:pt>
                <c:pt idx="295">
                  <c:v>4.6796810795314076E-4</c:v>
                </c:pt>
                <c:pt idx="296">
                  <c:v>5.130303043021032E-4</c:v>
                </c:pt>
                <c:pt idx="297">
                  <c:v>5.6204666134249571E-4</c:v>
                </c:pt>
                <c:pt idx="298">
                  <c:v>6.153274867120186E-4</c:v>
                </c:pt>
                <c:pt idx="299">
                  <c:v>6.7320421726604158E-4</c:v>
                </c:pt>
                <c:pt idx="300">
                  <c:v>7.3603059828661072E-4</c:v>
                </c:pt>
                <c:pt idx="301">
                  <c:v>8.0418390941363466E-4</c:v>
                </c:pt>
                <c:pt idx="302">
                  <c:v>8.7806623784073858E-4</c:v>
                </c:pt>
                <c:pt idx="303">
                  <c:v>9.5810579922785144E-4</c:v>
                </c:pt>
                <c:pt idx="304">
                  <c:v>1.044758306686134E-3</c:v>
                </c:pt>
                <c:pt idx="305">
                  <c:v>1.1385083880855991E-3</c:v>
                </c:pt>
                <c:pt idx="306">
                  <c:v>1.2398710518247808E-3</c:v>
                </c:pt>
                <c:pt idx="307">
                  <c:v>1.349393201081903E-3</c:v>
                </c:pt>
                <c:pt idx="308">
                  <c:v>1.4676551964408662E-3</c:v>
                </c:pt>
                <c:pt idx="309">
                  <c:v>1.5952724666508569E-3</c:v>
                </c:pt>
                <c:pt idx="310">
                  <c:v>1.7328971671368126E-3</c:v>
                </c:pt>
                <c:pt idx="311">
                  <c:v>1.8812198857295727E-3</c:v>
                </c:pt>
                <c:pt idx="312">
                  <c:v>2.0409713949270016E-3</c:v>
                </c:pt>
                <c:pt idx="313">
                  <c:v>2.2129244498355124E-3</c:v>
                </c:pt>
                <c:pt idx="314">
                  <c:v>2.3978956307692616E-3</c:v>
                </c:pt>
                <c:pt idx="315">
                  <c:v>2.5967472293082442E-3</c:v>
                </c:pt>
                <c:pt idx="316">
                  <c:v>2.8103891764311825E-3</c:v>
                </c:pt>
                <c:pt idx="317">
                  <c:v>3.0397810111497821E-3</c:v>
                </c:pt>
                <c:pt idx="318">
                  <c:v>3.2859338878731465E-3</c:v>
                </c:pt>
                <c:pt idx="319">
                  <c:v>3.5499126205295402E-3</c:v>
                </c:pt>
                <c:pt idx="320">
                  <c:v>3.8328377612644147E-3</c:v>
                </c:pt>
                <c:pt idx="321">
                  <c:v>4.1358877113204413E-3</c:v>
                </c:pt>
                <c:pt idx="322">
                  <c:v>4.4603008614880193E-3</c:v>
                </c:pt>
                <c:pt idx="323">
                  <c:v>4.807377759292744E-3</c:v>
                </c:pt>
                <c:pt idx="324">
                  <c:v>5.1784832998604596E-3</c:v>
                </c:pt>
                <c:pt idx="325">
                  <c:v>5.575048937173325E-3</c:v>
                </c:pt>
                <c:pt idx="326">
                  <c:v>5.9985749121964742E-3</c:v>
                </c:pt>
                <c:pt idx="327">
                  <c:v>6.4506324941252342E-3</c:v>
                </c:pt>
                <c:pt idx="328">
                  <c:v>6.9328662307655657E-3</c:v>
                </c:pt>
                <c:pt idx="329">
                  <c:v>7.4469962038262033E-3</c:v>
                </c:pt>
                <c:pt idx="330">
                  <c:v>7.9948202846677925E-3</c:v>
                </c:pt>
                <c:pt idx="331">
                  <c:v>8.5782163858168468E-3</c:v>
                </c:pt>
                <c:pt idx="332">
                  <c:v>9.1991447033235273E-3</c:v>
                </c:pt>
                <c:pt idx="333">
                  <c:v>9.8596499448090815E-3</c:v>
                </c:pt>
                <c:pt idx="334">
                  <c:v>1.0561863537824158E-2</c:v>
                </c:pt>
                <c:pt idx="335">
                  <c:v>1.1308005812915606E-2</c:v>
                </c:pt>
                <c:pt idx="336">
                  <c:v>1.2100388155580141E-2</c:v>
                </c:pt>
                <c:pt idx="337">
                  <c:v>1.2941415121075038E-2</c:v>
                </c:pt>
                <c:pt idx="338">
                  <c:v>1.3833586505844559E-2</c:v>
                </c:pt>
                <c:pt idx="339">
                  <c:v>1.4779499369132228E-2</c:v>
                </c:pt>
                <c:pt idx="340">
                  <c:v>1.5781849998147128E-2</c:v>
                </c:pt>
                <c:pt idx="341">
                  <c:v>1.6843435809988073E-2</c:v>
                </c:pt>
                <c:pt idx="342">
                  <c:v>1.7967157183346679E-2</c:v>
                </c:pt>
                <c:pt idx="343">
                  <c:v>1.9156019212859785E-2</c:v>
                </c:pt>
                <c:pt idx="344">
                  <c:v>2.0413133378836056E-2</c:v>
                </c:pt>
                <c:pt idx="345">
                  <c:v>2.1741719124944922E-2</c:v>
                </c:pt>
                <c:pt idx="346">
                  <c:v>2.3145105336342699E-2</c:v>
                </c:pt>
                <c:pt idx="347">
                  <c:v>2.4626731710603329E-2</c:v>
                </c:pt>
                <c:pt idx="348">
                  <c:v>2.6190150013737656E-2</c:v>
                </c:pt>
                <c:pt idx="349">
                  <c:v>2.7839025213509856E-2</c:v>
                </c:pt>
                <c:pt idx="350">
                  <c:v>2.9577136482212583E-2</c:v>
                </c:pt>
                <c:pt idx="351">
                  <c:v>3.1408378061020398E-2</c:v>
                </c:pt>
                <c:pt idx="352">
                  <c:v>3.3336759978034959E-2</c:v>
                </c:pt>
                <c:pt idx="353">
                  <c:v>3.5366408612128038E-2</c:v>
                </c:pt>
                <c:pt idx="354">
                  <c:v>3.7501567094727385E-2</c:v>
                </c:pt>
                <c:pt idx="355">
                  <c:v>3.9746595541722565E-2</c:v>
                </c:pt>
                <c:pt idx="356">
                  <c:v>4.2105971107745693E-2</c:v>
                </c:pt>
                <c:pt idx="357">
                  <c:v>4.4584287855173911E-2</c:v>
                </c:pt>
                <c:pt idx="358">
                  <c:v>4.7186256430302533E-2</c:v>
                </c:pt>
                <c:pt idx="359">
                  <c:v>4.9916703539284388E-2</c:v>
                </c:pt>
                <c:pt idx="360">
                  <c:v>5.2780571216593138E-2</c:v>
                </c:pt>
                <c:pt idx="361">
                  <c:v>5.5782915878944309E-2</c:v>
                </c:pt>
                <c:pt idx="362">
                  <c:v>5.8928907157823354E-2</c:v>
                </c:pt>
                <c:pt idx="363">
                  <c:v>6.2223826503996216E-2</c:v>
                </c:pt>
                <c:pt idx="364">
                  <c:v>6.5673065557652441E-2</c:v>
                </c:pt>
                <c:pt idx="365">
                  <c:v>6.9282124278092522E-2</c:v>
                </c:pt>
                <c:pt idx="366">
                  <c:v>7.305660882718705E-2</c:v>
                </c:pt>
                <c:pt idx="367">
                  <c:v>7.7002229201177094E-2</c:v>
                </c:pt>
                <c:pt idx="368">
                  <c:v>8.1124796605726815E-2</c:v>
                </c:pt>
                <c:pt idx="369">
                  <c:v>8.5430220569517754E-2</c:v>
                </c:pt>
                <c:pt idx="370">
                  <c:v>8.9924505792103815E-2</c:v>
                </c:pt>
                <c:pt idx="371">
                  <c:v>9.4613748722126495E-2</c:v>
                </c:pt>
                <c:pt idx="372">
                  <c:v>9.9504133862497596E-2</c:v>
                </c:pt>
                <c:pt idx="373">
                  <c:v>0.10460192979956984</c:v>
                </c:pt>
                <c:pt idx="374">
                  <c:v>0.10991348495385454</c:v>
                </c:pt>
                <c:pt idx="375">
                  <c:v>0.11544522305032671</c:v>
                </c:pt>
                <c:pt idx="376">
                  <c:v>0.12120363830692854</c:v>
                </c:pt>
                <c:pt idx="377">
                  <c:v>0.12719529034037622</c:v>
                </c:pt>
                <c:pt idx="378">
                  <c:v>0.13342679878901115</c:v>
                </c:pt>
                <c:pt idx="379">
                  <c:v>0.13990483765298345</c:v>
                </c:pt>
                <c:pt idx="380">
                  <c:v>0.14663612935264816</c:v>
                </c:pt>
                <c:pt idx="381">
                  <c:v>0.15362743850672841</c:v>
                </c:pt>
                <c:pt idx="382">
                  <c:v>0.16088556543233976</c:v>
                </c:pt>
                <c:pt idx="383">
                  <c:v>0.16841733936971703</c:v>
                </c:pt>
                <c:pt idx="384">
                  <c:v>0.1762296114350427</c:v>
                </c:pt>
                <c:pt idx="385">
                  <c:v>0.1843292473054681</c:v>
                </c:pt>
                <c:pt idx="386">
                  <c:v>0.19272311964115893</c:v>
                </c:pt>
                <c:pt idx="387">
                  <c:v>0.20141810024970733</c:v>
                </c:pt>
                <c:pt idx="388">
                  <c:v>0.21042105199909952</c:v>
                </c:pt>
                <c:pt idx="389">
                  <c:v>0.21973882048601207</c:v>
                </c:pt>
                <c:pt idx="390">
                  <c:v>0.22937822546690362</c:v>
                </c:pt>
                <c:pt idx="391">
                  <c:v>0.23934605206005816</c:v>
                </c:pt>
                <c:pt idx="392">
                  <c:v>0.24964904172740443</c:v>
                </c:pt>
                <c:pt idx="393">
                  <c:v>0.26029388304564238</c:v>
                </c:pt>
                <c:pt idx="394">
                  <c:v>0.27128720227677489</c:v>
                </c:pt>
                <c:pt idx="395">
                  <c:v>0.28263555374891819</c:v>
                </c:pt>
                <c:pt idx="396">
                  <c:v>0.294345410058857</c:v>
                </c:pt>
                <c:pt idx="397">
                  <c:v>0.30642315210835502</c:v>
                </c:pt>
                <c:pt idx="398">
                  <c:v>0.31887505898706114</c:v>
                </c:pt>
                <c:pt idx="399">
                  <c:v>0.33170729771521834</c:v>
                </c:pt>
                <c:pt idx="400">
                  <c:v>0.34492591286012553</c:v>
                </c:pt>
                <c:pt idx="401">
                  <c:v>0.35853681604079979</c:v>
                </c:pt>
                <c:pt idx="402">
                  <c:v>0.37254577533589434</c:v>
                </c:pt>
                <c:pt idx="403">
                  <c:v>0.38695840461027842</c:v>
                </c:pt>
                <c:pt idx="404">
                  <c:v>0.40178015277644485</c:v>
                </c:pt>
                <c:pt idx="405">
                  <c:v>0.41701629300717619</c:v>
                </c:pt>
                <c:pt idx="406">
                  <c:v>0.43267191191635179</c:v>
                </c:pt>
                <c:pt idx="407">
                  <c:v>0.44875189872531396</c:v>
                </c:pt>
                <c:pt idx="408">
                  <c:v>0.46526093443251598</c:v>
                </c:pt>
                <c:pt idx="409">
                  <c:v>0.48220348100443966</c:v>
                </c:pt>
                <c:pt idx="410">
                  <c:v>0.49958377060625792</c:v>
                </c:pt>
                <c:pt idx="411">
                  <c:v>0.51740579489087812</c:v>
                </c:pt>
                <c:pt idx="412">
                  <c:v>0.53567329436521738</c:v>
                </c:pt>
                <c:pt idx="413">
                  <c:v>0.55438974785290784</c:v>
                </c:pt>
                <c:pt idx="414">
                  <c:v>0.57355836207261945</c:v>
                </c:pt>
                <c:pt idx="415">
                  <c:v>0.59318206135146867</c:v>
                </c:pt>
                <c:pt idx="416">
                  <c:v>0.61326347749293564</c:v>
                </c:pt>
                <c:pt idx="417">
                  <c:v>0.63380493981890107</c:v>
                </c:pt>
                <c:pt idx="418">
                  <c:v>0.65480846540523319</c:v>
                </c:pt>
                <c:pt idx="419">
                  <c:v>0.67627574953050773</c:v>
                </c:pt>
                <c:pt idx="420">
                  <c:v>0.69820815635724476</c:v>
                </c:pt>
                <c:pt idx="421">
                  <c:v>0.72060670986494835</c:v>
                </c:pt>
                <c:pt idx="422">
                  <c:v>0.74347208505404228</c:v>
                </c:pt>
                <c:pt idx="423">
                  <c:v>0.76680459943969792</c:v>
                </c:pt>
                <c:pt idx="424">
                  <c:v>0.79060420485411853</c:v>
                </c:pt>
                <c:pt idx="425">
                  <c:v>0.81487047957570446</c:v>
                </c:pt>
                <c:pt idx="426">
                  <c:v>0.83960262080309278</c:v>
                </c:pt>
                <c:pt idx="427">
                  <c:v>0.86479943749176058</c:v>
                </c:pt>
                <c:pt idx="428">
                  <c:v>0.89045934357030654</c:v>
                </c:pt>
                <c:pt idx="429">
                  <c:v>0.91658035155333961</c:v>
                </c:pt>
                <c:pt idx="430">
                  <c:v>0.94316006656699181</c:v>
                </c:pt>
                <c:pt idx="431">
                  <c:v>0.97019568080309238</c:v>
                </c:pt>
                <c:pt idx="432">
                  <c:v>0.99768396841671991</c:v>
                </c:pt>
                <c:pt idx="433">
                  <c:v>1.0256212808820342</c:v>
                </c:pt>
                <c:pt idx="434">
                  <c:v>1.0540035428199372</c:v>
                </c:pt>
                <c:pt idx="435">
                  <c:v>1.0828262483109357</c:v>
                </c:pt>
                <c:pt idx="436">
                  <c:v>1.1120844577055529</c:v>
                </c:pt>
                <c:pt idx="437">
                  <c:v>1.1417727949438357</c:v>
                </c:pt>
                <c:pt idx="438">
                  <c:v>1.1718854453951641</c:v>
                </c:pt>
                <c:pt idx="439">
                  <c:v>1.202416154228136</c:v>
                </c:pt>
                <c:pt idx="440">
                  <c:v>1.2333582253198927</c:v>
                </c:pt>
                <c:pt idx="441">
                  <c:v>1.2647045207131982</c:v>
                </c:pt>
                <c:pt idx="442">
                  <c:v>1.2964474606288188</c:v>
                </c:pt>
                <c:pt idx="443">
                  <c:v>1.3285790240395901</c:v>
                </c:pt>
                <c:pt idx="444">
                  <c:v>1.3610907498120164</c:v>
                </c:pt>
                <c:pt idx="445">
                  <c:v>1.3939737384197457</c:v>
                </c:pt>
                <c:pt idx="446">
                  <c:v>1.4272186542330068</c:v>
                </c:pt>
                <c:pt idx="447">
                  <c:v>1.4608157283861976</c:v>
                </c:pt>
                <c:pt idx="448">
                  <c:v>1.4947547622259929</c:v>
                </c:pt>
                <c:pt idx="449">
                  <c:v>1.5290251313400181</c:v>
                </c:pt>
                <c:pt idx="450">
                  <c:v>1.5636157901661649</c:v>
                </c:pt>
                <c:pt idx="451">
                  <c:v>1.59851527718131</c:v>
                </c:pt>
                <c:pt idx="452">
                  <c:v>1.6337117206665641</c:v>
                </c:pt>
                <c:pt idx="453">
                  <c:v>1.6691928450465079</c:v>
                </c:pt>
                <c:pt idx="454">
                  <c:v>1.7049459777972569</c:v>
                </c:pt>
                <c:pt idx="455">
                  <c:v>1.740958056918392</c:v>
                </c:pt>
                <c:pt idx="456">
                  <c:v>1.7772156389624283</c:v>
                </c:pt>
                <c:pt idx="457">
                  <c:v>1.8137049076139495</c:v>
                </c:pt>
                <c:pt idx="458">
                  <c:v>1.8504116828107677</c:v>
                </c:pt>
                <c:pt idx="459">
                  <c:v>1.8873214303970052</c:v>
                </c:pt>
                <c:pt idx="460">
                  <c:v>1.9244192722983158</c:v>
                </c:pt>
                <c:pt idx="461">
                  <c:v>1.9616899972076742</c:v>
                </c:pt>
                <c:pt idx="462">
                  <c:v>1.9991180717700252</c:v>
                </c:pt>
                <c:pt idx="463">
                  <c:v>2.0366876522518376</c:v>
                </c:pt>
                <c:pt idx="464">
                  <c:v>2.0743825966828737</c:v>
                </c:pt>
                <c:pt idx="465">
                  <c:v>2.1121864774540793</c:v>
                </c:pt>
                <c:pt idx="466">
                  <c:v>2.1500825943569368</c:v>
                </c:pt>
                <c:pt idx="467">
                  <c:v>2.1880539880473866</c:v>
                </c:pt>
                <c:pt idx="468">
                  <c:v>2.2260834539173313</c:v>
                </c:pt>
                <c:pt idx="469">
                  <c:v>2.2641535563556658</c:v>
                </c:pt>
                <c:pt idx="470">
                  <c:v>2.3022466433803852</c:v>
                </c:pt>
                <c:pt idx="471">
                  <c:v>2.3403448616223774</c:v>
                </c:pt>
                <c:pt idx="472">
                  <c:v>2.378430171640999</c:v>
                </c:pt>
                <c:pt idx="473">
                  <c:v>2.4164843635511275</c:v>
                </c:pt>
                <c:pt idx="474">
                  <c:v>2.4544890729404147</c:v>
                </c:pt>
                <c:pt idx="475">
                  <c:v>2.4924257970553323</c:v>
                </c:pt>
                <c:pt idx="476">
                  <c:v>2.5302759112340221</c:v>
                </c:pt>
                <c:pt idx="477">
                  <c:v>2.5680206855632886</c:v>
                </c:pt>
                <c:pt idx="478">
                  <c:v>2.6056413017373461</c:v>
                </c:pt>
                <c:pt idx="479">
                  <c:v>2.643118870094761</c:v>
                </c:pt>
                <c:pt idx="480">
                  <c:v>2.6804344468101275</c:v>
                </c:pt>
                <c:pt idx="481">
                  <c:v>2.7175690512171262</c:v>
                </c:pt>
                <c:pt idx="482">
                  <c:v>2.7545036832386498</c:v>
                </c:pt>
                <c:pt idx="483">
                  <c:v>2.7912193409001631</c:v>
                </c:pt>
                <c:pt idx="484">
                  <c:v>2.8276970379019803</c:v>
                </c:pt>
                <c:pt idx="485">
                  <c:v>2.8639178212261966</c:v>
                </c:pt>
                <c:pt idx="486">
                  <c:v>2.8998627887539694</c:v>
                </c:pt>
                <c:pt idx="487">
                  <c:v>2.9355131068690139</c:v>
                </c:pt>
                <c:pt idx="488">
                  <c:v>2.9708500280226753</c:v>
                </c:pt>
                <c:pt idx="489">
                  <c:v>3.0058549082370938</c:v>
                </c:pt>
                <c:pt idx="490">
                  <c:v>3.0405092245217036</c:v>
                </c:pt>
                <c:pt idx="491">
                  <c:v>3.0747945921803548</c:v>
                </c:pt>
                <c:pt idx="492">
                  <c:v>3.108692781983998</c:v>
                </c:pt>
                <c:pt idx="493">
                  <c:v>3.1421857371873685</c:v>
                </c:pt>
                <c:pt idx="494">
                  <c:v>3.1752555903654982</c:v>
                </c:pt>
                <c:pt idx="495">
                  <c:v>3.2078846800477727</c:v>
                </c:pt>
                <c:pt idx="496">
                  <c:v>3.2400555671276976</c:v>
                </c:pt>
                <c:pt idx="497">
                  <c:v>3.2717510510260737</c:v>
                </c:pt>
                <c:pt idx="498">
                  <c:v>3.3029541855868194</c:v>
                </c:pt>
                <c:pt idx="499">
                  <c:v>3.3336482946839063</c:v>
                </c:pt>
                <c:pt idx="500">
                  <c:v>3.363816987520301</c:v>
                </c:pt>
                <c:pt idx="501">
                  <c:v>3.3934441735978362</c:v>
                </c:pt>
                <c:pt idx="502">
                  <c:v>3.4225140773402534</c:v>
                </c:pt>
                <c:pt idx="503">
                  <c:v>3.4510112523499363</c:v>
                </c:pt>
                <c:pt idx="504">
                  <c:v>3.4789205952812678</c:v>
                </c:pt>
                <c:pt idx="505">
                  <c:v>3.5062273593132813</c:v>
                </c:pt>
                <c:pt idx="506">
                  <c:v>3.5329171672047872</c:v>
                </c:pt>
                <c:pt idx="507">
                  <c:v>3.5589760239173276</c:v>
                </c:pt>
                <c:pt idx="508">
                  <c:v>3.5843903287901142</c:v>
                </c:pt>
                <c:pt idx="509">
                  <c:v>3.6091468872530412</c:v>
                </c:pt>
                <c:pt idx="510">
                  <c:v>3.6332329220653601</c:v>
                </c:pt>
                <c:pt idx="511">
                  <c:v>3.6566360840659633</c:v>
                </c:pt>
                <c:pt idx="512">
                  <c:v>3.6793444624249103</c:v>
                </c:pt>
                <c:pt idx="513">
                  <c:v>3.7013465943850132</c:v>
                </c:pt>
                <c:pt idx="514">
                  <c:v>3.7226314744829576</c:v>
                </c:pt>
                <c:pt idx="515">
                  <c:v>3.7431885632416981</c:v>
                </c:pt>
                <c:pt idx="516">
                  <c:v>3.7630077953253163</c:v>
                </c:pt>
                <c:pt idx="517">
                  <c:v>3.7820795871491057</c:v>
                </c:pt>
                <c:pt idx="518">
                  <c:v>3.8003948439387223</c:v>
                </c:pt>
                <c:pt idx="519">
                  <c:v>3.8179449662318965</c:v>
                </c:pt>
                <c:pt idx="520">
                  <c:v>3.8347218558192835</c:v>
                </c:pt>
                <c:pt idx="521">
                  <c:v>3.8507179211195095</c:v>
                </c:pt>
                <c:pt idx="522">
                  <c:v>3.8659260819859105</c:v>
                </c:pt>
                <c:pt idx="523">
                  <c:v>3.8803397739429442</c:v>
                </c:pt>
                <c:pt idx="524">
                  <c:v>3.8939529518508222</c:v>
                </c:pt>
                <c:pt idx="525">
                  <c:v>3.9067600929981432</c:v>
                </c:pt>
                <c:pt idx="526">
                  <c:v>3.9187561996231697</c:v>
                </c:pt>
                <c:pt idx="527">
                  <c:v>3.9299368008643398</c:v>
                </c:pt>
                <c:pt idx="528">
                  <c:v>3.9402979541437562</c:v>
                </c:pt>
                <c:pt idx="529">
                  <c:v>3.9498362459844318</c:v>
                </c:pt>
                <c:pt idx="530">
                  <c:v>3.9585487922669751</c:v>
                </c:pt>
                <c:pt idx="531">
                  <c:v>3.9664332379296181</c:v>
                </c:pt>
                <c:pt idx="532">
                  <c:v>3.9734877561162669</c:v>
                </c:pt>
                <c:pt idx="533">
                  <c:v>3.979711046779796</c:v>
                </c:pt>
                <c:pt idx="534">
                  <c:v>3.9851023347465495</c:v>
                </c:pt>
                <c:pt idx="535">
                  <c:v>3.989661367249858</c:v>
                </c:pt>
                <c:pt idx="536">
                  <c:v>3.9933884109407667</c:v>
                </c:pt>
                <c:pt idx="537">
                  <c:v>3.9962842483848768</c:v>
                </c:pt>
                <c:pt idx="538">
                  <c:v>3.9983501740546212</c:v>
                </c:pt>
                <c:pt idx="539">
                  <c:v>3.9995879898274556</c:v>
                </c:pt>
                <c:pt idx="540">
                  <c:v>4</c:v>
                </c:pt>
                <c:pt idx="541">
                  <c:v>3.9995890058302912</c:v>
                </c:pt>
                <c:pt idx="542">
                  <c:v>3.998358299619106</c:v>
                </c:pt>
                <c:pt idx="543">
                  <c:v>3.9963116583434215</c:v>
                </c:pt>
                <c:pt idx="544">
                  <c:v>3.9934533368540772</c:v>
                </c:pt>
                <c:pt idx="545">
                  <c:v>3.9897880606514948</c:v>
                </c:pt>
                <c:pt idx="546">
                  <c:v>3.9853210182528898</c:v>
                </c:pt>
                <c:pt idx="547">
                  <c:v>3.9800578531649013</c:v>
                </c:pt>
                <c:pt idx="548">
                  <c:v>3.9740046554765707</c:v>
                </c:pt>
                <c:pt idx="549">
                  <c:v>3.9671679530868009</c:v>
                </c:pt>
                <c:pt idx="550">
                  <c:v>3.9595547025818179</c:v>
                </c:pt>
                <c:pt idx="551">
                  <c:v>3.9511722797782194</c:v>
                </c:pt>
                <c:pt idx="552">
                  <c:v>3.9420284699463966</c:v>
                </c:pt>
                <c:pt idx="553">
                  <c:v>3.9321314577313435</c:v>
                </c:pt>
                <c:pt idx="554">
                  <c:v>3.9214898167858196</c:v>
                </c:pt>
                <c:pt idx="555">
                  <c:v>3.910112499132802</c:v>
                </c:pt>
                <c:pt idx="556">
                  <c:v>3.8980088242731026</c:v>
                </c:pt>
                <c:pt idx="557">
                  <c:v>3.8851884680550599</c:v>
                </c:pt>
                <c:pt idx="558">
                  <c:v>3.8716614513225385</c:v>
                </c:pt>
                <c:pt idx="559">
                  <c:v>3.857438128357745</c:v>
                </c:pt>
                <c:pt idx="560">
                  <c:v>3.8425291751356019</c:v>
                </c:pt>
                <c:pt idx="561">
                  <c:v>3.8269455774066623</c:v>
                </c:pt>
                <c:pt idx="562">
                  <c:v>3.8106986186242477</c:v>
                </c:pt>
                <c:pt idx="563">
                  <c:v>3.793799867733235</c:v>
                </c:pt>
                <c:pt idx="564">
                  <c:v>3.776261166836409</c:v>
                </c:pt>
                <c:pt idx="565">
                  <c:v>3.7580946187550635</c:v>
                </c:pt>
                <c:pt idx="566">
                  <c:v>3.7393125744996936</c:v>
                </c:pt>
                <c:pt idx="567">
                  <c:v>3.7199276206669638</c:v>
                </c:pt>
                <c:pt idx="568">
                  <c:v>3.6999525667794262</c:v>
                </c:pt>
                <c:pt idx="569">
                  <c:v>3.6794004325825798</c:v>
                </c:pt>
                <c:pt idx="570">
                  <c:v>3.6582844353157968</c:v>
                </c:pt>
                <c:pt idx="571">
                  <c:v>3.6366179769717659</c:v>
                </c:pt>
                <c:pt idx="572">
                  <c:v>3.6144146315596211</c:v>
                </c:pt>
                <c:pt idx="573">
                  <c:v>3.5916881323865937</c:v>
                </c:pt>
                <c:pt idx="574">
                  <c:v>3.5684523593724604</c:v>
                </c:pt>
                <c:pt idx="575">
                  <c:v>3.5447213264109534</c:v>
                </c:pt>
                <c:pt idx="576">
                  <c:v>3.5205091687919761</c:v>
                </c:pt>
                <c:pt idx="577">
                  <c:v>3.4958301306981756</c:v>
                </c:pt>
                <c:pt idx="578">
                  <c:v>3.4706985527888476</c:v>
                </c:pt>
                <c:pt idx="579">
                  <c:v>3.4451288598839076</c:v>
                </c:pt>
                <c:pt idx="580">
                  <c:v>3.4191355487605972</c:v>
                </c:pt>
                <c:pt idx="581">
                  <c:v>3.3927331760745876</c:v>
                </c:pt>
                <c:pt idx="582">
                  <c:v>3.3659363464171359</c:v>
                </c:pt>
                <c:pt idx="583">
                  <c:v>3.3387597005199088</c:v>
                </c:pt>
                <c:pt idx="584">
                  <c:v>3.3112179036175093</c:v>
                </c:pt>
                <c:pt idx="585">
                  <c:v>3.2833256339788406</c:v>
                </c:pt>
                <c:pt idx="586">
                  <c:v>3.2550975716165622</c:v>
                </c:pt>
                <c:pt idx="587">
                  <c:v>3.2265483871847103</c:v>
                </c:pt>
                <c:pt idx="588">
                  <c:v>3.1976927310730621</c:v>
                </c:pt>
                <c:pt idx="589">
                  <c:v>3.1685452227073125</c:v>
                </c:pt>
                <c:pt idx="590">
                  <c:v>3.1391204400627499</c:v>
                </c:pt>
                <c:pt idx="591">
                  <c:v>3.1094329093996134</c:v>
                </c:pt>
                <c:pt idx="592">
                  <c:v>3.0794970952269338</c:v>
                </c:pt>
                <c:pt idx="593">
                  <c:v>3.0493273905022287</c:v>
                </c:pt>
                <c:pt idx="594">
                  <c:v>3.0189381070729415</c:v>
                </c:pt>
                <c:pt idx="595">
                  <c:v>2.9883434663656221</c:v>
                </c:pt>
                <c:pt idx="596">
                  <c:v>2.9575575903287827</c:v>
                </c:pt>
                <c:pt idx="597">
                  <c:v>2.926594492633587</c:v>
                </c:pt>
                <c:pt idx="598">
                  <c:v>2.8954680701379369</c:v>
                </c:pt>
                <c:pt idx="599">
                  <c:v>2.864192094617346</c:v>
                </c:pt>
                <c:pt idx="600">
                  <c:v>2.8327802047665527</c:v>
                </c:pt>
                <c:pt idx="601">
                  <c:v>2.801245898475397</c:v>
                </c:pt>
                <c:pt idx="602">
                  <c:v>2.7696025253812779</c:v>
                </c:pt>
                <c:pt idx="603">
                  <c:v>2.7378632797012932</c:v>
                </c:pt>
                <c:pt idx="604">
                  <c:v>2.7060411933453041</c:v>
                </c:pt>
                <c:pt idx="605">
                  <c:v>2.674149129312378</c:v>
                </c:pt>
                <c:pt idx="606">
                  <c:v>2.642199775371016</c:v>
                </c:pt>
                <c:pt idx="607">
                  <c:v>2.6102056380246519</c:v>
                </c:pt>
                <c:pt idx="608">
                  <c:v>2.578179036762386</c:v>
                </c:pt>
                <c:pt idx="609">
                  <c:v>2.5461320985953741</c:v>
                </c:pt>
                <c:pt idx="610">
                  <c:v>2.5140767528783048</c:v>
                </c:pt>
                <c:pt idx="611">
                  <c:v>2.4820247264154931</c:v>
                </c:pt>
                <c:pt idx="612">
                  <c:v>2.4499875388505403</c:v>
                </c:pt>
                <c:pt idx="613">
                  <c:v>2.4179764983382066</c:v>
                </c:pt>
                <c:pt idx="614">
                  <c:v>2.3860026974968931</c:v>
                </c:pt>
                <c:pt idx="615">
                  <c:v>2.3540770096397985</c:v>
                </c:pt>
                <c:pt idx="616">
                  <c:v>2.3222100852823009</c:v>
                </c:pt>
                <c:pt idx="617">
                  <c:v>2.290412348923307</c:v>
                </c:pt>
                <c:pt idx="618">
                  <c:v>2.2586939960974695</c:v>
                </c:pt>
                <c:pt idx="619">
                  <c:v>2.227064990695232</c:v>
                </c:pt>
                <c:pt idx="620">
                  <c:v>2.1955350625475898</c:v>
                </c:pt>
                <c:pt idx="621">
                  <c:v>2.1641137052713213</c:v>
                </c:pt>
                <c:pt idx="622">
                  <c:v>2.1328101743718553</c:v>
                </c:pt>
                <c:pt idx="623">
                  <c:v>2.1016334855985441</c:v>
                </c:pt>
                <c:pt idx="624">
                  <c:v>2.0705924135490354</c:v>
                </c:pt>
                <c:pt idx="625">
                  <c:v>2.039695490517798</c:v>
                </c:pt>
                <c:pt idx="626">
                  <c:v>2.008951005584076</c:v>
                </c:pt>
                <c:pt idx="627">
                  <c:v>1.9783670039347321</c:v>
                </c:pt>
                <c:pt idx="628">
                  <c:v>1.9479512864169173</c:v>
                </c:pt>
                <c:pt idx="629">
                  <c:v>1.9177114093150969</c:v>
                </c:pt>
                <c:pt idx="630">
                  <c:v>1.8876546843475697</c:v>
                </c:pt>
                <c:pt idx="631">
                  <c:v>1.8577881788768005</c:v>
                </c:pt>
                <c:pt idx="632">
                  <c:v>1.8281187163280386</c:v>
                </c:pt>
                <c:pt idx="633">
                  <c:v>1.7986528768107923</c:v>
                </c:pt>
                <c:pt idx="634">
                  <c:v>1.7693969979370343</c:v>
                </c:pt>
                <c:pt idx="635">
                  <c:v>1.7403571758306826</c:v>
                </c:pt>
                <c:pt idx="636">
                  <c:v>1.7115392663222435</c:v>
                </c:pt>
                <c:pt idx="637">
                  <c:v>1.6829488863226709</c:v>
                </c:pt>
                <c:pt idx="638">
                  <c:v>1.6545914153704913</c:v>
                </c:pt>
                <c:pt idx="639">
                  <c:v>1.6264719973460042</c:v>
                </c:pt>
                <c:pt idx="640">
                  <c:v>1.5985955423466363</c:v>
                </c:pt>
                <c:pt idx="641">
                  <c:v>1.5709667287170315</c:v>
                </c:pt>
                <c:pt idx="642">
                  <c:v>1.5435900052280711</c:v>
                </c:pt>
                <c:pt idx="643">
                  <c:v>1.5164695933984402</c:v>
                </c:pt>
                <c:pt idx="644">
                  <c:v>1.4896094899525814</c:v>
                </c:pt>
                <c:pt idx="645">
                  <c:v>1.4630134694090706</c:v>
                </c:pt>
                <c:pt idx="646">
                  <c:v>1.4366850867930381</c:v>
                </c:pt>
                <c:pt idx="647">
                  <c:v>1.4106276804667701</c:v>
                </c:pt>
                <c:pt idx="648">
                  <c:v>1.3848443750722725</c:v>
                </c:pt>
                <c:pt idx="649">
                  <c:v>1.3593380845797742</c:v>
                </c:pt>
                <c:pt idx="650">
                  <c:v>1.3341115154363219</c:v>
                </c:pt>
                <c:pt idx="651">
                  <c:v>1.3091671698082958</c:v>
                </c:pt>
                <c:pt idx="652">
                  <c:v>1.2845073489121976</c:v>
                </c:pt>
                <c:pt idx="653">
                  <c:v>1.2601341564279276</c:v>
                </c:pt>
                <c:pt idx="654">
                  <c:v>1.2360495019883995</c:v>
                </c:pt>
                <c:pt idx="655">
                  <c:v>1.2122551047405783</c:v>
                </c:pt>
                <c:pt idx="656">
                  <c:v>1.188752496971611</c:v>
                </c:pt>
                <c:pt idx="657">
                  <c:v>1.1655430277950776</c:v>
                </c:pt>
                <c:pt idx="658">
                  <c:v>1.1426278668917238</c:v>
                </c:pt>
                <c:pt idx="659">
                  <c:v>1.1200080082995509</c:v>
                </c:pt>
                <c:pt idx="660">
                  <c:v>1.0976842742478379</c:v>
                </c:pt>
                <c:pt idx="661">
                  <c:v>1.0756573190302419</c:v>
                </c:pt>
                <c:pt idx="662">
                  <c:v>1.0539276329118954</c:v>
                </c:pt>
                <c:pt idx="663">
                  <c:v>1.0324955460655427</c:v>
                </c:pt>
                <c:pt idx="664">
                  <c:v>1.0113612325321288</c:v>
                </c:pt>
                <c:pt idx="665">
                  <c:v>0.99052471420109778</c:v>
                </c:pt>
                <c:pt idx="666">
                  <c:v>0.96998586480587723</c:v>
                </c:pt>
                <c:pt idx="667">
                  <c:v>0.9497444139301634</c:v>
                </c:pt>
                <c:pt idx="668">
                  <c:v>0.92979995102079827</c:v>
                </c:pt>
                <c:pt idx="669">
                  <c:v>0.91015192940290024</c:v>
                </c:pt>
                <c:pt idx="670">
                  <c:v>0.89079967029348683</c:v>
                </c:pt>
                <c:pt idx="671">
                  <c:v>0.87174236680946138</c:v>
                </c:pt>
                <c:pt idx="672">
                  <c:v>0.85297908796627309</c:v>
                </c:pt>
                <c:pt idx="673">
                  <c:v>0.83450878266371153</c:v>
                </c:pt>
                <c:pt idx="674">
                  <c:v>0.81633028365508775</c:v>
                </c:pt>
                <c:pt idx="675">
                  <c:v>0.79844231149667322</c:v>
                </c:pt>
                <c:pt idx="676">
                  <c:v>0.78084347847399693</c:v>
                </c:pt>
                <c:pt idx="677">
                  <c:v>0.76353229250188726</c:v>
                </c:pt>
                <c:pt idx="678">
                  <c:v>0.74650716099533032</c:v>
                </c:pt>
                <c:pt idx="679">
                  <c:v>0.72976639470819649</c:v>
                </c:pt>
                <c:pt idx="680">
                  <c:v>0.71330821153718926</c:v>
                </c:pt>
                <c:pt idx="681">
                  <c:v>0.6971307402883451</c:v>
                </c:pt>
                <c:pt idx="682">
                  <c:v>0.68123202440359087</c:v>
                </c:pt>
                <c:pt idx="683">
                  <c:v>0.66561002564511362</c:v>
                </c:pt>
                <c:pt idx="684">
                  <c:v>0.65026262773512411</c:v>
                </c:pt>
                <c:pt idx="685">
                  <c:v>0.63518763994912619</c:v>
                </c:pt>
                <c:pt idx="686">
                  <c:v>0.62038280066049289</c:v>
                </c:pt>
                <c:pt idx="687">
                  <c:v>0.60584578083465002</c:v>
                </c:pt>
                <c:pt idx="688">
                  <c:v>0.59157418747104329</c:v>
                </c:pt>
                <c:pt idx="689">
                  <c:v>0.57756556699122685</c:v>
                </c:pt>
                <c:pt idx="690">
                  <c:v>0.56381740857163909</c:v>
                </c:pt>
                <c:pt idx="691">
                  <c:v>0.550327147419581</c:v>
                </c:pt>
                <c:pt idx="692">
                  <c:v>0.53709216799115755</c:v>
                </c:pt>
                <c:pt idx="693">
                  <c:v>0.52410980714995581</c:v>
                </c:pt>
                <c:pt idx="694">
                  <c:v>0.51137735726541378</c:v>
                </c:pt>
                <c:pt idx="695">
                  <c:v>0.49889206924986318</c:v>
                </c:pt>
                <c:pt idx="696">
                  <c:v>0.48665115553338584</c:v>
                </c:pt>
                <c:pt idx="697">
                  <c:v>0.47465179297572585</c:v>
                </c:pt>
                <c:pt idx="698">
                  <c:v>0.46289112571454966</c:v>
                </c:pt>
                <c:pt idx="699">
                  <c:v>0.45136626794943246</c:v>
                </c:pt>
                <c:pt idx="700">
                  <c:v>0.44007430666119202</c:v>
                </c:pt>
                <c:pt idx="701">
                  <c:v>0.42901230426595638</c:v>
                </c:pt>
                <c:pt idx="702">
                  <c:v>0.41817730120387786</c:v>
                </c:pt>
                <c:pt idx="703">
                  <c:v>0.40756631846205932</c:v>
                </c:pt>
                <c:pt idx="704">
                  <c:v>0.39717636003162798</c:v>
                </c:pt>
                <c:pt idx="705">
                  <c:v>0.38700441529883151</c:v>
                </c:pt>
                <c:pt idx="706">
                  <c:v>0.37704746137020206</c:v>
                </c:pt>
                <c:pt idx="707">
                  <c:v>0.36730246533175598</c:v>
                </c:pt>
                <c:pt idx="708">
                  <c:v>0.3577663864424474</c:v>
                </c:pt>
                <c:pt idx="709">
                  <c:v>0.34843617826204815</c:v>
                </c:pt>
                <c:pt idx="710">
                  <c:v>0.33930879071368741</c:v>
                </c:pt>
                <c:pt idx="711">
                  <c:v>0.33038117208138712</c:v>
                </c:pt>
                <c:pt idx="712">
                  <c:v>0.32165027094303728</c:v>
                </c:pt>
                <c:pt idx="713">
                  <c:v>0.31311303803912521</c:v>
                </c:pt>
                <c:pt idx="714">
                  <c:v>0.30476642807782167</c:v>
                </c:pt>
                <c:pt idx="715">
                  <c:v>0.29660740147692566</c:v>
                </c:pt>
                <c:pt idx="716">
                  <c:v>0.28863292604322899</c:v>
                </c:pt>
                <c:pt idx="717">
                  <c:v>0.28083997858997545</c:v>
                </c:pt>
                <c:pt idx="718">
                  <c:v>0.27322554649310415</c:v>
                </c:pt>
                <c:pt idx="719">
                  <c:v>0.26578662918693469</c:v>
                </c:pt>
                <c:pt idx="720">
                  <c:v>0.25852023960011394</c:v>
                </c:pt>
                <c:pt idx="721">
                  <c:v>0.25142340553260245</c:v>
                </c:pt>
                <c:pt idx="722">
                  <c:v>0.24449317097449044</c:v>
                </c:pt>
                <c:pt idx="723">
                  <c:v>0.23772659736756832</c:v>
                </c:pt>
                <c:pt idx="724">
                  <c:v>0.23112076481048363</c:v>
                </c:pt>
                <c:pt idx="725">
                  <c:v>0.22467277320842649</c:v>
                </c:pt>
                <c:pt idx="726">
                  <c:v>0.2183797433682739</c:v>
                </c:pt>
                <c:pt idx="727">
                  <c:v>0.21223881804015726</c:v>
                </c:pt>
                <c:pt idx="728">
                  <c:v>0.20624716290644943</c:v>
                </c:pt>
                <c:pt idx="729">
                  <c:v>0.20040196751914463</c:v>
                </c:pt>
                <c:pt idx="730">
                  <c:v>0.19470044618666682</c:v>
                </c:pt>
                <c:pt idx="731">
                  <c:v>0.1891398388111673</c:v>
                </c:pt>
                <c:pt idx="732">
                  <c:v>0.1837174116772852</c:v>
                </c:pt>
                <c:pt idx="733">
                  <c:v>0.17843045819350525</c:v>
                </c:pt>
                <c:pt idx="734">
                  <c:v>0.17327629958715426</c:v>
                </c:pt>
                <c:pt idx="735">
                  <c:v>0.16825228555406527</c:v>
                </c:pt>
                <c:pt idx="736">
                  <c:v>0.16335579486408028</c:v>
                </c:pt>
                <c:pt idx="737">
                  <c:v>0.15858423592340823</c:v>
                </c:pt>
                <c:pt idx="738">
                  <c:v>0.15393504729493271</c:v>
                </c:pt>
                <c:pt idx="739">
                  <c:v>0.14940569817761698</c:v>
                </c:pt>
                <c:pt idx="740">
                  <c:v>0.14499368884602917</c:v>
                </c:pt>
                <c:pt idx="741">
                  <c:v>0.14069655105112339</c:v>
                </c:pt>
                <c:pt idx="742">
                  <c:v>0.13651184838334746</c:v>
                </c:pt>
                <c:pt idx="743">
                  <c:v>0.13243717659918516</c:v>
                </c:pt>
                <c:pt idx="744">
                  <c:v>0.12847016391216992</c:v>
                </c:pt>
                <c:pt idx="745">
                  <c:v>0.12460847124951635</c:v>
                </c:pt>
                <c:pt idx="746">
                  <c:v>0.12084979247536103</c:v>
                </c:pt>
                <c:pt idx="747">
                  <c:v>0.11719185458173866</c:v>
                </c:pt>
                <c:pt idx="748">
                  <c:v>0.11363241784832026</c:v>
                </c:pt>
                <c:pt idx="749">
                  <c:v>0.11016927597194717</c:v>
                </c:pt>
                <c:pt idx="750">
                  <c:v>0.10680025616702328</c:v>
                </c:pt>
                <c:pt idx="751">
                  <c:v>0.10352321923777526</c:v>
                </c:pt>
                <c:pt idx="752">
                  <c:v>0.10033605962338034</c:v>
                </c:pt>
                <c:pt idx="753">
                  <c:v>9.7236705416988117E-2</c:v>
                </c:pt>
                <c:pt idx="754">
                  <c:v>9.4223118359597458E-2</c:v>
                </c:pt>
                <c:pt idx="755">
                  <c:v>9.129329380977963E-2</c:v>
                </c:pt>
                <c:pt idx="756">
                  <c:v>8.8445260690193872E-2</c:v>
                </c:pt>
                <c:pt idx="757">
                  <c:v>8.5677081411844741E-2</c:v>
                </c:pt>
                <c:pt idx="758">
                  <c:v>8.2986851777013537E-2</c:v>
                </c:pt>
                <c:pt idx="759">
                  <c:v>8.0372700861762486E-2</c:v>
                </c:pt>
                <c:pt idx="760">
                  <c:v>7.7832790878931704E-2</c:v>
                </c:pt>
                <c:pt idx="761">
                  <c:v>7.5365317022478853E-2</c:v>
                </c:pt>
                <c:pt idx="762">
                  <c:v>7.296850729405796E-2</c:v>
                </c:pt>
                <c:pt idx="763">
                  <c:v>7.0640622312656082E-2</c:v>
                </c:pt>
                <c:pt idx="764">
                  <c:v>6.837995510813541E-2</c:v>
                </c:pt>
                <c:pt idx="765">
                  <c:v>6.6184830899475994E-2</c:v>
                </c:pt>
                <c:pt idx="766">
                  <c:v>6.405360685853638E-2</c:v>
                </c:pt>
                <c:pt idx="767">
                  <c:v>6.198467186008004E-2</c:v>
                </c:pt>
                <c:pt idx="768">
                  <c:v>5.9976446218845007E-2</c:v>
                </c:pt>
                <c:pt idx="769">
                  <c:v>5.8027381414393051E-2</c:v>
                </c:pt>
                <c:pt idx="770">
                  <c:v>5.6135959804452018E-2</c:v>
                </c:pt>
                <c:pt idx="771">
                  <c:v>5.4300694327464358E-2</c:v>
                </c:pt>
                <c:pt idx="772">
                  <c:v>5.2520128195017696E-2</c:v>
                </c:pt>
                <c:pt idx="773">
                  <c:v>5.0792834574835549E-2</c:v>
                </c:pt>
                <c:pt idx="774">
                  <c:v>4.9117416264963611E-2</c:v>
                </c:pt>
                <c:pt idx="775">
                  <c:v>4.749250535978889E-2</c:v>
                </c:pt>
                <c:pt idx="776">
                  <c:v>4.5916762908505007E-2</c:v>
                </c:pt>
                <c:pt idx="777">
                  <c:v>4.4388878566619348E-2</c:v>
                </c:pt>
                <c:pt idx="778">
                  <c:v>4.2907570241060171E-2</c:v>
                </c:pt>
                <c:pt idx="779">
                  <c:v>4.1471583729474841E-2</c:v>
                </c:pt>
                <c:pt idx="780">
                  <c:v>4.007969235422678E-2</c:v>
                </c:pt>
                <c:pt idx="781">
                  <c:v>3.8730696591632849E-2</c:v>
                </c:pt>
                <c:pt idx="782">
                  <c:v>3.7423423696946088E-2</c:v>
                </c:pt>
                <c:pt idx="783">
                  <c:v>3.6156727325563943E-2</c:v>
                </c:pt>
                <c:pt idx="784">
                  <c:v>3.4929487150936564E-2</c:v>
                </c:pt>
                <c:pt idx="785">
                  <c:v>3.3740608479640416E-2</c:v>
                </c:pt>
                <c:pt idx="786">
                  <c:v>3.2589021864037927E-2</c:v>
                </c:pt>
                <c:pt idx="787">
                  <c:v>3.1473682712957807E-2</c:v>
                </c:pt>
                <c:pt idx="788">
                  <c:v>3.0393570900798205E-2</c:v>
                </c:pt>
                <c:pt idx="789">
                  <c:v>2.9347690375445542E-2</c:v>
                </c:pt>
                <c:pt idx="790">
                  <c:v>2.8335068765373828E-2</c:v>
                </c:pt>
                <c:pt idx="791">
                  <c:v>2.73547569862999E-2</c:v>
                </c:pt>
                <c:pt idx="792">
                  <c:v>2.6405828847725153E-2</c:v>
                </c:pt>
                <c:pt idx="793">
                  <c:v>2.5487380659699937E-2</c:v>
                </c:pt>
                <c:pt idx="794">
                  <c:v>2.4598530840124658E-2</c:v>
                </c:pt>
                <c:pt idx="795">
                  <c:v>2.373841952289072E-2</c:v>
                </c:pt>
                <c:pt idx="796">
                  <c:v>2.2906208167142852E-2</c:v>
                </c:pt>
                <c:pt idx="797">
                  <c:v>2.2101079167943388E-2</c:v>
                </c:pt>
                <c:pt idx="798">
                  <c:v>2.1322235468598134E-2</c:v>
                </c:pt>
                <c:pt idx="799">
                  <c:v>2.0568900174884656E-2</c:v>
                </c:pt>
                <c:pt idx="800">
                  <c:v>1.9840316171426762E-2</c:v>
                </c:pt>
                <c:pt idx="801">
                  <c:v>1.9135745740435323E-2</c:v>
                </c:pt>
                <c:pt idx="802">
                  <c:v>1.8454470183021682E-2</c:v>
                </c:pt>
                <c:pt idx="803">
                  <c:v>1.7795789443289203E-2</c:v>
                </c:pt>
                <c:pt idx="804">
                  <c:v>1.7159021735387529E-2</c:v>
                </c:pt>
                <c:pt idx="805">
                  <c:v>1.654350317370544E-2</c:v>
                </c:pt>
                <c:pt idx="806">
                  <c:v>1.5948587406371166E-2</c:v>
                </c:pt>
                <c:pt idx="807">
                  <c:v>1.537364525221205E-2</c:v>
                </c:pt>
                <c:pt idx="808">
                  <c:v>1.4818064341322693E-2</c:v>
                </c:pt>
                <c:pt idx="809">
                  <c:v>1.4281248759372948E-2</c:v>
                </c:pt>
                <c:pt idx="810">
                  <c:v>1.3762618695786162E-2</c:v>
                </c:pt>
                <c:pt idx="811">
                  <c:v>1.3261610095900361E-2</c:v>
                </c:pt>
                <c:pt idx="812">
                  <c:v>1.2777674317223046E-2</c:v>
                </c:pt>
                <c:pt idx="813">
                  <c:v>1.2310277789877488E-2</c:v>
                </c:pt>
                <c:pt idx="814">
                  <c:v>1.1858901681330013E-2</c:v>
                </c:pt>
                <c:pt idx="815">
                  <c:v>1.1423041565485117E-2</c:v>
                </c:pt>
                <c:pt idx="816">
                  <c:v>1.1002207096218207E-2</c:v>
                </c:pt>
                <c:pt idx="817">
                  <c:v>1.0595921685416634E-2</c:v>
                </c:pt>
                <c:pt idx="818">
                  <c:v>1.0203722185588083E-2</c:v>
                </c:pt>
                <c:pt idx="819">
                  <c:v>9.8251585770908218E-3</c:v>
                </c:pt>
                <c:pt idx="820">
                  <c:v>9.459793660028977E-3</c:v>
                </c:pt>
                <c:pt idx="821">
                  <c:v>9.1072027508570103E-3</c:v>
                </c:pt>
                <c:pt idx="822">
                  <c:v>8.7669733837251133E-3</c:v>
                </c:pt>
                <c:pt idx="823">
                  <c:v>8.438705016591953E-3</c:v>
                </c:pt>
                <c:pt idx="824">
                  <c:v>8.12200874213128E-3</c:v>
                </c:pt>
                <c:pt idx="825">
                  <c:v>7.8165070034447535E-3</c:v>
                </c:pt>
                <c:pt idx="826">
                  <c:v>7.5218333145946215E-3</c:v>
                </c:pt>
                <c:pt idx="827">
                  <c:v>7.2376319859636402E-3</c:v>
                </c:pt>
                <c:pt idx="828">
                  <c:v>6.9635578544425232E-3</c:v>
                </c:pt>
                <c:pt idx="829">
                  <c:v>6.6992760184421381E-3</c:v>
                </c:pt>
                <c:pt idx="830">
                  <c:v>6.4444615777253678E-3</c:v>
                </c:pt>
                <c:pt idx="831">
                  <c:v>6.1987993780455398E-3</c:v>
                </c:pt>
                <c:pt idx="832">
                  <c:v>5.9619837605775486E-3</c:v>
                </c:pt>
                <c:pt idx="833">
                  <c:v>5.7337183161223302E-3</c:v>
                </c:pt>
                <c:pt idx="834">
                  <c:v>5.5137156440628202E-3</c:v>
                </c:pt>
                <c:pt idx="835">
                  <c:v>5.3016971160462648E-3</c:v>
                </c:pt>
                <c:pt idx="836">
                  <c:v>5.0973926443628999E-3</c:v>
                </c:pt>
                <c:pt idx="837">
                  <c:v>4.9005404549913884E-3</c:v>
                </c:pt>
                <c:pt idx="838">
                  <c:v>4.710886865274498E-3</c:v>
                </c:pt>
                <c:pt idx="839">
                  <c:v>4.5281860661895539E-3</c:v>
                </c:pt>
                <c:pt idx="840">
                  <c:v>4.3521999091738614E-3</c:v>
                </c:pt>
                <c:pt idx="841">
                  <c:v>4.1826976974626961E-3</c:v>
                </c:pt>
                <c:pt idx="842">
                  <c:v>4.0194559818966481E-3</c:v>
                </c:pt>
                <c:pt idx="843">
                  <c:v>3.8622583611525336E-3</c:v>
                </c:pt>
                <c:pt idx="844">
                  <c:v>3.7108952863498016E-3</c:v>
                </c:pt>
                <c:pt idx="845">
                  <c:v>3.5651638699825726E-3</c:v>
                </c:pt>
                <c:pt idx="846">
                  <c:v>3.4248676991277894E-3</c:v>
                </c:pt>
                <c:pt idx="847">
                  <c:v>3.2898166528750592E-3</c:v>
                </c:pt>
                <c:pt idx="848">
                  <c:v>3.1598267239261405E-3</c:v>
                </c:pt>
                <c:pt idx="849">
                  <c:v>3.0347198443081099E-3</c:v>
                </c:pt>
                <c:pt idx="850">
                  <c:v>2.9143237151441964E-3</c:v>
                </c:pt>
                <c:pt idx="851">
                  <c:v>2.7984716404257878E-3</c:v>
                </c:pt>
                <c:pt idx="852">
                  <c:v>2.6870023647269543E-3</c:v>
                </c:pt>
                <c:pt idx="853">
                  <c:v>2.5797599148034344E-3</c:v>
                </c:pt>
                <c:pt idx="854">
                  <c:v>2.4765934450162665E-3</c:v>
                </c:pt>
                <c:pt idx="855">
                  <c:v>2.377357086520118E-3</c:v>
                </c:pt>
                <c:pt idx="856">
                  <c:v>2.2819098001563118E-3</c:v>
                </c:pt>
                <c:pt idx="857">
                  <c:v>2.1901152329891044E-3</c:v>
                </c:pt>
                <c:pt idx="858">
                  <c:v>2.1018415784245345E-3</c:v>
                </c:pt>
                <c:pt idx="859">
                  <c:v>2.0169614398499614E-3</c:v>
                </c:pt>
                <c:pt idx="860">
                  <c:v>1.9353516977329321E-3</c:v>
                </c:pt>
                <c:pt idx="861">
                  <c:v>1.8568933801179827E-3</c:v>
                </c:pt>
                <c:pt idx="862">
                  <c:v>1.7814715364587936E-3</c:v>
                </c:pt>
                <c:pt idx="863">
                  <c:v>1.7089751147249096E-3</c:v>
                </c:pt>
                <c:pt idx="864">
                  <c:v>1.6392968417209208E-3</c:v>
                </c:pt>
                <c:pt idx="865">
                  <c:v>1.5723331065564338E-3</c:v>
                </c:pt>
                <c:pt idx="866">
                  <c:v>1.5079838472062529E-3</c:v>
                </c:pt>
                <c:pt idx="867">
                  <c:v>1.4461524400991269E-3</c:v>
                </c:pt>
                <c:pt idx="868">
                  <c:v>1.3867455926744557E-3</c:v>
                </c:pt>
                <c:pt idx="869">
                  <c:v>1.3296732388471235E-3</c:v>
                </c:pt>
                <c:pt idx="870">
                  <c:v>1.2748484373195561E-3</c:v>
                </c:pt>
                <c:pt idx="871">
                  <c:v>1.2221872726823385E-3</c:v>
                </c:pt>
                <c:pt idx="872">
                  <c:v>1.17160875924388E-3</c:v>
                </c:pt>
                <c:pt idx="873">
                  <c:v>1.1230347475305951E-3</c:v>
                </c:pt>
                <c:pt idx="874">
                  <c:v>1.0763898333996725E-3</c:v>
                </c:pt>
                <c:pt idx="875">
                  <c:v>1.0316012697068628E-3</c:v>
                </c:pt>
                <c:pt idx="876">
                  <c:v>9.8859888047267701E-4</c:v>
                </c:pt>
                <c:pt idx="877">
                  <c:v>9.4731497749031871E-4</c:v>
                </c:pt>
                <c:pt idx="878">
                  <c:v>9.0768427932022891E-4</c:v>
                </c:pt>
                <c:pt idx="879">
                  <c:v>8.6964383261603647E-4</c:v>
                </c:pt>
                <c:pt idx="880">
                  <c:v>8.3313293572783158E-4</c:v>
                </c:pt>
                <c:pt idx="881">
                  <c:v>7.9809306452907017E-4</c:v>
                </c:pt>
                <c:pt idx="882">
                  <c:v>7.6446780041464744E-4</c:v>
                </c:pt>
                <c:pt idx="883">
                  <c:v>7.3220276041774076E-4</c:v>
                </c:pt>
                <c:pt idx="884">
                  <c:v>7.0124552939433921E-4</c:v>
                </c:pt>
                <c:pt idx="885">
                  <c:v>6.715455942249279E-4</c:v>
                </c:pt>
                <c:pt idx="886">
                  <c:v>6.4305427998353213E-4</c:v>
                </c:pt>
                <c:pt idx="887">
                  <c:v>6.1572468802514413E-4</c:v>
                </c:pt>
                <c:pt idx="888">
                  <c:v>5.8951163594353321E-4</c:v>
                </c:pt>
                <c:pt idx="889">
                  <c:v>5.6437159935186516E-4</c:v>
                </c:pt>
                <c:pt idx="890">
                  <c:v>5.4026265543975478E-4</c:v>
                </c:pt>
                <c:pt idx="891">
                  <c:v>5.1714442826092985E-4</c:v>
                </c:pt>
                <c:pt idx="892">
                  <c:v>4.9497803570665484E-4</c:v>
                </c:pt>
                <c:pt idx="893">
                  <c:v>4.7372603812068353E-4</c:v>
                </c:pt>
                <c:pt idx="894">
                  <c:v>4.5335238851268423E-4</c:v>
                </c:pt>
                <c:pt idx="895">
                  <c:v>4.3382238432741066E-4</c:v>
                </c:pt>
                <c:pt idx="896">
                  <c:v>4.1510262072810844E-4</c:v>
                </c:pt>
                <c:pt idx="897">
                  <c:v>3.9716094535339596E-4</c:v>
                </c:pt>
                <c:pt idx="898">
                  <c:v>3.7996641450739361E-4</c:v>
                </c:pt>
                <c:pt idx="899">
                  <c:v>3.6348925074410602E-4</c:v>
                </c:pt>
                <c:pt idx="900">
                  <c:v>3.4770080180748363E-4</c:v>
                </c:pt>
                <c:pt idx="901">
                  <c:v>3.3257350088969101E-4</c:v>
                </c:pt>
                <c:pt idx="902">
                  <c:v>3.1808082817069136E-4</c:v>
                </c:pt>
                <c:pt idx="903">
                  <c:v>3.0419727360315573E-4</c:v>
                </c:pt>
                <c:pt idx="904">
                  <c:v>2.9089830090750008E-4</c:v>
                </c:pt>
                <c:pt idx="905">
                  <c:v>2.781603127425215E-4</c:v>
                </c:pt>
                <c:pt idx="906">
                  <c:v>2.6596061701802276E-4</c:v>
                </c:pt>
                <c:pt idx="907">
                  <c:v>2.5427739431647554E-4</c:v>
                </c:pt>
                <c:pt idx="908">
                  <c:v>2.4308966639151558E-4</c:v>
                </c:pt>
                <c:pt idx="909">
                  <c:v>2.3237726571193163E-4</c:v>
                </c:pt>
                <c:pt idx="910">
                  <c:v>2.2212080602034389E-4</c:v>
                </c:pt>
                <c:pt idx="911">
                  <c:v>2.1230165387673325E-4</c:v>
                </c:pt>
                <c:pt idx="912">
                  <c:v>2.0290190115750611E-4</c:v>
                </c:pt>
                <c:pt idx="913">
                  <c:v>1.9390433848154082E-4</c:v>
                </c:pt>
                <c:pt idx="914">
                  <c:v>1.8529242953545667E-4</c:v>
                </c:pt>
                <c:pt idx="915">
                  <c:v>1.7705028627090105E-4</c:v>
                </c:pt>
                <c:pt idx="916">
                  <c:v>1.6916264494735327E-4</c:v>
                </c:pt>
                <c:pt idx="917">
                  <c:v>1.6161484299473356E-4</c:v>
                </c:pt>
                <c:pt idx="918">
                  <c:v>1.5439279667057727E-4</c:v>
                </c:pt>
                <c:pt idx="919">
                  <c:v>1.474829794872946E-4</c:v>
                </c:pt>
                <c:pt idx="920">
                  <c:v>1.408724013856708E-4</c:v>
                </c:pt>
                <c:pt idx="921">
                  <c:v>1.3454858863133574E-4</c:v>
                </c:pt>
                <c:pt idx="922">
                  <c:v>1.2849956441155064E-4</c:v>
                </c:pt>
                <c:pt idx="923">
                  <c:v>1.2271383011031568E-4</c:v>
                </c:pt>
                <c:pt idx="924">
                  <c:v>1.171803472403248E-4</c:v>
                </c:pt>
                <c:pt idx="925">
                  <c:v>1.1188852001089167E-4</c:v>
                </c:pt>
                <c:pt idx="926">
                  <c:v>1.0682817851157862E-4</c:v>
                </c:pt>
                <c:pt idx="927">
                  <c:v>1.0198956249176736E-4</c:v>
                </c:pt>
                <c:pt idx="928">
                  <c:v>9.7363305716948796E-5</c:v>
                </c:pt>
                <c:pt idx="929">
                  <c:v>9.2940420883108504E-5</c:v>
                </c:pt>
                <c:pt idx="930">
                  <c:v>8.8712285071041548E-5</c:v>
                </c:pt>
                <c:pt idx="931">
                  <c:v>8.4670625722956251E-5</c:v>
                </c:pt>
                <c:pt idx="932">
                  <c:v>8.0807507124257437E-5</c:v>
                </c:pt>
                <c:pt idx="933">
                  <c:v>7.7115317373862674E-5</c:v>
                </c:pt>
                <c:pt idx="934">
                  <c:v>7.3586755826868984E-5</c:v>
                </c:pt>
                <c:pt idx="935">
                  <c:v>7.0214820993906582E-5</c:v>
                </c:pt>
                <c:pt idx="936">
                  <c:v>6.6992798881931323E-5</c:v>
                </c:pt>
                <c:pt idx="937">
                  <c:v>6.3914251761650073E-5</c:v>
                </c:pt>
                <c:pt idx="938">
                  <c:v>6.0973007347257609E-5</c:v>
                </c:pt>
                <c:pt idx="939">
                  <c:v>5.816314837453946E-5</c:v>
                </c:pt>
                <c:pt idx="940">
                  <c:v>5.5479002563831399E-5</c:v>
                </c:pt>
                <c:pt idx="941">
                  <c:v>5.2915132954739582E-5</c:v>
                </c:pt>
                <c:pt idx="942">
                  <c:v>5.0466328599917771E-5</c:v>
                </c:pt>
                <c:pt idx="943">
                  <c:v>4.8127595605565683E-5</c:v>
                </c:pt>
                <c:pt idx="944">
                  <c:v>4.5894148506722786E-5</c:v>
                </c:pt>
                <c:pt idx="945">
                  <c:v>4.3761401965769484E-5</c:v>
                </c:pt>
                <c:pt idx="946">
                  <c:v>4.1724962782929115E-5</c:v>
                </c:pt>
                <c:pt idx="947">
                  <c:v>3.9780622207888052E-5</c:v>
                </c:pt>
                <c:pt idx="948">
                  <c:v>3.7924348542018379E-5</c:v>
                </c:pt>
                <c:pt idx="949">
                  <c:v>3.6152280020999425E-5</c:v>
                </c:pt>
                <c:pt idx="950">
                  <c:v>3.4460717967961137E-5</c:v>
                </c:pt>
                <c:pt idx="951">
                  <c:v>3.2846120207591436E-5</c:v>
                </c:pt>
                <c:pt idx="952">
                  <c:v>3.1305094731948014E-5</c:v>
                </c:pt>
                <c:pt idx="953">
                  <c:v>2.9834393609016131E-5</c:v>
                </c:pt>
                <c:pt idx="954">
                  <c:v>2.8430907125342762E-5</c:v>
                </c:pt>
                <c:pt idx="955">
                  <c:v>2.7091658154352719E-5</c:v>
                </c:pt>
                <c:pt idx="956">
                  <c:v>2.5813796742237149E-5</c:v>
                </c:pt>
                <c:pt idx="957">
                  <c:v>2.4594594903557015E-5</c:v>
                </c:pt>
                <c:pt idx="958">
                  <c:v>2.3431441618970278E-5</c:v>
                </c:pt>
                <c:pt idx="959">
                  <c:v>2.2321838027739537E-5</c:v>
                </c:pt>
                <c:pt idx="960">
                  <c:v>2.1263392807926373E-5</c:v>
                </c:pt>
                <c:pt idx="961">
                  <c:v>2.0253817737396017E-5</c:v>
                </c:pt>
                <c:pt idx="962">
                  <c:v>1.9290923429016548E-5</c:v>
                </c:pt>
                <c:pt idx="963">
                  <c:v>1.8372615233629676E-5</c:v>
                </c:pt>
                <c:pt idx="964">
                  <c:v>1.7496889304601849E-5</c:v>
                </c:pt>
                <c:pt idx="965">
                  <c:v>1.6661828817976834E-5</c:v>
                </c:pt>
                <c:pt idx="966">
                  <c:v>1.5865600342443565E-5</c:v>
                </c:pt>
                <c:pt idx="967">
                  <c:v>1.5106450353536238E-5</c:v>
                </c:pt>
                <c:pt idx="968">
                  <c:v>1.4382701886681185E-5</c:v>
                </c:pt>
                <c:pt idx="969">
                  <c:v>1.3692751323879097E-5</c:v>
                </c:pt>
                <c:pt idx="970">
                  <c:v>1.3035065308999575E-5</c:v>
                </c:pt>
                <c:pt idx="971">
                  <c:v>1.240817778683657E-5</c:v>
                </c:pt>
                <c:pt idx="972">
                  <c:v>1.1810687161244305E-5</c:v>
                </c:pt>
                <c:pt idx="973">
                  <c:v>1.1241253567833613E-5</c:v>
                </c:pt>
                <c:pt idx="974">
                  <c:v>1.0698596256869919E-5</c:v>
                </c:pt>
                <c:pt idx="975">
                  <c:v>1.0181491082170818E-5</c:v>
                </c:pt>
                <c:pt idx="976">
                  <c:v>9.6887680919407782E-6</c:v>
                </c:pt>
                <c:pt idx="977">
                  <c:v>9.2193092176356998E-6</c:v>
                </c:pt>
                <c:pt idx="978">
                  <c:v>8.7720460570831521E-6</c:v>
                </c:pt>
                <c:pt idx="979">
                  <c:v>8.3459577482186563E-6</c:v>
                </c:pt>
                <c:pt idx="980">
                  <c:v>7.9400689299330236E-6</c:v>
                </c:pt>
                <c:pt idx="981">
                  <c:v>7.5534477866502484E-6</c:v>
                </c:pt>
                <c:pt idx="982">
                  <c:v>7.1852041733756456E-6</c:v>
                </c:pt>
                <c:pt idx="983">
                  <c:v>6.8344878180761373E-6</c:v>
                </c:pt>
                <c:pt idx="984">
                  <c:v>6.5004865983668302E-6</c:v>
                </c:pt>
                <c:pt idx="985">
                  <c:v>6.1824248895878386E-6</c:v>
                </c:pt>
                <c:pt idx="986">
                  <c:v>5.8795619814641855E-6</c:v>
                </c:pt>
                <c:pt idx="987">
                  <c:v>5.5911905606445324E-6</c:v>
                </c:pt>
                <c:pt idx="988">
                  <c:v>5.3166352565122364E-6</c:v>
                </c:pt>
                <c:pt idx="989">
                  <c:v>5.0552512477627036E-6</c:v>
                </c:pt>
                <c:pt idx="990">
                  <c:v>4.8064229273299559E-6</c:v>
                </c:pt>
                <c:pt idx="991">
                  <c:v>4.5695626233383777E-6</c:v>
                </c:pt>
                <c:pt idx="992">
                  <c:v>4.3441093738420427E-6</c:v>
                </c:pt>
                <c:pt idx="993">
                  <c:v>4.1295277531964458E-6</c:v>
                </c:pt>
                <c:pt idx="994">
                  <c:v>3.9253067479907121E-6</c:v>
                </c:pt>
                <c:pt idx="995">
                  <c:v>3.7309586805452978E-6</c:v>
                </c:pt>
                <c:pt idx="996">
                  <c:v>3.5460181780559623E-6</c:v>
                </c:pt>
                <c:pt idx="997">
                  <c:v>3.370041185537991E-6</c:v>
                </c:pt>
                <c:pt idx="998">
                  <c:v>3.2026040207952875E-6</c:v>
                </c:pt>
                <c:pt idx="999">
                  <c:v>3.0433024697056256E-6</c:v>
                </c:pt>
                <c:pt idx="1000">
                  <c:v>2.8917509201801659E-6</c:v>
                </c:pt>
                <c:pt idx="1001">
                  <c:v>2.7475815332181931E-6</c:v>
                </c:pt>
                <c:pt idx="1002">
                  <c:v>2.610443449538397E-6</c:v>
                </c:pt>
                <c:pt idx="1003">
                  <c:v>2.4800020303266374E-6</c:v>
                </c:pt>
                <c:pt idx="1004">
                  <c:v>2.3559381306986576E-6</c:v>
                </c:pt>
                <c:pt idx="1005">
                  <c:v>2.237947404527645E-6</c:v>
                </c:pt>
                <c:pt idx="1006">
                  <c:v>2.1257396393418618E-6</c:v>
                </c:pt>
                <c:pt idx="1007">
                  <c:v>2.0190381200471762E-6</c:v>
                </c:pt>
                <c:pt idx="1008">
                  <c:v>1.9175790202778541E-6</c:v>
                </c:pt>
                <c:pt idx="1009">
                  <c:v>1.8211108202266396E-6</c:v>
                </c:pt>
                <c:pt idx="1010">
                  <c:v>1.7293937498504783E-6</c:v>
                </c:pt>
                <c:pt idx="1011">
                  <c:v>1.6421992563912621E-6</c:v>
                </c:pt>
                <c:pt idx="1012">
                  <c:v>1.559309495193625E-6</c:v>
                </c:pt>
                <c:pt idx="1013">
                  <c:v>1.4805168428425277E-6</c:v>
                </c:pt>
                <c:pt idx="1014">
                  <c:v>1.4056234316811739E-6</c:v>
                </c:pt>
                <c:pt idx="1015">
                  <c:v>1.3344407048089501E-6</c:v>
                </c:pt>
                <c:pt idx="1016">
                  <c:v>1.2667889906935963E-6</c:v>
                </c:pt>
                <c:pt idx="1017">
                  <c:v>1.2024970965681846E-6</c:v>
                </c:pt>
                <c:pt idx="1018">
                  <c:v>1.1414019198152663E-6</c:v>
                </c:pt>
                <c:pt idx="1019">
                  <c:v>1.0833480765740672E-6</c:v>
                </c:pt>
                <c:pt idx="1020">
                  <c:v>1.0281875468371547E-6</c:v>
                </c:pt>
                <c:pt idx="1021">
                  <c:v>9.7577933533224035E-7</c:v>
                </c:pt>
                <c:pt idx="1022">
                  <c:v>9.259891475142981E-7</c:v>
                </c:pt>
                <c:pt idx="1023">
                  <c:v>8.7868908002027684E-7</c:v>
                </c:pt>
                <c:pt idx="1024">
                  <c:v>8.3375732496503952E-7</c:v>
                </c:pt>
                <c:pt idx="1025">
                  <c:v>7.9107788748293231E-7</c:v>
                </c:pt>
                <c:pt idx="1026">
                  <c:v>7.5054031594383778E-7</c:v>
                </c:pt>
                <c:pt idx="1027">
                  <c:v>7.120394442958998E-7</c:v>
                </c:pt>
                <c:pt idx="1028">
                  <c:v>6.7547514600975473E-7</c:v>
                </c:pt>
                <c:pt idx="1029">
                  <c:v>6.4075209912130354E-7</c:v>
                </c:pt>
                <c:pt idx="1030">
                  <c:v>6.0777956189002262E-7</c:v>
                </c:pt>
                <c:pt idx="1031">
                  <c:v>5.7647115861096623E-7</c:v>
                </c:pt>
                <c:pt idx="1032">
                  <c:v>5.4674467513693913E-7</c:v>
                </c:pt>
                <c:pt idx="1033">
                  <c:v>5.1852186368648896E-7</c:v>
                </c:pt>
                <c:pt idx="1034">
                  <c:v>4.9172825653076101E-7</c:v>
                </c:pt>
                <c:pt idx="1035">
                  <c:v>4.6629298816951598E-7</c:v>
                </c:pt>
                <c:pt idx="1036">
                  <c:v>4.4214862562305442E-7</c:v>
                </c:pt>
                <c:pt idx="1037">
                  <c:v>4.1923100648223155E-7</c:v>
                </c:pt>
                <c:pt idx="1038">
                  <c:v>3.9747908437432778E-7</c:v>
                </c:pt>
                <c:pt idx="1039">
                  <c:v>3.7683478151655849E-7</c:v>
                </c:pt>
                <c:pt idx="1040">
                  <c:v>3.5724284804329376E-7</c:v>
                </c:pt>
                <c:pt idx="1041">
                  <c:v>3.3865072780624955E-7</c:v>
                </c:pt>
                <c:pt idx="1042">
                  <c:v>3.2100843035973019E-7</c:v>
                </c:pt>
                <c:pt idx="1043">
                  <c:v>3.0426840885536098E-7</c:v>
                </c:pt>
                <c:pt idx="1044">
                  <c:v>2.8838544358251683E-7</c:v>
                </c:pt>
                <c:pt idx="1045">
                  <c:v>2.7331653090192807E-7</c:v>
                </c:pt>
                <c:pt idx="1046">
                  <c:v>2.5902077733093886E-7</c:v>
                </c:pt>
                <c:pt idx="1047">
                  <c:v>2.4545929854912788E-7</c:v>
                </c:pt>
                <c:pt idx="1048">
                  <c:v>2.3259512310304857E-7</c:v>
                </c:pt>
                <c:pt idx="1049">
                  <c:v>2.2039310059852851E-7</c:v>
                </c:pt>
                <c:pt idx="1050">
                  <c:v>2.0881981417797491E-7</c:v>
                </c:pt>
                <c:pt idx="1051">
                  <c:v>1.978434970889769E-7</c:v>
                </c:pt>
                <c:pt idx="1052">
                  <c:v>1.8743395315904735E-7</c:v>
                </c:pt>
                <c:pt idx="1053">
                  <c:v>1.7756248099925475E-7</c:v>
                </c:pt>
                <c:pt idx="1054">
                  <c:v>1.6820180176731116E-7</c:v>
                </c:pt>
                <c:pt idx="1055">
                  <c:v>1.593259903281687E-7</c:v>
                </c:pt>
                <c:pt idx="1056">
                  <c:v>1.5091040965717683E-7</c:v>
                </c:pt>
                <c:pt idx="1057">
                  <c:v>1.4293164833770806E-7</c:v>
                </c:pt>
                <c:pt idx="1058">
                  <c:v>1.3536746101170727E-7</c:v>
                </c:pt>
                <c:pt idx="1059">
                  <c:v>1.2819671164784969E-7</c:v>
                </c:pt>
                <c:pt idx="1060">
                  <c:v>1.2139931949793494E-7</c:v>
                </c:pt>
                <c:pt idx="1061">
                  <c:v>1.1495620761796333E-7</c:v>
                </c:pt>
                <c:pt idx="1062">
                  <c:v>1.0884925383576316E-7</c:v>
                </c:pt>
                <c:pt idx="1063">
                  <c:v>1.0306124405227059E-7</c:v>
                </c:pt>
                <c:pt idx="1064">
                  <c:v>9.7575827768688032E-8</c:v>
                </c:pt>
                <c:pt idx="1065">
                  <c:v>9.2377475736469058E-8</c:v>
                </c:pt>
                <c:pt idx="1066">
                  <c:v>8.7451439631715065E-8</c:v>
                </c:pt>
                <c:pt idx="1067">
                  <c:v>8.2783713660003811E-8</c:v>
                </c:pt>
                <c:pt idx="1068">
                  <c:v>7.8360998001861913E-8</c:v>
                </c:pt>
                <c:pt idx="1069">
                  <c:v>7.4170664013129429E-8</c:v>
                </c:pt>
                <c:pt idx="1070">
                  <c:v>7.0200721098352226E-8</c:v>
                </c:pt>
                <c:pt idx="1071">
                  <c:v>6.6439785179026269E-8</c:v>
                </c:pt>
                <c:pt idx="1072">
                  <c:v>6.2877048682013674E-8</c:v>
                </c:pt>
                <c:pt idx="1073">
                  <c:v>5.9502251976909961E-8</c:v>
                </c:pt>
                <c:pt idx="1074">
                  <c:v>5.6305656194307913E-8</c:v>
                </c:pt>
                <c:pt idx="1075">
                  <c:v>5.3278017360021174E-8</c:v>
                </c:pt>
                <c:pt idx="1076">
                  <c:v>5.0410561783300312E-8</c:v>
                </c:pt>
                <c:pt idx="1077">
                  <c:v>4.7694962639880947E-8</c:v>
                </c:pt>
                <c:pt idx="1078">
                  <c:v>4.5123317693421006E-8</c:v>
                </c:pt>
                <c:pt idx="1079">
                  <c:v>4.2688128101464269E-8</c:v>
                </c:pt>
                <c:pt idx="1080">
                  <c:v>4.0382278254536537E-8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4-0F27-43CB-B342-0B1853660F7A}"/>
            </c:ext>
          </c:extLst>
        </c:ser>
        <c:ser>
          <c:idx val="5"/>
          <c:order val="5"/>
          <c:tx>
            <c:strRef>
              <c:f>Sheet1!$P$3</c:f>
              <c:strCache>
                <c:ptCount val="1"/>
                <c:pt idx="0">
                  <c:v>Qp = 6.0 L/s</c:v>
                </c:pt>
              </c:strCache>
            </c:strRef>
          </c:tx>
          <c:spPr>
            <a:ln w="19050" cap="rnd">
              <a:solidFill>
                <a:srgbClr val="92D050"/>
              </a:solidFill>
              <a:round/>
            </a:ln>
            <a:effectLst/>
          </c:spPr>
          <c:marker>
            <c:symbol val="none"/>
          </c:marker>
          <c:xVal>
            <c:numRef>
              <c:f>Sheet1!$J$4:$J$1084</c:f>
              <c:numCache>
                <c:formatCode>General</c:formatCode>
                <c:ptCount val="1081"/>
                <c:pt idx="0">
                  <c:v>0</c:v>
                </c:pt>
                <c:pt idx="1">
                  <c:v>2.7777777777777775E-3</c:v>
                </c:pt>
                <c:pt idx="2">
                  <c:v>5.5555555555555549E-3</c:v>
                </c:pt>
                <c:pt idx="3">
                  <c:v>8.3333333333333332E-3</c:v>
                </c:pt>
                <c:pt idx="4">
                  <c:v>1.111111111111111E-2</c:v>
                </c:pt>
                <c:pt idx="5">
                  <c:v>1.388888888888889E-2</c:v>
                </c:pt>
                <c:pt idx="6">
                  <c:v>1.6666666666666666E-2</c:v>
                </c:pt>
                <c:pt idx="7">
                  <c:v>1.9444444444444445E-2</c:v>
                </c:pt>
                <c:pt idx="8">
                  <c:v>2.222222222222222E-2</c:v>
                </c:pt>
                <c:pt idx="9">
                  <c:v>2.5000000000000001E-2</c:v>
                </c:pt>
                <c:pt idx="10">
                  <c:v>2.777777777777778E-2</c:v>
                </c:pt>
                <c:pt idx="11">
                  <c:v>3.0555555555555555E-2</c:v>
                </c:pt>
                <c:pt idx="12">
                  <c:v>3.3333333333333333E-2</c:v>
                </c:pt>
                <c:pt idx="13">
                  <c:v>3.6111111111111108E-2</c:v>
                </c:pt>
                <c:pt idx="14">
                  <c:v>3.888888888888889E-2</c:v>
                </c:pt>
                <c:pt idx="15">
                  <c:v>4.1666666666666664E-2</c:v>
                </c:pt>
                <c:pt idx="16">
                  <c:v>4.4444444444444439E-2</c:v>
                </c:pt>
                <c:pt idx="17">
                  <c:v>4.7222222222222228E-2</c:v>
                </c:pt>
                <c:pt idx="18">
                  <c:v>0.05</c:v>
                </c:pt>
                <c:pt idx="19">
                  <c:v>5.2777777777777778E-2</c:v>
                </c:pt>
                <c:pt idx="20">
                  <c:v>5.5555555555555559E-2</c:v>
                </c:pt>
                <c:pt idx="21">
                  <c:v>5.8333333333333334E-2</c:v>
                </c:pt>
                <c:pt idx="22">
                  <c:v>6.1111111111111109E-2</c:v>
                </c:pt>
                <c:pt idx="23">
                  <c:v>6.3888888888888898E-2</c:v>
                </c:pt>
                <c:pt idx="24">
                  <c:v>6.6666666666666666E-2</c:v>
                </c:pt>
                <c:pt idx="25">
                  <c:v>6.9444444444444448E-2</c:v>
                </c:pt>
                <c:pt idx="26">
                  <c:v>7.2222222222222215E-2</c:v>
                </c:pt>
                <c:pt idx="27">
                  <c:v>7.4999999999999997E-2</c:v>
                </c:pt>
                <c:pt idx="28">
                  <c:v>7.7777777777777779E-2</c:v>
                </c:pt>
                <c:pt idx="29">
                  <c:v>8.0555555555555547E-2</c:v>
                </c:pt>
                <c:pt idx="30">
                  <c:v>8.3333333333333329E-2</c:v>
                </c:pt>
                <c:pt idx="31">
                  <c:v>8.611111111111111E-2</c:v>
                </c:pt>
                <c:pt idx="32">
                  <c:v>8.8888888888888878E-2</c:v>
                </c:pt>
                <c:pt idx="33">
                  <c:v>9.166666666666666E-2</c:v>
                </c:pt>
                <c:pt idx="34">
                  <c:v>9.4444444444444456E-2</c:v>
                </c:pt>
                <c:pt idx="35">
                  <c:v>9.7222222222222224E-2</c:v>
                </c:pt>
                <c:pt idx="36">
                  <c:v>0.1</c:v>
                </c:pt>
                <c:pt idx="37">
                  <c:v>0.10277777777777779</c:v>
                </c:pt>
                <c:pt idx="38">
                  <c:v>0.10555555555555556</c:v>
                </c:pt>
                <c:pt idx="39">
                  <c:v>0.10833333333333334</c:v>
                </c:pt>
                <c:pt idx="40">
                  <c:v>0.11111111111111112</c:v>
                </c:pt>
                <c:pt idx="41">
                  <c:v>0.11388888888888889</c:v>
                </c:pt>
                <c:pt idx="42">
                  <c:v>0.11666666666666667</c:v>
                </c:pt>
                <c:pt idx="43">
                  <c:v>0.11944444444444445</c:v>
                </c:pt>
                <c:pt idx="44">
                  <c:v>0.12222222222222222</c:v>
                </c:pt>
                <c:pt idx="45">
                  <c:v>0.125</c:v>
                </c:pt>
                <c:pt idx="46">
                  <c:v>0.1277777777777778</c:v>
                </c:pt>
                <c:pt idx="47">
                  <c:v>0.13055555555555556</c:v>
                </c:pt>
                <c:pt idx="48">
                  <c:v>0.13333333333333333</c:v>
                </c:pt>
                <c:pt idx="49">
                  <c:v>0.1361111111111111</c:v>
                </c:pt>
                <c:pt idx="50">
                  <c:v>0.1388888888888889</c:v>
                </c:pt>
                <c:pt idx="51">
                  <c:v>0.14166666666666666</c:v>
                </c:pt>
                <c:pt idx="52">
                  <c:v>0.14444444444444443</c:v>
                </c:pt>
                <c:pt idx="53">
                  <c:v>0.14722222222222223</c:v>
                </c:pt>
                <c:pt idx="54">
                  <c:v>0.15</c:v>
                </c:pt>
                <c:pt idx="55">
                  <c:v>0.15277777777777776</c:v>
                </c:pt>
                <c:pt idx="56">
                  <c:v>0.15555555555555556</c:v>
                </c:pt>
                <c:pt idx="57">
                  <c:v>0.15833333333333333</c:v>
                </c:pt>
                <c:pt idx="58">
                  <c:v>0.16111111111111109</c:v>
                </c:pt>
                <c:pt idx="59">
                  <c:v>0.16388888888888889</c:v>
                </c:pt>
                <c:pt idx="60">
                  <c:v>0.16666666666666666</c:v>
                </c:pt>
                <c:pt idx="61">
                  <c:v>0.16944444444444443</c:v>
                </c:pt>
                <c:pt idx="62">
                  <c:v>0.17222222222222222</c:v>
                </c:pt>
                <c:pt idx="63">
                  <c:v>0.17499999999999999</c:v>
                </c:pt>
                <c:pt idx="64">
                  <c:v>0.17777777777777776</c:v>
                </c:pt>
                <c:pt idx="65">
                  <c:v>0.18055555555555555</c:v>
                </c:pt>
                <c:pt idx="66">
                  <c:v>0.18333333333333332</c:v>
                </c:pt>
                <c:pt idx="67">
                  <c:v>0.18611111111111109</c:v>
                </c:pt>
                <c:pt idx="68">
                  <c:v>0.18888888888888891</c:v>
                </c:pt>
                <c:pt idx="69">
                  <c:v>0.19166666666666668</c:v>
                </c:pt>
                <c:pt idx="70">
                  <c:v>0.19444444444444445</c:v>
                </c:pt>
                <c:pt idx="71">
                  <c:v>0.19722222222222224</c:v>
                </c:pt>
                <c:pt idx="72">
                  <c:v>0.2</c:v>
                </c:pt>
                <c:pt idx="73">
                  <c:v>0.20277777777777778</c:v>
                </c:pt>
                <c:pt idx="74">
                  <c:v>0.20555555555555557</c:v>
                </c:pt>
                <c:pt idx="75">
                  <c:v>0.20833333333333334</c:v>
                </c:pt>
                <c:pt idx="76">
                  <c:v>0.21111111111111111</c:v>
                </c:pt>
                <c:pt idx="77">
                  <c:v>0.21388888888888891</c:v>
                </c:pt>
                <c:pt idx="78">
                  <c:v>0.21666666666666667</c:v>
                </c:pt>
                <c:pt idx="79">
                  <c:v>0.21944444444444444</c:v>
                </c:pt>
                <c:pt idx="80">
                  <c:v>0.22222222222222224</c:v>
                </c:pt>
                <c:pt idx="81">
                  <c:v>0.22500000000000001</c:v>
                </c:pt>
                <c:pt idx="82">
                  <c:v>0.22777777777777777</c:v>
                </c:pt>
                <c:pt idx="83">
                  <c:v>0.23055555555555557</c:v>
                </c:pt>
                <c:pt idx="84">
                  <c:v>0.23333333333333334</c:v>
                </c:pt>
                <c:pt idx="85">
                  <c:v>0.2361111111111111</c:v>
                </c:pt>
                <c:pt idx="86">
                  <c:v>0.2388888888888889</c:v>
                </c:pt>
                <c:pt idx="87">
                  <c:v>0.24166666666666667</c:v>
                </c:pt>
                <c:pt idx="88">
                  <c:v>0.24444444444444444</c:v>
                </c:pt>
                <c:pt idx="89">
                  <c:v>0.24722222222222223</c:v>
                </c:pt>
                <c:pt idx="90">
                  <c:v>0.25</c:v>
                </c:pt>
                <c:pt idx="91">
                  <c:v>0.25277777777777777</c:v>
                </c:pt>
                <c:pt idx="92">
                  <c:v>0.25555555555555559</c:v>
                </c:pt>
                <c:pt idx="93">
                  <c:v>0.25833333333333336</c:v>
                </c:pt>
                <c:pt idx="94">
                  <c:v>0.26111111111111113</c:v>
                </c:pt>
                <c:pt idx="95">
                  <c:v>0.2638888888888889</c:v>
                </c:pt>
                <c:pt idx="96">
                  <c:v>0.26666666666666666</c:v>
                </c:pt>
                <c:pt idx="97">
                  <c:v>0.26944444444444449</c:v>
                </c:pt>
                <c:pt idx="98">
                  <c:v>0.2722222222222222</c:v>
                </c:pt>
                <c:pt idx="99">
                  <c:v>0.27500000000000002</c:v>
                </c:pt>
                <c:pt idx="100">
                  <c:v>0.27777777777777779</c:v>
                </c:pt>
                <c:pt idx="101">
                  <c:v>0.28055555555555556</c:v>
                </c:pt>
                <c:pt idx="102">
                  <c:v>0.28333333333333333</c:v>
                </c:pt>
                <c:pt idx="103">
                  <c:v>0.28611111111111115</c:v>
                </c:pt>
                <c:pt idx="104">
                  <c:v>0.28888888888888886</c:v>
                </c:pt>
                <c:pt idx="105">
                  <c:v>0.29166666666666669</c:v>
                </c:pt>
                <c:pt idx="106">
                  <c:v>0.29444444444444445</c:v>
                </c:pt>
                <c:pt idx="107">
                  <c:v>0.29722222222222222</c:v>
                </c:pt>
                <c:pt idx="108">
                  <c:v>0.3</c:v>
                </c:pt>
                <c:pt idx="109">
                  <c:v>0.30277777777777781</c:v>
                </c:pt>
                <c:pt idx="110">
                  <c:v>0.30555555555555552</c:v>
                </c:pt>
                <c:pt idx="111">
                  <c:v>0.30833333333333335</c:v>
                </c:pt>
                <c:pt idx="112">
                  <c:v>0.31111111111111112</c:v>
                </c:pt>
                <c:pt idx="113">
                  <c:v>0.31388888888888888</c:v>
                </c:pt>
                <c:pt idx="114">
                  <c:v>0.31666666666666665</c:v>
                </c:pt>
                <c:pt idx="115">
                  <c:v>0.31944444444444448</c:v>
                </c:pt>
                <c:pt idx="116">
                  <c:v>0.32222222222222219</c:v>
                </c:pt>
                <c:pt idx="117">
                  <c:v>0.32500000000000001</c:v>
                </c:pt>
                <c:pt idx="118">
                  <c:v>0.32777777777777778</c:v>
                </c:pt>
                <c:pt idx="119">
                  <c:v>0.33055555555555555</c:v>
                </c:pt>
                <c:pt idx="120">
                  <c:v>0.33333333333333331</c:v>
                </c:pt>
                <c:pt idx="121">
                  <c:v>0.33611111111111114</c:v>
                </c:pt>
                <c:pt idx="122">
                  <c:v>0.33888888888888885</c:v>
                </c:pt>
                <c:pt idx="123">
                  <c:v>0.34166666666666667</c:v>
                </c:pt>
                <c:pt idx="124">
                  <c:v>0.34444444444444444</c:v>
                </c:pt>
                <c:pt idx="125">
                  <c:v>0.34722222222222221</c:v>
                </c:pt>
                <c:pt idx="126">
                  <c:v>0.35</c:v>
                </c:pt>
                <c:pt idx="127">
                  <c:v>0.3527777777777778</c:v>
                </c:pt>
                <c:pt idx="128">
                  <c:v>0.35555555555555551</c:v>
                </c:pt>
                <c:pt idx="129">
                  <c:v>0.35833333333333334</c:v>
                </c:pt>
                <c:pt idx="130">
                  <c:v>0.3611111111111111</c:v>
                </c:pt>
                <c:pt idx="131">
                  <c:v>0.36388888888888887</c:v>
                </c:pt>
                <c:pt idx="132">
                  <c:v>0.36666666666666664</c:v>
                </c:pt>
                <c:pt idx="133">
                  <c:v>0.36944444444444446</c:v>
                </c:pt>
                <c:pt idx="134">
                  <c:v>0.37222222222222218</c:v>
                </c:pt>
                <c:pt idx="135">
                  <c:v>0.375</c:v>
                </c:pt>
                <c:pt idx="136">
                  <c:v>0.37777777777777782</c:v>
                </c:pt>
                <c:pt idx="137">
                  <c:v>0.38055555555555554</c:v>
                </c:pt>
                <c:pt idx="138">
                  <c:v>0.38333333333333336</c:v>
                </c:pt>
                <c:pt idx="139">
                  <c:v>0.38611111111111113</c:v>
                </c:pt>
                <c:pt idx="140">
                  <c:v>0.3888888888888889</c:v>
                </c:pt>
                <c:pt idx="141">
                  <c:v>0.39166666666666666</c:v>
                </c:pt>
                <c:pt idx="142">
                  <c:v>0.39444444444444449</c:v>
                </c:pt>
                <c:pt idx="143">
                  <c:v>0.3972222222222222</c:v>
                </c:pt>
                <c:pt idx="144">
                  <c:v>0.4</c:v>
                </c:pt>
                <c:pt idx="145">
                  <c:v>0.40277777777777779</c:v>
                </c:pt>
                <c:pt idx="146">
                  <c:v>0.40555555555555556</c:v>
                </c:pt>
                <c:pt idx="147">
                  <c:v>0.40833333333333333</c:v>
                </c:pt>
                <c:pt idx="148">
                  <c:v>0.41111111111111115</c:v>
                </c:pt>
                <c:pt idx="149">
                  <c:v>0.41388888888888886</c:v>
                </c:pt>
                <c:pt idx="150">
                  <c:v>0.41666666666666669</c:v>
                </c:pt>
                <c:pt idx="151">
                  <c:v>0.41944444444444445</c:v>
                </c:pt>
                <c:pt idx="152">
                  <c:v>0.42222222222222222</c:v>
                </c:pt>
                <c:pt idx="153">
                  <c:v>0.42499999999999999</c:v>
                </c:pt>
                <c:pt idx="154">
                  <c:v>0.42777777777777781</c:v>
                </c:pt>
                <c:pt idx="155">
                  <c:v>0.43055555555555552</c:v>
                </c:pt>
                <c:pt idx="156">
                  <c:v>0.43333333333333335</c:v>
                </c:pt>
                <c:pt idx="157">
                  <c:v>0.43611111111111112</c:v>
                </c:pt>
                <c:pt idx="158">
                  <c:v>0.43888888888888888</c:v>
                </c:pt>
                <c:pt idx="159">
                  <c:v>0.44166666666666665</c:v>
                </c:pt>
                <c:pt idx="160">
                  <c:v>0.44444444444444448</c:v>
                </c:pt>
                <c:pt idx="161">
                  <c:v>0.44722222222222219</c:v>
                </c:pt>
                <c:pt idx="162">
                  <c:v>0.45</c:v>
                </c:pt>
                <c:pt idx="163">
                  <c:v>0.45277777777777778</c:v>
                </c:pt>
                <c:pt idx="164">
                  <c:v>0.45555555555555555</c:v>
                </c:pt>
                <c:pt idx="165">
                  <c:v>0.45833333333333331</c:v>
                </c:pt>
                <c:pt idx="166">
                  <c:v>0.46111111111111114</c:v>
                </c:pt>
                <c:pt idx="167">
                  <c:v>0.46388888888888885</c:v>
                </c:pt>
                <c:pt idx="168">
                  <c:v>0.46666666666666667</c:v>
                </c:pt>
                <c:pt idx="169">
                  <c:v>0.46944444444444444</c:v>
                </c:pt>
                <c:pt idx="170">
                  <c:v>0.47222222222222221</c:v>
                </c:pt>
                <c:pt idx="171">
                  <c:v>0.47499999999999998</c:v>
                </c:pt>
                <c:pt idx="172">
                  <c:v>0.4777777777777778</c:v>
                </c:pt>
                <c:pt idx="173">
                  <c:v>0.48055555555555551</c:v>
                </c:pt>
                <c:pt idx="174">
                  <c:v>0.48333333333333334</c:v>
                </c:pt>
                <c:pt idx="175">
                  <c:v>0.4861111111111111</c:v>
                </c:pt>
                <c:pt idx="176">
                  <c:v>0.48888888888888887</c:v>
                </c:pt>
                <c:pt idx="177">
                  <c:v>0.49166666666666664</c:v>
                </c:pt>
                <c:pt idx="178">
                  <c:v>0.49444444444444446</c:v>
                </c:pt>
                <c:pt idx="179">
                  <c:v>0.49722222222222218</c:v>
                </c:pt>
                <c:pt idx="180">
                  <c:v>0.5</c:v>
                </c:pt>
                <c:pt idx="181">
                  <c:v>0.50277777777777777</c:v>
                </c:pt>
                <c:pt idx="182">
                  <c:v>0.50555555555555554</c:v>
                </c:pt>
                <c:pt idx="183">
                  <c:v>0.5083333333333333</c:v>
                </c:pt>
                <c:pt idx="184">
                  <c:v>0.51111111111111118</c:v>
                </c:pt>
                <c:pt idx="185">
                  <c:v>0.51388888888888884</c:v>
                </c:pt>
                <c:pt idx="186">
                  <c:v>0.51666666666666672</c:v>
                </c:pt>
                <c:pt idx="187">
                  <c:v>0.51944444444444449</c:v>
                </c:pt>
                <c:pt idx="188">
                  <c:v>0.52222222222222225</c:v>
                </c:pt>
                <c:pt idx="189">
                  <c:v>0.52500000000000002</c:v>
                </c:pt>
                <c:pt idx="190">
                  <c:v>0.52777777777777779</c:v>
                </c:pt>
                <c:pt idx="191">
                  <c:v>0.53055555555555556</c:v>
                </c:pt>
                <c:pt idx="192">
                  <c:v>0.53333333333333333</c:v>
                </c:pt>
                <c:pt idx="193">
                  <c:v>0.53611111111111109</c:v>
                </c:pt>
                <c:pt idx="194">
                  <c:v>0.53888888888888897</c:v>
                </c:pt>
                <c:pt idx="195">
                  <c:v>0.54166666666666663</c:v>
                </c:pt>
                <c:pt idx="196">
                  <c:v>0.5444444444444444</c:v>
                </c:pt>
                <c:pt idx="197">
                  <c:v>0.54722222222222228</c:v>
                </c:pt>
                <c:pt idx="198">
                  <c:v>0.55000000000000004</c:v>
                </c:pt>
                <c:pt idx="199">
                  <c:v>0.5527777777777777</c:v>
                </c:pt>
                <c:pt idx="200">
                  <c:v>0.55555555555555558</c:v>
                </c:pt>
                <c:pt idx="201">
                  <c:v>0.55833333333333335</c:v>
                </c:pt>
                <c:pt idx="202">
                  <c:v>0.56111111111111112</c:v>
                </c:pt>
                <c:pt idx="203">
                  <c:v>0.56388888888888888</c:v>
                </c:pt>
                <c:pt idx="204">
                  <c:v>0.56666666666666665</c:v>
                </c:pt>
                <c:pt idx="205">
                  <c:v>0.56944444444444442</c:v>
                </c:pt>
                <c:pt idx="206">
                  <c:v>0.5722222222222223</c:v>
                </c:pt>
                <c:pt idx="207">
                  <c:v>0.57499999999999996</c:v>
                </c:pt>
                <c:pt idx="208">
                  <c:v>0.57777777777777772</c:v>
                </c:pt>
                <c:pt idx="209">
                  <c:v>0.5805555555555556</c:v>
                </c:pt>
                <c:pt idx="210">
                  <c:v>0.58333333333333337</c:v>
                </c:pt>
                <c:pt idx="211">
                  <c:v>0.58611111111111103</c:v>
                </c:pt>
                <c:pt idx="212">
                  <c:v>0.58888888888888891</c:v>
                </c:pt>
                <c:pt idx="213">
                  <c:v>0.59166666666666667</c:v>
                </c:pt>
                <c:pt idx="214">
                  <c:v>0.59444444444444444</c:v>
                </c:pt>
                <c:pt idx="215">
                  <c:v>0.59722222222222221</c:v>
                </c:pt>
                <c:pt idx="216">
                  <c:v>0.6</c:v>
                </c:pt>
                <c:pt idx="217">
                  <c:v>0.60277777777777775</c:v>
                </c:pt>
                <c:pt idx="218">
                  <c:v>0.60555555555555562</c:v>
                </c:pt>
                <c:pt idx="219">
                  <c:v>0.60833333333333328</c:v>
                </c:pt>
                <c:pt idx="220">
                  <c:v>0.61111111111111105</c:v>
                </c:pt>
                <c:pt idx="221">
                  <c:v>0.61388888888888893</c:v>
                </c:pt>
                <c:pt idx="222">
                  <c:v>0.6166666666666667</c:v>
                </c:pt>
                <c:pt idx="223">
                  <c:v>0.61944444444444435</c:v>
                </c:pt>
                <c:pt idx="224">
                  <c:v>0.62222222222222223</c:v>
                </c:pt>
                <c:pt idx="225">
                  <c:v>0.625</c:v>
                </c:pt>
                <c:pt idx="226">
                  <c:v>0.62777777777777777</c:v>
                </c:pt>
                <c:pt idx="227">
                  <c:v>0.63055555555555565</c:v>
                </c:pt>
                <c:pt idx="228">
                  <c:v>0.6333333333333333</c:v>
                </c:pt>
                <c:pt idx="229">
                  <c:v>0.63611111111111107</c:v>
                </c:pt>
                <c:pt idx="230">
                  <c:v>0.63888888888888895</c:v>
                </c:pt>
                <c:pt idx="231">
                  <c:v>0.64166666666666672</c:v>
                </c:pt>
                <c:pt idx="232">
                  <c:v>0.64444444444444438</c:v>
                </c:pt>
                <c:pt idx="233">
                  <c:v>0.64722222222222225</c:v>
                </c:pt>
                <c:pt idx="234">
                  <c:v>0.65</c:v>
                </c:pt>
                <c:pt idx="235">
                  <c:v>0.65277777777777779</c:v>
                </c:pt>
                <c:pt idx="236">
                  <c:v>0.65555555555555556</c:v>
                </c:pt>
                <c:pt idx="237">
                  <c:v>0.65833333333333333</c:v>
                </c:pt>
                <c:pt idx="238">
                  <c:v>0.66111111111111109</c:v>
                </c:pt>
                <c:pt idx="239">
                  <c:v>0.66388888888888897</c:v>
                </c:pt>
                <c:pt idx="240">
                  <c:v>0.66666666666666663</c:v>
                </c:pt>
                <c:pt idx="241">
                  <c:v>0.6694444444444444</c:v>
                </c:pt>
                <c:pt idx="242">
                  <c:v>0.67222222222222228</c:v>
                </c:pt>
                <c:pt idx="243">
                  <c:v>0.67500000000000004</c:v>
                </c:pt>
                <c:pt idx="244">
                  <c:v>0.6777777777777777</c:v>
                </c:pt>
                <c:pt idx="245">
                  <c:v>0.68055555555555558</c:v>
                </c:pt>
                <c:pt idx="246">
                  <c:v>0.68333333333333335</c:v>
                </c:pt>
                <c:pt idx="247">
                  <c:v>0.68611111111111112</c:v>
                </c:pt>
                <c:pt idx="248">
                  <c:v>0.68888888888888888</c:v>
                </c:pt>
                <c:pt idx="249">
                  <c:v>0.69166666666666665</c:v>
                </c:pt>
                <c:pt idx="250">
                  <c:v>0.69444444444444442</c:v>
                </c:pt>
                <c:pt idx="251">
                  <c:v>0.6972222222222223</c:v>
                </c:pt>
                <c:pt idx="252">
                  <c:v>0.7</c:v>
                </c:pt>
                <c:pt idx="253">
                  <c:v>0.70277777777777772</c:v>
                </c:pt>
                <c:pt idx="254">
                  <c:v>0.7055555555555556</c:v>
                </c:pt>
                <c:pt idx="255">
                  <c:v>0.70833333333333337</c:v>
                </c:pt>
                <c:pt idx="256">
                  <c:v>0.71111111111111103</c:v>
                </c:pt>
                <c:pt idx="257">
                  <c:v>0.71388888888888891</c:v>
                </c:pt>
                <c:pt idx="258">
                  <c:v>0.71666666666666667</c:v>
                </c:pt>
                <c:pt idx="259">
                  <c:v>0.71944444444444444</c:v>
                </c:pt>
                <c:pt idx="260">
                  <c:v>0.72222222222222221</c:v>
                </c:pt>
                <c:pt idx="261">
                  <c:v>0.72499999999999998</c:v>
                </c:pt>
                <c:pt idx="262">
                  <c:v>0.72777777777777775</c:v>
                </c:pt>
                <c:pt idx="263">
                  <c:v>0.73055555555555562</c:v>
                </c:pt>
                <c:pt idx="264">
                  <c:v>0.73333333333333328</c:v>
                </c:pt>
                <c:pt idx="265">
                  <c:v>0.73611111111111105</c:v>
                </c:pt>
                <c:pt idx="266">
                  <c:v>0.73888888888888893</c:v>
                </c:pt>
                <c:pt idx="267">
                  <c:v>0.7416666666666667</c:v>
                </c:pt>
                <c:pt idx="268">
                  <c:v>0.74444444444444435</c:v>
                </c:pt>
                <c:pt idx="269">
                  <c:v>0.74722222222222223</c:v>
                </c:pt>
                <c:pt idx="270">
                  <c:v>0.75</c:v>
                </c:pt>
                <c:pt idx="271">
                  <c:v>0.75277777777777777</c:v>
                </c:pt>
                <c:pt idx="272">
                  <c:v>0.75555555555555565</c:v>
                </c:pt>
                <c:pt idx="273">
                  <c:v>0.7583333333333333</c:v>
                </c:pt>
                <c:pt idx="274">
                  <c:v>0.76111111111111107</c:v>
                </c:pt>
                <c:pt idx="275">
                  <c:v>0.76388888888888895</c:v>
                </c:pt>
                <c:pt idx="276">
                  <c:v>0.76666666666666672</c:v>
                </c:pt>
                <c:pt idx="277">
                  <c:v>0.76944444444444438</c:v>
                </c:pt>
                <c:pt idx="278">
                  <c:v>0.77222222222222225</c:v>
                </c:pt>
                <c:pt idx="279">
                  <c:v>0.77500000000000002</c:v>
                </c:pt>
                <c:pt idx="280">
                  <c:v>0.77777777777777779</c:v>
                </c:pt>
                <c:pt idx="281">
                  <c:v>0.78055555555555556</c:v>
                </c:pt>
                <c:pt idx="282">
                  <c:v>0.78333333333333333</c:v>
                </c:pt>
                <c:pt idx="283">
                  <c:v>0.78611111111111109</c:v>
                </c:pt>
                <c:pt idx="284">
                  <c:v>0.78888888888888897</c:v>
                </c:pt>
                <c:pt idx="285">
                  <c:v>0.79166666666666663</c:v>
                </c:pt>
                <c:pt idx="286">
                  <c:v>0.7944444444444444</c:v>
                </c:pt>
                <c:pt idx="287">
                  <c:v>0.79722222222222228</c:v>
                </c:pt>
                <c:pt idx="288">
                  <c:v>0.8</c:v>
                </c:pt>
                <c:pt idx="289">
                  <c:v>0.8027777777777777</c:v>
                </c:pt>
                <c:pt idx="290">
                  <c:v>0.80555555555555558</c:v>
                </c:pt>
                <c:pt idx="291">
                  <c:v>0.80833333333333335</c:v>
                </c:pt>
                <c:pt idx="292">
                  <c:v>0.81111111111111112</c:v>
                </c:pt>
                <c:pt idx="293">
                  <c:v>0.81388888888888888</c:v>
                </c:pt>
                <c:pt idx="294">
                  <c:v>0.81666666666666665</c:v>
                </c:pt>
                <c:pt idx="295">
                  <c:v>0.81944444444444442</c:v>
                </c:pt>
                <c:pt idx="296">
                  <c:v>0.8222222222222223</c:v>
                </c:pt>
                <c:pt idx="297">
                  <c:v>0.82499999999999996</c:v>
                </c:pt>
                <c:pt idx="298">
                  <c:v>0.82777777777777772</c:v>
                </c:pt>
                <c:pt idx="299">
                  <c:v>0.8305555555555556</c:v>
                </c:pt>
                <c:pt idx="300">
                  <c:v>0.83333333333333337</c:v>
                </c:pt>
                <c:pt idx="301">
                  <c:v>0.83611111111111103</c:v>
                </c:pt>
                <c:pt idx="302">
                  <c:v>0.83888888888888891</c:v>
                </c:pt>
                <c:pt idx="303">
                  <c:v>0.84166666666666667</c:v>
                </c:pt>
                <c:pt idx="304">
                  <c:v>0.84444444444444444</c:v>
                </c:pt>
                <c:pt idx="305">
                  <c:v>0.84722222222222221</c:v>
                </c:pt>
                <c:pt idx="306">
                  <c:v>0.85</c:v>
                </c:pt>
                <c:pt idx="307">
                  <c:v>0.85277777777777775</c:v>
                </c:pt>
                <c:pt idx="308">
                  <c:v>0.85555555555555562</c:v>
                </c:pt>
                <c:pt idx="309">
                  <c:v>0.85833333333333328</c:v>
                </c:pt>
                <c:pt idx="310">
                  <c:v>0.86111111111111105</c:v>
                </c:pt>
                <c:pt idx="311">
                  <c:v>0.86388888888888893</c:v>
                </c:pt>
                <c:pt idx="312">
                  <c:v>0.8666666666666667</c:v>
                </c:pt>
                <c:pt idx="313">
                  <c:v>0.86944444444444435</c:v>
                </c:pt>
                <c:pt idx="314">
                  <c:v>0.87222222222222223</c:v>
                </c:pt>
                <c:pt idx="315">
                  <c:v>0.875</c:v>
                </c:pt>
                <c:pt idx="316">
                  <c:v>0.87777777777777777</c:v>
                </c:pt>
                <c:pt idx="317">
                  <c:v>0.88055555555555565</c:v>
                </c:pt>
                <c:pt idx="318">
                  <c:v>0.8833333333333333</c:v>
                </c:pt>
                <c:pt idx="319">
                  <c:v>0.88611111111111107</c:v>
                </c:pt>
                <c:pt idx="320">
                  <c:v>0.88888888888888895</c:v>
                </c:pt>
                <c:pt idx="321">
                  <c:v>0.89166666666666672</c:v>
                </c:pt>
                <c:pt idx="322">
                  <c:v>0.89444444444444438</c:v>
                </c:pt>
                <c:pt idx="323">
                  <c:v>0.89722222222222225</c:v>
                </c:pt>
                <c:pt idx="324">
                  <c:v>0.9</c:v>
                </c:pt>
                <c:pt idx="325">
                  <c:v>0.90277777777777779</c:v>
                </c:pt>
                <c:pt idx="326">
                  <c:v>0.90555555555555556</c:v>
                </c:pt>
                <c:pt idx="327">
                  <c:v>0.90833333333333333</c:v>
                </c:pt>
                <c:pt idx="328">
                  <c:v>0.91111111111111109</c:v>
                </c:pt>
                <c:pt idx="329">
                  <c:v>0.91388888888888897</c:v>
                </c:pt>
                <c:pt idx="330">
                  <c:v>0.91666666666666663</c:v>
                </c:pt>
                <c:pt idx="331">
                  <c:v>0.9194444444444444</c:v>
                </c:pt>
                <c:pt idx="332">
                  <c:v>0.92222222222222228</c:v>
                </c:pt>
                <c:pt idx="333">
                  <c:v>0.92500000000000004</c:v>
                </c:pt>
                <c:pt idx="334">
                  <c:v>0.9277777777777777</c:v>
                </c:pt>
                <c:pt idx="335">
                  <c:v>0.93055555555555558</c:v>
                </c:pt>
                <c:pt idx="336">
                  <c:v>0.93333333333333335</c:v>
                </c:pt>
                <c:pt idx="337">
                  <c:v>0.93611111111111112</c:v>
                </c:pt>
                <c:pt idx="338">
                  <c:v>0.93888888888888888</c:v>
                </c:pt>
                <c:pt idx="339">
                  <c:v>0.94166666666666665</c:v>
                </c:pt>
                <c:pt idx="340">
                  <c:v>0.94444444444444442</c:v>
                </c:pt>
                <c:pt idx="341">
                  <c:v>0.9472222222222223</c:v>
                </c:pt>
                <c:pt idx="342">
                  <c:v>0.95</c:v>
                </c:pt>
                <c:pt idx="343">
                  <c:v>0.95277777777777772</c:v>
                </c:pt>
                <c:pt idx="344">
                  <c:v>0.9555555555555556</c:v>
                </c:pt>
                <c:pt idx="345">
                  <c:v>0.95833333333333337</c:v>
                </c:pt>
                <c:pt idx="346">
                  <c:v>0.96111111111111103</c:v>
                </c:pt>
                <c:pt idx="347">
                  <c:v>0.96388888888888891</c:v>
                </c:pt>
                <c:pt idx="348">
                  <c:v>0.96666666666666667</c:v>
                </c:pt>
                <c:pt idx="349">
                  <c:v>0.96944444444444444</c:v>
                </c:pt>
                <c:pt idx="350">
                  <c:v>0.97222222222222221</c:v>
                </c:pt>
                <c:pt idx="351">
                  <c:v>0.97499999999999998</c:v>
                </c:pt>
                <c:pt idx="352">
                  <c:v>0.97777777777777775</c:v>
                </c:pt>
                <c:pt idx="353">
                  <c:v>0.98055555555555562</c:v>
                </c:pt>
                <c:pt idx="354">
                  <c:v>0.98333333333333328</c:v>
                </c:pt>
                <c:pt idx="355">
                  <c:v>0.98611111111111105</c:v>
                </c:pt>
                <c:pt idx="356">
                  <c:v>0.98888888888888893</c:v>
                </c:pt>
                <c:pt idx="357">
                  <c:v>0.9916666666666667</c:v>
                </c:pt>
                <c:pt idx="358">
                  <c:v>0.99444444444444435</c:v>
                </c:pt>
                <c:pt idx="359">
                  <c:v>0.99722222222222223</c:v>
                </c:pt>
                <c:pt idx="360">
                  <c:v>1</c:v>
                </c:pt>
                <c:pt idx="361">
                  <c:v>1.0027777777777778</c:v>
                </c:pt>
                <c:pt idx="362">
                  <c:v>1.0055555555555555</c:v>
                </c:pt>
                <c:pt idx="363">
                  <c:v>1.0083333333333333</c:v>
                </c:pt>
                <c:pt idx="364">
                  <c:v>1.0111111111111111</c:v>
                </c:pt>
                <c:pt idx="365">
                  <c:v>1.0138888888888888</c:v>
                </c:pt>
                <c:pt idx="366">
                  <c:v>1.0166666666666666</c:v>
                </c:pt>
                <c:pt idx="367">
                  <c:v>1.0194444444444444</c:v>
                </c:pt>
                <c:pt idx="368">
                  <c:v>1.0222222222222224</c:v>
                </c:pt>
                <c:pt idx="369">
                  <c:v>1.0249999999999999</c:v>
                </c:pt>
                <c:pt idx="370">
                  <c:v>1.0277777777777777</c:v>
                </c:pt>
                <c:pt idx="371">
                  <c:v>1.0305555555555557</c:v>
                </c:pt>
                <c:pt idx="372">
                  <c:v>1.0333333333333334</c:v>
                </c:pt>
                <c:pt idx="373">
                  <c:v>1.036111111111111</c:v>
                </c:pt>
                <c:pt idx="374">
                  <c:v>1.038888888888889</c:v>
                </c:pt>
                <c:pt idx="375">
                  <c:v>1.0416666666666667</c:v>
                </c:pt>
                <c:pt idx="376">
                  <c:v>1.0444444444444445</c:v>
                </c:pt>
                <c:pt idx="377">
                  <c:v>1.0472222222222223</c:v>
                </c:pt>
                <c:pt idx="378">
                  <c:v>1.05</c:v>
                </c:pt>
                <c:pt idx="379">
                  <c:v>1.0527777777777778</c:v>
                </c:pt>
                <c:pt idx="380">
                  <c:v>1.0555555555555556</c:v>
                </c:pt>
                <c:pt idx="381">
                  <c:v>1.0583333333333333</c:v>
                </c:pt>
                <c:pt idx="382">
                  <c:v>1.0611111111111111</c:v>
                </c:pt>
                <c:pt idx="383">
                  <c:v>1.0638888888888889</c:v>
                </c:pt>
                <c:pt idx="384">
                  <c:v>1.0666666666666667</c:v>
                </c:pt>
                <c:pt idx="385">
                  <c:v>1.0694444444444444</c:v>
                </c:pt>
                <c:pt idx="386">
                  <c:v>1.0722222222222222</c:v>
                </c:pt>
                <c:pt idx="387">
                  <c:v>1.075</c:v>
                </c:pt>
                <c:pt idx="388">
                  <c:v>1.0777777777777779</c:v>
                </c:pt>
                <c:pt idx="389">
                  <c:v>1.0805555555555555</c:v>
                </c:pt>
                <c:pt idx="390">
                  <c:v>1.0833333333333333</c:v>
                </c:pt>
                <c:pt idx="391">
                  <c:v>1.0861111111111112</c:v>
                </c:pt>
                <c:pt idx="392">
                  <c:v>1.0888888888888888</c:v>
                </c:pt>
                <c:pt idx="393">
                  <c:v>1.0916666666666666</c:v>
                </c:pt>
                <c:pt idx="394">
                  <c:v>1.0944444444444446</c:v>
                </c:pt>
                <c:pt idx="395">
                  <c:v>1.0972222222222221</c:v>
                </c:pt>
                <c:pt idx="396">
                  <c:v>1.1000000000000001</c:v>
                </c:pt>
                <c:pt idx="397">
                  <c:v>1.1027777777777779</c:v>
                </c:pt>
                <c:pt idx="398">
                  <c:v>1.1055555555555554</c:v>
                </c:pt>
                <c:pt idx="399">
                  <c:v>1.1083333333333334</c:v>
                </c:pt>
                <c:pt idx="400">
                  <c:v>1.1111111111111112</c:v>
                </c:pt>
                <c:pt idx="401">
                  <c:v>1.1138888888888887</c:v>
                </c:pt>
                <c:pt idx="402">
                  <c:v>1.1166666666666667</c:v>
                </c:pt>
                <c:pt idx="403">
                  <c:v>1.1194444444444445</c:v>
                </c:pt>
                <c:pt idx="404">
                  <c:v>1.1222222222222222</c:v>
                </c:pt>
                <c:pt idx="405">
                  <c:v>1.125</c:v>
                </c:pt>
                <c:pt idx="406">
                  <c:v>1.1277777777777778</c:v>
                </c:pt>
                <c:pt idx="407">
                  <c:v>1.1305555555555555</c:v>
                </c:pt>
                <c:pt idx="408">
                  <c:v>1.1333333333333333</c:v>
                </c:pt>
                <c:pt idx="409">
                  <c:v>1.1361111111111113</c:v>
                </c:pt>
                <c:pt idx="410">
                  <c:v>1.1388888888888888</c:v>
                </c:pt>
                <c:pt idx="411">
                  <c:v>1.1416666666666666</c:v>
                </c:pt>
                <c:pt idx="412">
                  <c:v>1.1444444444444446</c:v>
                </c:pt>
                <c:pt idx="413">
                  <c:v>1.1472222222222221</c:v>
                </c:pt>
                <c:pt idx="414">
                  <c:v>1.1499999999999999</c:v>
                </c:pt>
                <c:pt idx="415">
                  <c:v>1.1527777777777779</c:v>
                </c:pt>
                <c:pt idx="416">
                  <c:v>1.1555555555555554</c:v>
                </c:pt>
                <c:pt idx="417">
                  <c:v>1.1583333333333334</c:v>
                </c:pt>
                <c:pt idx="418">
                  <c:v>1.1611111111111112</c:v>
                </c:pt>
                <c:pt idx="419">
                  <c:v>1.1638888888888888</c:v>
                </c:pt>
                <c:pt idx="420">
                  <c:v>1.1666666666666667</c:v>
                </c:pt>
                <c:pt idx="421">
                  <c:v>1.1694444444444445</c:v>
                </c:pt>
                <c:pt idx="422">
                  <c:v>1.1722222222222221</c:v>
                </c:pt>
                <c:pt idx="423">
                  <c:v>1.175</c:v>
                </c:pt>
                <c:pt idx="424">
                  <c:v>1.1777777777777778</c:v>
                </c:pt>
                <c:pt idx="425">
                  <c:v>1.1805555555555556</c:v>
                </c:pt>
                <c:pt idx="426">
                  <c:v>1.1833333333333333</c:v>
                </c:pt>
                <c:pt idx="427">
                  <c:v>1.1861111111111111</c:v>
                </c:pt>
                <c:pt idx="428">
                  <c:v>1.1888888888888889</c:v>
                </c:pt>
                <c:pt idx="429">
                  <c:v>1.1916666666666667</c:v>
                </c:pt>
                <c:pt idx="430">
                  <c:v>1.1944444444444444</c:v>
                </c:pt>
                <c:pt idx="431">
                  <c:v>1.1972222222222222</c:v>
                </c:pt>
                <c:pt idx="432">
                  <c:v>1.2</c:v>
                </c:pt>
                <c:pt idx="433">
                  <c:v>1.2027777777777779</c:v>
                </c:pt>
                <c:pt idx="434">
                  <c:v>1.2055555555555555</c:v>
                </c:pt>
                <c:pt idx="435">
                  <c:v>1.2083333333333333</c:v>
                </c:pt>
                <c:pt idx="436">
                  <c:v>1.2111111111111112</c:v>
                </c:pt>
                <c:pt idx="437">
                  <c:v>1.2138888888888888</c:v>
                </c:pt>
                <c:pt idx="438">
                  <c:v>1.2166666666666666</c:v>
                </c:pt>
                <c:pt idx="439">
                  <c:v>1.2194444444444446</c:v>
                </c:pt>
                <c:pt idx="440">
                  <c:v>1.2222222222222221</c:v>
                </c:pt>
                <c:pt idx="441">
                  <c:v>1.2250000000000001</c:v>
                </c:pt>
                <c:pt idx="442">
                  <c:v>1.2277777777777779</c:v>
                </c:pt>
                <c:pt idx="443">
                  <c:v>1.2305555555555554</c:v>
                </c:pt>
                <c:pt idx="444">
                  <c:v>1.2333333333333334</c:v>
                </c:pt>
                <c:pt idx="445">
                  <c:v>1.2361111111111112</c:v>
                </c:pt>
                <c:pt idx="446">
                  <c:v>1.2388888888888887</c:v>
                </c:pt>
                <c:pt idx="447">
                  <c:v>1.2416666666666667</c:v>
                </c:pt>
                <c:pt idx="448">
                  <c:v>1.2444444444444445</c:v>
                </c:pt>
                <c:pt idx="449">
                  <c:v>1.2472222222222222</c:v>
                </c:pt>
                <c:pt idx="450">
                  <c:v>1.25</c:v>
                </c:pt>
                <c:pt idx="451">
                  <c:v>1.2527777777777778</c:v>
                </c:pt>
                <c:pt idx="452">
                  <c:v>1.2555555555555555</c:v>
                </c:pt>
                <c:pt idx="453">
                  <c:v>1.2583333333333333</c:v>
                </c:pt>
                <c:pt idx="454">
                  <c:v>1.2611111111111113</c:v>
                </c:pt>
                <c:pt idx="455">
                  <c:v>1.2638888888888888</c:v>
                </c:pt>
                <c:pt idx="456">
                  <c:v>1.2666666666666666</c:v>
                </c:pt>
                <c:pt idx="457">
                  <c:v>1.2694444444444446</c:v>
                </c:pt>
                <c:pt idx="458">
                  <c:v>1.2722222222222221</c:v>
                </c:pt>
                <c:pt idx="459">
                  <c:v>1.2749999999999999</c:v>
                </c:pt>
                <c:pt idx="460">
                  <c:v>1.2777777777777779</c:v>
                </c:pt>
                <c:pt idx="461">
                  <c:v>1.2805555555555554</c:v>
                </c:pt>
                <c:pt idx="462">
                  <c:v>1.2833333333333334</c:v>
                </c:pt>
                <c:pt idx="463">
                  <c:v>1.2861111111111112</c:v>
                </c:pt>
                <c:pt idx="464">
                  <c:v>1.2888888888888888</c:v>
                </c:pt>
                <c:pt idx="465">
                  <c:v>1.2916666666666667</c:v>
                </c:pt>
                <c:pt idx="466">
                  <c:v>1.2944444444444445</c:v>
                </c:pt>
                <c:pt idx="467">
                  <c:v>1.2972222222222221</c:v>
                </c:pt>
                <c:pt idx="468">
                  <c:v>1.3</c:v>
                </c:pt>
                <c:pt idx="469">
                  <c:v>1.3027777777777778</c:v>
                </c:pt>
                <c:pt idx="470">
                  <c:v>1.3055555555555556</c:v>
                </c:pt>
                <c:pt idx="471">
                  <c:v>1.3083333333333333</c:v>
                </c:pt>
                <c:pt idx="472">
                  <c:v>1.3111111111111111</c:v>
                </c:pt>
                <c:pt idx="473">
                  <c:v>1.3138888888888889</c:v>
                </c:pt>
                <c:pt idx="474">
                  <c:v>1.3166666666666667</c:v>
                </c:pt>
                <c:pt idx="475">
                  <c:v>1.3194444444444444</c:v>
                </c:pt>
                <c:pt idx="476">
                  <c:v>1.3222222222222222</c:v>
                </c:pt>
                <c:pt idx="477">
                  <c:v>1.325</c:v>
                </c:pt>
                <c:pt idx="478">
                  <c:v>1.3277777777777779</c:v>
                </c:pt>
                <c:pt idx="479">
                  <c:v>1.3305555555555555</c:v>
                </c:pt>
                <c:pt idx="480">
                  <c:v>1.3333333333333333</c:v>
                </c:pt>
                <c:pt idx="481">
                  <c:v>1.3361111111111112</c:v>
                </c:pt>
                <c:pt idx="482">
                  <c:v>1.3388888888888888</c:v>
                </c:pt>
                <c:pt idx="483">
                  <c:v>1.3416666666666666</c:v>
                </c:pt>
                <c:pt idx="484">
                  <c:v>1.3444444444444446</c:v>
                </c:pt>
                <c:pt idx="485">
                  <c:v>1.3472222222222221</c:v>
                </c:pt>
                <c:pt idx="486">
                  <c:v>1.35</c:v>
                </c:pt>
                <c:pt idx="487">
                  <c:v>1.3527777777777779</c:v>
                </c:pt>
                <c:pt idx="488">
                  <c:v>1.3555555555555554</c:v>
                </c:pt>
                <c:pt idx="489">
                  <c:v>1.3583333333333334</c:v>
                </c:pt>
                <c:pt idx="490">
                  <c:v>1.3611111111111112</c:v>
                </c:pt>
                <c:pt idx="491">
                  <c:v>1.3638888888888887</c:v>
                </c:pt>
                <c:pt idx="492">
                  <c:v>1.3666666666666667</c:v>
                </c:pt>
                <c:pt idx="493">
                  <c:v>1.3694444444444445</c:v>
                </c:pt>
                <c:pt idx="494">
                  <c:v>1.3722222222222222</c:v>
                </c:pt>
                <c:pt idx="495">
                  <c:v>1.375</c:v>
                </c:pt>
                <c:pt idx="496">
                  <c:v>1.3777777777777778</c:v>
                </c:pt>
                <c:pt idx="497">
                  <c:v>1.3805555555555555</c:v>
                </c:pt>
                <c:pt idx="498">
                  <c:v>1.3833333333333333</c:v>
                </c:pt>
                <c:pt idx="499">
                  <c:v>1.3861111111111113</c:v>
                </c:pt>
                <c:pt idx="500">
                  <c:v>1.3888888888888888</c:v>
                </c:pt>
                <c:pt idx="501">
                  <c:v>1.3916666666666666</c:v>
                </c:pt>
                <c:pt idx="502">
                  <c:v>1.3944444444444446</c:v>
                </c:pt>
                <c:pt idx="503">
                  <c:v>1.3972222222222221</c:v>
                </c:pt>
                <c:pt idx="504">
                  <c:v>1.4</c:v>
                </c:pt>
                <c:pt idx="505">
                  <c:v>1.4027777777777779</c:v>
                </c:pt>
                <c:pt idx="506">
                  <c:v>1.4055555555555554</c:v>
                </c:pt>
                <c:pt idx="507">
                  <c:v>1.4083333333333334</c:v>
                </c:pt>
                <c:pt idx="508">
                  <c:v>1.4111111111111112</c:v>
                </c:pt>
                <c:pt idx="509">
                  <c:v>1.4138888888888888</c:v>
                </c:pt>
                <c:pt idx="510">
                  <c:v>1.4166666666666667</c:v>
                </c:pt>
                <c:pt idx="511">
                  <c:v>1.4194444444444445</c:v>
                </c:pt>
                <c:pt idx="512">
                  <c:v>1.4222222222222221</c:v>
                </c:pt>
                <c:pt idx="513">
                  <c:v>1.425</c:v>
                </c:pt>
                <c:pt idx="514">
                  <c:v>1.4277777777777778</c:v>
                </c:pt>
                <c:pt idx="515">
                  <c:v>1.4305555555555556</c:v>
                </c:pt>
                <c:pt idx="516">
                  <c:v>1.4333333333333333</c:v>
                </c:pt>
                <c:pt idx="517">
                  <c:v>1.4361111111111111</c:v>
                </c:pt>
                <c:pt idx="518">
                  <c:v>1.4388888888888889</c:v>
                </c:pt>
                <c:pt idx="519">
                  <c:v>1.4416666666666667</c:v>
                </c:pt>
                <c:pt idx="520">
                  <c:v>1.4444444444444444</c:v>
                </c:pt>
                <c:pt idx="521">
                  <c:v>1.4472222222222222</c:v>
                </c:pt>
                <c:pt idx="522">
                  <c:v>1.45</c:v>
                </c:pt>
                <c:pt idx="523">
                  <c:v>1.4527777777777779</c:v>
                </c:pt>
                <c:pt idx="524">
                  <c:v>1.4555555555555555</c:v>
                </c:pt>
                <c:pt idx="525">
                  <c:v>1.4583333333333333</c:v>
                </c:pt>
                <c:pt idx="526">
                  <c:v>1.4611111111111112</c:v>
                </c:pt>
                <c:pt idx="527">
                  <c:v>1.4638888888888888</c:v>
                </c:pt>
                <c:pt idx="528">
                  <c:v>1.4666666666666666</c:v>
                </c:pt>
                <c:pt idx="529">
                  <c:v>1.4694444444444446</c:v>
                </c:pt>
                <c:pt idx="530">
                  <c:v>1.4722222222222221</c:v>
                </c:pt>
                <c:pt idx="531">
                  <c:v>1.4750000000000001</c:v>
                </c:pt>
                <c:pt idx="532">
                  <c:v>1.4777777777777779</c:v>
                </c:pt>
                <c:pt idx="533">
                  <c:v>1.4805555555555554</c:v>
                </c:pt>
                <c:pt idx="534">
                  <c:v>1.4833333333333334</c:v>
                </c:pt>
                <c:pt idx="535">
                  <c:v>1.4861111111111112</c:v>
                </c:pt>
                <c:pt idx="536">
                  <c:v>1.4888888888888887</c:v>
                </c:pt>
                <c:pt idx="537">
                  <c:v>1.4916666666666667</c:v>
                </c:pt>
                <c:pt idx="538">
                  <c:v>1.4944444444444445</c:v>
                </c:pt>
                <c:pt idx="539">
                  <c:v>1.4972222222222222</c:v>
                </c:pt>
                <c:pt idx="540">
                  <c:v>1.5</c:v>
                </c:pt>
                <c:pt idx="541">
                  <c:v>1.5027777777777778</c:v>
                </c:pt>
                <c:pt idx="542">
                  <c:v>1.5055555555555555</c:v>
                </c:pt>
                <c:pt idx="543">
                  <c:v>1.5083333333333333</c:v>
                </c:pt>
                <c:pt idx="544">
                  <c:v>1.5111111111111113</c:v>
                </c:pt>
                <c:pt idx="545">
                  <c:v>1.5138888888888888</c:v>
                </c:pt>
                <c:pt idx="546">
                  <c:v>1.5166666666666666</c:v>
                </c:pt>
                <c:pt idx="547">
                  <c:v>1.5194444444444446</c:v>
                </c:pt>
                <c:pt idx="548">
                  <c:v>1.5222222222222221</c:v>
                </c:pt>
                <c:pt idx="549">
                  <c:v>1.5249999999999999</c:v>
                </c:pt>
                <c:pt idx="550">
                  <c:v>1.5277777777777779</c:v>
                </c:pt>
                <c:pt idx="551">
                  <c:v>1.5305555555555554</c:v>
                </c:pt>
                <c:pt idx="552">
                  <c:v>1.5333333333333334</c:v>
                </c:pt>
                <c:pt idx="553">
                  <c:v>1.5361111111111112</c:v>
                </c:pt>
                <c:pt idx="554">
                  <c:v>1.5388888888888888</c:v>
                </c:pt>
                <c:pt idx="555">
                  <c:v>1.5416666666666667</c:v>
                </c:pt>
                <c:pt idx="556">
                  <c:v>1.5444444444444445</c:v>
                </c:pt>
                <c:pt idx="557">
                  <c:v>1.5472222222222221</c:v>
                </c:pt>
                <c:pt idx="558">
                  <c:v>1.55</c:v>
                </c:pt>
                <c:pt idx="559">
                  <c:v>1.5527777777777778</c:v>
                </c:pt>
                <c:pt idx="560">
                  <c:v>1.5555555555555556</c:v>
                </c:pt>
                <c:pt idx="561">
                  <c:v>1.5583333333333333</c:v>
                </c:pt>
                <c:pt idx="562">
                  <c:v>1.5611111111111111</c:v>
                </c:pt>
                <c:pt idx="563">
                  <c:v>1.5638888888888889</c:v>
                </c:pt>
                <c:pt idx="564">
                  <c:v>1.5666666666666667</c:v>
                </c:pt>
                <c:pt idx="565">
                  <c:v>1.5694444444444444</c:v>
                </c:pt>
                <c:pt idx="566">
                  <c:v>1.5722222222222222</c:v>
                </c:pt>
                <c:pt idx="567">
                  <c:v>1.575</c:v>
                </c:pt>
                <c:pt idx="568">
                  <c:v>1.5777777777777779</c:v>
                </c:pt>
                <c:pt idx="569">
                  <c:v>1.5805555555555555</c:v>
                </c:pt>
                <c:pt idx="570">
                  <c:v>1.5833333333333333</c:v>
                </c:pt>
                <c:pt idx="571">
                  <c:v>1.5861111111111112</c:v>
                </c:pt>
                <c:pt idx="572">
                  <c:v>1.5888888888888888</c:v>
                </c:pt>
                <c:pt idx="573">
                  <c:v>1.5916666666666666</c:v>
                </c:pt>
                <c:pt idx="574">
                  <c:v>1.5944444444444446</c:v>
                </c:pt>
                <c:pt idx="575">
                  <c:v>1.5972222222222221</c:v>
                </c:pt>
                <c:pt idx="576">
                  <c:v>1.6</c:v>
                </c:pt>
                <c:pt idx="577">
                  <c:v>1.6027777777777779</c:v>
                </c:pt>
                <c:pt idx="578">
                  <c:v>1.6055555555555554</c:v>
                </c:pt>
                <c:pt idx="579">
                  <c:v>1.6083333333333334</c:v>
                </c:pt>
                <c:pt idx="580">
                  <c:v>1.6111111111111112</c:v>
                </c:pt>
                <c:pt idx="581">
                  <c:v>1.6138888888888887</c:v>
                </c:pt>
                <c:pt idx="582">
                  <c:v>1.6166666666666667</c:v>
                </c:pt>
                <c:pt idx="583">
                  <c:v>1.6194444444444445</c:v>
                </c:pt>
                <c:pt idx="584">
                  <c:v>1.6222222222222222</c:v>
                </c:pt>
                <c:pt idx="585">
                  <c:v>1.625</c:v>
                </c:pt>
                <c:pt idx="586">
                  <c:v>1.6277777777777778</c:v>
                </c:pt>
                <c:pt idx="587">
                  <c:v>1.6305555555555555</c:v>
                </c:pt>
                <c:pt idx="588">
                  <c:v>1.6333333333333333</c:v>
                </c:pt>
                <c:pt idx="589">
                  <c:v>1.6361111111111113</c:v>
                </c:pt>
                <c:pt idx="590">
                  <c:v>1.6388888888888888</c:v>
                </c:pt>
                <c:pt idx="591">
                  <c:v>1.6416666666666666</c:v>
                </c:pt>
                <c:pt idx="592">
                  <c:v>1.6444444444444446</c:v>
                </c:pt>
                <c:pt idx="593">
                  <c:v>1.6472222222222221</c:v>
                </c:pt>
                <c:pt idx="594">
                  <c:v>1.65</c:v>
                </c:pt>
                <c:pt idx="595">
                  <c:v>1.6527777777777779</c:v>
                </c:pt>
                <c:pt idx="596">
                  <c:v>1.6555555555555554</c:v>
                </c:pt>
                <c:pt idx="597">
                  <c:v>1.6583333333333334</c:v>
                </c:pt>
                <c:pt idx="598">
                  <c:v>1.6611111111111112</c:v>
                </c:pt>
                <c:pt idx="599">
                  <c:v>1.6638888888888888</c:v>
                </c:pt>
                <c:pt idx="600">
                  <c:v>1.6666666666666667</c:v>
                </c:pt>
                <c:pt idx="601">
                  <c:v>1.6694444444444445</c:v>
                </c:pt>
                <c:pt idx="602">
                  <c:v>1.6722222222222221</c:v>
                </c:pt>
                <c:pt idx="603">
                  <c:v>1.675</c:v>
                </c:pt>
                <c:pt idx="604">
                  <c:v>1.6777777777777778</c:v>
                </c:pt>
                <c:pt idx="605">
                  <c:v>1.6805555555555556</c:v>
                </c:pt>
                <c:pt idx="606">
                  <c:v>1.6833333333333333</c:v>
                </c:pt>
                <c:pt idx="607">
                  <c:v>1.6861111111111111</c:v>
                </c:pt>
                <c:pt idx="608">
                  <c:v>1.6888888888888889</c:v>
                </c:pt>
                <c:pt idx="609">
                  <c:v>1.6916666666666667</c:v>
                </c:pt>
                <c:pt idx="610">
                  <c:v>1.6944444444444444</c:v>
                </c:pt>
                <c:pt idx="611">
                  <c:v>1.6972222222222222</c:v>
                </c:pt>
                <c:pt idx="612">
                  <c:v>1.7</c:v>
                </c:pt>
                <c:pt idx="613">
                  <c:v>1.7027777777777779</c:v>
                </c:pt>
                <c:pt idx="614">
                  <c:v>1.7055555555555555</c:v>
                </c:pt>
                <c:pt idx="615">
                  <c:v>1.7083333333333333</c:v>
                </c:pt>
                <c:pt idx="616">
                  <c:v>1.7111111111111112</c:v>
                </c:pt>
                <c:pt idx="617">
                  <c:v>1.7138888888888888</c:v>
                </c:pt>
                <c:pt idx="618">
                  <c:v>1.7166666666666666</c:v>
                </c:pt>
                <c:pt idx="619">
                  <c:v>1.7194444444444446</c:v>
                </c:pt>
                <c:pt idx="620">
                  <c:v>1.7222222222222221</c:v>
                </c:pt>
                <c:pt idx="621">
                  <c:v>1.7250000000000001</c:v>
                </c:pt>
                <c:pt idx="622">
                  <c:v>1.7277777777777779</c:v>
                </c:pt>
                <c:pt idx="623">
                  <c:v>1.7305555555555554</c:v>
                </c:pt>
                <c:pt idx="624">
                  <c:v>1.7333333333333334</c:v>
                </c:pt>
                <c:pt idx="625">
                  <c:v>1.7361111111111112</c:v>
                </c:pt>
                <c:pt idx="626">
                  <c:v>1.7388888888888887</c:v>
                </c:pt>
                <c:pt idx="627">
                  <c:v>1.7416666666666667</c:v>
                </c:pt>
                <c:pt idx="628">
                  <c:v>1.7444444444444445</c:v>
                </c:pt>
                <c:pt idx="629">
                  <c:v>1.7472222222222222</c:v>
                </c:pt>
                <c:pt idx="630">
                  <c:v>1.75</c:v>
                </c:pt>
                <c:pt idx="631">
                  <c:v>1.7527777777777778</c:v>
                </c:pt>
                <c:pt idx="632">
                  <c:v>1.7555555555555555</c:v>
                </c:pt>
                <c:pt idx="633">
                  <c:v>1.7583333333333333</c:v>
                </c:pt>
                <c:pt idx="634">
                  <c:v>1.7611111111111113</c:v>
                </c:pt>
                <c:pt idx="635">
                  <c:v>1.7638888888888888</c:v>
                </c:pt>
                <c:pt idx="636">
                  <c:v>1.7666666666666666</c:v>
                </c:pt>
                <c:pt idx="637">
                  <c:v>1.7694444444444446</c:v>
                </c:pt>
                <c:pt idx="638">
                  <c:v>1.7722222222222221</c:v>
                </c:pt>
                <c:pt idx="639">
                  <c:v>1.7749999999999999</c:v>
                </c:pt>
                <c:pt idx="640">
                  <c:v>1.7777777777777779</c:v>
                </c:pt>
                <c:pt idx="641">
                  <c:v>1.7805555555555554</c:v>
                </c:pt>
                <c:pt idx="642">
                  <c:v>1.7833333333333334</c:v>
                </c:pt>
                <c:pt idx="643">
                  <c:v>1.7861111111111112</c:v>
                </c:pt>
                <c:pt idx="644">
                  <c:v>1.7888888888888888</c:v>
                </c:pt>
                <c:pt idx="645">
                  <c:v>1.7916666666666667</c:v>
                </c:pt>
                <c:pt idx="646">
                  <c:v>1.7944444444444445</c:v>
                </c:pt>
                <c:pt idx="647">
                  <c:v>1.7972222222222221</c:v>
                </c:pt>
                <c:pt idx="648">
                  <c:v>1.8</c:v>
                </c:pt>
                <c:pt idx="649">
                  <c:v>1.8027777777777778</c:v>
                </c:pt>
                <c:pt idx="650">
                  <c:v>1.8055555555555556</c:v>
                </c:pt>
                <c:pt idx="651">
                  <c:v>1.8083333333333333</c:v>
                </c:pt>
                <c:pt idx="652">
                  <c:v>1.8111111111111111</c:v>
                </c:pt>
                <c:pt idx="653">
                  <c:v>1.8138888888888889</c:v>
                </c:pt>
                <c:pt idx="654">
                  <c:v>1.8166666666666667</c:v>
                </c:pt>
                <c:pt idx="655">
                  <c:v>1.8194444444444444</c:v>
                </c:pt>
                <c:pt idx="656">
                  <c:v>1.8222222222222222</c:v>
                </c:pt>
                <c:pt idx="657">
                  <c:v>1.825</c:v>
                </c:pt>
                <c:pt idx="658">
                  <c:v>1.8277777777777779</c:v>
                </c:pt>
                <c:pt idx="659">
                  <c:v>1.8305555555555555</c:v>
                </c:pt>
                <c:pt idx="660">
                  <c:v>1.8333333333333333</c:v>
                </c:pt>
                <c:pt idx="661">
                  <c:v>1.8361111111111112</c:v>
                </c:pt>
                <c:pt idx="662">
                  <c:v>1.8388888888888888</c:v>
                </c:pt>
                <c:pt idx="663">
                  <c:v>1.8416666666666666</c:v>
                </c:pt>
                <c:pt idx="664">
                  <c:v>1.8444444444444446</c:v>
                </c:pt>
                <c:pt idx="665">
                  <c:v>1.8472222222222221</c:v>
                </c:pt>
                <c:pt idx="666">
                  <c:v>1.85</c:v>
                </c:pt>
                <c:pt idx="667">
                  <c:v>1.8527777777777779</c:v>
                </c:pt>
                <c:pt idx="668">
                  <c:v>1.8555555555555554</c:v>
                </c:pt>
                <c:pt idx="669">
                  <c:v>1.8583333333333334</c:v>
                </c:pt>
                <c:pt idx="670">
                  <c:v>1.8611111111111112</c:v>
                </c:pt>
                <c:pt idx="671">
                  <c:v>1.8638888888888887</c:v>
                </c:pt>
                <c:pt idx="672">
                  <c:v>1.8666666666666667</c:v>
                </c:pt>
                <c:pt idx="673">
                  <c:v>1.8694444444444445</c:v>
                </c:pt>
                <c:pt idx="674">
                  <c:v>1.8722222222222222</c:v>
                </c:pt>
                <c:pt idx="675">
                  <c:v>1.875</c:v>
                </c:pt>
                <c:pt idx="676">
                  <c:v>1.8777777777777778</c:v>
                </c:pt>
                <c:pt idx="677">
                  <c:v>1.8805555555555555</c:v>
                </c:pt>
                <c:pt idx="678">
                  <c:v>1.8833333333333333</c:v>
                </c:pt>
                <c:pt idx="679">
                  <c:v>1.8861111111111113</c:v>
                </c:pt>
                <c:pt idx="680">
                  <c:v>1.8888888888888888</c:v>
                </c:pt>
                <c:pt idx="681">
                  <c:v>1.8916666666666666</c:v>
                </c:pt>
                <c:pt idx="682">
                  <c:v>1.8944444444444446</c:v>
                </c:pt>
                <c:pt idx="683">
                  <c:v>1.8972222222222221</c:v>
                </c:pt>
                <c:pt idx="684">
                  <c:v>1.9</c:v>
                </c:pt>
                <c:pt idx="685">
                  <c:v>1.9027777777777779</c:v>
                </c:pt>
                <c:pt idx="686">
                  <c:v>1.9055555555555554</c:v>
                </c:pt>
                <c:pt idx="687">
                  <c:v>1.9083333333333334</c:v>
                </c:pt>
                <c:pt idx="688">
                  <c:v>1.9111111111111112</c:v>
                </c:pt>
                <c:pt idx="689">
                  <c:v>1.9138888888888888</c:v>
                </c:pt>
                <c:pt idx="690">
                  <c:v>1.9166666666666667</c:v>
                </c:pt>
                <c:pt idx="691">
                  <c:v>1.9194444444444445</c:v>
                </c:pt>
                <c:pt idx="692">
                  <c:v>1.9222222222222221</c:v>
                </c:pt>
                <c:pt idx="693">
                  <c:v>1.925</c:v>
                </c:pt>
                <c:pt idx="694">
                  <c:v>1.9277777777777778</c:v>
                </c:pt>
                <c:pt idx="695">
                  <c:v>1.9305555555555556</c:v>
                </c:pt>
                <c:pt idx="696">
                  <c:v>1.9333333333333333</c:v>
                </c:pt>
                <c:pt idx="697">
                  <c:v>1.9361111111111111</c:v>
                </c:pt>
                <c:pt idx="698">
                  <c:v>1.9388888888888889</c:v>
                </c:pt>
                <c:pt idx="699">
                  <c:v>1.9416666666666667</c:v>
                </c:pt>
                <c:pt idx="700">
                  <c:v>1.9444444444444444</c:v>
                </c:pt>
                <c:pt idx="701">
                  <c:v>1.9472222222222222</c:v>
                </c:pt>
                <c:pt idx="702">
                  <c:v>1.95</c:v>
                </c:pt>
                <c:pt idx="703">
                  <c:v>1.9527777777777779</c:v>
                </c:pt>
                <c:pt idx="704">
                  <c:v>1.9555555555555555</c:v>
                </c:pt>
                <c:pt idx="705">
                  <c:v>1.9583333333333333</c:v>
                </c:pt>
                <c:pt idx="706">
                  <c:v>1.9611111111111112</c:v>
                </c:pt>
                <c:pt idx="707">
                  <c:v>1.9638888888888888</c:v>
                </c:pt>
                <c:pt idx="708">
                  <c:v>1.9666666666666666</c:v>
                </c:pt>
                <c:pt idx="709">
                  <c:v>1.9694444444444446</c:v>
                </c:pt>
                <c:pt idx="710">
                  <c:v>1.9722222222222221</c:v>
                </c:pt>
                <c:pt idx="711">
                  <c:v>1.9750000000000001</c:v>
                </c:pt>
                <c:pt idx="712">
                  <c:v>1.9777777777777779</c:v>
                </c:pt>
                <c:pt idx="713">
                  <c:v>1.9805555555555554</c:v>
                </c:pt>
                <c:pt idx="714">
                  <c:v>1.9833333333333334</c:v>
                </c:pt>
                <c:pt idx="715">
                  <c:v>1.9861111111111112</c:v>
                </c:pt>
                <c:pt idx="716">
                  <c:v>1.9888888888888887</c:v>
                </c:pt>
                <c:pt idx="717">
                  <c:v>1.9916666666666667</c:v>
                </c:pt>
                <c:pt idx="718">
                  <c:v>1.9944444444444445</c:v>
                </c:pt>
                <c:pt idx="719">
                  <c:v>1.9972222222222222</c:v>
                </c:pt>
                <c:pt idx="720">
                  <c:v>2</c:v>
                </c:pt>
                <c:pt idx="721">
                  <c:v>2.0027777777777778</c:v>
                </c:pt>
                <c:pt idx="722">
                  <c:v>2.0055555555555555</c:v>
                </c:pt>
                <c:pt idx="723">
                  <c:v>2.0083333333333333</c:v>
                </c:pt>
                <c:pt idx="724">
                  <c:v>2.0111111111111111</c:v>
                </c:pt>
                <c:pt idx="725">
                  <c:v>2.0138888888888888</c:v>
                </c:pt>
                <c:pt idx="726">
                  <c:v>2.0166666666666666</c:v>
                </c:pt>
                <c:pt idx="727">
                  <c:v>2.0194444444444444</c:v>
                </c:pt>
                <c:pt idx="728">
                  <c:v>2.0222222222222221</c:v>
                </c:pt>
                <c:pt idx="729">
                  <c:v>2.0249999999999999</c:v>
                </c:pt>
                <c:pt idx="730">
                  <c:v>2.0277777777777777</c:v>
                </c:pt>
                <c:pt idx="731">
                  <c:v>2.0305555555555554</c:v>
                </c:pt>
                <c:pt idx="732">
                  <c:v>2.0333333333333332</c:v>
                </c:pt>
                <c:pt idx="733">
                  <c:v>2.036111111111111</c:v>
                </c:pt>
                <c:pt idx="734">
                  <c:v>2.0388888888888888</c:v>
                </c:pt>
                <c:pt idx="735">
                  <c:v>2.0416666666666665</c:v>
                </c:pt>
                <c:pt idx="736">
                  <c:v>2.0444444444444447</c:v>
                </c:pt>
                <c:pt idx="737">
                  <c:v>2.0472222222222221</c:v>
                </c:pt>
                <c:pt idx="738">
                  <c:v>2.0499999999999998</c:v>
                </c:pt>
                <c:pt idx="739">
                  <c:v>2.052777777777778</c:v>
                </c:pt>
                <c:pt idx="740">
                  <c:v>2.0555555555555554</c:v>
                </c:pt>
                <c:pt idx="741">
                  <c:v>2.0583333333333331</c:v>
                </c:pt>
                <c:pt idx="742">
                  <c:v>2.0611111111111113</c:v>
                </c:pt>
                <c:pt idx="743">
                  <c:v>2.0638888888888887</c:v>
                </c:pt>
                <c:pt idx="744">
                  <c:v>2.0666666666666669</c:v>
                </c:pt>
                <c:pt idx="745">
                  <c:v>2.0694444444444446</c:v>
                </c:pt>
                <c:pt idx="746">
                  <c:v>2.072222222222222</c:v>
                </c:pt>
                <c:pt idx="747">
                  <c:v>2.0750000000000002</c:v>
                </c:pt>
                <c:pt idx="748">
                  <c:v>2.0777777777777779</c:v>
                </c:pt>
                <c:pt idx="749">
                  <c:v>2.0805555555555553</c:v>
                </c:pt>
                <c:pt idx="750">
                  <c:v>2.0833333333333335</c:v>
                </c:pt>
                <c:pt idx="751">
                  <c:v>2.0861111111111112</c:v>
                </c:pt>
                <c:pt idx="752">
                  <c:v>2.088888888888889</c:v>
                </c:pt>
                <c:pt idx="753">
                  <c:v>2.0916666666666668</c:v>
                </c:pt>
                <c:pt idx="754">
                  <c:v>2.0944444444444446</c:v>
                </c:pt>
                <c:pt idx="755">
                  <c:v>2.0972222222222223</c:v>
                </c:pt>
                <c:pt idx="756">
                  <c:v>2.1</c:v>
                </c:pt>
                <c:pt idx="757">
                  <c:v>2.1027777777777779</c:v>
                </c:pt>
                <c:pt idx="758">
                  <c:v>2.1055555555555556</c:v>
                </c:pt>
                <c:pt idx="759">
                  <c:v>2.1083333333333334</c:v>
                </c:pt>
                <c:pt idx="760">
                  <c:v>2.1111111111111112</c:v>
                </c:pt>
                <c:pt idx="761">
                  <c:v>2.1138888888888889</c:v>
                </c:pt>
                <c:pt idx="762">
                  <c:v>2.1166666666666667</c:v>
                </c:pt>
                <c:pt idx="763">
                  <c:v>2.1194444444444445</c:v>
                </c:pt>
                <c:pt idx="764">
                  <c:v>2.1222222222222222</c:v>
                </c:pt>
                <c:pt idx="765">
                  <c:v>2.125</c:v>
                </c:pt>
                <c:pt idx="766">
                  <c:v>2.1277777777777778</c:v>
                </c:pt>
                <c:pt idx="767">
                  <c:v>2.1305555555555555</c:v>
                </c:pt>
                <c:pt idx="768">
                  <c:v>2.1333333333333333</c:v>
                </c:pt>
                <c:pt idx="769">
                  <c:v>2.1361111111111111</c:v>
                </c:pt>
                <c:pt idx="770">
                  <c:v>2.1388888888888888</c:v>
                </c:pt>
                <c:pt idx="771">
                  <c:v>2.1416666666666666</c:v>
                </c:pt>
                <c:pt idx="772">
                  <c:v>2.1444444444444444</c:v>
                </c:pt>
                <c:pt idx="773">
                  <c:v>2.1472222222222226</c:v>
                </c:pt>
                <c:pt idx="774">
                  <c:v>2.15</c:v>
                </c:pt>
                <c:pt idx="775">
                  <c:v>2.1527777777777777</c:v>
                </c:pt>
                <c:pt idx="776">
                  <c:v>2.1555555555555559</c:v>
                </c:pt>
                <c:pt idx="777">
                  <c:v>2.1583333333333332</c:v>
                </c:pt>
                <c:pt idx="778">
                  <c:v>2.161111111111111</c:v>
                </c:pt>
                <c:pt idx="779">
                  <c:v>2.1638888888888892</c:v>
                </c:pt>
                <c:pt idx="780">
                  <c:v>2.1666666666666665</c:v>
                </c:pt>
                <c:pt idx="781">
                  <c:v>2.1694444444444443</c:v>
                </c:pt>
                <c:pt idx="782">
                  <c:v>2.1722222222222225</c:v>
                </c:pt>
                <c:pt idx="783">
                  <c:v>2.1749999999999998</c:v>
                </c:pt>
                <c:pt idx="784">
                  <c:v>2.1777777777777776</c:v>
                </c:pt>
                <c:pt idx="785">
                  <c:v>2.1805555555555558</c:v>
                </c:pt>
                <c:pt idx="786">
                  <c:v>2.1833333333333331</c:v>
                </c:pt>
                <c:pt idx="787">
                  <c:v>2.1861111111111109</c:v>
                </c:pt>
                <c:pt idx="788">
                  <c:v>2.1888888888888891</c:v>
                </c:pt>
                <c:pt idx="789">
                  <c:v>2.1916666666666669</c:v>
                </c:pt>
                <c:pt idx="790">
                  <c:v>2.1944444444444442</c:v>
                </c:pt>
                <c:pt idx="791">
                  <c:v>2.1972222222222224</c:v>
                </c:pt>
                <c:pt idx="792">
                  <c:v>2.2000000000000002</c:v>
                </c:pt>
                <c:pt idx="793">
                  <c:v>2.2027777777777775</c:v>
                </c:pt>
                <c:pt idx="794">
                  <c:v>2.2055555555555557</c:v>
                </c:pt>
                <c:pt idx="795">
                  <c:v>2.2083333333333335</c:v>
                </c:pt>
                <c:pt idx="796">
                  <c:v>2.2111111111111108</c:v>
                </c:pt>
                <c:pt idx="797">
                  <c:v>2.213888888888889</c:v>
                </c:pt>
                <c:pt idx="798">
                  <c:v>2.2166666666666668</c:v>
                </c:pt>
                <c:pt idx="799">
                  <c:v>2.2194444444444441</c:v>
                </c:pt>
                <c:pt idx="800">
                  <c:v>2.2222222222222223</c:v>
                </c:pt>
                <c:pt idx="801">
                  <c:v>2.2250000000000001</c:v>
                </c:pt>
                <c:pt idx="802">
                  <c:v>2.2277777777777774</c:v>
                </c:pt>
                <c:pt idx="803">
                  <c:v>2.2305555555555556</c:v>
                </c:pt>
                <c:pt idx="804">
                  <c:v>2.2333333333333334</c:v>
                </c:pt>
                <c:pt idx="805">
                  <c:v>2.2361111111111112</c:v>
                </c:pt>
                <c:pt idx="806">
                  <c:v>2.2388888888888889</c:v>
                </c:pt>
                <c:pt idx="807">
                  <c:v>2.2416666666666667</c:v>
                </c:pt>
                <c:pt idx="808">
                  <c:v>2.2444444444444445</c:v>
                </c:pt>
                <c:pt idx="809">
                  <c:v>2.2472222222222222</c:v>
                </c:pt>
                <c:pt idx="810">
                  <c:v>2.25</c:v>
                </c:pt>
                <c:pt idx="811">
                  <c:v>2.2527777777777778</c:v>
                </c:pt>
                <c:pt idx="812">
                  <c:v>2.2555555555555555</c:v>
                </c:pt>
                <c:pt idx="813">
                  <c:v>2.2583333333333333</c:v>
                </c:pt>
                <c:pt idx="814">
                  <c:v>2.2611111111111111</c:v>
                </c:pt>
                <c:pt idx="815">
                  <c:v>2.2638888888888888</c:v>
                </c:pt>
                <c:pt idx="816">
                  <c:v>2.2666666666666666</c:v>
                </c:pt>
                <c:pt idx="817">
                  <c:v>2.2694444444444444</c:v>
                </c:pt>
                <c:pt idx="818">
                  <c:v>2.2722222222222226</c:v>
                </c:pt>
                <c:pt idx="819">
                  <c:v>2.2749999999999999</c:v>
                </c:pt>
                <c:pt idx="820">
                  <c:v>2.2777777777777777</c:v>
                </c:pt>
                <c:pt idx="821">
                  <c:v>2.2805555555555559</c:v>
                </c:pt>
                <c:pt idx="822">
                  <c:v>2.2833333333333332</c:v>
                </c:pt>
                <c:pt idx="823">
                  <c:v>2.286111111111111</c:v>
                </c:pt>
                <c:pt idx="824">
                  <c:v>2.2888888888888892</c:v>
                </c:pt>
                <c:pt idx="825">
                  <c:v>2.2916666666666665</c:v>
                </c:pt>
                <c:pt idx="826">
                  <c:v>2.2944444444444443</c:v>
                </c:pt>
                <c:pt idx="827">
                  <c:v>2.2972222222222225</c:v>
                </c:pt>
                <c:pt idx="828">
                  <c:v>2.2999999999999998</c:v>
                </c:pt>
                <c:pt idx="829">
                  <c:v>2.3027777777777776</c:v>
                </c:pt>
                <c:pt idx="830">
                  <c:v>2.3055555555555558</c:v>
                </c:pt>
                <c:pt idx="831">
                  <c:v>2.3083333333333331</c:v>
                </c:pt>
                <c:pt idx="832">
                  <c:v>2.3111111111111109</c:v>
                </c:pt>
                <c:pt idx="833">
                  <c:v>2.3138888888888891</c:v>
                </c:pt>
                <c:pt idx="834">
                  <c:v>2.3166666666666669</c:v>
                </c:pt>
                <c:pt idx="835">
                  <c:v>2.3194444444444442</c:v>
                </c:pt>
                <c:pt idx="836">
                  <c:v>2.3222222222222224</c:v>
                </c:pt>
                <c:pt idx="837">
                  <c:v>2.3250000000000002</c:v>
                </c:pt>
                <c:pt idx="838">
                  <c:v>2.3277777777777775</c:v>
                </c:pt>
                <c:pt idx="839">
                  <c:v>2.3305555555555557</c:v>
                </c:pt>
                <c:pt idx="840">
                  <c:v>2.3333333333333335</c:v>
                </c:pt>
                <c:pt idx="841">
                  <c:v>2.3361111111111108</c:v>
                </c:pt>
                <c:pt idx="842">
                  <c:v>2.338888888888889</c:v>
                </c:pt>
                <c:pt idx="843">
                  <c:v>2.3416666666666668</c:v>
                </c:pt>
                <c:pt idx="844">
                  <c:v>2.3444444444444441</c:v>
                </c:pt>
                <c:pt idx="845">
                  <c:v>2.3472222222222223</c:v>
                </c:pt>
                <c:pt idx="846">
                  <c:v>2.35</c:v>
                </c:pt>
                <c:pt idx="847">
                  <c:v>2.3527777777777774</c:v>
                </c:pt>
                <c:pt idx="848">
                  <c:v>2.3555555555555556</c:v>
                </c:pt>
                <c:pt idx="849">
                  <c:v>2.3583333333333334</c:v>
                </c:pt>
                <c:pt idx="850">
                  <c:v>2.3611111111111112</c:v>
                </c:pt>
                <c:pt idx="851">
                  <c:v>2.3638888888888889</c:v>
                </c:pt>
                <c:pt idx="852">
                  <c:v>2.3666666666666667</c:v>
                </c:pt>
                <c:pt idx="853">
                  <c:v>2.3694444444444445</c:v>
                </c:pt>
                <c:pt idx="854">
                  <c:v>2.3722222222222222</c:v>
                </c:pt>
                <c:pt idx="855">
                  <c:v>2.375</c:v>
                </c:pt>
                <c:pt idx="856">
                  <c:v>2.3777777777777778</c:v>
                </c:pt>
                <c:pt idx="857">
                  <c:v>2.3805555555555555</c:v>
                </c:pt>
                <c:pt idx="858">
                  <c:v>2.3833333333333333</c:v>
                </c:pt>
                <c:pt idx="859">
                  <c:v>2.3861111111111111</c:v>
                </c:pt>
                <c:pt idx="860">
                  <c:v>2.3888888888888888</c:v>
                </c:pt>
                <c:pt idx="861">
                  <c:v>2.3916666666666666</c:v>
                </c:pt>
                <c:pt idx="862">
                  <c:v>2.3944444444444444</c:v>
                </c:pt>
                <c:pt idx="863">
                  <c:v>2.3972222222222226</c:v>
                </c:pt>
                <c:pt idx="864">
                  <c:v>2.4</c:v>
                </c:pt>
                <c:pt idx="865">
                  <c:v>2.4027777777777777</c:v>
                </c:pt>
                <c:pt idx="866">
                  <c:v>2.4055555555555559</c:v>
                </c:pt>
                <c:pt idx="867">
                  <c:v>2.4083333333333332</c:v>
                </c:pt>
                <c:pt idx="868">
                  <c:v>2.411111111111111</c:v>
                </c:pt>
                <c:pt idx="869">
                  <c:v>2.4138888888888892</c:v>
                </c:pt>
                <c:pt idx="870">
                  <c:v>2.4166666666666665</c:v>
                </c:pt>
                <c:pt idx="871">
                  <c:v>2.4194444444444443</c:v>
                </c:pt>
                <c:pt idx="872">
                  <c:v>2.4222222222222225</c:v>
                </c:pt>
                <c:pt idx="873">
                  <c:v>2.4249999999999998</c:v>
                </c:pt>
                <c:pt idx="874">
                  <c:v>2.4277777777777776</c:v>
                </c:pt>
                <c:pt idx="875">
                  <c:v>2.4305555555555558</c:v>
                </c:pt>
                <c:pt idx="876">
                  <c:v>2.4333333333333331</c:v>
                </c:pt>
                <c:pt idx="877">
                  <c:v>2.4361111111111109</c:v>
                </c:pt>
                <c:pt idx="878">
                  <c:v>2.4388888888888891</c:v>
                </c:pt>
                <c:pt idx="879">
                  <c:v>2.4416666666666669</c:v>
                </c:pt>
                <c:pt idx="880">
                  <c:v>2.4444444444444442</c:v>
                </c:pt>
                <c:pt idx="881">
                  <c:v>2.4472222222222224</c:v>
                </c:pt>
                <c:pt idx="882">
                  <c:v>2.4500000000000002</c:v>
                </c:pt>
                <c:pt idx="883">
                  <c:v>2.4527777777777775</c:v>
                </c:pt>
                <c:pt idx="884">
                  <c:v>2.4555555555555557</c:v>
                </c:pt>
                <c:pt idx="885">
                  <c:v>2.4583333333333335</c:v>
                </c:pt>
                <c:pt idx="886">
                  <c:v>2.4611111111111108</c:v>
                </c:pt>
                <c:pt idx="887">
                  <c:v>2.463888888888889</c:v>
                </c:pt>
                <c:pt idx="888">
                  <c:v>2.4666666666666668</c:v>
                </c:pt>
                <c:pt idx="889">
                  <c:v>2.4694444444444441</c:v>
                </c:pt>
                <c:pt idx="890">
                  <c:v>2.4722222222222223</c:v>
                </c:pt>
                <c:pt idx="891">
                  <c:v>2.4750000000000001</c:v>
                </c:pt>
                <c:pt idx="892">
                  <c:v>2.4777777777777774</c:v>
                </c:pt>
                <c:pt idx="893">
                  <c:v>2.4805555555555556</c:v>
                </c:pt>
                <c:pt idx="894">
                  <c:v>2.4833333333333334</c:v>
                </c:pt>
                <c:pt idx="895">
                  <c:v>2.4861111111111112</c:v>
                </c:pt>
                <c:pt idx="896">
                  <c:v>2.4888888888888889</c:v>
                </c:pt>
                <c:pt idx="897">
                  <c:v>2.4916666666666667</c:v>
                </c:pt>
                <c:pt idx="898">
                  <c:v>2.4944444444444445</c:v>
                </c:pt>
                <c:pt idx="899">
                  <c:v>2.4972222222222222</c:v>
                </c:pt>
                <c:pt idx="900">
                  <c:v>2.5</c:v>
                </c:pt>
                <c:pt idx="901">
                  <c:v>2.5027777777777778</c:v>
                </c:pt>
                <c:pt idx="902">
                  <c:v>2.5055555555555555</c:v>
                </c:pt>
                <c:pt idx="903">
                  <c:v>2.5083333333333333</c:v>
                </c:pt>
                <c:pt idx="904">
                  <c:v>2.5111111111111111</c:v>
                </c:pt>
                <c:pt idx="905">
                  <c:v>2.5138888888888888</c:v>
                </c:pt>
                <c:pt idx="906">
                  <c:v>2.5166666666666666</c:v>
                </c:pt>
                <c:pt idx="907">
                  <c:v>2.5194444444444444</c:v>
                </c:pt>
                <c:pt idx="908">
                  <c:v>2.5222222222222226</c:v>
                </c:pt>
                <c:pt idx="909">
                  <c:v>2.5249999999999999</c:v>
                </c:pt>
                <c:pt idx="910">
                  <c:v>2.5277777777777777</c:v>
                </c:pt>
                <c:pt idx="911">
                  <c:v>2.5305555555555559</c:v>
                </c:pt>
                <c:pt idx="912">
                  <c:v>2.5333333333333332</c:v>
                </c:pt>
                <c:pt idx="913">
                  <c:v>2.536111111111111</c:v>
                </c:pt>
                <c:pt idx="914">
                  <c:v>2.5388888888888892</c:v>
                </c:pt>
                <c:pt idx="915">
                  <c:v>2.5416666666666665</c:v>
                </c:pt>
                <c:pt idx="916">
                  <c:v>2.5444444444444443</c:v>
                </c:pt>
                <c:pt idx="917">
                  <c:v>2.5472222222222225</c:v>
                </c:pt>
                <c:pt idx="918">
                  <c:v>2.5499999999999998</c:v>
                </c:pt>
                <c:pt idx="919">
                  <c:v>2.5527777777777776</c:v>
                </c:pt>
                <c:pt idx="920">
                  <c:v>2.5555555555555558</c:v>
                </c:pt>
                <c:pt idx="921">
                  <c:v>2.5583333333333331</c:v>
                </c:pt>
                <c:pt idx="922">
                  <c:v>2.5611111111111109</c:v>
                </c:pt>
                <c:pt idx="923">
                  <c:v>2.5638888888888891</c:v>
                </c:pt>
                <c:pt idx="924">
                  <c:v>2.5666666666666669</c:v>
                </c:pt>
                <c:pt idx="925">
                  <c:v>2.5694444444444442</c:v>
                </c:pt>
                <c:pt idx="926">
                  <c:v>2.5722222222222224</c:v>
                </c:pt>
                <c:pt idx="927">
                  <c:v>2.5750000000000002</c:v>
                </c:pt>
                <c:pt idx="928">
                  <c:v>2.5777777777777775</c:v>
                </c:pt>
                <c:pt idx="929">
                  <c:v>2.5805555555555557</c:v>
                </c:pt>
                <c:pt idx="930">
                  <c:v>2.5833333333333335</c:v>
                </c:pt>
                <c:pt idx="931">
                  <c:v>2.5861111111111108</c:v>
                </c:pt>
                <c:pt idx="932">
                  <c:v>2.588888888888889</c:v>
                </c:pt>
                <c:pt idx="933">
                  <c:v>2.5916666666666668</c:v>
                </c:pt>
                <c:pt idx="934">
                  <c:v>2.5944444444444441</c:v>
                </c:pt>
                <c:pt idx="935">
                  <c:v>2.5972222222222223</c:v>
                </c:pt>
                <c:pt idx="936">
                  <c:v>2.6</c:v>
                </c:pt>
                <c:pt idx="937">
                  <c:v>2.6027777777777774</c:v>
                </c:pt>
                <c:pt idx="938">
                  <c:v>2.6055555555555556</c:v>
                </c:pt>
                <c:pt idx="939">
                  <c:v>2.6083333333333334</c:v>
                </c:pt>
                <c:pt idx="940">
                  <c:v>2.6111111111111112</c:v>
                </c:pt>
                <c:pt idx="941">
                  <c:v>2.6138888888888889</c:v>
                </c:pt>
                <c:pt idx="942">
                  <c:v>2.6166666666666667</c:v>
                </c:pt>
                <c:pt idx="943">
                  <c:v>2.6194444444444445</c:v>
                </c:pt>
                <c:pt idx="944">
                  <c:v>2.6222222222222222</c:v>
                </c:pt>
                <c:pt idx="945">
                  <c:v>2.625</c:v>
                </c:pt>
                <c:pt idx="946">
                  <c:v>2.6277777777777778</c:v>
                </c:pt>
                <c:pt idx="947">
                  <c:v>2.6305555555555555</c:v>
                </c:pt>
                <c:pt idx="948">
                  <c:v>2.6333333333333333</c:v>
                </c:pt>
                <c:pt idx="949">
                  <c:v>2.6361111111111111</c:v>
                </c:pt>
                <c:pt idx="950">
                  <c:v>2.6388888888888888</c:v>
                </c:pt>
                <c:pt idx="951">
                  <c:v>2.6416666666666666</c:v>
                </c:pt>
                <c:pt idx="952">
                  <c:v>2.6444444444444444</c:v>
                </c:pt>
                <c:pt idx="953">
                  <c:v>2.6472222222222226</c:v>
                </c:pt>
                <c:pt idx="954">
                  <c:v>2.65</c:v>
                </c:pt>
                <c:pt idx="955">
                  <c:v>2.6527777777777777</c:v>
                </c:pt>
                <c:pt idx="956">
                  <c:v>2.6555555555555559</c:v>
                </c:pt>
                <c:pt idx="957">
                  <c:v>2.6583333333333332</c:v>
                </c:pt>
                <c:pt idx="958">
                  <c:v>2.661111111111111</c:v>
                </c:pt>
                <c:pt idx="959">
                  <c:v>2.6638888888888892</c:v>
                </c:pt>
                <c:pt idx="960">
                  <c:v>2.6666666666666665</c:v>
                </c:pt>
                <c:pt idx="961">
                  <c:v>2.6694444444444443</c:v>
                </c:pt>
                <c:pt idx="962">
                  <c:v>2.6722222222222225</c:v>
                </c:pt>
                <c:pt idx="963">
                  <c:v>2.6749999999999998</c:v>
                </c:pt>
                <c:pt idx="964">
                  <c:v>2.6777777777777776</c:v>
                </c:pt>
                <c:pt idx="965">
                  <c:v>2.6805555555555558</c:v>
                </c:pt>
                <c:pt idx="966">
                  <c:v>2.6833333333333331</c:v>
                </c:pt>
                <c:pt idx="967">
                  <c:v>2.6861111111111109</c:v>
                </c:pt>
                <c:pt idx="968">
                  <c:v>2.6888888888888891</c:v>
                </c:pt>
                <c:pt idx="969">
                  <c:v>2.6916666666666669</c:v>
                </c:pt>
                <c:pt idx="970">
                  <c:v>2.6944444444444442</c:v>
                </c:pt>
                <c:pt idx="971">
                  <c:v>2.6972222222222224</c:v>
                </c:pt>
                <c:pt idx="972">
                  <c:v>2.7</c:v>
                </c:pt>
                <c:pt idx="973">
                  <c:v>2.7027777777777775</c:v>
                </c:pt>
                <c:pt idx="974">
                  <c:v>2.7055555555555557</c:v>
                </c:pt>
                <c:pt idx="975">
                  <c:v>2.7083333333333335</c:v>
                </c:pt>
                <c:pt idx="976">
                  <c:v>2.7111111111111108</c:v>
                </c:pt>
                <c:pt idx="977">
                  <c:v>2.713888888888889</c:v>
                </c:pt>
                <c:pt idx="978">
                  <c:v>2.7166666666666668</c:v>
                </c:pt>
                <c:pt idx="979">
                  <c:v>2.7194444444444441</c:v>
                </c:pt>
                <c:pt idx="980">
                  <c:v>2.7222222222222223</c:v>
                </c:pt>
                <c:pt idx="981">
                  <c:v>2.7250000000000001</c:v>
                </c:pt>
                <c:pt idx="982">
                  <c:v>2.7277777777777774</c:v>
                </c:pt>
                <c:pt idx="983">
                  <c:v>2.7305555555555556</c:v>
                </c:pt>
                <c:pt idx="984">
                  <c:v>2.7333333333333334</c:v>
                </c:pt>
                <c:pt idx="985">
                  <c:v>2.7361111111111112</c:v>
                </c:pt>
                <c:pt idx="986">
                  <c:v>2.7388888888888889</c:v>
                </c:pt>
                <c:pt idx="987">
                  <c:v>2.7416666666666667</c:v>
                </c:pt>
                <c:pt idx="988">
                  <c:v>2.7444444444444445</c:v>
                </c:pt>
                <c:pt idx="989">
                  <c:v>2.7472222222222222</c:v>
                </c:pt>
                <c:pt idx="990">
                  <c:v>2.75</c:v>
                </c:pt>
                <c:pt idx="991">
                  <c:v>2.7527777777777778</c:v>
                </c:pt>
                <c:pt idx="992">
                  <c:v>2.7555555555555555</c:v>
                </c:pt>
                <c:pt idx="993">
                  <c:v>2.7583333333333333</c:v>
                </c:pt>
                <c:pt idx="994">
                  <c:v>2.7611111111111111</c:v>
                </c:pt>
                <c:pt idx="995">
                  <c:v>2.7638888888888888</c:v>
                </c:pt>
                <c:pt idx="996">
                  <c:v>2.7666666666666666</c:v>
                </c:pt>
                <c:pt idx="997">
                  <c:v>2.7694444444444444</c:v>
                </c:pt>
                <c:pt idx="998">
                  <c:v>2.7722222222222226</c:v>
                </c:pt>
                <c:pt idx="999">
                  <c:v>2.7749999999999999</c:v>
                </c:pt>
                <c:pt idx="1000">
                  <c:v>2.7777777777777777</c:v>
                </c:pt>
                <c:pt idx="1001">
                  <c:v>2.7805555555555559</c:v>
                </c:pt>
                <c:pt idx="1002">
                  <c:v>2.7833333333333332</c:v>
                </c:pt>
                <c:pt idx="1003">
                  <c:v>2.786111111111111</c:v>
                </c:pt>
                <c:pt idx="1004">
                  <c:v>2.7888888888888892</c:v>
                </c:pt>
                <c:pt idx="1005">
                  <c:v>2.7916666666666665</c:v>
                </c:pt>
                <c:pt idx="1006">
                  <c:v>2.7944444444444443</c:v>
                </c:pt>
                <c:pt idx="1007">
                  <c:v>2.7972222222222225</c:v>
                </c:pt>
                <c:pt idx="1008">
                  <c:v>2.8</c:v>
                </c:pt>
                <c:pt idx="1009">
                  <c:v>2.8027777777777776</c:v>
                </c:pt>
                <c:pt idx="1010">
                  <c:v>2.8055555555555558</c:v>
                </c:pt>
                <c:pt idx="1011">
                  <c:v>2.8083333333333331</c:v>
                </c:pt>
                <c:pt idx="1012">
                  <c:v>2.8111111111111109</c:v>
                </c:pt>
                <c:pt idx="1013">
                  <c:v>2.8138888888888891</c:v>
                </c:pt>
                <c:pt idx="1014">
                  <c:v>2.8166666666666669</c:v>
                </c:pt>
                <c:pt idx="1015">
                  <c:v>2.8194444444444442</c:v>
                </c:pt>
                <c:pt idx="1016">
                  <c:v>2.8222222222222224</c:v>
                </c:pt>
                <c:pt idx="1017">
                  <c:v>2.8250000000000002</c:v>
                </c:pt>
                <c:pt idx="1018">
                  <c:v>2.8277777777777775</c:v>
                </c:pt>
                <c:pt idx="1019">
                  <c:v>2.8305555555555557</c:v>
                </c:pt>
                <c:pt idx="1020">
                  <c:v>2.8333333333333335</c:v>
                </c:pt>
                <c:pt idx="1021">
                  <c:v>2.8361111111111108</c:v>
                </c:pt>
                <c:pt idx="1022">
                  <c:v>2.838888888888889</c:v>
                </c:pt>
                <c:pt idx="1023">
                  <c:v>2.8416666666666668</c:v>
                </c:pt>
                <c:pt idx="1024">
                  <c:v>2.8444444444444441</c:v>
                </c:pt>
                <c:pt idx="1025">
                  <c:v>2.8472222222222223</c:v>
                </c:pt>
                <c:pt idx="1026">
                  <c:v>2.85</c:v>
                </c:pt>
                <c:pt idx="1027">
                  <c:v>2.8527777777777774</c:v>
                </c:pt>
                <c:pt idx="1028">
                  <c:v>2.8555555555555556</c:v>
                </c:pt>
                <c:pt idx="1029">
                  <c:v>2.8583333333333334</c:v>
                </c:pt>
                <c:pt idx="1030">
                  <c:v>2.8611111111111112</c:v>
                </c:pt>
                <c:pt idx="1031">
                  <c:v>2.8638888888888889</c:v>
                </c:pt>
                <c:pt idx="1032">
                  <c:v>2.8666666666666667</c:v>
                </c:pt>
                <c:pt idx="1033">
                  <c:v>2.8694444444444445</c:v>
                </c:pt>
                <c:pt idx="1034">
                  <c:v>2.8722222222222222</c:v>
                </c:pt>
                <c:pt idx="1035">
                  <c:v>2.875</c:v>
                </c:pt>
                <c:pt idx="1036">
                  <c:v>2.8777777777777778</c:v>
                </c:pt>
                <c:pt idx="1037">
                  <c:v>2.8805555555555555</c:v>
                </c:pt>
                <c:pt idx="1038">
                  <c:v>2.8833333333333333</c:v>
                </c:pt>
                <c:pt idx="1039">
                  <c:v>2.8861111111111111</c:v>
                </c:pt>
                <c:pt idx="1040">
                  <c:v>2.8888888888888888</c:v>
                </c:pt>
                <c:pt idx="1041">
                  <c:v>2.8916666666666666</c:v>
                </c:pt>
                <c:pt idx="1042">
                  <c:v>2.8944444444444444</c:v>
                </c:pt>
                <c:pt idx="1043">
                  <c:v>2.8972222222222226</c:v>
                </c:pt>
                <c:pt idx="1044">
                  <c:v>2.9</c:v>
                </c:pt>
                <c:pt idx="1045">
                  <c:v>2.9027777777777777</c:v>
                </c:pt>
                <c:pt idx="1046">
                  <c:v>2.9055555555555559</c:v>
                </c:pt>
                <c:pt idx="1047">
                  <c:v>2.9083333333333332</c:v>
                </c:pt>
                <c:pt idx="1048">
                  <c:v>2.911111111111111</c:v>
                </c:pt>
                <c:pt idx="1049">
                  <c:v>2.9138888888888892</c:v>
                </c:pt>
                <c:pt idx="1050">
                  <c:v>2.9166666666666665</c:v>
                </c:pt>
                <c:pt idx="1051">
                  <c:v>2.9194444444444443</c:v>
                </c:pt>
                <c:pt idx="1052">
                  <c:v>2.9222222222222225</c:v>
                </c:pt>
                <c:pt idx="1053">
                  <c:v>2.9249999999999998</c:v>
                </c:pt>
                <c:pt idx="1054">
                  <c:v>2.9277777777777776</c:v>
                </c:pt>
                <c:pt idx="1055">
                  <c:v>2.9305555555555558</c:v>
                </c:pt>
                <c:pt idx="1056">
                  <c:v>2.9333333333333331</c:v>
                </c:pt>
                <c:pt idx="1057">
                  <c:v>2.9361111111111109</c:v>
                </c:pt>
                <c:pt idx="1058">
                  <c:v>2.9388888888888891</c:v>
                </c:pt>
                <c:pt idx="1059">
                  <c:v>2.9416666666666669</c:v>
                </c:pt>
                <c:pt idx="1060">
                  <c:v>2.9444444444444442</c:v>
                </c:pt>
                <c:pt idx="1061">
                  <c:v>2.9472222222222224</c:v>
                </c:pt>
                <c:pt idx="1062">
                  <c:v>2.95</c:v>
                </c:pt>
                <c:pt idx="1063">
                  <c:v>2.9527777777777775</c:v>
                </c:pt>
                <c:pt idx="1064">
                  <c:v>2.9555555555555557</c:v>
                </c:pt>
                <c:pt idx="1065">
                  <c:v>2.9583333333333335</c:v>
                </c:pt>
                <c:pt idx="1066">
                  <c:v>2.9611111111111108</c:v>
                </c:pt>
                <c:pt idx="1067">
                  <c:v>2.963888888888889</c:v>
                </c:pt>
                <c:pt idx="1068">
                  <c:v>2.9666666666666668</c:v>
                </c:pt>
                <c:pt idx="1069">
                  <c:v>2.9694444444444441</c:v>
                </c:pt>
                <c:pt idx="1070">
                  <c:v>2.9722222222222223</c:v>
                </c:pt>
                <c:pt idx="1071">
                  <c:v>2.9750000000000001</c:v>
                </c:pt>
                <c:pt idx="1072">
                  <c:v>2.9777777777777774</c:v>
                </c:pt>
                <c:pt idx="1073">
                  <c:v>2.9805555555555556</c:v>
                </c:pt>
                <c:pt idx="1074">
                  <c:v>2.9833333333333334</c:v>
                </c:pt>
                <c:pt idx="1075">
                  <c:v>2.9861111111111112</c:v>
                </c:pt>
                <c:pt idx="1076">
                  <c:v>2.9888888888888889</c:v>
                </c:pt>
                <c:pt idx="1077">
                  <c:v>2.9916666666666667</c:v>
                </c:pt>
                <c:pt idx="1078">
                  <c:v>2.9944444444444445</c:v>
                </c:pt>
                <c:pt idx="1079">
                  <c:v>2.9972222222222222</c:v>
                </c:pt>
                <c:pt idx="1080">
                  <c:v>3</c:v>
                </c:pt>
              </c:numCache>
            </c:numRef>
          </c:xVal>
          <c:yVal>
            <c:numRef>
              <c:f>Sheet1!$P$4:$P$1084</c:f>
              <c:numCache>
                <c:formatCode>0.00</c:formatCode>
                <c:ptCount val="1081"/>
                <c:pt idx="0">
                  <c:v>0</c:v>
                </c:pt>
                <c:pt idx="1">
                  <c:v>6.981353560355988E-138</c:v>
                </c:pt>
                <c:pt idx="2">
                  <c:v>7.2025192912902679E-120</c:v>
                </c:pt>
                <c:pt idx="3">
                  <c:v>2.3697636367231174E-109</c:v>
                </c:pt>
                <c:pt idx="4">
                  <c:v>6.6492748517378659E-102</c:v>
                </c:pt>
                <c:pt idx="5">
                  <c:v>3.8825774085308368E-96</c:v>
                </c:pt>
                <c:pt idx="6">
                  <c:v>1.9576720646098285E-91</c:v>
                </c:pt>
                <c:pt idx="7">
                  <c:v>1.8209263438722941E-87</c:v>
                </c:pt>
                <c:pt idx="8">
                  <c:v>4.9153478248908167E-84</c:v>
                </c:pt>
                <c:pt idx="9">
                  <c:v>5.1576356567031266E-81</c:v>
                </c:pt>
                <c:pt idx="10">
                  <c:v>2.5682964464040597E-78</c:v>
                </c:pt>
                <c:pt idx="11">
                  <c:v>6.9976355187378442E-76</c:v>
                </c:pt>
                <c:pt idx="12">
                  <c:v>1.158804115285971E-73</c:v>
                </c:pt>
                <c:pt idx="13">
                  <c:v>1.2632271813178662E-71</c:v>
                </c:pt>
                <c:pt idx="14">
                  <c:v>9.6451174798470349E-70</c:v>
                </c:pt>
                <c:pt idx="15">
                  <c:v>5.4180870957380796E-68</c:v>
                </c:pt>
                <c:pt idx="16">
                  <c:v>2.3297775477356916E-66</c:v>
                </c:pt>
                <c:pt idx="17">
                  <c:v>7.9212886016944844E-65</c:v>
                </c:pt>
                <c:pt idx="18">
                  <c:v>2.1875395697697075E-63</c:v>
                </c:pt>
                <c:pt idx="19">
                  <c:v>5.0184167737018867E-62</c:v>
                </c:pt>
                <c:pt idx="20">
                  <c:v>9.7475498830394486E-61</c:v>
                </c:pt>
                <c:pt idx="21">
                  <c:v>1.6292902856907588E-59</c:v>
                </c:pt>
                <c:pt idx="22">
                  <c:v>2.3765485508844029E-58</c:v>
                </c:pt>
                <c:pt idx="23">
                  <c:v>3.0619709091398976E-57</c:v>
                </c:pt>
                <c:pt idx="24">
                  <c:v>3.5216846103280209E-56</c:v>
                </c:pt>
                <c:pt idx="25">
                  <c:v>3.649400562720519E-55</c:v>
                </c:pt>
                <c:pt idx="26">
                  <c:v>3.4353180412195128E-54</c:v>
                </c:pt>
                <c:pt idx="27">
                  <c:v>2.9589455882036274E-53</c:v>
                </c:pt>
                <c:pt idx="28">
                  <c:v>2.3471349891259267E-52</c:v>
                </c:pt>
                <c:pt idx="29">
                  <c:v>1.724571157781249E-51</c:v>
                </c:pt>
                <c:pt idx="30">
                  <c:v>1.1798358419721058E-50</c:v>
                </c:pt>
                <c:pt idx="31">
                  <c:v>7.5508003940236238E-50</c:v>
                </c:pt>
                <c:pt idx="32">
                  <c:v>4.5397832329409073E-49</c:v>
                </c:pt>
                <c:pt idx="33">
                  <c:v>2.5740552684692343E-48</c:v>
                </c:pt>
                <c:pt idx="34">
                  <c:v>1.3812158550338811E-47</c:v>
                </c:pt>
                <c:pt idx="35">
                  <c:v>7.036460451254901E-47</c:v>
                </c:pt>
                <c:pt idx="36">
                  <c:v>3.4132389555560328E-46</c:v>
                </c:pt>
                <c:pt idx="37">
                  <c:v>1.5807571292723565E-45</c:v>
                </c:pt>
                <c:pt idx="38">
                  <c:v>7.0068457946779366E-45</c:v>
                </c:pt>
                <c:pt idx="39">
                  <c:v>2.9793960789601517E-44</c:v>
                </c:pt>
                <c:pt idx="40">
                  <c:v>1.2178571705637435E-43</c:v>
                </c:pt>
                <c:pt idx="41">
                  <c:v>4.7948313764343937E-43</c:v>
                </c:pt>
                <c:pt idx="42">
                  <c:v>1.8215639254760898E-42</c:v>
                </c:pt>
                <c:pt idx="43">
                  <c:v>6.6886640813598613E-42</c:v>
                </c:pt>
                <c:pt idx="44">
                  <c:v>2.3775940064350687E-41</c:v>
                </c:pt>
                <c:pt idx="45">
                  <c:v>8.1935666765143331E-41</c:v>
                </c:pt>
                <c:pt idx="46">
                  <c:v>2.7411772837580355E-40</c:v>
                </c:pt>
                <c:pt idx="47">
                  <c:v>8.9142283916184147E-40</c:v>
                </c:pt>
                <c:pt idx="48">
                  <c:v>2.8211850964434251E-39</c:v>
                </c:pt>
                <c:pt idx="49">
                  <c:v>8.6989572720468445E-39</c:v>
                </c:pt>
                <c:pt idx="50">
                  <c:v>2.6160600798527523E-38</c:v>
                </c:pt>
                <c:pt idx="51">
                  <c:v>7.6807402274342712E-38</c:v>
                </c:pt>
                <c:pt idx="52">
                  <c:v>2.2036275165249386E-37</c:v>
                </c:pt>
                <c:pt idx="53">
                  <c:v>6.1835062239864539E-37</c:v>
                </c:pt>
                <c:pt idx="54">
                  <c:v>1.6984519819648142E-36</c:v>
                </c:pt>
                <c:pt idx="55">
                  <c:v>4.5701884772925572E-36</c:v>
                </c:pt>
                <c:pt idx="56">
                  <c:v>1.2055893956819121E-35</c:v>
                </c:pt>
                <c:pt idx="57">
                  <c:v>3.1199971465701304E-35</c:v>
                </c:pt>
                <c:pt idx="58">
                  <c:v>7.9266106750045686E-35</c:v>
                </c:pt>
                <c:pt idx="59">
                  <c:v>1.9782158177314601E-34</c:v>
                </c:pt>
                <c:pt idx="60">
                  <c:v>4.8525838913504461E-34</c:v>
                </c:pt>
                <c:pt idx="61">
                  <c:v>1.1706664911234429E-33</c:v>
                </c:pt>
                <c:pt idx="62">
                  <c:v>2.7790061904756144E-33</c:v>
                </c:pt>
                <c:pt idx="63">
                  <c:v>6.4948057887754975E-33</c:v>
                </c:pt>
                <c:pt idx="64">
                  <c:v>1.4951222289678315E-32</c:v>
                </c:pt>
                <c:pt idx="65">
                  <c:v>3.3917568875354828E-32</c:v>
                </c:pt>
                <c:pt idx="66">
                  <c:v>7.5858544755454263E-32</c:v>
                </c:pt>
                <c:pt idx="67">
                  <c:v>1.673407049510918E-31</c:v>
                </c:pt>
                <c:pt idx="68">
                  <c:v>3.6424470911335714E-31</c:v>
                </c:pt>
                <c:pt idx="69">
                  <c:v>7.8261648480128969E-31</c:v>
                </c:pt>
                <c:pt idx="70">
                  <c:v>1.6604698935802517E-30</c:v>
                </c:pt>
                <c:pt idx="71">
                  <c:v>3.4801229344028435E-30</c:v>
                </c:pt>
                <c:pt idx="72">
                  <c:v>7.2075639739322437E-30</c:v>
                </c:pt>
                <c:pt idx="73">
                  <c:v>1.4755549411881434E-29</c:v>
                </c:pt>
                <c:pt idx="74">
                  <c:v>2.9869779660282085E-29</c:v>
                </c:pt>
                <c:pt idx="75">
                  <c:v>5.9806680238743997E-29</c:v>
                </c:pt>
                <c:pt idx="76">
                  <c:v>1.1847711958789093E-28</c:v>
                </c:pt>
                <c:pt idx="77">
                  <c:v>2.322777006047308E-28</c:v>
                </c:pt>
                <c:pt idx="78">
                  <c:v>4.508013695746044E-28</c:v>
                </c:pt>
                <c:pt idx="79">
                  <c:v>8.6632251274193448E-28</c:v>
                </c:pt>
                <c:pt idx="80">
                  <c:v>1.6489154983928002E-27</c:v>
                </c:pt>
                <c:pt idx="81">
                  <c:v>3.1091764589071497E-27</c:v>
                </c:pt>
                <c:pt idx="82">
                  <c:v>5.8092549759766608E-27</c:v>
                </c:pt>
                <c:pt idx="83">
                  <c:v>1.0757711563497939E-26</c:v>
                </c:pt>
                <c:pt idx="84">
                  <c:v>1.9748611870391823E-26</c:v>
                </c:pt>
                <c:pt idx="85">
                  <c:v>3.5946781446236981E-26</c:v>
                </c:pt>
                <c:pt idx="86">
                  <c:v>6.488982464084634E-26</c:v>
                </c:pt>
                <c:pt idx="87">
                  <c:v>1.1619026456280159E-25</c:v>
                </c:pt>
                <c:pt idx="88">
                  <c:v>2.064048842816488E-25</c:v>
                </c:pt>
                <c:pt idx="89">
                  <c:v>3.638355215375245E-25</c:v>
                </c:pt>
                <c:pt idx="90">
                  <c:v>6.3650280594421185E-25</c:v>
                </c:pt>
                <c:pt idx="91">
                  <c:v>1.1052953756014537E-24</c:v>
                </c:pt>
                <c:pt idx="92">
                  <c:v>1.9055024523312494E-24</c:v>
                </c:pt>
                <c:pt idx="93">
                  <c:v>3.2618339007397072E-24</c:v>
                </c:pt>
                <c:pt idx="94">
                  <c:v>5.5449955559028346E-24</c:v>
                </c:pt>
                <c:pt idx="95">
                  <c:v>9.3624898811981487E-24</c:v>
                </c:pt>
                <c:pt idx="96">
                  <c:v>1.5703414126337166E-23</c:v>
                </c:pt>
                <c:pt idx="97">
                  <c:v>2.6167920705193957E-23</c:v>
                </c:pt>
                <c:pt idx="98">
                  <c:v>4.3328610133661285E-23</c:v>
                </c:pt>
                <c:pt idx="99">
                  <c:v>7.1296293083955639E-23</c:v>
                </c:pt>
                <c:pt idx="100">
                  <c:v>1.1660047827598356E-22</c:v>
                </c:pt>
                <c:pt idx="101">
                  <c:v>1.8955175787152621E-22</c:v>
                </c:pt>
                <c:pt idx="102">
                  <c:v>3.0633791538559362E-22</c:v>
                </c:pt>
                <c:pt idx="103">
                  <c:v>4.9223102875543977E-22</c:v>
                </c:pt>
                <c:pt idx="104">
                  <c:v>7.8646775259944757E-22</c:v>
                </c:pt>
                <c:pt idx="105">
                  <c:v>1.2496361030716008E-21</c:v>
                </c:pt>
                <c:pt idx="106">
                  <c:v>1.9747976107847025E-21</c:v>
                </c:pt>
                <c:pt idx="107">
                  <c:v>3.1041478318564409E-21</c:v>
                </c:pt>
                <c:pt idx="108">
                  <c:v>4.8538474351227023E-21</c:v>
                </c:pt>
                <c:pt idx="109">
                  <c:v>7.5508479728681306E-21</c:v>
                </c:pt>
                <c:pt idx="110">
                  <c:v>1.1687241467315655E-20</c:v>
                </c:pt>
                <c:pt idx="111">
                  <c:v>1.8000090650286747E-20</c:v>
                </c:pt>
                <c:pt idx="112">
                  <c:v>2.7588137562276841E-20</c:v>
                </c:pt>
                <c:pt idx="113">
                  <c:v>4.2081643144956563E-20</c:v>
                </c:pt>
                <c:pt idx="114">
                  <c:v>6.3888430305401238E-20</c:v>
                </c:pt>
                <c:pt idx="115">
                  <c:v>9.6548741357929622E-20</c:v>
                </c:pt>
                <c:pt idx="116">
                  <c:v>1.4524480455340374E-19</c:v>
                </c:pt>
                <c:pt idx="117">
                  <c:v>2.175294266825084E-19</c:v>
                </c:pt>
                <c:pt idx="118">
                  <c:v>3.2436337185527158E-19</c:v>
                </c:pt>
                <c:pt idx="119">
                  <c:v>4.8158628378364549E-19</c:v>
                </c:pt>
                <c:pt idx="120">
                  <c:v>7.1199385602276903E-19</c:v>
                </c:pt>
                <c:pt idx="121">
                  <c:v>1.0482593859812843E-18</c:v>
                </c:pt>
                <c:pt idx="122">
                  <c:v>1.5370267955308107E-18</c:v>
                </c:pt>
                <c:pt idx="123">
                  <c:v>2.2446226564334454E-18</c:v>
                </c:pt>
                <c:pt idx="124">
                  <c:v>3.2649972750899824E-18</c:v>
                </c:pt>
                <c:pt idx="125">
                  <c:v>4.7307233497205638E-18</c:v>
                </c:pt>
                <c:pt idx="126">
                  <c:v>6.82817330898062E-18</c:v>
                </c:pt>
                <c:pt idx="127">
                  <c:v>9.8183869388355144E-18</c:v>
                </c:pt>
                <c:pt idx="128">
                  <c:v>1.4065660235522181E-17</c:v>
                </c:pt>
                <c:pt idx="129">
                  <c:v>2.0076574707736324E-17</c:v>
                </c:pt>
                <c:pt idx="130">
                  <c:v>2.85530954563058E-17</c:v>
                </c:pt>
                <c:pt idx="131">
                  <c:v>4.0464563109342424E-17</c:v>
                </c:pt>
                <c:pt idx="132">
                  <c:v>5.7144974901218462E-17</c:v>
                </c:pt>
                <c:pt idx="133">
                  <c:v>8.0424003703204946E-17</c:v>
                </c:pt>
                <c:pt idx="134">
                  <c:v>1.1280288080479703E-16</c:v>
                </c:pt>
                <c:pt idx="135">
                  <c:v>1.5768974698816663E-16</c:v>
                </c:pt>
                <c:pt idx="136">
                  <c:v>2.1971358299516927E-16</c:v>
                </c:pt>
                <c:pt idx="137">
                  <c:v>3.0514165062935334E-16</c:v>
                </c:pt>
                <c:pt idx="138">
                  <c:v>4.2243286962882331E-16</c:v>
                </c:pt>
                <c:pt idx="139">
                  <c:v>5.8296917566248621E-16</c:v>
                </c:pt>
                <c:pt idx="140">
                  <c:v>8.0201921836206553E-16</c:v>
                </c:pt>
                <c:pt idx="141">
                  <c:v>1.1000044735536071E-15</c:v>
                </c:pt>
                <c:pt idx="142">
                  <c:v>1.5041578431704333E-15</c:v>
                </c:pt>
                <c:pt idx="143">
                  <c:v>2.0506901957610222E-15</c:v>
                </c:pt>
                <c:pt idx="144">
                  <c:v>2.7876124177189664E-15</c:v>
                </c:pt>
                <c:pt idx="145">
                  <c:v>3.7784010774605177E-15</c:v>
                </c:pt>
                <c:pt idx="146">
                  <c:v>5.1067468178239668E-15</c:v>
                </c:pt>
                <c:pt idx="147">
                  <c:v>6.8826886243505411E-15</c:v>
                </c:pt>
                <c:pt idx="148">
                  <c:v>9.2505172792515272E-15</c:v>
                </c:pt>
                <c:pt idx="149">
                  <c:v>1.2398931404133528E-14</c:v>
                </c:pt>
                <c:pt idx="150">
                  <c:v>1.6574054152672742E-14</c:v>
                </c:pt>
                <c:pt idx="151">
                  <c:v>2.2096073471317023E-14</c:v>
                </c:pt>
                <c:pt idx="152">
                  <c:v>2.9380460734353333E-14</c:v>
                </c:pt>
                <c:pt idx="153">
                  <c:v>3.8964959744894906E-14</c:v>
                </c:pt>
                <c:pt idx="154">
                  <c:v>5.1543830549885268E-14</c:v>
                </c:pt>
                <c:pt idx="155">
                  <c:v>6.8011192251905683E-14</c:v>
                </c:pt>
                <c:pt idx="156">
                  <c:v>8.9515750432024334E-14</c:v>
                </c:pt>
                <c:pt idx="157">
                  <c:v>1.1752973519919125E-13</c:v>
                </c:pt>
                <c:pt idx="158">
                  <c:v>1.5393553589644879E-13</c:v>
                </c:pt>
                <c:pt idx="159">
                  <c:v>2.0113432273676043E-13</c:v>
                </c:pt>
                <c:pt idx="160">
                  <c:v>2.6218192339144547E-13</c:v>
                </c:pt>
                <c:pt idx="161">
                  <c:v>3.4095840856204103E-13</c:v>
                </c:pt>
                <c:pt idx="162">
                  <c:v>4.4237927598067559E-13</c:v>
                </c:pt>
                <c:pt idx="163">
                  <c:v>5.7265785571837639E-13</c:v>
                </c:pt>
                <c:pt idx="164">
                  <c:v>7.3963064844328357E-13</c:v>
                </c:pt>
                <c:pt idx="165">
                  <c:v>9.5315981976507748E-13</c:v>
                </c:pt>
                <c:pt idx="166">
                  <c:v>1.2256300871351331E-12</c:v>
                </c:pt>
                <c:pt idx="167">
                  <c:v>1.5725608435839059E-12</c:v>
                </c:pt>
                <c:pt idx="168">
                  <c:v>2.013358673120219E-12</c:v>
                </c:pt>
                <c:pt idx="169">
                  <c:v>2.5722405521180108E-12</c:v>
                </c:pt>
                <c:pt idx="170">
                  <c:v>3.2793641463537356E-12</c:v>
                </c:pt>
                <c:pt idx="171">
                  <c:v>4.1722088750671355E-12</c:v>
                </c:pt>
                <c:pt idx="172">
                  <c:v>5.2972600191141006E-12</c:v>
                </c:pt>
                <c:pt idx="173">
                  <c:v>6.7120583284530027E-12</c:v>
                </c:pt>
                <c:pt idx="174">
                  <c:v>8.4876895985322669E-12</c:v>
                </c:pt>
                <c:pt idx="175">
                  <c:v>1.0711802839258998E-11</c:v>
                </c:pt>
                <c:pt idx="176">
                  <c:v>1.349226230310597E-11</c:v>
                </c:pt>
                <c:pt idx="177">
                  <c:v>1.6961558170774901E-11</c:v>
                </c:pt>
                <c:pt idx="178">
                  <c:v>2.128212357184836E-11</c:v>
                </c:pt>
                <c:pt idx="179">
                  <c:v>2.6652732367404095E-11</c:v>
                </c:pt>
                <c:pt idx="180">
                  <c:v>3.3316183338349965E-11</c:v>
                </c:pt>
                <c:pt idx="181">
                  <c:v>4.1568512786328649E-11</c:v>
                </c:pt>
                <c:pt idx="182">
                  <c:v>5.1770019834596801E-11</c:v>
                </c:pt>
                <c:pt idx="183">
                  <c:v>6.4358437788415408E-11</c:v>
                </c:pt>
                <c:pt idx="184">
                  <c:v>7.9864641767158636E-11</c:v>
                </c:pt>
                <c:pt idx="185">
                  <c:v>9.8931348570142345E-11</c:v>
                </c:pt>
                <c:pt idx="186">
                  <c:v>1.2233534064362105E-10</c:v>
                </c:pt>
                <c:pt idx="187">
                  <c:v>1.5101383349294636E-10</c:v>
                </c:pt>
                <c:pt idx="188">
                  <c:v>1.8609570652103086E-10</c:v>
                </c:pt>
                <c:pt idx="189">
                  <c:v>2.2893843285282571E-10</c:v>
                </c:pt>
                <c:pt idx="190">
                  <c:v>2.8117167621774054E-10</c:v>
                </c:pt>
                <c:pt idx="191">
                  <c:v>3.4474867463170772E-10</c:v>
                </c:pt>
                <c:pt idx="192">
                  <c:v>4.2200670392623719E-10</c:v>
                </c:pt>
                <c:pt idx="193">
                  <c:v>5.1573811186986605E-10</c:v>
                </c:pt>
                <c:pt idx="194">
                  <c:v>6.2927363877783974E-10</c:v>
                </c:pt>
                <c:pt idx="195">
                  <c:v>7.6657999650022908E-10</c:v>
                </c:pt>
                <c:pt idx="196">
                  <c:v>9.3237396826733337E-10</c:v>
                </c:pt>
                <c:pt idx="197">
                  <c:v>1.1322556211953218E-9</c:v>
                </c:pt>
                <c:pt idx="198">
                  <c:v>1.3728635958781543E-9</c:v>
                </c:pt>
                <c:pt idx="199">
                  <c:v>1.6620558584325735E-9</c:v>
                </c:pt>
                <c:pt idx="200">
                  <c:v>2.0091197751327328E-9</c:v>
                </c:pt>
                <c:pt idx="201">
                  <c:v>2.4250159044074494E-9</c:v>
                </c:pt>
                <c:pt idx="202">
                  <c:v>2.9226605020839741E-9</c:v>
                </c:pt>
                <c:pt idx="203">
                  <c:v>3.5172524105543246E-9</c:v>
                </c:pt>
                <c:pt idx="204">
                  <c:v>4.2266507588783685E-9</c:v>
                </c:pt>
                <c:pt idx="205">
                  <c:v>5.0718107472629478E-9</c:v>
                </c:pt>
                <c:pt idx="206">
                  <c:v>6.0772857351520994E-9</c:v>
                </c:pt>
                <c:pt idx="207">
                  <c:v>7.2718049073809917E-9</c:v>
                </c:pt>
                <c:pt idx="208">
                  <c:v>8.6889369683645543E-9</c:v>
                </c:pt>
                <c:pt idx="209">
                  <c:v>1.0367851621832936E-8</c:v>
                </c:pt>
                <c:pt idx="210">
                  <c:v>1.235419204585996E-8</c:v>
                </c:pt>
                <c:pt idx="211">
                  <c:v>1.4701073183421056E-8</c:v>
                </c:pt>
                <c:pt idx="212">
                  <c:v>1.7470222452070968E-8</c:v>
                </c:pt>
                <c:pt idx="213">
                  <c:v>2.0733281448171023E-8</c:v>
                </c:pt>
                <c:pt idx="214">
                  <c:v>2.4573289398097009E-8</c:v>
                </c:pt>
                <c:pt idx="215">
                  <c:v>2.9086371508852068E-8</c:v>
                </c:pt>
                <c:pt idx="216">
                  <c:v>3.4383658012419854E-8</c:v>
                </c:pt>
                <c:pt idx="217">
                  <c:v>4.0593462602172941E-8</c:v>
                </c:pt>
                <c:pt idx="218">
                  <c:v>4.7863752147000316E-8</c:v>
                </c:pt>
                <c:pt idx="219">
                  <c:v>5.6364943062105548E-8</c:v>
                </c:pt>
                <c:pt idx="220">
                  <c:v>6.6293063538459321E-8</c:v>
                </c:pt>
                <c:pt idx="221">
                  <c:v>7.7873325010654814E-8</c:v>
                </c:pt>
                <c:pt idx="222">
                  <c:v>9.1364150801794491E-8</c:v>
                </c:pt>
                <c:pt idx="223">
                  <c:v>1.0706171485149846E-7</c:v>
                </c:pt>
                <c:pt idx="224">
                  <c:v>1.2530504883801555E-7</c:v>
                </c:pt>
                <c:pt idx="225">
                  <c:v>1.4648178187766859E-7</c:v>
                </c:pt>
                <c:pt idx="226">
                  <c:v>1.7103458335579711E-7</c:v>
                </c:pt>
                <c:pt idx="227">
                  <c:v>1.9946838634503812E-7</c:v>
                </c:pt>
                <c:pt idx="228">
                  <c:v>2.3235847653294506E-7</c:v>
                </c:pt>
                <c:pt idx="229">
                  <c:v>2.7035953964572462E-7</c:v>
                </c:pt>
                <c:pt idx="230">
                  <c:v>3.1421576905366326E-7</c:v>
                </c:pt>
                <c:pt idx="231">
                  <c:v>3.6477214461307456E-7</c:v>
                </c:pt>
                <c:pt idx="232">
                  <c:v>4.2298700387565343E-7</c:v>
                </c:pt>
                <c:pt idx="233">
                  <c:v>4.8994603761721659E-7</c:v>
                </c:pt>
                <c:pt idx="234">
                  <c:v>5.6687785324094503E-7</c:v>
                </c:pt>
                <c:pt idx="235">
                  <c:v>6.5517126203481256E-7</c:v>
                </c:pt>
                <c:pt idx="236">
                  <c:v>7.5639445954560705E-7</c:v>
                </c:pt>
                <c:pt idx="237">
                  <c:v>8.72316282513031E-7</c:v>
                </c:pt>
                <c:pt idx="238">
                  <c:v>1.0049297409222575E-6</c:v>
                </c:pt>
                <c:pt idx="239">
                  <c:v>1.1564780398218883E-6</c:v>
                </c:pt>
                <c:pt idx="240">
                  <c:v>1.3294833226505302E-6</c:v>
                </c:pt>
                <c:pt idx="241">
                  <c:v>1.5267783859564334E-6</c:v>
                </c:pt>
                <c:pt idx="242">
                  <c:v>1.751541634613191E-6</c:v>
                </c:pt>
                <c:pt idx="243">
                  <c:v>2.0073355669638366E-6</c:v>
                </c:pt>
                <c:pt idx="244">
                  <c:v>2.2981491007947239E-6</c:v>
                </c:pt>
                <c:pt idx="245">
                  <c:v>2.6284440736775732E-6</c:v>
                </c:pt>
                <c:pt idx="246">
                  <c:v>3.0032062750471729E-6</c:v>
                </c:pt>
                <c:pt idx="247">
                  <c:v>3.4280013924257167E-6</c:v>
                </c:pt>
                <c:pt idx="248">
                  <c:v>3.9090362804795558E-6</c:v>
                </c:pt>
                <c:pt idx="249">
                  <c:v>4.4532259891136093E-6</c:v>
                </c:pt>
                <c:pt idx="250">
                  <c:v>5.0682670155830201E-6</c:v>
                </c:pt>
                <c:pt idx="251">
                  <c:v>5.7627172756348952E-6</c:v>
                </c:pt>
                <c:pt idx="252">
                  <c:v>6.546083319979027E-6</c:v>
                </c:pt>
                <c:pt idx="253">
                  <c:v>7.4289153549283893E-6</c:v>
                </c:pt>
                <c:pt idx="254">
                  <c:v>8.4229106598174945E-6</c:v>
                </c:pt>
                <c:pt idx="255">
                  <c:v>9.5410260287960981E-6</c:v>
                </c:pt>
                <c:pt idx="256">
                  <c:v>1.0797599900764506E-5</c:v>
                </c:pt>
                <c:pt idx="257">
                  <c:v>1.2208484878533025E-5</c:v>
                </c:pt>
                <c:pt idx="258">
                  <c:v>1.3791191376708365E-5</c:v>
                </c:pt>
                <c:pt idx="259">
                  <c:v>1.5565043177277106E-5</c:v>
                </c:pt>
                <c:pt idx="260">
                  <c:v>1.7551345712302896E-5</c:v>
                </c:pt>
                <c:pt idx="261">
                  <c:v>1.9773567934511118E-5</c:v>
                </c:pt>
                <c:pt idx="262">
                  <c:v>2.2257538678719388E-5</c:v>
                </c:pt>
                <c:pt idx="263">
                  <c:v>2.5031658459969592E-5</c:v>
                </c:pt>
                <c:pt idx="264">
                  <c:v>2.8127127697751343E-5</c:v>
                </c:pt>
                <c:pt idx="265">
                  <c:v>3.1578192399729261E-5</c:v>
                </c:pt>
                <c:pt idx="266">
                  <c:v>3.5422408382771855E-5</c:v>
                </c:pt>
                <c:pt idx="267">
                  <c:v>3.9700925153706569E-5</c:v>
                </c:pt>
                <c:pt idx="268">
                  <c:v>4.445879061689327E-5</c:v>
                </c:pt>
                <c:pt idx="269">
                  <c:v>4.9745277820295908E-5</c:v>
                </c:pt>
                <c:pt idx="270">
                  <c:v>5.5614234995999913E-5</c:v>
                </c:pt>
                <c:pt idx="271">
                  <c:v>6.2124460194944669E-5</c:v>
                </c:pt>
                <c:pt idx="272">
                  <c:v>6.9340101858722598E-5</c:v>
                </c:pt>
                <c:pt idx="273">
                  <c:v>7.7331086713477499E-5</c:v>
                </c:pt>
                <c:pt idx="274">
                  <c:v>8.6173576411958125E-5</c:v>
                </c:pt>
                <c:pt idx="275">
                  <c:v>9.5950454389393788E-5</c:v>
                </c:pt>
                <c:pt idx="276">
                  <c:v>1.0675184443674738E-4</c:v>
                </c:pt>
                <c:pt idx="277">
                  <c:v>1.186756625309411E-4</c:v>
                </c:pt>
                <c:pt idx="278">
                  <c:v>1.3182820349530119E-4</c:v>
                </c:pt>
                <c:pt idx="279">
                  <c:v>1.4632476409470068E-4</c:v>
                </c:pt>
                <c:pt idx="280">
                  <c:v>1.6229030419815502E-4</c:v>
                </c:pt>
                <c:pt idx="281">
                  <c:v>1.7986014766679064E-4</c:v>
                </c:pt>
                <c:pt idx="282">
                  <c:v>1.9918072464666494E-4</c:v>
                </c:pt>
                <c:pt idx="283">
                  <c:v>2.2041035696368147E-4</c:v>
                </c:pt>
                <c:pt idx="284">
                  <c:v>2.4372008833136767E-4</c:v>
                </c:pt>
                <c:pt idx="285">
                  <c:v>2.6929456109113753E-4</c:v>
                </c:pt>
                <c:pt idx="286">
                  <c:v>2.9733294120878851E-4</c:v>
                </c:pt>
                <c:pt idx="287">
                  <c:v>3.2804989324946969E-4</c:v>
                </c:pt>
                <c:pt idx="288">
                  <c:v>3.616766070464756E-4</c:v>
                </c:pt>
                <c:pt idx="289">
                  <c:v>3.9846187776600779E-4</c:v>
                </c:pt>
                <c:pt idx="290">
                  <c:v>4.3867324105052534E-4</c:v>
                </c:pt>
                <c:pt idx="291">
                  <c:v>4.8259816489691718E-4</c:v>
                </c:pt>
                <c:pt idx="292">
                  <c:v>5.3054529989215527E-4</c:v>
                </c:pt>
                <c:pt idx="293">
                  <c:v>5.8284578938777468E-4</c:v>
                </c:pt>
                <c:pt idx="294">
                  <c:v>6.3985464114560907E-4</c:v>
                </c:pt>
                <c:pt idx="295">
                  <c:v>7.0195216192971111E-4</c:v>
                </c:pt>
                <c:pt idx="296">
                  <c:v>7.6954545645315474E-4</c:v>
                </c:pt>
                <c:pt idx="297">
                  <c:v>8.4306999201374361E-4</c:v>
                </c:pt>
                <c:pt idx="298">
                  <c:v>9.2299123006802796E-4</c:v>
                </c:pt>
                <c:pt idx="299">
                  <c:v>1.0098063258990623E-3</c:v>
                </c:pt>
                <c:pt idx="300">
                  <c:v>1.1040458974299161E-3</c:v>
                </c:pt>
                <c:pt idx="301">
                  <c:v>1.206275864120452E-3</c:v>
                </c:pt>
                <c:pt idx="302">
                  <c:v>1.3170993567611078E-3</c:v>
                </c:pt>
                <c:pt idx="303">
                  <c:v>1.4371586988417772E-3</c:v>
                </c:pt>
                <c:pt idx="304">
                  <c:v>1.5671374600292011E-3</c:v>
                </c:pt>
                <c:pt idx="305">
                  <c:v>1.7077625821283987E-3</c:v>
                </c:pt>
                <c:pt idx="306">
                  <c:v>1.8598065777371713E-3</c:v>
                </c:pt>
                <c:pt idx="307">
                  <c:v>2.0240898016228547E-3</c:v>
                </c:pt>
                <c:pt idx="308">
                  <c:v>2.2014827946612993E-3</c:v>
                </c:pt>
                <c:pt idx="309">
                  <c:v>2.3929086999762853E-3</c:v>
                </c:pt>
                <c:pt idx="310">
                  <c:v>2.5993457507052188E-3</c:v>
                </c:pt>
                <c:pt idx="311">
                  <c:v>2.821829828594359E-3</c:v>
                </c:pt>
                <c:pt idx="312">
                  <c:v>3.0614570923905024E-3</c:v>
                </c:pt>
                <c:pt idx="313">
                  <c:v>3.3193866747532686E-3</c:v>
                </c:pt>
                <c:pt idx="314">
                  <c:v>3.5968434461538922E-3</c:v>
                </c:pt>
                <c:pt idx="315">
                  <c:v>3.8951208439623663E-3</c:v>
                </c:pt>
                <c:pt idx="316">
                  <c:v>4.215583764646774E-3</c:v>
                </c:pt>
                <c:pt idx="317">
                  <c:v>4.559671516724673E-3</c:v>
                </c:pt>
                <c:pt idx="318">
                  <c:v>4.92890083180972E-3</c:v>
                </c:pt>
                <c:pt idx="319">
                  <c:v>5.3248689307943105E-3</c:v>
                </c:pt>
                <c:pt idx="320">
                  <c:v>5.7492566418966221E-3</c:v>
                </c:pt>
                <c:pt idx="321">
                  <c:v>6.203831566980662E-3</c:v>
                </c:pt>
                <c:pt idx="322">
                  <c:v>6.6904512922320285E-3</c:v>
                </c:pt>
                <c:pt idx="323">
                  <c:v>7.2110666389391155E-3</c:v>
                </c:pt>
                <c:pt idx="324">
                  <c:v>7.767724949790689E-3</c:v>
                </c:pt>
                <c:pt idx="325">
                  <c:v>8.362573405759988E-3</c:v>
                </c:pt>
                <c:pt idx="326">
                  <c:v>8.9978623682947113E-3</c:v>
                </c:pt>
                <c:pt idx="327">
                  <c:v>9.6759487411878509E-3</c:v>
                </c:pt>
                <c:pt idx="328">
                  <c:v>1.0399299346148349E-2</c:v>
                </c:pt>
                <c:pt idx="329">
                  <c:v>1.1170494305739305E-2</c:v>
                </c:pt>
                <c:pt idx="330">
                  <c:v>1.1992230427001689E-2</c:v>
                </c:pt>
                <c:pt idx="331">
                  <c:v>1.286732457872527E-2</c:v>
                </c:pt>
                <c:pt idx="332">
                  <c:v>1.3798717054985291E-2</c:v>
                </c:pt>
                <c:pt idx="333">
                  <c:v>1.4789474917213621E-2</c:v>
                </c:pt>
                <c:pt idx="334">
                  <c:v>1.5842795306736237E-2</c:v>
                </c:pt>
                <c:pt idx="335">
                  <c:v>1.6962008719373409E-2</c:v>
                </c:pt>
                <c:pt idx="336">
                  <c:v>1.815058223337021E-2</c:v>
                </c:pt>
                <c:pt idx="337">
                  <c:v>1.9412122681612558E-2</c:v>
                </c:pt>
                <c:pt idx="338">
                  <c:v>2.075037975876684E-2</c:v>
                </c:pt>
                <c:pt idx="339">
                  <c:v>2.2169249053698343E-2</c:v>
                </c:pt>
                <c:pt idx="340">
                  <c:v>2.3672774997220692E-2</c:v>
                </c:pt>
                <c:pt idx="341">
                  <c:v>2.526515371498211E-2</c:v>
                </c:pt>
                <c:pt idx="342">
                  <c:v>2.6950735775020017E-2</c:v>
                </c:pt>
                <c:pt idx="343">
                  <c:v>2.873402881928968E-2</c:v>
                </c:pt>
                <c:pt idx="344">
                  <c:v>3.0619700068254083E-2</c:v>
                </c:pt>
                <c:pt idx="345">
                  <c:v>3.2612578687417383E-2</c:v>
                </c:pt>
                <c:pt idx="346">
                  <c:v>3.4717658004514047E-2</c:v>
                </c:pt>
                <c:pt idx="347">
                  <c:v>3.6940097565904995E-2</c:v>
                </c:pt>
                <c:pt idx="348">
                  <c:v>3.9285225020606482E-2</c:v>
                </c:pt>
                <c:pt idx="349">
                  <c:v>4.1758537820264785E-2</c:v>
                </c:pt>
                <c:pt idx="350">
                  <c:v>4.4365704723318876E-2</c:v>
                </c:pt>
                <c:pt idx="351">
                  <c:v>4.7112567091530597E-2</c:v>
                </c:pt>
                <c:pt idx="352">
                  <c:v>5.0005139967052442E-2</c:v>
                </c:pt>
                <c:pt idx="353">
                  <c:v>5.304961291819206E-2</c:v>
                </c:pt>
                <c:pt idx="354">
                  <c:v>5.6252350642091081E-2</c:v>
                </c:pt>
                <c:pt idx="355">
                  <c:v>5.9619893312583848E-2</c:v>
                </c:pt>
                <c:pt idx="356">
                  <c:v>6.315895666161854E-2</c:v>
                </c:pt>
                <c:pt idx="357">
                  <c:v>6.687643178276087E-2</c:v>
                </c:pt>
                <c:pt idx="358">
                  <c:v>7.0779384645453802E-2</c:v>
                </c:pt>
                <c:pt idx="359">
                  <c:v>7.4875055308926575E-2</c:v>
                </c:pt>
                <c:pt idx="360">
                  <c:v>7.917085682488971E-2</c:v>
                </c:pt>
                <c:pt idx="361">
                  <c:v>8.367437381841647E-2</c:v>
                </c:pt>
                <c:pt idx="362">
                  <c:v>8.8393360736735038E-2</c:v>
                </c:pt>
                <c:pt idx="363">
                  <c:v>9.3335739755994324E-2</c:v>
                </c:pt>
                <c:pt idx="364">
                  <c:v>9.8509598336478654E-2</c:v>
                </c:pt>
                <c:pt idx="365">
                  <c:v>0.10392318641713878</c:v>
                </c:pt>
                <c:pt idx="366">
                  <c:v>0.10958491324078057</c:v>
                </c:pt>
                <c:pt idx="367">
                  <c:v>0.11550334380176563</c:v>
                </c:pt>
                <c:pt idx="368">
                  <c:v>0.12168719490859023</c:v>
                </c:pt>
                <c:pt idx="369">
                  <c:v>0.12814533085427662</c:v>
                </c:pt>
                <c:pt idx="370">
                  <c:v>0.13488675868815572</c:v>
                </c:pt>
                <c:pt idx="371">
                  <c:v>0.14192062308318976</c:v>
                </c:pt>
                <c:pt idx="372">
                  <c:v>0.14925620079374641</c:v>
                </c:pt>
                <c:pt idx="373">
                  <c:v>0.15690289469935476</c:v>
                </c:pt>
                <c:pt idx="374">
                  <c:v>0.16487022743078181</c:v>
                </c:pt>
                <c:pt idx="375">
                  <c:v>0.17316783457549006</c:v>
                </c:pt>
                <c:pt idx="376">
                  <c:v>0.18180545746039281</c:v>
                </c:pt>
                <c:pt idx="377">
                  <c:v>0.19079293551056431</c:v>
                </c:pt>
                <c:pt idx="378">
                  <c:v>0.20014019818351672</c:v>
                </c:pt>
                <c:pt idx="379">
                  <c:v>0.20985725647947517</c:v>
                </c:pt>
                <c:pt idx="380">
                  <c:v>0.21995419402897226</c:v>
                </c:pt>
                <c:pt idx="381">
                  <c:v>0.23044115776009261</c:v>
                </c:pt>
                <c:pt idx="382">
                  <c:v>0.24132834814850962</c:v>
                </c:pt>
                <c:pt idx="383">
                  <c:v>0.25262600905457555</c:v>
                </c:pt>
                <c:pt idx="384">
                  <c:v>0.26434441715256407</c:v>
                </c:pt>
                <c:pt idx="385">
                  <c:v>0.27649387095820216</c:v>
                </c:pt>
                <c:pt idx="386">
                  <c:v>0.28908467946173838</c:v>
                </c:pt>
                <c:pt idx="387">
                  <c:v>0.302127150374561</c:v>
                </c:pt>
                <c:pt idx="388">
                  <c:v>0.31563157799864927</c:v>
                </c:pt>
                <c:pt idx="389">
                  <c:v>0.32960823072901813</c:v>
                </c:pt>
                <c:pt idx="390">
                  <c:v>0.3440673382003554</c:v>
                </c:pt>
                <c:pt idx="391">
                  <c:v>0.35901907809008726</c:v>
                </c:pt>
                <c:pt idx="392">
                  <c:v>0.37447356259110665</c:v>
                </c:pt>
                <c:pt idx="393">
                  <c:v>0.39044082456846357</c:v>
                </c:pt>
                <c:pt idx="394">
                  <c:v>0.4069308034151623</c:v>
                </c:pt>
                <c:pt idx="395">
                  <c:v>0.42395333062337726</c:v>
                </c:pt>
                <c:pt idx="396">
                  <c:v>0.44151811508828553</c:v>
                </c:pt>
                <c:pt idx="397">
                  <c:v>0.45963472816253254</c:v>
                </c:pt>
                <c:pt idx="398">
                  <c:v>0.47831258848059172</c:v>
                </c:pt>
                <c:pt idx="399">
                  <c:v>0.49756094657282751</c:v>
                </c:pt>
                <c:pt idx="400">
                  <c:v>0.51738886929018824</c:v>
                </c:pt>
                <c:pt idx="401">
                  <c:v>0.53780522406119968</c:v>
                </c:pt>
                <c:pt idx="402">
                  <c:v>0.55881866300384153</c:v>
                </c:pt>
                <c:pt idx="403">
                  <c:v>0.58043760691541757</c:v>
                </c:pt>
                <c:pt idx="404">
                  <c:v>0.60267022916466728</c:v>
                </c:pt>
                <c:pt idx="405">
                  <c:v>0.62552443951076431</c:v>
                </c:pt>
                <c:pt idx="406">
                  <c:v>0.64900786787452769</c:v>
                </c:pt>
                <c:pt idx="407">
                  <c:v>0.67312784808797099</c:v>
                </c:pt>
                <c:pt idx="408">
                  <c:v>0.69789140164877395</c:v>
                </c:pt>
                <c:pt idx="409">
                  <c:v>0.72330522150665955</c:v>
                </c:pt>
                <c:pt idx="410">
                  <c:v>0.74937565590938693</c:v>
                </c:pt>
                <c:pt idx="411">
                  <c:v>0.77610869233631719</c:v>
                </c:pt>
                <c:pt idx="412">
                  <c:v>0.80350994154782607</c:v>
                </c:pt>
                <c:pt idx="413">
                  <c:v>0.83158462177936177</c:v>
                </c:pt>
                <c:pt idx="414">
                  <c:v>0.86033754310892918</c:v>
                </c:pt>
                <c:pt idx="415">
                  <c:v>0.88977309202720301</c:v>
                </c:pt>
                <c:pt idx="416">
                  <c:v>0.9198952162394034</c:v>
                </c:pt>
                <c:pt idx="417">
                  <c:v>0.95070740972835166</c:v>
                </c:pt>
                <c:pt idx="418">
                  <c:v>0.98221269810784984</c:v>
                </c:pt>
                <c:pt idx="419">
                  <c:v>1.0144136242957615</c:v>
                </c:pt>
                <c:pt idx="420">
                  <c:v>1.0473122345358672</c:v>
                </c:pt>
                <c:pt idx="421">
                  <c:v>1.0809100647974226</c:v>
                </c:pt>
                <c:pt idx="422">
                  <c:v>1.1152081275810635</c:v>
                </c:pt>
                <c:pt idx="423">
                  <c:v>1.1502068991595469</c:v>
                </c:pt>
                <c:pt idx="424">
                  <c:v>1.1859063072811777</c:v>
                </c:pt>
                <c:pt idx="425">
                  <c:v>1.2223057193635567</c:v>
                </c:pt>
                <c:pt idx="426">
                  <c:v>1.2594039312046392</c:v>
                </c:pt>
                <c:pt idx="427">
                  <c:v>1.2971991562376408</c:v>
                </c:pt>
                <c:pt idx="428">
                  <c:v>1.3356890153554599</c:v>
                </c:pt>
                <c:pt idx="429">
                  <c:v>1.3748705273300095</c:v>
                </c:pt>
                <c:pt idx="430">
                  <c:v>1.4147400998504878</c:v>
                </c:pt>
                <c:pt idx="431">
                  <c:v>1.4552935212046385</c:v>
                </c:pt>
                <c:pt idx="432">
                  <c:v>1.4965259526250798</c:v>
                </c:pt>
                <c:pt idx="433">
                  <c:v>1.5384319213230513</c:v>
                </c:pt>
                <c:pt idx="434">
                  <c:v>1.5810053142299059</c:v>
                </c:pt>
                <c:pt idx="435">
                  <c:v>1.6242393724664035</c:v>
                </c:pt>
                <c:pt idx="436">
                  <c:v>1.6681266865583293</c:v>
                </c:pt>
                <c:pt idx="437">
                  <c:v>1.7126591924157535</c:v>
                </c:pt>
                <c:pt idx="438">
                  <c:v>1.7578281680927463</c:v>
                </c:pt>
                <c:pt idx="439">
                  <c:v>1.803624231342204</c:v>
                </c:pt>
                <c:pt idx="440">
                  <c:v>1.8500373379798392</c:v>
                </c:pt>
                <c:pt idx="441">
                  <c:v>1.8970567810697974</c:v>
                </c:pt>
                <c:pt idx="442">
                  <c:v>1.9446711909432282</c:v>
                </c:pt>
                <c:pt idx="443">
                  <c:v>1.992868536059385</c:v>
                </c:pt>
                <c:pt idx="444">
                  <c:v>2.0416361247180248</c:v>
                </c:pt>
                <c:pt idx="445">
                  <c:v>2.0909606076296186</c:v>
                </c:pt>
                <c:pt idx="446">
                  <c:v>2.1408279813495099</c:v>
                </c:pt>
                <c:pt idx="447">
                  <c:v>2.1912235925792962</c:v>
                </c:pt>
                <c:pt idx="448">
                  <c:v>2.2421321433389894</c:v>
                </c:pt>
                <c:pt idx="449">
                  <c:v>2.2935376970100272</c:v>
                </c:pt>
                <c:pt idx="450">
                  <c:v>2.3454236852492474</c:v>
                </c:pt>
                <c:pt idx="451">
                  <c:v>2.3977729157719652</c:v>
                </c:pt>
                <c:pt idx="452">
                  <c:v>2.450567580999846</c:v>
                </c:pt>
                <c:pt idx="453">
                  <c:v>2.5037892675697617</c:v>
                </c:pt>
                <c:pt idx="454">
                  <c:v>2.5574189666958853</c:v>
                </c:pt>
                <c:pt idx="455">
                  <c:v>2.6114370853775881</c:v>
                </c:pt>
                <c:pt idx="456">
                  <c:v>2.6658234584436427</c:v>
                </c:pt>
                <c:pt idx="457">
                  <c:v>2.7205573614209242</c:v>
                </c:pt>
                <c:pt idx="458">
                  <c:v>2.7756175242161518</c:v>
                </c:pt>
                <c:pt idx="459">
                  <c:v>2.8309821455955078</c:v>
                </c:pt>
                <c:pt idx="460">
                  <c:v>2.8866289084474737</c:v>
                </c:pt>
                <c:pt idx="461">
                  <c:v>2.9425349958115112</c:v>
                </c:pt>
                <c:pt idx="462">
                  <c:v>2.9986771076550376</c:v>
                </c:pt>
                <c:pt idx="463">
                  <c:v>3.0550314783777566</c:v>
                </c:pt>
                <c:pt idx="464">
                  <c:v>3.1115738950243106</c:v>
                </c:pt>
                <c:pt idx="465">
                  <c:v>3.1682797161811189</c:v>
                </c:pt>
                <c:pt idx="466">
                  <c:v>3.2251238915354055</c:v>
                </c:pt>
                <c:pt idx="467">
                  <c:v>3.2820809820710801</c:v>
                </c:pt>
                <c:pt idx="468">
                  <c:v>3.339125180875997</c:v>
                </c:pt>
                <c:pt idx="469">
                  <c:v>3.3962303345334988</c:v>
                </c:pt>
                <c:pt idx="470">
                  <c:v>3.4533699650705776</c:v>
                </c:pt>
                <c:pt idx="471">
                  <c:v>3.5105172924335664</c:v>
                </c:pt>
                <c:pt idx="472">
                  <c:v>3.5676452574614985</c:v>
                </c:pt>
                <c:pt idx="473">
                  <c:v>3.6247265453266913</c:v>
                </c:pt>
                <c:pt idx="474">
                  <c:v>3.6817336094106219</c:v>
                </c:pt>
                <c:pt idx="475">
                  <c:v>3.7386386955829982</c:v>
                </c:pt>
                <c:pt idx="476">
                  <c:v>3.7954138668510331</c:v>
                </c:pt>
                <c:pt idx="477">
                  <c:v>3.8520310283449328</c:v>
                </c:pt>
                <c:pt idx="478">
                  <c:v>3.9084619526060189</c:v>
                </c:pt>
                <c:pt idx="479">
                  <c:v>3.9646783051421415</c:v>
                </c:pt>
                <c:pt idx="480">
                  <c:v>4.0206516702151909</c:v>
                </c:pt>
                <c:pt idx="481">
                  <c:v>4.0763535768256896</c:v>
                </c:pt>
                <c:pt idx="482">
                  <c:v>4.1317555248579749</c:v>
                </c:pt>
                <c:pt idx="483">
                  <c:v>4.1868290113502447</c:v>
                </c:pt>
                <c:pt idx="484">
                  <c:v>4.2415455568529703</c:v>
                </c:pt>
                <c:pt idx="485">
                  <c:v>4.2958767318392947</c:v>
                </c:pt>
                <c:pt idx="486">
                  <c:v>4.3497941831309541</c:v>
                </c:pt>
                <c:pt idx="487">
                  <c:v>4.4032696603035211</c:v>
                </c:pt>
                <c:pt idx="488">
                  <c:v>4.4562750420340134</c:v>
                </c:pt>
                <c:pt idx="489">
                  <c:v>4.5087823623556407</c:v>
                </c:pt>
                <c:pt idx="490">
                  <c:v>4.5607638367825558</c:v>
                </c:pt>
                <c:pt idx="491">
                  <c:v>4.6121918882705319</c:v>
                </c:pt>
                <c:pt idx="492">
                  <c:v>4.6630391729759975</c:v>
                </c:pt>
                <c:pt idx="493">
                  <c:v>4.7132786057810527</c:v>
                </c:pt>
                <c:pt idx="494">
                  <c:v>4.7628833855482471</c:v>
                </c:pt>
                <c:pt idx="495">
                  <c:v>4.8118270200716591</c:v>
                </c:pt>
                <c:pt idx="496">
                  <c:v>4.8600833506915464</c:v>
                </c:pt>
                <c:pt idx="497">
                  <c:v>4.9076265765391103</c:v>
                </c:pt>
                <c:pt idx="498">
                  <c:v>4.9544312783802287</c:v>
                </c:pt>
                <c:pt idx="499">
                  <c:v>5.0004724420258597</c:v>
                </c:pt>
                <c:pt idx="500">
                  <c:v>5.0457254812804511</c:v>
                </c:pt>
                <c:pt idx="501">
                  <c:v>5.0901662603967548</c:v>
                </c:pt>
                <c:pt idx="502">
                  <c:v>5.1337711160103803</c:v>
                </c:pt>
                <c:pt idx="503">
                  <c:v>5.1765168785249047</c:v>
                </c:pt>
                <c:pt idx="504">
                  <c:v>5.2183808929219015</c:v>
                </c:pt>
                <c:pt idx="505">
                  <c:v>5.2593410389699216</c:v>
                </c:pt>
                <c:pt idx="506">
                  <c:v>5.2993757508071813</c:v>
                </c:pt>
                <c:pt idx="507">
                  <c:v>5.3384640358759912</c:v>
                </c:pt>
                <c:pt idx="508">
                  <c:v>5.3765854931851713</c:v>
                </c:pt>
                <c:pt idx="509">
                  <c:v>5.4137203308795616</c:v>
                </c:pt>
                <c:pt idx="510">
                  <c:v>5.4498493830980399</c:v>
                </c:pt>
                <c:pt idx="511">
                  <c:v>5.4849541260989447</c:v>
                </c:pt>
                <c:pt idx="512">
                  <c:v>5.519016693637365</c:v>
                </c:pt>
                <c:pt idx="513">
                  <c:v>5.5520198915775199</c:v>
                </c:pt>
                <c:pt idx="514">
                  <c:v>5.5839472117244364</c:v>
                </c:pt>
                <c:pt idx="515">
                  <c:v>5.614782844862547</c:v>
                </c:pt>
                <c:pt idx="516">
                  <c:v>5.6445116929879742</c:v>
                </c:pt>
                <c:pt idx="517">
                  <c:v>5.6731193807236586</c:v>
                </c:pt>
                <c:pt idx="518">
                  <c:v>5.7005922659080834</c:v>
                </c:pt>
                <c:pt idx="519">
                  <c:v>5.7269174493478445</c:v>
                </c:pt>
                <c:pt idx="520">
                  <c:v>5.752082783728925</c:v>
                </c:pt>
                <c:pt idx="521">
                  <c:v>5.7760768816792645</c:v>
                </c:pt>
                <c:pt idx="522">
                  <c:v>5.7988891229788653</c:v>
                </c:pt>
                <c:pt idx="523">
                  <c:v>5.820509660914416</c:v>
                </c:pt>
                <c:pt idx="524">
                  <c:v>5.8409294277762331</c:v>
                </c:pt>
                <c:pt idx="525">
                  <c:v>5.860140139497215</c:v>
                </c:pt>
                <c:pt idx="526">
                  <c:v>5.8781342994347545</c:v>
                </c:pt>
                <c:pt idx="527">
                  <c:v>5.8949052012965097</c:v>
                </c:pt>
                <c:pt idx="528">
                  <c:v>5.9104469312156347</c:v>
                </c:pt>
                <c:pt idx="529">
                  <c:v>5.9247543689766475</c:v>
                </c:pt>
                <c:pt idx="530">
                  <c:v>5.9378231884004631</c:v>
                </c:pt>
                <c:pt idx="531">
                  <c:v>5.9496498568944274</c:v>
                </c:pt>
                <c:pt idx="532">
                  <c:v>5.9602316341744004</c:v>
                </c:pt>
                <c:pt idx="533">
                  <c:v>5.9695665701696941</c:v>
                </c:pt>
                <c:pt idx="534">
                  <c:v>5.977653502119824</c:v>
                </c:pt>
                <c:pt idx="535">
                  <c:v>5.9844920508747865</c:v>
                </c:pt>
                <c:pt idx="536">
                  <c:v>5.9900826164111498</c:v>
                </c:pt>
                <c:pt idx="537">
                  <c:v>5.9944263725773155</c:v>
                </c:pt>
                <c:pt idx="538">
                  <c:v>5.9975252610819316</c:v>
                </c:pt>
                <c:pt idx="539">
                  <c:v>5.9993819847411833</c:v>
                </c:pt>
                <c:pt idx="540">
                  <c:v>6</c:v>
                </c:pt>
                <c:pt idx="541">
                  <c:v>5.9993835087454368</c:v>
                </c:pt>
                <c:pt idx="542">
                  <c:v>5.9975374494286591</c:v>
                </c:pt>
                <c:pt idx="543">
                  <c:v>5.9944674875151325</c:v>
                </c:pt>
                <c:pt idx="544">
                  <c:v>5.9901800052811156</c:v>
                </c:pt>
                <c:pt idx="545">
                  <c:v>5.984682090977242</c:v>
                </c:pt>
                <c:pt idx="546">
                  <c:v>5.9779815273793346</c:v>
                </c:pt>
                <c:pt idx="547">
                  <c:v>5.9700867797473522</c:v>
                </c:pt>
                <c:pt idx="548">
                  <c:v>5.9610069832148564</c:v>
                </c:pt>
                <c:pt idx="549">
                  <c:v>5.9507519296302016</c:v>
                </c:pt>
                <c:pt idx="550">
                  <c:v>5.939332053872727</c:v>
                </c:pt>
                <c:pt idx="551">
                  <c:v>5.9267584196673289</c:v>
                </c:pt>
                <c:pt idx="552">
                  <c:v>5.9130427049195946</c:v>
                </c:pt>
                <c:pt idx="553">
                  <c:v>5.8981971865970149</c:v>
                </c:pt>
                <c:pt idx="554">
                  <c:v>5.8822347251787299</c:v>
                </c:pt>
                <c:pt idx="555">
                  <c:v>5.8651687486992028</c:v>
                </c:pt>
                <c:pt idx="556">
                  <c:v>5.8470132364096541</c:v>
                </c:pt>
                <c:pt idx="557">
                  <c:v>5.8277827020825903</c:v>
                </c:pt>
                <c:pt idx="558">
                  <c:v>5.8074921769838079</c:v>
                </c:pt>
                <c:pt idx="559">
                  <c:v>5.7861571925366171</c:v>
                </c:pt>
                <c:pt idx="560">
                  <c:v>5.7637937627034024</c:v>
                </c:pt>
                <c:pt idx="561">
                  <c:v>5.7404183661099939</c:v>
                </c:pt>
                <c:pt idx="562">
                  <c:v>5.7160479279363718</c:v>
                </c:pt>
                <c:pt idx="563">
                  <c:v>5.6906998015998527</c:v>
                </c:pt>
                <c:pt idx="564">
                  <c:v>5.6643917502546133</c:v>
                </c:pt>
                <c:pt idx="565">
                  <c:v>5.6371419281325954</c:v>
                </c:pt>
                <c:pt idx="566">
                  <c:v>5.6089688617495401</c:v>
                </c:pt>
                <c:pt idx="567">
                  <c:v>5.5798914310004459</c:v>
                </c:pt>
                <c:pt idx="568">
                  <c:v>5.5499288501691391</c:v>
                </c:pt>
                <c:pt idx="569">
                  <c:v>5.5191006488738701</c:v>
                </c:pt>
                <c:pt idx="570">
                  <c:v>5.4874266529736957</c:v>
                </c:pt>
                <c:pt idx="571">
                  <c:v>5.4549269654576484</c:v>
                </c:pt>
                <c:pt idx="572">
                  <c:v>5.4216219473394318</c:v>
                </c:pt>
                <c:pt idx="573">
                  <c:v>5.3875321985798905</c:v>
                </c:pt>
                <c:pt idx="574">
                  <c:v>5.3526785390586902</c:v>
                </c:pt>
                <c:pt idx="575">
                  <c:v>5.3170819896164296</c:v>
                </c:pt>
                <c:pt idx="576">
                  <c:v>5.2807637531879639</c:v>
                </c:pt>
                <c:pt idx="577">
                  <c:v>5.2437451960472634</c:v>
                </c:pt>
                <c:pt idx="578">
                  <c:v>5.2060478291832712</c:v>
                </c:pt>
                <c:pt idx="579">
                  <c:v>5.167693289825861</c:v>
                </c:pt>
                <c:pt idx="580">
                  <c:v>5.1287033231408961</c:v>
                </c:pt>
                <c:pt idx="581">
                  <c:v>5.0890997641118814</c:v>
                </c:pt>
                <c:pt idx="582">
                  <c:v>5.0489045196257036</c:v>
                </c:pt>
                <c:pt idx="583">
                  <c:v>5.0081395507798634</c:v>
                </c:pt>
                <c:pt idx="584">
                  <c:v>4.9668268554262642</c:v>
                </c:pt>
                <c:pt idx="585">
                  <c:v>4.9249884509682609</c:v>
                </c:pt>
                <c:pt idx="586">
                  <c:v>4.8826463574248429</c:v>
                </c:pt>
                <c:pt idx="587">
                  <c:v>4.8398225807770654</c:v>
                </c:pt>
                <c:pt idx="588">
                  <c:v>4.7965390966095933</c:v>
                </c:pt>
                <c:pt idx="589">
                  <c:v>4.752817834060969</c:v>
                </c:pt>
                <c:pt idx="590">
                  <c:v>4.7086806600941244</c:v>
                </c:pt>
                <c:pt idx="591">
                  <c:v>4.66414936409942</c:v>
                </c:pt>
                <c:pt idx="592">
                  <c:v>4.6192456428404007</c:v>
                </c:pt>
                <c:pt idx="593">
                  <c:v>4.5739910857533435</c:v>
                </c:pt>
                <c:pt idx="594">
                  <c:v>4.5284071606094125</c:v>
                </c:pt>
                <c:pt idx="595">
                  <c:v>4.4825151995484331</c:v>
                </c:pt>
                <c:pt idx="596">
                  <c:v>4.4363363854931741</c:v>
                </c:pt>
                <c:pt idx="597">
                  <c:v>4.3898917389503804</c:v>
                </c:pt>
                <c:pt idx="598">
                  <c:v>4.3432021052069052</c:v>
                </c:pt>
                <c:pt idx="599">
                  <c:v>4.296288141926019</c:v>
                </c:pt>
                <c:pt idx="600">
                  <c:v>4.2491703071498286</c:v>
                </c:pt>
                <c:pt idx="601">
                  <c:v>4.2018688477130954</c:v>
                </c:pt>
                <c:pt idx="602">
                  <c:v>4.1544037880719173</c:v>
                </c:pt>
                <c:pt idx="603">
                  <c:v>4.1067949195519393</c:v>
                </c:pt>
                <c:pt idx="604">
                  <c:v>4.0590617900179566</c:v>
                </c:pt>
                <c:pt idx="605">
                  <c:v>4.0112236939685673</c:v>
                </c:pt>
                <c:pt idx="606">
                  <c:v>3.963299663056524</c:v>
                </c:pt>
                <c:pt idx="607">
                  <c:v>3.9153084570369776</c:v>
                </c:pt>
                <c:pt idx="608">
                  <c:v>3.8672685551435793</c:v>
                </c:pt>
                <c:pt idx="609">
                  <c:v>3.8191981478930614</c:v>
                </c:pt>
                <c:pt idx="610">
                  <c:v>3.7711151293174572</c:v>
                </c:pt>
                <c:pt idx="611">
                  <c:v>3.7230370896232396</c:v>
                </c:pt>
                <c:pt idx="612">
                  <c:v>3.6749813082758105</c:v>
                </c:pt>
                <c:pt idx="613">
                  <c:v>3.6269647475073099</c:v>
                </c:pt>
                <c:pt idx="614">
                  <c:v>3.5790040462453394</c:v>
                </c:pt>
                <c:pt idx="615">
                  <c:v>3.5311155144596977</c:v>
                </c:pt>
                <c:pt idx="616">
                  <c:v>3.4833151279234515</c:v>
                </c:pt>
                <c:pt idx="617">
                  <c:v>3.4356185233849605</c:v>
                </c:pt>
                <c:pt idx="618">
                  <c:v>3.3880409941462042</c:v>
                </c:pt>
                <c:pt idx="619">
                  <c:v>3.340597486042848</c:v>
                </c:pt>
                <c:pt idx="620">
                  <c:v>3.2933025938213847</c:v>
                </c:pt>
                <c:pt idx="621">
                  <c:v>3.2461705579069822</c:v>
                </c:pt>
                <c:pt idx="622">
                  <c:v>3.1992152615577831</c:v>
                </c:pt>
                <c:pt idx="623">
                  <c:v>3.1524502283978162</c:v>
                </c:pt>
                <c:pt idx="624">
                  <c:v>3.1058886203235532</c:v>
                </c:pt>
                <c:pt idx="625">
                  <c:v>3.059543235776697</c:v>
                </c:pt>
                <c:pt idx="626">
                  <c:v>3.013426508376114</c:v>
                </c:pt>
                <c:pt idx="627">
                  <c:v>2.9675505059020981</c:v>
                </c:pt>
                <c:pt idx="628">
                  <c:v>2.9219269296253758</c:v>
                </c:pt>
                <c:pt idx="629">
                  <c:v>2.8765671139726452</c:v>
                </c:pt>
                <c:pt idx="630">
                  <c:v>2.8314820265213543</c:v>
                </c:pt>
                <c:pt idx="631">
                  <c:v>2.7866822683152006</c:v>
                </c:pt>
                <c:pt idx="632">
                  <c:v>2.7421780744920579</c:v>
                </c:pt>
                <c:pt idx="633">
                  <c:v>2.6979793152161884</c:v>
                </c:pt>
                <c:pt idx="634">
                  <c:v>2.6540954969055512</c:v>
                </c:pt>
                <c:pt idx="635">
                  <c:v>2.6105357637460238</c:v>
                </c:pt>
                <c:pt idx="636">
                  <c:v>2.5673088994833653</c:v>
                </c:pt>
                <c:pt idx="637">
                  <c:v>2.5244233294840064</c:v>
                </c:pt>
                <c:pt idx="638">
                  <c:v>2.4818871230557367</c:v>
                </c:pt>
                <c:pt idx="639">
                  <c:v>2.4397079960190062</c:v>
                </c:pt>
                <c:pt idx="640">
                  <c:v>2.3978933135199543</c:v>
                </c:pt>
                <c:pt idx="641">
                  <c:v>2.356450093075547</c:v>
                </c:pt>
                <c:pt idx="642">
                  <c:v>2.3153850078421065</c:v>
                </c:pt>
                <c:pt idx="643">
                  <c:v>2.2747043900976602</c:v>
                </c:pt>
                <c:pt idx="644">
                  <c:v>2.234414234928872</c:v>
                </c:pt>
                <c:pt idx="645">
                  <c:v>2.1945202041136058</c:v>
                </c:pt>
                <c:pt idx="646">
                  <c:v>2.155027630189557</c:v>
                </c:pt>
                <c:pt idx="647">
                  <c:v>2.1159415207001553</c:v>
                </c:pt>
                <c:pt idx="648">
                  <c:v>2.0772665626084086</c:v>
                </c:pt>
                <c:pt idx="649">
                  <c:v>2.0390071268696612</c:v>
                </c:pt>
                <c:pt idx="650">
                  <c:v>2.0011672731544827</c:v>
                </c:pt>
                <c:pt idx="651">
                  <c:v>1.9637507547124438</c:v>
                </c:pt>
                <c:pt idx="652">
                  <c:v>1.9267610233682966</c:v>
                </c:pt>
                <c:pt idx="653">
                  <c:v>1.8902012346418915</c:v>
                </c:pt>
                <c:pt idx="654">
                  <c:v>1.8540742529825991</c:v>
                </c:pt>
                <c:pt idx="655">
                  <c:v>1.8183826571108674</c:v>
                </c:pt>
                <c:pt idx="656">
                  <c:v>1.7831287454574165</c:v>
                </c:pt>
                <c:pt idx="657">
                  <c:v>1.7483145416926162</c:v>
                </c:pt>
                <c:pt idx="658">
                  <c:v>1.7139418003375857</c:v>
                </c:pt>
                <c:pt idx="659">
                  <c:v>1.6800120124493265</c:v>
                </c:pt>
                <c:pt idx="660">
                  <c:v>1.6465264113717568</c:v>
                </c:pt>
                <c:pt idx="661">
                  <c:v>1.6134859785453628</c:v>
                </c:pt>
                <c:pt idx="662">
                  <c:v>1.5808914493678432</c:v>
                </c:pt>
                <c:pt idx="663">
                  <c:v>1.548743319098314</c:v>
                </c:pt>
                <c:pt idx="664">
                  <c:v>1.5170418487981934</c:v>
                </c:pt>
                <c:pt idx="665">
                  <c:v>1.4857870713016466</c:v>
                </c:pt>
                <c:pt idx="666">
                  <c:v>1.454978797208816</c:v>
                </c:pt>
                <c:pt idx="667">
                  <c:v>1.4246166208952451</c:v>
                </c:pt>
                <c:pt idx="668">
                  <c:v>1.3946999265311975</c:v>
                </c:pt>
                <c:pt idx="669">
                  <c:v>1.3652278941043503</c:v>
                </c:pt>
                <c:pt idx="670">
                  <c:v>1.3361995054402303</c:v>
                </c:pt>
                <c:pt idx="671">
                  <c:v>1.3076135502141921</c:v>
                </c:pt>
                <c:pt idx="672">
                  <c:v>1.2794686319494097</c:v>
                </c:pt>
                <c:pt idx="673">
                  <c:v>1.2517631739955672</c:v>
                </c:pt>
                <c:pt idx="674">
                  <c:v>1.2244954254826317</c:v>
                </c:pt>
                <c:pt idx="675">
                  <c:v>1.1976634672450097</c:v>
                </c:pt>
                <c:pt idx="676">
                  <c:v>1.1712652177109955</c:v>
                </c:pt>
                <c:pt idx="677">
                  <c:v>1.1452984387528309</c:v>
                </c:pt>
                <c:pt idx="678">
                  <c:v>1.1197607414929955</c:v>
                </c:pt>
                <c:pt idx="679">
                  <c:v>1.0946495920622947</c:v>
                </c:pt>
                <c:pt idx="680">
                  <c:v>1.0699623173057839</c:v>
                </c:pt>
                <c:pt idx="681">
                  <c:v>1.0456961104325178</c:v>
                </c:pt>
                <c:pt idx="682">
                  <c:v>1.0218480366053864</c:v>
                </c:pt>
                <c:pt idx="683">
                  <c:v>0.99841503846767043</c:v>
                </c:pt>
                <c:pt idx="684">
                  <c:v>0.97539394160268622</c:v>
                </c:pt>
                <c:pt idx="685">
                  <c:v>0.95278145992368923</c:v>
                </c:pt>
                <c:pt idx="686">
                  <c:v>0.9305742009907394</c:v>
                </c:pt>
                <c:pt idx="687">
                  <c:v>0.90876867125197502</c:v>
                </c:pt>
                <c:pt idx="688">
                  <c:v>0.88736128120656499</c:v>
                </c:pt>
                <c:pt idx="689">
                  <c:v>0.86634835048684034</c:v>
                </c:pt>
                <c:pt idx="690">
                  <c:v>0.84572611285745869</c:v>
                </c:pt>
                <c:pt idx="691">
                  <c:v>0.8254907211293715</c:v>
                </c:pt>
                <c:pt idx="692">
                  <c:v>0.80563825198673633</c:v>
                </c:pt>
                <c:pt idx="693">
                  <c:v>0.78616471072493366</c:v>
                </c:pt>
                <c:pt idx="694">
                  <c:v>0.76706603589812072</c:v>
                </c:pt>
                <c:pt idx="695">
                  <c:v>0.74833810387479471</c:v>
                </c:pt>
                <c:pt idx="696">
                  <c:v>0.72997673330007873</c:v>
                </c:pt>
                <c:pt idx="697">
                  <c:v>0.71197768946358875</c:v>
                </c:pt>
                <c:pt idx="698">
                  <c:v>0.69433668857182451</c:v>
                </c:pt>
                <c:pt idx="699">
                  <c:v>0.67704940192414864</c:v>
                </c:pt>
                <c:pt idx="700">
                  <c:v>0.660111459991788</c:v>
                </c:pt>
                <c:pt idx="701">
                  <c:v>0.64351845639893457</c:v>
                </c:pt>
                <c:pt idx="702">
                  <c:v>0.62726595180581679</c:v>
                </c:pt>
                <c:pt idx="703">
                  <c:v>0.61134947769308901</c:v>
                </c:pt>
                <c:pt idx="704">
                  <c:v>0.59576454004744195</c:v>
                </c:pt>
                <c:pt idx="705">
                  <c:v>0.58050662294824729</c:v>
                </c:pt>
                <c:pt idx="706">
                  <c:v>0.56557119205530304</c:v>
                </c:pt>
                <c:pt idx="707">
                  <c:v>0.55095369799763394</c:v>
                </c:pt>
                <c:pt idx="708">
                  <c:v>0.53664957966367111</c:v>
                </c:pt>
                <c:pt idx="709">
                  <c:v>0.52265426739307219</c:v>
                </c:pt>
                <c:pt idx="710">
                  <c:v>0.50896318607053115</c:v>
                </c:pt>
                <c:pt idx="711">
                  <c:v>0.49557175812208065</c:v>
                </c:pt>
                <c:pt idx="712">
                  <c:v>0.48247540641455589</c:v>
                </c:pt>
                <c:pt idx="713">
                  <c:v>0.46966955705868785</c:v>
                </c:pt>
                <c:pt idx="714">
                  <c:v>0.45714964211673248</c:v>
                </c:pt>
                <c:pt idx="715">
                  <c:v>0.44491110221538849</c:v>
                </c:pt>
                <c:pt idx="716">
                  <c:v>0.43294938906484348</c:v>
                </c:pt>
                <c:pt idx="717">
                  <c:v>0.42125996788496317</c:v>
                </c:pt>
                <c:pt idx="718">
                  <c:v>0.40983831973965623</c:v>
                </c:pt>
                <c:pt idx="719">
                  <c:v>0.39867994378040206</c:v>
                </c:pt>
                <c:pt idx="720">
                  <c:v>0.38778035940017092</c:v>
                </c:pt>
                <c:pt idx="721">
                  <c:v>0.37713510829890368</c:v>
                </c:pt>
                <c:pt idx="722">
                  <c:v>0.36673975646173568</c:v>
                </c:pt>
                <c:pt idx="723">
                  <c:v>0.3565898960513525</c:v>
                </c:pt>
                <c:pt idx="724">
                  <c:v>0.34668114721572546</c:v>
                </c:pt>
                <c:pt idx="725">
                  <c:v>0.33700915981263974</c:v>
                </c:pt>
                <c:pt idx="726">
                  <c:v>0.32756961505241083</c:v>
                </c:pt>
                <c:pt idx="727">
                  <c:v>0.31835822706023587</c:v>
                </c:pt>
                <c:pt idx="728">
                  <c:v>0.30937074435967415</c:v>
                </c:pt>
                <c:pt idx="729">
                  <c:v>0.30060295127871695</c:v>
                </c:pt>
                <c:pt idx="730">
                  <c:v>0.29205066928000023</c:v>
                </c:pt>
                <c:pt idx="731">
                  <c:v>0.28370975821675093</c:v>
                </c:pt>
                <c:pt idx="732">
                  <c:v>0.27557611751592781</c:v>
                </c:pt>
                <c:pt idx="733">
                  <c:v>0.26764568729025789</c:v>
                </c:pt>
                <c:pt idx="734">
                  <c:v>0.25991444938073138</c:v>
                </c:pt>
                <c:pt idx="735">
                  <c:v>0.25237842833109791</c:v>
                </c:pt>
                <c:pt idx="736">
                  <c:v>0.24503369229612043</c:v>
                </c:pt>
                <c:pt idx="737">
                  <c:v>0.23787635388511236</c:v>
                </c:pt>
                <c:pt idx="738">
                  <c:v>0.23090257094239908</c:v>
                </c:pt>
                <c:pt idx="739">
                  <c:v>0.22410854726642548</c:v>
                </c:pt>
                <c:pt idx="740">
                  <c:v>0.21749053326904377</c:v>
                </c:pt>
                <c:pt idx="741">
                  <c:v>0.21104482657668508</c:v>
                </c:pt>
                <c:pt idx="742">
                  <c:v>0.20476777257502118</c:v>
                </c:pt>
                <c:pt idx="743">
                  <c:v>0.19865576489877773</c:v>
                </c:pt>
                <c:pt idx="744">
                  <c:v>0.19270524586825488</c:v>
                </c:pt>
                <c:pt idx="745">
                  <c:v>0.18691270687427453</c:v>
                </c:pt>
                <c:pt idx="746">
                  <c:v>0.18127468871304153</c:v>
                </c:pt>
                <c:pt idx="747">
                  <c:v>0.17578778187260799</c:v>
                </c:pt>
                <c:pt idx="748">
                  <c:v>0.1704486267724804</c:v>
                </c:pt>
                <c:pt idx="749">
                  <c:v>0.16525391395792077</c:v>
                </c:pt>
                <c:pt idx="750">
                  <c:v>0.16020038425053493</c:v>
                </c:pt>
                <c:pt idx="751">
                  <c:v>0.15528482885666289</c:v>
                </c:pt>
                <c:pt idx="752">
                  <c:v>0.15050408943507051</c:v>
                </c:pt>
                <c:pt idx="753">
                  <c:v>0.14585505812548216</c:v>
                </c:pt>
                <c:pt idx="754">
                  <c:v>0.14133467753939619</c:v>
                </c:pt>
                <c:pt idx="755">
                  <c:v>0.13693994071466944</c:v>
                </c:pt>
                <c:pt idx="756">
                  <c:v>0.13266789103529081</c:v>
                </c:pt>
                <c:pt idx="757">
                  <c:v>0.12851562211776713</c:v>
                </c:pt>
                <c:pt idx="758">
                  <c:v>0.12448027766552031</c:v>
                </c:pt>
                <c:pt idx="759">
                  <c:v>0.12055905129264373</c:v>
                </c:pt>
                <c:pt idx="760">
                  <c:v>0.11674918631839756</c:v>
                </c:pt>
                <c:pt idx="761">
                  <c:v>0.11304797553371829</c:v>
                </c:pt>
                <c:pt idx="762">
                  <c:v>0.10945276094108694</c:v>
                </c:pt>
                <c:pt idx="763">
                  <c:v>0.10596093346898412</c:v>
                </c:pt>
                <c:pt idx="764">
                  <c:v>0.10256993266220311</c:v>
                </c:pt>
                <c:pt idx="765">
                  <c:v>9.9277246349213991E-2</c:v>
                </c:pt>
                <c:pt idx="766">
                  <c:v>9.6080410287804563E-2</c:v>
                </c:pt>
                <c:pt idx="767">
                  <c:v>9.2977007790120053E-2</c:v>
                </c:pt>
                <c:pt idx="768">
                  <c:v>8.9964669328267508E-2</c:v>
                </c:pt>
                <c:pt idx="769">
                  <c:v>8.7041072121589569E-2</c:v>
                </c:pt>
                <c:pt idx="770">
                  <c:v>8.4203939706678027E-2</c:v>
                </c:pt>
                <c:pt idx="771">
                  <c:v>8.145104149119653E-2</c:v>
                </c:pt>
                <c:pt idx="772">
                  <c:v>7.8780192292526544E-2</c:v>
                </c:pt>
                <c:pt idx="773">
                  <c:v>7.6189251862253324E-2</c:v>
                </c:pt>
                <c:pt idx="774">
                  <c:v>7.3676124397445419E-2</c:v>
                </c:pt>
                <c:pt idx="775">
                  <c:v>7.1238758039683339E-2</c:v>
                </c:pt>
                <c:pt idx="776">
                  <c:v>6.8875144362757518E-2</c:v>
                </c:pt>
                <c:pt idx="777">
                  <c:v>6.6583317849929019E-2</c:v>
                </c:pt>
                <c:pt idx="778">
                  <c:v>6.4361355361590253E-2</c:v>
                </c:pt>
                <c:pt idx="779">
                  <c:v>6.2207375594212258E-2</c:v>
                </c:pt>
                <c:pt idx="780">
                  <c:v>6.0119538531340166E-2</c:v>
                </c:pt>
                <c:pt idx="781">
                  <c:v>5.8096044887449273E-2</c:v>
                </c:pt>
                <c:pt idx="782">
                  <c:v>5.6135135545419129E-2</c:v>
                </c:pt>
                <c:pt idx="783">
                  <c:v>5.4235090988345919E-2</c:v>
                </c:pt>
                <c:pt idx="784">
                  <c:v>5.2394230726404846E-2</c:v>
                </c:pt>
                <c:pt idx="785">
                  <c:v>5.0610912719460624E-2</c:v>
                </c:pt>
                <c:pt idx="786">
                  <c:v>4.8883532796056894E-2</c:v>
                </c:pt>
                <c:pt idx="787">
                  <c:v>4.721052406943671E-2</c:v>
                </c:pt>
                <c:pt idx="788">
                  <c:v>4.5590356351197306E-2</c:v>
                </c:pt>
                <c:pt idx="789">
                  <c:v>4.4021535563168311E-2</c:v>
                </c:pt>
                <c:pt idx="790">
                  <c:v>4.2502603148060744E-2</c:v>
                </c:pt>
                <c:pt idx="791">
                  <c:v>4.1032135479449852E-2</c:v>
                </c:pt>
                <c:pt idx="792">
                  <c:v>3.9608743271587726E-2</c:v>
                </c:pt>
                <c:pt idx="793">
                  <c:v>3.8231070989549906E-2</c:v>
                </c:pt>
                <c:pt idx="794">
                  <c:v>3.6897796260186987E-2</c:v>
                </c:pt>
                <c:pt idx="795">
                  <c:v>3.5607629284336084E-2</c:v>
                </c:pt>
                <c:pt idx="796">
                  <c:v>3.4359312250714279E-2</c:v>
                </c:pt>
                <c:pt idx="797">
                  <c:v>3.315161875191508E-2</c:v>
                </c:pt>
                <c:pt idx="798">
                  <c:v>3.1983353202897205E-2</c:v>
                </c:pt>
                <c:pt idx="799">
                  <c:v>3.0853350262326985E-2</c:v>
                </c:pt>
                <c:pt idx="800">
                  <c:v>2.9760474257140145E-2</c:v>
                </c:pt>
                <c:pt idx="801">
                  <c:v>2.8703618610652987E-2</c:v>
                </c:pt>
                <c:pt idx="802">
                  <c:v>2.7681705274532523E-2</c:v>
                </c:pt>
                <c:pt idx="803">
                  <c:v>2.6693684164933805E-2</c:v>
                </c:pt>
                <c:pt idx="804">
                  <c:v>2.5738532603081295E-2</c:v>
                </c:pt>
                <c:pt idx="805">
                  <c:v>2.481525476055816E-2</c:v>
                </c:pt>
                <c:pt idx="806">
                  <c:v>2.3922881109556749E-2</c:v>
                </c:pt>
                <c:pt idx="807">
                  <c:v>2.3060467878318076E-2</c:v>
                </c:pt>
                <c:pt idx="808">
                  <c:v>2.222709651198404E-2</c:v>
                </c:pt>
                <c:pt idx="809">
                  <c:v>2.1421873139059421E-2</c:v>
                </c:pt>
                <c:pt idx="810">
                  <c:v>2.0643928043679243E-2</c:v>
                </c:pt>
                <c:pt idx="811">
                  <c:v>1.9892415143850539E-2</c:v>
                </c:pt>
                <c:pt idx="812">
                  <c:v>1.916651147583457E-2</c:v>
                </c:pt>
                <c:pt idx="813">
                  <c:v>1.846541668481623E-2</c:v>
                </c:pt>
                <c:pt idx="814">
                  <c:v>1.778835252199502E-2</c:v>
                </c:pt>
                <c:pt idx="815">
                  <c:v>1.7134562348227675E-2</c:v>
                </c:pt>
                <c:pt idx="816">
                  <c:v>1.650331064432731E-2</c:v>
                </c:pt>
                <c:pt idx="817">
                  <c:v>1.5893882528124952E-2</c:v>
                </c:pt>
                <c:pt idx="818">
                  <c:v>1.5305583278382124E-2</c:v>
                </c:pt>
                <c:pt idx="819">
                  <c:v>1.4737737865636234E-2</c:v>
                </c:pt>
                <c:pt idx="820">
                  <c:v>1.4189690490043465E-2</c:v>
                </c:pt>
                <c:pt idx="821">
                  <c:v>1.3660804126285515E-2</c:v>
                </c:pt>
                <c:pt idx="822">
                  <c:v>1.3150460075587671E-2</c:v>
                </c:pt>
                <c:pt idx="823">
                  <c:v>1.2658057524887929E-2</c:v>
                </c:pt>
                <c:pt idx="824">
                  <c:v>1.218301311319692E-2</c:v>
                </c:pt>
                <c:pt idx="825">
                  <c:v>1.1724760505167131E-2</c:v>
                </c:pt>
                <c:pt idx="826">
                  <c:v>1.1282749971891933E-2</c:v>
                </c:pt>
                <c:pt idx="827">
                  <c:v>1.0856447978945461E-2</c:v>
                </c:pt>
                <c:pt idx="828">
                  <c:v>1.0445336781663785E-2</c:v>
                </c:pt>
                <c:pt idx="829">
                  <c:v>1.0048914027663208E-2</c:v>
                </c:pt>
                <c:pt idx="830">
                  <c:v>9.6666923665880526E-3</c:v>
                </c:pt>
                <c:pt idx="831">
                  <c:v>9.2981990670683093E-3</c:v>
                </c:pt>
                <c:pt idx="832">
                  <c:v>8.9429756408663224E-3</c:v>
                </c:pt>
                <c:pt idx="833">
                  <c:v>8.6005774741834962E-3</c:v>
                </c:pt>
                <c:pt idx="834">
                  <c:v>8.2705734660942307E-3</c:v>
                </c:pt>
                <c:pt idx="835">
                  <c:v>7.9525456740693976E-3</c:v>
                </c:pt>
                <c:pt idx="836">
                  <c:v>7.6460889665443503E-3</c:v>
                </c:pt>
                <c:pt idx="837">
                  <c:v>7.3508106824870826E-3</c:v>
                </c:pt>
                <c:pt idx="838">
                  <c:v>7.0663302979117465E-3</c:v>
                </c:pt>
                <c:pt idx="839">
                  <c:v>6.7922790992843308E-3</c:v>
                </c:pt>
                <c:pt idx="840">
                  <c:v>6.5282998637607916E-3</c:v>
                </c:pt>
                <c:pt idx="841">
                  <c:v>6.2740465461940441E-3</c:v>
                </c:pt>
                <c:pt idx="842">
                  <c:v>6.0291839728449717E-3</c:v>
                </c:pt>
                <c:pt idx="843">
                  <c:v>5.7933875417288004E-3</c:v>
                </c:pt>
                <c:pt idx="844">
                  <c:v>5.5663429295247022E-3</c:v>
                </c:pt>
                <c:pt idx="845">
                  <c:v>5.3477458049738594E-3</c:v>
                </c:pt>
                <c:pt idx="846">
                  <c:v>5.1373015486916845E-3</c:v>
                </c:pt>
                <c:pt idx="847">
                  <c:v>4.9347249793125891E-3</c:v>
                </c:pt>
                <c:pt idx="848">
                  <c:v>4.7397400858892108E-3</c:v>
                </c:pt>
                <c:pt idx="849">
                  <c:v>4.5520797664621651E-3</c:v>
                </c:pt>
                <c:pt idx="850">
                  <c:v>4.3714855727162941E-3</c:v>
                </c:pt>
                <c:pt idx="851">
                  <c:v>4.1977074606386819E-3</c:v>
                </c:pt>
                <c:pt idx="852">
                  <c:v>4.0305035470904315E-3</c:v>
                </c:pt>
                <c:pt idx="853">
                  <c:v>3.8696398722051517E-3</c:v>
                </c:pt>
                <c:pt idx="854">
                  <c:v>3.7148901675243999E-3</c:v>
                </c:pt>
                <c:pt idx="855">
                  <c:v>3.5660356297801772E-3</c:v>
                </c:pt>
                <c:pt idx="856">
                  <c:v>3.4228647002344679E-3</c:v>
                </c:pt>
                <c:pt idx="857">
                  <c:v>3.2851728494836564E-3</c:v>
                </c:pt>
                <c:pt idx="858">
                  <c:v>3.152762367636802E-3</c:v>
                </c:pt>
                <c:pt idx="859">
                  <c:v>3.0254421597749421E-3</c:v>
                </c:pt>
                <c:pt idx="860">
                  <c:v>2.903027546599398E-3</c:v>
                </c:pt>
                <c:pt idx="861">
                  <c:v>2.7853400701769743E-3</c:v>
                </c:pt>
                <c:pt idx="862">
                  <c:v>2.6722073046881903E-3</c:v>
                </c:pt>
                <c:pt idx="863">
                  <c:v>2.5634626720873644E-3</c:v>
                </c:pt>
                <c:pt idx="864">
                  <c:v>2.4589452625813813E-3</c:v>
                </c:pt>
                <c:pt idx="865">
                  <c:v>2.3584996598346505E-3</c:v>
                </c:pt>
                <c:pt idx="866">
                  <c:v>2.2619757708093793E-3</c:v>
                </c:pt>
                <c:pt idx="867">
                  <c:v>2.1692286601486905E-3</c:v>
                </c:pt>
                <c:pt idx="868">
                  <c:v>2.0801183890116837E-3</c:v>
                </c:pt>
                <c:pt idx="869">
                  <c:v>1.9945098582706852E-3</c:v>
                </c:pt>
                <c:pt idx="870">
                  <c:v>1.9122726559793342E-3</c:v>
                </c:pt>
                <c:pt idx="871">
                  <c:v>1.8332809090235078E-3</c:v>
                </c:pt>
                <c:pt idx="872">
                  <c:v>1.7574131388658201E-3</c:v>
                </c:pt>
                <c:pt idx="873">
                  <c:v>1.6845521212958928E-3</c:v>
                </c:pt>
                <c:pt idx="874">
                  <c:v>1.6145847500995086E-3</c:v>
                </c:pt>
                <c:pt idx="875">
                  <c:v>1.5474019045602942E-3</c:v>
                </c:pt>
                <c:pt idx="876">
                  <c:v>1.4828983207090156E-3</c:v>
                </c:pt>
                <c:pt idx="877">
                  <c:v>1.4209724662354781E-3</c:v>
                </c:pt>
                <c:pt idx="878">
                  <c:v>1.3615264189803433E-3</c:v>
                </c:pt>
                <c:pt idx="879">
                  <c:v>1.3044657489240546E-3</c:v>
                </c:pt>
                <c:pt idx="880">
                  <c:v>1.2496994035917474E-3</c:v>
                </c:pt>
                <c:pt idx="881">
                  <c:v>1.1971395967936053E-3</c:v>
                </c:pt>
                <c:pt idx="882">
                  <c:v>1.1467017006219712E-3</c:v>
                </c:pt>
                <c:pt idx="883">
                  <c:v>1.0983041406266111E-3</c:v>
                </c:pt>
                <c:pt idx="884">
                  <c:v>1.0518682940915088E-3</c:v>
                </c:pt>
                <c:pt idx="885">
                  <c:v>1.0073183913373918E-3</c:v>
                </c:pt>
                <c:pt idx="886">
                  <c:v>9.6458141997529819E-4</c:v>
                </c:pt>
                <c:pt idx="887">
                  <c:v>9.2358703203771625E-4</c:v>
                </c:pt>
                <c:pt idx="888">
                  <c:v>8.8426745391529987E-4</c:v>
                </c:pt>
                <c:pt idx="889">
                  <c:v>8.4655739902779773E-4</c:v>
                </c:pt>
                <c:pt idx="890">
                  <c:v>8.1039398315963223E-4</c:v>
                </c:pt>
                <c:pt idx="891">
                  <c:v>7.7571664239139471E-4</c:v>
                </c:pt>
                <c:pt idx="892">
                  <c:v>7.4246705355998231E-4</c:v>
                </c:pt>
                <c:pt idx="893">
                  <c:v>7.1058905718102529E-4</c:v>
                </c:pt>
                <c:pt idx="894">
                  <c:v>6.8002858276902634E-4</c:v>
                </c:pt>
                <c:pt idx="895">
                  <c:v>6.5073357649111604E-4</c:v>
                </c:pt>
                <c:pt idx="896">
                  <c:v>6.2265393109216271E-4</c:v>
                </c:pt>
                <c:pt idx="897">
                  <c:v>5.9574141803009394E-4</c:v>
                </c:pt>
                <c:pt idx="898">
                  <c:v>5.6994962176109046E-4</c:v>
                </c:pt>
                <c:pt idx="899">
                  <c:v>5.4523387611615901E-4</c:v>
                </c:pt>
                <c:pt idx="900">
                  <c:v>5.215512027112255E-4</c:v>
                </c:pt>
                <c:pt idx="901">
                  <c:v>4.9886025133453657E-4</c:v>
                </c:pt>
                <c:pt idx="902">
                  <c:v>4.7712124225603701E-4</c:v>
                </c:pt>
                <c:pt idx="903">
                  <c:v>4.562959104047336E-4</c:v>
                </c:pt>
                <c:pt idx="904">
                  <c:v>4.3634745136125015E-4</c:v>
                </c:pt>
                <c:pt idx="905">
                  <c:v>4.1724046911378225E-4</c:v>
                </c:pt>
                <c:pt idx="906">
                  <c:v>3.9894092552703411E-4</c:v>
                </c:pt>
                <c:pt idx="907">
                  <c:v>3.8141609147471331E-4</c:v>
                </c:pt>
                <c:pt idx="908">
                  <c:v>3.6463449958727337E-4</c:v>
                </c:pt>
                <c:pt idx="909">
                  <c:v>3.4856589856789745E-4</c:v>
                </c:pt>
                <c:pt idx="910">
                  <c:v>3.3318120903051582E-4</c:v>
                </c:pt>
                <c:pt idx="911">
                  <c:v>3.1845248081509986E-4</c:v>
                </c:pt>
                <c:pt idx="912">
                  <c:v>3.0435285173625913E-4</c:v>
                </c:pt>
                <c:pt idx="913">
                  <c:v>2.9085650772231122E-4</c:v>
                </c:pt>
                <c:pt idx="914">
                  <c:v>2.77938644303185E-4</c:v>
                </c:pt>
                <c:pt idx="915">
                  <c:v>2.6557542940635156E-4</c:v>
                </c:pt>
                <c:pt idx="916">
                  <c:v>2.5374396742102991E-4</c:v>
                </c:pt>
                <c:pt idx="917">
                  <c:v>2.4242226449210034E-4</c:v>
                </c:pt>
                <c:pt idx="918">
                  <c:v>2.315891950058659E-4</c:v>
                </c:pt>
                <c:pt idx="919">
                  <c:v>2.212244692309419E-4</c:v>
                </c:pt>
                <c:pt idx="920">
                  <c:v>2.113086020785062E-4</c:v>
                </c:pt>
                <c:pt idx="921">
                  <c:v>2.0182288294700362E-4</c:v>
                </c:pt>
                <c:pt idx="922">
                  <c:v>1.9274934661732597E-4</c:v>
                </c:pt>
                <c:pt idx="923">
                  <c:v>1.8407074516547353E-4</c:v>
                </c:pt>
                <c:pt idx="924">
                  <c:v>1.7577052086048721E-4</c:v>
                </c:pt>
                <c:pt idx="925">
                  <c:v>1.6783278001633752E-4</c:v>
                </c:pt>
                <c:pt idx="926">
                  <c:v>1.6024226776736793E-4</c:v>
                </c:pt>
                <c:pt idx="927">
                  <c:v>1.5298434373765102E-4</c:v>
                </c:pt>
                <c:pt idx="928">
                  <c:v>1.4604495857542321E-4</c:v>
                </c:pt>
                <c:pt idx="929">
                  <c:v>1.3941063132466276E-4</c:v>
                </c:pt>
                <c:pt idx="930">
                  <c:v>1.3306842760656232E-4</c:v>
                </c:pt>
                <c:pt idx="931">
                  <c:v>1.2700593858443437E-4</c:v>
                </c:pt>
                <c:pt idx="932">
                  <c:v>1.2121126068638616E-4</c:v>
                </c:pt>
                <c:pt idx="933">
                  <c:v>1.1567297606079401E-4</c:v>
                </c:pt>
                <c:pt idx="934">
                  <c:v>1.1038013374030348E-4</c:v>
                </c:pt>
                <c:pt idx="935">
                  <c:v>1.0532223149085988E-4</c:v>
                </c:pt>
                <c:pt idx="936">
                  <c:v>1.0048919832289698E-4</c:v>
                </c:pt>
                <c:pt idx="937">
                  <c:v>9.5871377642475102E-5</c:v>
                </c:pt>
                <c:pt idx="938">
                  <c:v>9.145951102088642E-5</c:v>
                </c:pt>
                <c:pt idx="939">
                  <c:v>8.7244722561809193E-5</c:v>
                </c:pt>
                <c:pt idx="940">
                  <c:v>8.3218503845747095E-5</c:v>
                </c:pt>
                <c:pt idx="941">
                  <c:v>7.9372699432109369E-5</c:v>
                </c:pt>
                <c:pt idx="942">
                  <c:v>7.5699492899876657E-5</c:v>
                </c:pt>
                <c:pt idx="943">
                  <c:v>7.2191393408348528E-5</c:v>
                </c:pt>
                <c:pt idx="944">
                  <c:v>6.8841222760084183E-5</c:v>
                </c:pt>
                <c:pt idx="945">
                  <c:v>6.5642102948654219E-5</c:v>
                </c:pt>
                <c:pt idx="946">
                  <c:v>6.2587444174393679E-5</c:v>
                </c:pt>
                <c:pt idx="947">
                  <c:v>5.9670933311832078E-5</c:v>
                </c:pt>
                <c:pt idx="948">
                  <c:v>5.6886522813027568E-5</c:v>
                </c:pt>
                <c:pt idx="949">
                  <c:v>5.4228420031499135E-5</c:v>
                </c:pt>
                <c:pt idx="950">
                  <c:v>5.1691076951941703E-5</c:v>
                </c:pt>
                <c:pt idx="951">
                  <c:v>4.9269180311387151E-5</c:v>
                </c:pt>
                <c:pt idx="952">
                  <c:v>4.6957642097922024E-5</c:v>
                </c:pt>
                <c:pt idx="953">
                  <c:v>4.4751590413524195E-5</c:v>
                </c:pt>
                <c:pt idx="954">
                  <c:v>4.2646360688014142E-5</c:v>
                </c:pt>
                <c:pt idx="955">
                  <c:v>4.063748723152908E-5</c:v>
                </c:pt>
                <c:pt idx="956">
                  <c:v>3.8720695113355726E-5</c:v>
                </c:pt>
                <c:pt idx="957">
                  <c:v>3.6891892355335522E-5</c:v>
                </c:pt>
                <c:pt idx="958">
                  <c:v>3.5147162428455418E-5</c:v>
                </c:pt>
                <c:pt idx="959">
                  <c:v>3.3482757041609307E-5</c:v>
                </c:pt>
                <c:pt idx="960">
                  <c:v>3.1895089211889563E-5</c:v>
                </c:pt>
                <c:pt idx="961">
                  <c:v>3.0380726606094025E-5</c:v>
                </c:pt>
                <c:pt idx="962">
                  <c:v>2.8936385143524822E-5</c:v>
                </c:pt>
                <c:pt idx="963">
                  <c:v>2.7558922850444516E-5</c:v>
                </c:pt>
                <c:pt idx="964">
                  <c:v>2.6245333956902771E-5</c:v>
                </c:pt>
                <c:pt idx="965">
                  <c:v>2.4992743226965249E-5</c:v>
                </c:pt>
                <c:pt idx="966">
                  <c:v>2.3798400513665349E-5</c:v>
                </c:pt>
                <c:pt idx="967">
                  <c:v>2.2659675530304358E-5</c:v>
                </c:pt>
                <c:pt idx="968">
                  <c:v>2.1574052830021777E-5</c:v>
                </c:pt>
                <c:pt idx="969">
                  <c:v>2.0539126985818644E-5</c:v>
                </c:pt>
                <c:pt idx="970">
                  <c:v>1.9552597963499362E-5</c:v>
                </c:pt>
                <c:pt idx="971">
                  <c:v>1.8612266680254855E-5</c:v>
                </c:pt>
                <c:pt idx="972">
                  <c:v>1.7716030741866458E-5</c:v>
                </c:pt>
                <c:pt idx="973">
                  <c:v>1.6861880351750422E-5</c:v>
                </c:pt>
                <c:pt idx="974">
                  <c:v>1.6047894385304879E-5</c:v>
                </c:pt>
                <c:pt idx="975">
                  <c:v>1.5272236623256225E-5</c:v>
                </c:pt>
                <c:pt idx="976">
                  <c:v>1.4533152137911167E-5</c:v>
                </c:pt>
                <c:pt idx="977">
                  <c:v>1.382896382645355E-5</c:v>
                </c:pt>
                <c:pt idx="978">
                  <c:v>1.3158069085624728E-5</c:v>
                </c:pt>
                <c:pt idx="979">
                  <c:v>1.2518936622327984E-5</c:v>
                </c:pt>
                <c:pt idx="980">
                  <c:v>1.1910103394899535E-5</c:v>
                </c:pt>
                <c:pt idx="981">
                  <c:v>1.1330171679975373E-5</c:v>
                </c:pt>
                <c:pt idx="982">
                  <c:v>1.0777806260063469E-5</c:v>
                </c:pt>
                <c:pt idx="983">
                  <c:v>1.0251731727114205E-5</c:v>
                </c:pt>
                <c:pt idx="984">
                  <c:v>9.7507298975502453E-6</c:v>
                </c:pt>
                <c:pt idx="985">
                  <c:v>9.2736373343817583E-6</c:v>
                </c:pt>
                <c:pt idx="986">
                  <c:v>8.8193429721962787E-6</c:v>
                </c:pt>
                <c:pt idx="987">
                  <c:v>8.3867858409667985E-6</c:v>
                </c:pt>
                <c:pt idx="988">
                  <c:v>7.9749528847683542E-6</c:v>
                </c:pt>
                <c:pt idx="989">
                  <c:v>7.5828768716440554E-6</c:v>
                </c:pt>
                <c:pt idx="990">
                  <c:v>7.2096343909949342E-6</c:v>
                </c:pt>
                <c:pt idx="991">
                  <c:v>6.854343935007567E-6</c:v>
                </c:pt>
                <c:pt idx="992">
                  <c:v>6.5161640607630641E-6</c:v>
                </c:pt>
                <c:pt idx="993">
                  <c:v>6.1942916297946687E-6</c:v>
                </c:pt>
                <c:pt idx="994">
                  <c:v>5.8879601219860682E-6</c:v>
                </c:pt>
                <c:pt idx="995">
                  <c:v>5.5964380208179464E-6</c:v>
                </c:pt>
                <c:pt idx="996">
                  <c:v>5.3190272670839437E-6</c:v>
                </c:pt>
                <c:pt idx="997">
                  <c:v>5.0550617783069861E-6</c:v>
                </c:pt>
                <c:pt idx="998">
                  <c:v>4.8039060311929315E-6</c:v>
                </c:pt>
                <c:pt idx="999">
                  <c:v>4.5649537045584388E-6</c:v>
                </c:pt>
                <c:pt idx="1000">
                  <c:v>4.3376263802702486E-6</c:v>
                </c:pt>
                <c:pt idx="1001">
                  <c:v>4.1213722998272899E-6</c:v>
                </c:pt>
                <c:pt idx="1002">
                  <c:v>3.9156651743075955E-6</c:v>
                </c:pt>
                <c:pt idx="1003">
                  <c:v>3.7200030454899559E-6</c:v>
                </c:pt>
                <c:pt idx="1004">
                  <c:v>3.5339071960479865E-6</c:v>
                </c:pt>
                <c:pt idx="1005">
                  <c:v>3.3569211067914677E-6</c:v>
                </c:pt>
                <c:pt idx="1006">
                  <c:v>3.1886094590127927E-6</c:v>
                </c:pt>
                <c:pt idx="1007">
                  <c:v>3.0285571800707643E-6</c:v>
                </c:pt>
                <c:pt idx="1008">
                  <c:v>2.876368530416781E-6</c:v>
                </c:pt>
                <c:pt idx="1009">
                  <c:v>2.7316662303399594E-6</c:v>
                </c:pt>
                <c:pt idx="1010">
                  <c:v>2.5940906247757172E-6</c:v>
                </c:pt>
                <c:pt idx="1011">
                  <c:v>2.463298884586893E-6</c:v>
                </c:pt>
                <c:pt idx="1012">
                  <c:v>2.3389642427904377E-6</c:v>
                </c:pt>
                <c:pt idx="1013">
                  <c:v>2.2207752642637915E-6</c:v>
                </c:pt>
                <c:pt idx="1014">
                  <c:v>2.108435147521761E-6</c:v>
                </c:pt>
                <c:pt idx="1015">
                  <c:v>2.0016610572134251E-6</c:v>
                </c:pt>
                <c:pt idx="1016">
                  <c:v>1.9001834860403944E-6</c:v>
                </c:pt>
                <c:pt idx="1017">
                  <c:v>1.8037456448522769E-6</c:v>
                </c:pt>
                <c:pt idx="1018">
                  <c:v>1.7121028797228995E-6</c:v>
                </c:pt>
                <c:pt idx="1019">
                  <c:v>1.625022114861101E-6</c:v>
                </c:pt>
                <c:pt idx="1020">
                  <c:v>1.542281320255732E-6</c:v>
                </c:pt>
                <c:pt idx="1021">
                  <c:v>1.4636690029983605E-6</c:v>
                </c:pt>
                <c:pt idx="1022">
                  <c:v>1.3889837212714473E-6</c:v>
                </c:pt>
                <c:pt idx="1023">
                  <c:v>1.3180336200304152E-6</c:v>
                </c:pt>
                <c:pt idx="1024">
                  <c:v>1.2506359874475592E-6</c:v>
                </c:pt>
                <c:pt idx="1025">
                  <c:v>1.1866168312243985E-6</c:v>
                </c:pt>
                <c:pt idx="1026">
                  <c:v>1.1258104739157566E-6</c:v>
                </c:pt>
                <c:pt idx="1027">
                  <c:v>1.0680591664438498E-6</c:v>
                </c:pt>
                <c:pt idx="1028">
                  <c:v>1.013212719014632E-6</c:v>
                </c:pt>
                <c:pt idx="1029">
                  <c:v>9.6112814868195537E-7</c:v>
                </c:pt>
                <c:pt idx="1030">
                  <c:v>9.1166934283503394E-7</c:v>
                </c:pt>
                <c:pt idx="1031">
                  <c:v>8.6470673791644935E-7</c:v>
                </c:pt>
                <c:pt idx="1032">
                  <c:v>8.201170127054087E-7</c:v>
                </c:pt>
                <c:pt idx="1033">
                  <c:v>7.777827955297335E-7</c:v>
                </c:pt>
                <c:pt idx="1034">
                  <c:v>7.3759238479614156E-7</c:v>
                </c:pt>
                <c:pt idx="1035">
                  <c:v>6.9943948225427399E-7</c:v>
                </c:pt>
                <c:pt idx="1036">
                  <c:v>6.6322293843458163E-7</c:v>
                </c:pt>
                <c:pt idx="1037">
                  <c:v>6.2884650972334736E-7</c:v>
                </c:pt>
                <c:pt idx="1038">
                  <c:v>5.962186265614917E-7</c:v>
                </c:pt>
                <c:pt idx="1039">
                  <c:v>5.6525217227483768E-7</c:v>
                </c:pt>
                <c:pt idx="1040">
                  <c:v>5.3586427206494066E-7</c:v>
                </c:pt>
                <c:pt idx="1041">
                  <c:v>5.0797609170937435E-7</c:v>
                </c:pt>
                <c:pt idx="1042">
                  <c:v>4.8151264553959534E-7</c:v>
                </c:pt>
                <c:pt idx="1043">
                  <c:v>4.564026132830415E-7</c:v>
                </c:pt>
                <c:pt idx="1044">
                  <c:v>4.3257816537377525E-7</c:v>
                </c:pt>
                <c:pt idx="1045">
                  <c:v>4.0997479635289208E-7</c:v>
                </c:pt>
                <c:pt idx="1046">
                  <c:v>3.8853116599640831E-7</c:v>
                </c:pt>
                <c:pt idx="1047">
                  <c:v>3.6818894782369185E-7</c:v>
                </c:pt>
                <c:pt idx="1048">
                  <c:v>3.4889268465457287E-7</c:v>
                </c:pt>
                <c:pt idx="1049">
                  <c:v>3.3058965089779277E-7</c:v>
                </c:pt>
                <c:pt idx="1050">
                  <c:v>3.1322972126696239E-7</c:v>
                </c:pt>
                <c:pt idx="1051">
                  <c:v>2.9676524563346533E-7</c:v>
                </c:pt>
                <c:pt idx="1052">
                  <c:v>2.8115092973857105E-7</c:v>
                </c:pt>
                <c:pt idx="1053">
                  <c:v>2.6634372149888212E-7</c:v>
                </c:pt>
                <c:pt idx="1054">
                  <c:v>2.5230270265096675E-7</c:v>
                </c:pt>
                <c:pt idx="1055">
                  <c:v>2.3898898549225306E-7</c:v>
                </c:pt>
                <c:pt idx="1056">
                  <c:v>2.2636561448576525E-7</c:v>
                </c:pt>
                <c:pt idx="1057">
                  <c:v>2.1439747250656207E-7</c:v>
                </c:pt>
                <c:pt idx="1058">
                  <c:v>2.0305119151756089E-7</c:v>
                </c:pt>
                <c:pt idx="1059">
                  <c:v>1.9229506747177453E-7</c:v>
                </c:pt>
                <c:pt idx="1060">
                  <c:v>1.820989792469024E-7</c:v>
                </c:pt>
                <c:pt idx="1061">
                  <c:v>1.7243431142694498E-7</c:v>
                </c:pt>
                <c:pt idx="1062">
                  <c:v>1.6327388075364476E-7</c:v>
                </c:pt>
                <c:pt idx="1063">
                  <c:v>1.5459186607840587E-7</c:v>
                </c:pt>
                <c:pt idx="1064">
                  <c:v>1.4636374165303205E-7</c:v>
                </c:pt>
                <c:pt idx="1065">
                  <c:v>1.3856621360470357E-7</c:v>
                </c:pt>
                <c:pt idx="1066">
                  <c:v>1.3117715944757258E-7</c:v>
                </c:pt>
                <c:pt idx="1067">
                  <c:v>1.2417557049000572E-7</c:v>
                </c:pt>
                <c:pt idx="1068">
                  <c:v>1.1754149700279286E-7</c:v>
                </c:pt>
                <c:pt idx="1069">
                  <c:v>1.1125599601969414E-7</c:v>
                </c:pt>
                <c:pt idx="1070">
                  <c:v>1.0530108164752834E-7</c:v>
                </c:pt>
                <c:pt idx="1071">
                  <c:v>9.965967776853941E-8</c:v>
                </c:pt>
                <c:pt idx="1072">
                  <c:v>9.4315573023020511E-8</c:v>
                </c:pt>
                <c:pt idx="1073">
                  <c:v>8.9253377965364935E-8</c:v>
                </c:pt>
                <c:pt idx="1074">
                  <c:v>8.4458484291461876E-8</c:v>
                </c:pt>
                <c:pt idx="1075">
                  <c:v>7.9917026040031758E-8</c:v>
                </c:pt>
                <c:pt idx="1076">
                  <c:v>7.5615842674950464E-8</c:v>
                </c:pt>
                <c:pt idx="1077">
                  <c:v>7.1542443959821418E-8</c:v>
                </c:pt>
                <c:pt idx="1078">
                  <c:v>6.7684976540131502E-8</c:v>
                </c:pt>
                <c:pt idx="1079">
                  <c:v>6.4032192152196398E-8</c:v>
                </c:pt>
                <c:pt idx="1080">
                  <c:v>6.0573417381804812E-8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5-0F27-43CB-B342-0B1853660F7A}"/>
            </c:ext>
          </c:extLst>
        </c:ser>
        <c:ser>
          <c:idx val="6"/>
          <c:order val="6"/>
          <c:tx>
            <c:strRef>
              <c:f>Sheet1!$Q$3</c:f>
              <c:strCache>
                <c:ptCount val="1"/>
                <c:pt idx="0">
                  <c:v>Qp = 8.0 L/s</c:v>
                </c:pt>
              </c:strCache>
            </c:strRef>
          </c:tx>
          <c:spPr>
            <a:ln w="19050" cap="rnd">
              <a:solidFill>
                <a:srgbClr val="92D050"/>
              </a:solidFill>
              <a:round/>
            </a:ln>
            <a:effectLst/>
          </c:spPr>
          <c:marker>
            <c:symbol val="none"/>
          </c:marker>
          <c:xVal>
            <c:numRef>
              <c:f>Sheet1!$J$4:$J$1084</c:f>
              <c:numCache>
                <c:formatCode>General</c:formatCode>
                <c:ptCount val="1081"/>
                <c:pt idx="0">
                  <c:v>0</c:v>
                </c:pt>
                <c:pt idx="1">
                  <c:v>2.7777777777777775E-3</c:v>
                </c:pt>
                <c:pt idx="2">
                  <c:v>5.5555555555555549E-3</c:v>
                </c:pt>
                <c:pt idx="3">
                  <c:v>8.3333333333333332E-3</c:v>
                </c:pt>
                <c:pt idx="4">
                  <c:v>1.111111111111111E-2</c:v>
                </c:pt>
                <c:pt idx="5">
                  <c:v>1.388888888888889E-2</c:v>
                </c:pt>
                <c:pt idx="6">
                  <c:v>1.6666666666666666E-2</c:v>
                </c:pt>
                <c:pt idx="7">
                  <c:v>1.9444444444444445E-2</c:v>
                </c:pt>
                <c:pt idx="8">
                  <c:v>2.222222222222222E-2</c:v>
                </c:pt>
                <c:pt idx="9">
                  <c:v>2.5000000000000001E-2</c:v>
                </c:pt>
                <c:pt idx="10">
                  <c:v>2.777777777777778E-2</c:v>
                </c:pt>
                <c:pt idx="11">
                  <c:v>3.0555555555555555E-2</c:v>
                </c:pt>
                <c:pt idx="12">
                  <c:v>3.3333333333333333E-2</c:v>
                </c:pt>
                <c:pt idx="13">
                  <c:v>3.6111111111111108E-2</c:v>
                </c:pt>
                <c:pt idx="14">
                  <c:v>3.888888888888889E-2</c:v>
                </c:pt>
                <c:pt idx="15">
                  <c:v>4.1666666666666664E-2</c:v>
                </c:pt>
                <c:pt idx="16">
                  <c:v>4.4444444444444439E-2</c:v>
                </c:pt>
                <c:pt idx="17">
                  <c:v>4.7222222222222228E-2</c:v>
                </c:pt>
                <c:pt idx="18">
                  <c:v>0.05</c:v>
                </c:pt>
                <c:pt idx="19">
                  <c:v>5.2777777777777778E-2</c:v>
                </c:pt>
                <c:pt idx="20">
                  <c:v>5.5555555555555559E-2</c:v>
                </c:pt>
                <c:pt idx="21">
                  <c:v>5.8333333333333334E-2</c:v>
                </c:pt>
                <c:pt idx="22">
                  <c:v>6.1111111111111109E-2</c:v>
                </c:pt>
                <c:pt idx="23">
                  <c:v>6.3888888888888898E-2</c:v>
                </c:pt>
                <c:pt idx="24">
                  <c:v>6.6666666666666666E-2</c:v>
                </c:pt>
                <c:pt idx="25">
                  <c:v>6.9444444444444448E-2</c:v>
                </c:pt>
                <c:pt idx="26">
                  <c:v>7.2222222222222215E-2</c:v>
                </c:pt>
                <c:pt idx="27">
                  <c:v>7.4999999999999997E-2</c:v>
                </c:pt>
                <c:pt idx="28">
                  <c:v>7.7777777777777779E-2</c:v>
                </c:pt>
                <c:pt idx="29">
                  <c:v>8.0555555555555547E-2</c:v>
                </c:pt>
                <c:pt idx="30">
                  <c:v>8.3333333333333329E-2</c:v>
                </c:pt>
                <c:pt idx="31">
                  <c:v>8.611111111111111E-2</c:v>
                </c:pt>
                <c:pt idx="32">
                  <c:v>8.8888888888888878E-2</c:v>
                </c:pt>
                <c:pt idx="33">
                  <c:v>9.166666666666666E-2</c:v>
                </c:pt>
                <c:pt idx="34">
                  <c:v>9.4444444444444456E-2</c:v>
                </c:pt>
                <c:pt idx="35">
                  <c:v>9.7222222222222224E-2</c:v>
                </c:pt>
                <c:pt idx="36">
                  <c:v>0.1</c:v>
                </c:pt>
                <c:pt idx="37">
                  <c:v>0.10277777777777779</c:v>
                </c:pt>
                <c:pt idx="38">
                  <c:v>0.10555555555555556</c:v>
                </c:pt>
                <c:pt idx="39">
                  <c:v>0.10833333333333334</c:v>
                </c:pt>
                <c:pt idx="40">
                  <c:v>0.11111111111111112</c:v>
                </c:pt>
                <c:pt idx="41">
                  <c:v>0.11388888888888889</c:v>
                </c:pt>
                <c:pt idx="42">
                  <c:v>0.11666666666666667</c:v>
                </c:pt>
                <c:pt idx="43">
                  <c:v>0.11944444444444445</c:v>
                </c:pt>
                <c:pt idx="44">
                  <c:v>0.12222222222222222</c:v>
                </c:pt>
                <c:pt idx="45">
                  <c:v>0.125</c:v>
                </c:pt>
                <c:pt idx="46">
                  <c:v>0.1277777777777778</c:v>
                </c:pt>
                <c:pt idx="47">
                  <c:v>0.13055555555555556</c:v>
                </c:pt>
                <c:pt idx="48">
                  <c:v>0.13333333333333333</c:v>
                </c:pt>
                <c:pt idx="49">
                  <c:v>0.1361111111111111</c:v>
                </c:pt>
                <c:pt idx="50">
                  <c:v>0.1388888888888889</c:v>
                </c:pt>
                <c:pt idx="51">
                  <c:v>0.14166666666666666</c:v>
                </c:pt>
                <c:pt idx="52">
                  <c:v>0.14444444444444443</c:v>
                </c:pt>
                <c:pt idx="53">
                  <c:v>0.14722222222222223</c:v>
                </c:pt>
                <c:pt idx="54">
                  <c:v>0.15</c:v>
                </c:pt>
                <c:pt idx="55">
                  <c:v>0.15277777777777776</c:v>
                </c:pt>
                <c:pt idx="56">
                  <c:v>0.15555555555555556</c:v>
                </c:pt>
                <c:pt idx="57">
                  <c:v>0.15833333333333333</c:v>
                </c:pt>
                <c:pt idx="58">
                  <c:v>0.16111111111111109</c:v>
                </c:pt>
                <c:pt idx="59">
                  <c:v>0.16388888888888889</c:v>
                </c:pt>
                <c:pt idx="60">
                  <c:v>0.16666666666666666</c:v>
                </c:pt>
                <c:pt idx="61">
                  <c:v>0.16944444444444443</c:v>
                </c:pt>
                <c:pt idx="62">
                  <c:v>0.17222222222222222</c:v>
                </c:pt>
                <c:pt idx="63">
                  <c:v>0.17499999999999999</c:v>
                </c:pt>
                <c:pt idx="64">
                  <c:v>0.17777777777777776</c:v>
                </c:pt>
                <c:pt idx="65">
                  <c:v>0.18055555555555555</c:v>
                </c:pt>
                <c:pt idx="66">
                  <c:v>0.18333333333333332</c:v>
                </c:pt>
                <c:pt idx="67">
                  <c:v>0.18611111111111109</c:v>
                </c:pt>
                <c:pt idx="68">
                  <c:v>0.18888888888888891</c:v>
                </c:pt>
                <c:pt idx="69">
                  <c:v>0.19166666666666668</c:v>
                </c:pt>
                <c:pt idx="70">
                  <c:v>0.19444444444444445</c:v>
                </c:pt>
                <c:pt idx="71">
                  <c:v>0.19722222222222224</c:v>
                </c:pt>
                <c:pt idx="72">
                  <c:v>0.2</c:v>
                </c:pt>
                <c:pt idx="73">
                  <c:v>0.20277777777777778</c:v>
                </c:pt>
                <c:pt idx="74">
                  <c:v>0.20555555555555557</c:v>
                </c:pt>
                <c:pt idx="75">
                  <c:v>0.20833333333333334</c:v>
                </c:pt>
                <c:pt idx="76">
                  <c:v>0.21111111111111111</c:v>
                </c:pt>
                <c:pt idx="77">
                  <c:v>0.21388888888888891</c:v>
                </c:pt>
                <c:pt idx="78">
                  <c:v>0.21666666666666667</c:v>
                </c:pt>
                <c:pt idx="79">
                  <c:v>0.21944444444444444</c:v>
                </c:pt>
                <c:pt idx="80">
                  <c:v>0.22222222222222224</c:v>
                </c:pt>
                <c:pt idx="81">
                  <c:v>0.22500000000000001</c:v>
                </c:pt>
                <c:pt idx="82">
                  <c:v>0.22777777777777777</c:v>
                </c:pt>
                <c:pt idx="83">
                  <c:v>0.23055555555555557</c:v>
                </c:pt>
                <c:pt idx="84">
                  <c:v>0.23333333333333334</c:v>
                </c:pt>
                <c:pt idx="85">
                  <c:v>0.2361111111111111</c:v>
                </c:pt>
                <c:pt idx="86">
                  <c:v>0.2388888888888889</c:v>
                </c:pt>
                <c:pt idx="87">
                  <c:v>0.24166666666666667</c:v>
                </c:pt>
                <c:pt idx="88">
                  <c:v>0.24444444444444444</c:v>
                </c:pt>
                <c:pt idx="89">
                  <c:v>0.24722222222222223</c:v>
                </c:pt>
                <c:pt idx="90">
                  <c:v>0.25</c:v>
                </c:pt>
                <c:pt idx="91">
                  <c:v>0.25277777777777777</c:v>
                </c:pt>
                <c:pt idx="92">
                  <c:v>0.25555555555555559</c:v>
                </c:pt>
                <c:pt idx="93">
                  <c:v>0.25833333333333336</c:v>
                </c:pt>
                <c:pt idx="94">
                  <c:v>0.26111111111111113</c:v>
                </c:pt>
                <c:pt idx="95">
                  <c:v>0.2638888888888889</c:v>
                </c:pt>
                <c:pt idx="96">
                  <c:v>0.26666666666666666</c:v>
                </c:pt>
                <c:pt idx="97">
                  <c:v>0.26944444444444449</c:v>
                </c:pt>
                <c:pt idx="98">
                  <c:v>0.2722222222222222</c:v>
                </c:pt>
                <c:pt idx="99">
                  <c:v>0.27500000000000002</c:v>
                </c:pt>
                <c:pt idx="100">
                  <c:v>0.27777777777777779</c:v>
                </c:pt>
                <c:pt idx="101">
                  <c:v>0.28055555555555556</c:v>
                </c:pt>
                <c:pt idx="102">
                  <c:v>0.28333333333333333</c:v>
                </c:pt>
                <c:pt idx="103">
                  <c:v>0.28611111111111115</c:v>
                </c:pt>
                <c:pt idx="104">
                  <c:v>0.28888888888888886</c:v>
                </c:pt>
                <c:pt idx="105">
                  <c:v>0.29166666666666669</c:v>
                </c:pt>
                <c:pt idx="106">
                  <c:v>0.29444444444444445</c:v>
                </c:pt>
                <c:pt idx="107">
                  <c:v>0.29722222222222222</c:v>
                </c:pt>
                <c:pt idx="108">
                  <c:v>0.3</c:v>
                </c:pt>
                <c:pt idx="109">
                  <c:v>0.30277777777777781</c:v>
                </c:pt>
                <c:pt idx="110">
                  <c:v>0.30555555555555552</c:v>
                </c:pt>
                <c:pt idx="111">
                  <c:v>0.30833333333333335</c:v>
                </c:pt>
                <c:pt idx="112">
                  <c:v>0.31111111111111112</c:v>
                </c:pt>
                <c:pt idx="113">
                  <c:v>0.31388888888888888</c:v>
                </c:pt>
                <c:pt idx="114">
                  <c:v>0.31666666666666665</c:v>
                </c:pt>
                <c:pt idx="115">
                  <c:v>0.31944444444444448</c:v>
                </c:pt>
                <c:pt idx="116">
                  <c:v>0.32222222222222219</c:v>
                </c:pt>
                <c:pt idx="117">
                  <c:v>0.32500000000000001</c:v>
                </c:pt>
                <c:pt idx="118">
                  <c:v>0.32777777777777778</c:v>
                </c:pt>
                <c:pt idx="119">
                  <c:v>0.33055555555555555</c:v>
                </c:pt>
                <c:pt idx="120">
                  <c:v>0.33333333333333331</c:v>
                </c:pt>
                <c:pt idx="121">
                  <c:v>0.33611111111111114</c:v>
                </c:pt>
                <c:pt idx="122">
                  <c:v>0.33888888888888885</c:v>
                </c:pt>
                <c:pt idx="123">
                  <c:v>0.34166666666666667</c:v>
                </c:pt>
                <c:pt idx="124">
                  <c:v>0.34444444444444444</c:v>
                </c:pt>
                <c:pt idx="125">
                  <c:v>0.34722222222222221</c:v>
                </c:pt>
                <c:pt idx="126">
                  <c:v>0.35</c:v>
                </c:pt>
                <c:pt idx="127">
                  <c:v>0.3527777777777778</c:v>
                </c:pt>
                <c:pt idx="128">
                  <c:v>0.35555555555555551</c:v>
                </c:pt>
                <c:pt idx="129">
                  <c:v>0.35833333333333334</c:v>
                </c:pt>
                <c:pt idx="130">
                  <c:v>0.3611111111111111</c:v>
                </c:pt>
                <c:pt idx="131">
                  <c:v>0.36388888888888887</c:v>
                </c:pt>
                <c:pt idx="132">
                  <c:v>0.36666666666666664</c:v>
                </c:pt>
                <c:pt idx="133">
                  <c:v>0.36944444444444446</c:v>
                </c:pt>
                <c:pt idx="134">
                  <c:v>0.37222222222222218</c:v>
                </c:pt>
                <c:pt idx="135">
                  <c:v>0.375</c:v>
                </c:pt>
                <c:pt idx="136">
                  <c:v>0.37777777777777782</c:v>
                </c:pt>
                <c:pt idx="137">
                  <c:v>0.38055555555555554</c:v>
                </c:pt>
                <c:pt idx="138">
                  <c:v>0.38333333333333336</c:v>
                </c:pt>
                <c:pt idx="139">
                  <c:v>0.38611111111111113</c:v>
                </c:pt>
                <c:pt idx="140">
                  <c:v>0.3888888888888889</c:v>
                </c:pt>
                <c:pt idx="141">
                  <c:v>0.39166666666666666</c:v>
                </c:pt>
                <c:pt idx="142">
                  <c:v>0.39444444444444449</c:v>
                </c:pt>
                <c:pt idx="143">
                  <c:v>0.3972222222222222</c:v>
                </c:pt>
                <c:pt idx="144">
                  <c:v>0.4</c:v>
                </c:pt>
                <c:pt idx="145">
                  <c:v>0.40277777777777779</c:v>
                </c:pt>
                <c:pt idx="146">
                  <c:v>0.40555555555555556</c:v>
                </c:pt>
                <c:pt idx="147">
                  <c:v>0.40833333333333333</c:v>
                </c:pt>
                <c:pt idx="148">
                  <c:v>0.41111111111111115</c:v>
                </c:pt>
                <c:pt idx="149">
                  <c:v>0.41388888888888886</c:v>
                </c:pt>
                <c:pt idx="150">
                  <c:v>0.41666666666666669</c:v>
                </c:pt>
                <c:pt idx="151">
                  <c:v>0.41944444444444445</c:v>
                </c:pt>
                <c:pt idx="152">
                  <c:v>0.42222222222222222</c:v>
                </c:pt>
                <c:pt idx="153">
                  <c:v>0.42499999999999999</c:v>
                </c:pt>
                <c:pt idx="154">
                  <c:v>0.42777777777777781</c:v>
                </c:pt>
                <c:pt idx="155">
                  <c:v>0.43055555555555552</c:v>
                </c:pt>
                <c:pt idx="156">
                  <c:v>0.43333333333333335</c:v>
                </c:pt>
                <c:pt idx="157">
                  <c:v>0.43611111111111112</c:v>
                </c:pt>
                <c:pt idx="158">
                  <c:v>0.43888888888888888</c:v>
                </c:pt>
                <c:pt idx="159">
                  <c:v>0.44166666666666665</c:v>
                </c:pt>
                <c:pt idx="160">
                  <c:v>0.44444444444444448</c:v>
                </c:pt>
                <c:pt idx="161">
                  <c:v>0.44722222222222219</c:v>
                </c:pt>
                <c:pt idx="162">
                  <c:v>0.45</c:v>
                </c:pt>
                <c:pt idx="163">
                  <c:v>0.45277777777777778</c:v>
                </c:pt>
                <c:pt idx="164">
                  <c:v>0.45555555555555555</c:v>
                </c:pt>
                <c:pt idx="165">
                  <c:v>0.45833333333333331</c:v>
                </c:pt>
                <c:pt idx="166">
                  <c:v>0.46111111111111114</c:v>
                </c:pt>
                <c:pt idx="167">
                  <c:v>0.46388888888888885</c:v>
                </c:pt>
                <c:pt idx="168">
                  <c:v>0.46666666666666667</c:v>
                </c:pt>
                <c:pt idx="169">
                  <c:v>0.46944444444444444</c:v>
                </c:pt>
                <c:pt idx="170">
                  <c:v>0.47222222222222221</c:v>
                </c:pt>
                <c:pt idx="171">
                  <c:v>0.47499999999999998</c:v>
                </c:pt>
                <c:pt idx="172">
                  <c:v>0.4777777777777778</c:v>
                </c:pt>
                <c:pt idx="173">
                  <c:v>0.48055555555555551</c:v>
                </c:pt>
                <c:pt idx="174">
                  <c:v>0.48333333333333334</c:v>
                </c:pt>
                <c:pt idx="175">
                  <c:v>0.4861111111111111</c:v>
                </c:pt>
                <c:pt idx="176">
                  <c:v>0.48888888888888887</c:v>
                </c:pt>
                <c:pt idx="177">
                  <c:v>0.49166666666666664</c:v>
                </c:pt>
                <c:pt idx="178">
                  <c:v>0.49444444444444446</c:v>
                </c:pt>
                <c:pt idx="179">
                  <c:v>0.49722222222222218</c:v>
                </c:pt>
                <c:pt idx="180">
                  <c:v>0.5</c:v>
                </c:pt>
                <c:pt idx="181">
                  <c:v>0.50277777777777777</c:v>
                </c:pt>
                <c:pt idx="182">
                  <c:v>0.50555555555555554</c:v>
                </c:pt>
                <c:pt idx="183">
                  <c:v>0.5083333333333333</c:v>
                </c:pt>
                <c:pt idx="184">
                  <c:v>0.51111111111111118</c:v>
                </c:pt>
                <c:pt idx="185">
                  <c:v>0.51388888888888884</c:v>
                </c:pt>
                <c:pt idx="186">
                  <c:v>0.51666666666666672</c:v>
                </c:pt>
                <c:pt idx="187">
                  <c:v>0.51944444444444449</c:v>
                </c:pt>
                <c:pt idx="188">
                  <c:v>0.52222222222222225</c:v>
                </c:pt>
                <c:pt idx="189">
                  <c:v>0.52500000000000002</c:v>
                </c:pt>
                <c:pt idx="190">
                  <c:v>0.52777777777777779</c:v>
                </c:pt>
                <c:pt idx="191">
                  <c:v>0.53055555555555556</c:v>
                </c:pt>
                <c:pt idx="192">
                  <c:v>0.53333333333333333</c:v>
                </c:pt>
                <c:pt idx="193">
                  <c:v>0.53611111111111109</c:v>
                </c:pt>
                <c:pt idx="194">
                  <c:v>0.53888888888888897</c:v>
                </c:pt>
                <c:pt idx="195">
                  <c:v>0.54166666666666663</c:v>
                </c:pt>
                <c:pt idx="196">
                  <c:v>0.5444444444444444</c:v>
                </c:pt>
                <c:pt idx="197">
                  <c:v>0.54722222222222228</c:v>
                </c:pt>
                <c:pt idx="198">
                  <c:v>0.55000000000000004</c:v>
                </c:pt>
                <c:pt idx="199">
                  <c:v>0.5527777777777777</c:v>
                </c:pt>
                <c:pt idx="200">
                  <c:v>0.55555555555555558</c:v>
                </c:pt>
                <c:pt idx="201">
                  <c:v>0.55833333333333335</c:v>
                </c:pt>
                <c:pt idx="202">
                  <c:v>0.56111111111111112</c:v>
                </c:pt>
                <c:pt idx="203">
                  <c:v>0.56388888888888888</c:v>
                </c:pt>
                <c:pt idx="204">
                  <c:v>0.56666666666666665</c:v>
                </c:pt>
                <c:pt idx="205">
                  <c:v>0.56944444444444442</c:v>
                </c:pt>
                <c:pt idx="206">
                  <c:v>0.5722222222222223</c:v>
                </c:pt>
                <c:pt idx="207">
                  <c:v>0.57499999999999996</c:v>
                </c:pt>
                <c:pt idx="208">
                  <c:v>0.57777777777777772</c:v>
                </c:pt>
                <c:pt idx="209">
                  <c:v>0.5805555555555556</c:v>
                </c:pt>
                <c:pt idx="210">
                  <c:v>0.58333333333333337</c:v>
                </c:pt>
                <c:pt idx="211">
                  <c:v>0.58611111111111103</c:v>
                </c:pt>
                <c:pt idx="212">
                  <c:v>0.58888888888888891</c:v>
                </c:pt>
                <c:pt idx="213">
                  <c:v>0.59166666666666667</c:v>
                </c:pt>
                <c:pt idx="214">
                  <c:v>0.59444444444444444</c:v>
                </c:pt>
                <c:pt idx="215">
                  <c:v>0.59722222222222221</c:v>
                </c:pt>
                <c:pt idx="216">
                  <c:v>0.6</c:v>
                </c:pt>
                <c:pt idx="217">
                  <c:v>0.60277777777777775</c:v>
                </c:pt>
                <c:pt idx="218">
                  <c:v>0.60555555555555562</c:v>
                </c:pt>
                <c:pt idx="219">
                  <c:v>0.60833333333333328</c:v>
                </c:pt>
                <c:pt idx="220">
                  <c:v>0.61111111111111105</c:v>
                </c:pt>
                <c:pt idx="221">
                  <c:v>0.61388888888888893</c:v>
                </c:pt>
                <c:pt idx="222">
                  <c:v>0.6166666666666667</c:v>
                </c:pt>
                <c:pt idx="223">
                  <c:v>0.61944444444444435</c:v>
                </c:pt>
                <c:pt idx="224">
                  <c:v>0.62222222222222223</c:v>
                </c:pt>
                <c:pt idx="225">
                  <c:v>0.625</c:v>
                </c:pt>
                <c:pt idx="226">
                  <c:v>0.62777777777777777</c:v>
                </c:pt>
                <c:pt idx="227">
                  <c:v>0.63055555555555565</c:v>
                </c:pt>
                <c:pt idx="228">
                  <c:v>0.6333333333333333</c:v>
                </c:pt>
                <c:pt idx="229">
                  <c:v>0.63611111111111107</c:v>
                </c:pt>
                <c:pt idx="230">
                  <c:v>0.63888888888888895</c:v>
                </c:pt>
                <c:pt idx="231">
                  <c:v>0.64166666666666672</c:v>
                </c:pt>
                <c:pt idx="232">
                  <c:v>0.64444444444444438</c:v>
                </c:pt>
                <c:pt idx="233">
                  <c:v>0.64722222222222225</c:v>
                </c:pt>
                <c:pt idx="234">
                  <c:v>0.65</c:v>
                </c:pt>
                <c:pt idx="235">
                  <c:v>0.65277777777777779</c:v>
                </c:pt>
                <c:pt idx="236">
                  <c:v>0.65555555555555556</c:v>
                </c:pt>
                <c:pt idx="237">
                  <c:v>0.65833333333333333</c:v>
                </c:pt>
                <c:pt idx="238">
                  <c:v>0.66111111111111109</c:v>
                </c:pt>
                <c:pt idx="239">
                  <c:v>0.66388888888888897</c:v>
                </c:pt>
                <c:pt idx="240">
                  <c:v>0.66666666666666663</c:v>
                </c:pt>
                <c:pt idx="241">
                  <c:v>0.6694444444444444</c:v>
                </c:pt>
                <c:pt idx="242">
                  <c:v>0.67222222222222228</c:v>
                </c:pt>
                <c:pt idx="243">
                  <c:v>0.67500000000000004</c:v>
                </c:pt>
                <c:pt idx="244">
                  <c:v>0.6777777777777777</c:v>
                </c:pt>
                <c:pt idx="245">
                  <c:v>0.68055555555555558</c:v>
                </c:pt>
                <c:pt idx="246">
                  <c:v>0.68333333333333335</c:v>
                </c:pt>
                <c:pt idx="247">
                  <c:v>0.68611111111111112</c:v>
                </c:pt>
                <c:pt idx="248">
                  <c:v>0.68888888888888888</c:v>
                </c:pt>
                <c:pt idx="249">
                  <c:v>0.69166666666666665</c:v>
                </c:pt>
                <c:pt idx="250">
                  <c:v>0.69444444444444442</c:v>
                </c:pt>
                <c:pt idx="251">
                  <c:v>0.6972222222222223</c:v>
                </c:pt>
                <c:pt idx="252">
                  <c:v>0.7</c:v>
                </c:pt>
                <c:pt idx="253">
                  <c:v>0.70277777777777772</c:v>
                </c:pt>
                <c:pt idx="254">
                  <c:v>0.7055555555555556</c:v>
                </c:pt>
                <c:pt idx="255">
                  <c:v>0.70833333333333337</c:v>
                </c:pt>
                <c:pt idx="256">
                  <c:v>0.71111111111111103</c:v>
                </c:pt>
                <c:pt idx="257">
                  <c:v>0.71388888888888891</c:v>
                </c:pt>
                <c:pt idx="258">
                  <c:v>0.71666666666666667</c:v>
                </c:pt>
                <c:pt idx="259">
                  <c:v>0.71944444444444444</c:v>
                </c:pt>
                <c:pt idx="260">
                  <c:v>0.72222222222222221</c:v>
                </c:pt>
                <c:pt idx="261">
                  <c:v>0.72499999999999998</c:v>
                </c:pt>
                <c:pt idx="262">
                  <c:v>0.72777777777777775</c:v>
                </c:pt>
                <c:pt idx="263">
                  <c:v>0.73055555555555562</c:v>
                </c:pt>
                <c:pt idx="264">
                  <c:v>0.73333333333333328</c:v>
                </c:pt>
                <c:pt idx="265">
                  <c:v>0.73611111111111105</c:v>
                </c:pt>
                <c:pt idx="266">
                  <c:v>0.73888888888888893</c:v>
                </c:pt>
                <c:pt idx="267">
                  <c:v>0.7416666666666667</c:v>
                </c:pt>
                <c:pt idx="268">
                  <c:v>0.74444444444444435</c:v>
                </c:pt>
                <c:pt idx="269">
                  <c:v>0.74722222222222223</c:v>
                </c:pt>
                <c:pt idx="270">
                  <c:v>0.75</c:v>
                </c:pt>
                <c:pt idx="271">
                  <c:v>0.75277777777777777</c:v>
                </c:pt>
                <c:pt idx="272">
                  <c:v>0.75555555555555565</c:v>
                </c:pt>
                <c:pt idx="273">
                  <c:v>0.7583333333333333</c:v>
                </c:pt>
                <c:pt idx="274">
                  <c:v>0.76111111111111107</c:v>
                </c:pt>
                <c:pt idx="275">
                  <c:v>0.76388888888888895</c:v>
                </c:pt>
                <c:pt idx="276">
                  <c:v>0.76666666666666672</c:v>
                </c:pt>
                <c:pt idx="277">
                  <c:v>0.76944444444444438</c:v>
                </c:pt>
                <c:pt idx="278">
                  <c:v>0.77222222222222225</c:v>
                </c:pt>
                <c:pt idx="279">
                  <c:v>0.77500000000000002</c:v>
                </c:pt>
                <c:pt idx="280">
                  <c:v>0.77777777777777779</c:v>
                </c:pt>
                <c:pt idx="281">
                  <c:v>0.78055555555555556</c:v>
                </c:pt>
                <c:pt idx="282">
                  <c:v>0.78333333333333333</c:v>
                </c:pt>
                <c:pt idx="283">
                  <c:v>0.78611111111111109</c:v>
                </c:pt>
                <c:pt idx="284">
                  <c:v>0.78888888888888897</c:v>
                </c:pt>
                <c:pt idx="285">
                  <c:v>0.79166666666666663</c:v>
                </c:pt>
                <c:pt idx="286">
                  <c:v>0.7944444444444444</c:v>
                </c:pt>
                <c:pt idx="287">
                  <c:v>0.79722222222222228</c:v>
                </c:pt>
                <c:pt idx="288">
                  <c:v>0.8</c:v>
                </c:pt>
                <c:pt idx="289">
                  <c:v>0.8027777777777777</c:v>
                </c:pt>
                <c:pt idx="290">
                  <c:v>0.80555555555555558</c:v>
                </c:pt>
                <c:pt idx="291">
                  <c:v>0.80833333333333335</c:v>
                </c:pt>
                <c:pt idx="292">
                  <c:v>0.81111111111111112</c:v>
                </c:pt>
                <c:pt idx="293">
                  <c:v>0.81388888888888888</c:v>
                </c:pt>
                <c:pt idx="294">
                  <c:v>0.81666666666666665</c:v>
                </c:pt>
                <c:pt idx="295">
                  <c:v>0.81944444444444442</c:v>
                </c:pt>
                <c:pt idx="296">
                  <c:v>0.8222222222222223</c:v>
                </c:pt>
                <c:pt idx="297">
                  <c:v>0.82499999999999996</c:v>
                </c:pt>
                <c:pt idx="298">
                  <c:v>0.82777777777777772</c:v>
                </c:pt>
                <c:pt idx="299">
                  <c:v>0.8305555555555556</c:v>
                </c:pt>
                <c:pt idx="300">
                  <c:v>0.83333333333333337</c:v>
                </c:pt>
                <c:pt idx="301">
                  <c:v>0.83611111111111103</c:v>
                </c:pt>
                <c:pt idx="302">
                  <c:v>0.83888888888888891</c:v>
                </c:pt>
                <c:pt idx="303">
                  <c:v>0.84166666666666667</c:v>
                </c:pt>
                <c:pt idx="304">
                  <c:v>0.84444444444444444</c:v>
                </c:pt>
                <c:pt idx="305">
                  <c:v>0.84722222222222221</c:v>
                </c:pt>
                <c:pt idx="306">
                  <c:v>0.85</c:v>
                </c:pt>
                <c:pt idx="307">
                  <c:v>0.85277777777777775</c:v>
                </c:pt>
                <c:pt idx="308">
                  <c:v>0.85555555555555562</c:v>
                </c:pt>
                <c:pt idx="309">
                  <c:v>0.85833333333333328</c:v>
                </c:pt>
                <c:pt idx="310">
                  <c:v>0.86111111111111105</c:v>
                </c:pt>
                <c:pt idx="311">
                  <c:v>0.86388888888888893</c:v>
                </c:pt>
                <c:pt idx="312">
                  <c:v>0.8666666666666667</c:v>
                </c:pt>
                <c:pt idx="313">
                  <c:v>0.86944444444444435</c:v>
                </c:pt>
                <c:pt idx="314">
                  <c:v>0.87222222222222223</c:v>
                </c:pt>
                <c:pt idx="315">
                  <c:v>0.875</c:v>
                </c:pt>
                <c:pt idx="316">
                  <c:v>0.87777777777777777</c:v>
                </c:pt>
                <c:pt idx="317">
                  <c:v>0.88055555555555565</c:v>
                </c:pt>
                <c:pt idx="318">
                  <c:v>0.8833333333333333</c:v>
                </c:pt>
                <c:pt idx="319">
                  <c:v>0.88611111111111107</c:v>
                </c:pt>
                <c:pt idx="320">
                  <c:v>0.88888888888888895</c:v>
                </c:pt>
                <c:pt idx="321">
                  <c:v>0.89166666666666672</c:v>
                </c:pt>
                <c:pt idx="322">
                  <c:v>0.89444444444444438</c:v>
                </c:pt>
                <c:pt idx="323">
                  <c:v>0.89722222222222225</c:v>
                </c:pt>
                <c:pt idx="324">
                  <c:v>0.9</c:v>
                </c:pt>
                <c:pt idx="325">
                  <c:v>0.90277777777777779</c:v>
                </c:pt>
                <c:pt idx="326">
                  <c:v>0.90555555555555556</c:v>
                </c:pt>
                <c:pt idx="327">
                  <c:v>0.90833333333333333</c:v>
                </c:pt>
                <c:pt idx="328">
                  <c:v>0.91111111111111109</c:v>
                </c:pt>
                <c:pt idx="329">
                  <c:v>0.91388888888888897</c:v>
                </c:pt>
                <c:pt idx="330">
                  <c:v>0.91666666666666663</c:v>
                </c:pt>
                <c:pt idx="331">
                  <c:v>0.9194444444444444</c:v>
                </c:pt>
                <c:pt idx="332">
                  <c:v>0.92222222222222228</c:v>
                </c:pt>
                <c:pt idx="333">
                  <c:v>0.92500000000000004</c:v>
                </c:pt>
                <c:pt idx="334">
                  <c:v>0.9277777777777777</c:v>
                </c:pt>
                <c:pt idx="335">
                  <c:v>0.93055555555555558</c:v>
                </c:pt>
                <c:pt idx="336">
                  <c:v>0.93333333333333335</c:v>
                </c:pt>
                <c:pt idx="337">
                  <c:v>0.93611111111111112</c:v>
                </c:pt>
                <c:pt idx="338">
                  <c:v>0.93888888888888888</c:v>
                </c:pt>
                <c:pt idx="339">
                  <c:v>0.94166666666666665</c:v>
                </c:pt>
                <c:pt idx="340">
                  <c:v>0.94444444444444442</c:v>
                </c:pt>
                <c:pt idx="341">
                  <c:v>0.9472222222222223</c:v>
                </c:pt>
                <c:pt idx="342">
                  <c:v>0.95</c:v>
                </c:pt>
                <c:pt idx="343">
                  <c:v>0.95277777777777772</c:v>
                </c:pt>
                <c:pt idx="344">
                  <c:v>0.9555555555555556</c:v>
                </c:pt>
                <c:pt idx="345">
                  <c:v>0.95833333333333337</c:v>
                </c:pt>
                <c:pt idx="346">
                  <c:v>0.96111111111111103</c:v>
                </c:pt>
                <c:pt idx="347">
                  <c:v>0.96388888888888891</c:v>
                </c:pt>
                <c:pt idx="348">
                  <c:v>0.96666666666666667</c:v>
                </c:pt>
                <c:pt idx="349">
                  <c:v>0.96944444444444444</c:v>
                </c:pt>
                <c:pt idx="350">
                  <c:v>0.97222222222222221</c:v>
                </c:pt>
                <c:pt idx="351">
                  <c:v>0.97499999999999998</c:v>
                </c:pt>
                <c:pt idx="352">
                  <c:v>0.97777777777777775</c:v>
                </c:pt>
                <c:pt idx="353">
                  <c:v>0.98055555555555562</c:v>
                </c:pt>
                <c:pt idx="354">
                  <c:v>0.98333333333333328</c:v>
                </c:pt>
                <c:pt idx="355">
                  <c:v>0.98611111111111105</c:v>
                </c:pt>
                <c:pt idx="356">
                  <c:v>0.98888888888888893</c:v>
                </c:pt>
                <c:pt idx="357">
                  <c:v>0.9916666666666667</c:v>
                </c:pt>
                <c:pt idx="358">
                  <c:v>0.99444444444444435</c:v>
                </c:pt>
                <c:pt idx="359">
                  <c:v>0.99722222222222223</c:v>
                </c:pt>
                <c:pt idx="360">
                  <c:v>1</c:v>
                </c:pt>
                <c:pt idx="361">
                  <c:v>1.0027777777777778</c:v>
                </c:pt>
                <c:pt idx="362">
                  <c:v>1.0055555555555555</c:v>
                </c:pt>
                <c:pt idx="363">
                  <c:v>1.0083333333333333</c:v>
                </c:pt>
                <c:pt idx="364">
                  <c:v>1.0111111111111111</c:v>
                </c:pt>
                <c:pt idx="365">
                  <c:v>1.0138888888888888</c:v>
                </c:pt>
                <c:pt idx="366">
                  <c:v>1.0166666666666666</c:v>
                </c:pt>
                <c:pt idx="367">
                  <c:v>1.0194444444444444</c:v>
                </c:pt>
                <c:pt idx="368">
                  <c:v>1.0222222222222224</c:v>
                </c:pt>
                <c:pt idx="369">
                  <c:v>1.0249999999999999</c:v>
                </c:pt>
                <c:pt idx="370">
                  <c:v>1.0277777777777777</c:v>
                </c:pt>
                <c:pt idx="371">
                  <c:v>1.0305555555555557</c:v>
                </c:pt>
                <c:pt idx="372">
                  <c:v>1.0333333333333334</c:v>
                </c:pt>
                <c:pt idx="373">
                  <c:v>1.036111111111111</c:v>
                </c:pt>
                <c:pt idx="374">
                  <c:v>1.038888888888889</c:v>
                </c:pt>
                <c:pt idx="375">
                  <c:v>1.0416666666666667</c:v>
                </c:pt>
                <c:pt idx="376">
                  <c:v>1.0444444444444445</c:v>
                </c:pt>
                <c:pt idx="377">
                  <c:v>1.0472222222222223</c:v>
                </c:pt>
                <c:pt idx="378">
                  <c:v>1.05</c:v>
                </c:pt>
                <c:pt idx="379">
                  <c:v>1.0527777777777778</c:v>
                </c:pt>
                <c:pt idx="380">
                  <c:v>1.0555555555555556</c:v>
                </c:pt>
                <c:pt idx="381">
                  <c:v>1.0583333333333333</c:v>
                </c:pt>
                <c:pt idx="382">
                  <c:v>1.0611111111111111</c:v>
                </c:pt>
                <c:pt idx="383">
                  <c:v>1.0638888888888889</c:v>
                </c:pt>
                <c:pt idx="384">
                  <c:v>1.0666666666666667</c:v>
                </c:pt>
                <c:pt idx="385">
                  <c:v>1.0694444444444444</c:v>
                </c:pt>
                <c:pt idx="386">
                  <c:v>1.0722222222222222</c:v>
                </c:pt>
                <c:pt idx="387">
                  <c:v>1.075</c:v>
                </c:pt>
                <c:pt idx="388">
                  <c:v>1.0777777777777779</c:v>
                </c:pt>
                <c:pt idx="389">
                  <c:v>1.0805555555555555</c:v>
                </c:pt>
                <c:pt idx="390">
                  <c:v>1.0833333333333333</c:v>
                </c:pt>
                <c:pt idx="391">
                  <c:v>1.0861111111111112</c:v>
                </c:pt>
                <c:pt idx="392">
                  <c:v>1.0888888888888888</c:v>
                </c:pt>
                <c:pt idx="393">
                  <c:v>1.0916666666666666</c:v>
                </c:pt>
                <c:pt idx="394">
                  <c:v>1.0944444444444446</c:v>
                </c:pt>
                <c:pt idx="395">
                  <c:v>1.0972222222222221</c:v>
                </c:pt>
                <c:pt idx="396">
                  <c:v>1.1000000000000001</c:v>
                </c:pt>
                <c:pt idx="397">
                  <c:v>1.1027777777777779</c:v>
                </c:pt>
                <c:pt idx="398">
                  <c:v>1.1055555555555554</c:v>
                </c:pt>
                <c:pt idx="399">
                  <c:v>1.1083333333333334</c:v>
                </c:pt>
                <c:pt idx="400">
                  <c:v>1.1111111111111112</c:v>
                </c:pt>
                <c:pt idx="401">
                  <c:v>1.1138888888888887</c:v>
                </c:pt>
                <c:pt idx="402">
                  <c:v>1.1166666666666667</c:v>
                </c:pt>
                <c:pt idx="403">
                  <c:v>1.1194444444444445</c:v>
                </c:pt>
                <c:pt idx="404">
                  <c:v>1.1222222222222222</c:v>
                </c:pt>
                <c:pt idx="405">
                  <c:v>1.125</c:v>
                </c:pt>
                <c:pt idx="406">
                  <c:v>1.1277777777777778</c:v>
                </c:pt>
                <c:pt idx="407">
                  <c:v>1.1305555555555555</c:v>
                </c:pt>
                <c:pt idx="408">
                  <c:v>1.1333333333333333</c:v>
                </c:pt>
                <c:pt idx="409">
                  <c:v>1.1361111111111113</c:v>
                </c:pt>
                <c:pt idx="410">
                  <c:v>1.1388888888888888</c:v>
                </c:pt>
                <c:pt idx="411">
                  <c:v>1.1416666666666666</c:v>
                </c:pt>
                <c:pt idx="412">
                  <c:v>1.1444444444444446</c:v>
                </c:pt>
                <c:pt idx="413">
                  <c:v>1.1472222222222221</c:v>
                </c:pt>
                <c:pt idx="414">
                  <c:v>1.1499999999999999</c:v>
                </c:pt>
                <c:pt idx="415">
                  <c:v>1.1527777777777779</c:v>
                </c:pt>
                <c:pt idx="416">
                  <c:v>1.1555555555555554</c:v>
                </c:pt>
                <c:pt idx="417">
                  <c:v>1.1583333333333334</c:v>
                </c:pt>
                <c:pt idx="418">
                  <c:v>1.1611111111111112</c:v>
                </c:pt>
                <c:pt idx="419">
                  <c:v>1.1638888888888888</c:v>
                </c:pt>
                <c:pt idx="420">
                  <c:v>1.1666666666666667</c:v>
                </c:pt>
                <c:pt idx="421">
                  <c:v>1.1694444444444445</c:v>
                </c:pt>
                <c:pt idx="422">
                  <c:v>1.1722222222222221</c:v>
                </c:pt>
                <c:pt idx="423">
                  <c:v>1.175</c:v>
                </c:pt>
                <c:pt idx="424">
                  <c:v>1.1777777777777778</c:v>
                </c:pt>
                <c:pt idx="425">
                  <c:v>1.1805555555555556</c:v>
                </c:pt>
                <c:pt idx="426">
                  <c:v>1.1833333333333333</c:v>
                </c:pt>
                <c:pt idx="427">
                  <c:v>1.1861111111111111</c:v>
                </c:pt>
                <c:pt idx="428">
                  <c:v>1.1888888888888889</c:v>
                </c:pt>
                <c:pt idx="429">
                  <c:v>1.1916666666666667</c:v>
                </c:pt>
                <c:pt idx="430">
                  <c:v>1.1944444444444444</c:v>
                </c:pt>
                <c:pt idx="431">
                  <c:v>1.1972222222222222</c:v>
                </c:pt>
                <c:pt idx="432">
                  <c:v>1.2</c:v>
                </c:pt>
                <c:pt idx="433">
                  <c:v>1.2027777777777779</c:v>
                </c:pt>
                <c:pt idx="434">
                  <c:v>1.2055555555555555</c:v>
                </c:pt>
                <c:pt idx="435">
                  <c:v>1.2083333333333333</c:v>
                </c:pt>
                <c:pt idx="436">
                  <c:v>1.2111111111111112</c:v>
                </c:pt>
                <c:pt idx="437">
                  <c:v>1.2138888888888888</c:v>
                </c:pt>
                <c:pt idx="438">
                  <c:v>1.2166666666666666</c:v>
                </c:pt>
                <c:pt idx="439">
                  <c:v>1.2194444444444446</c:v>
                </c:pt>
                <c:pt idx="440">
                  <c:v>1.2222222222222221</c:v>
                </c:pt>
                <c:pt idx="441">
                  <c:v>1.2250000000000001</c:v>
                </c:pt>
                <c:pt idx="442">
                  <c:v>1.2277777777777779</c:v>
                </c:pt>
                <c:pt idx="443">
                  <c:v>1.2305555555555554</c:v>
                </c:pt>
                <c:pt idx="444">
                  <c:v>1.2333333333333334</c:v>
                </c:pt>
                <c:pt idx="445">
                  <c:v>1.2361111111111112</c:v>
                </c:pt>
                <c:pt idx="446">
                  <c:v>1.2388888888888887</c:v>
                </c:pt>
                <c:pt idx="447">
                  <c:v>1.2416666666666667</c:v>
                </c:pt>
                <c:pt idx="448">
                  <c:v>1.2444444444444445</c:v>
                </c:pt>
                <c:pt idx="449">
                  <c:v>1.2472222222222222</c:v>
                </c:pt>
                <c:pt idx="450">
                  <c:v>1.25</c:v>
                </c:pt>
                <c:pt idx="451">
                  <c:v>1.2527777777777778</c:v>
                </c:pt>
                <c:pt idx="452">
                  <c:v>1.2555555555555555</c:v>
                </c:pt>
                <c:pt idx="453">
                  <c:v>1.2583333333333333</c:v>
                </c:pt>
                <c:pt idx="454">
                  <c:v>1.2611111111111113</c:v>
                </c:pt>
                <c:pt idx="455">
                  <c:v>1.2638888888888888</c:v>
                </c:pt>
                <c:pt idx="456">
                  <c:v>1.2666666666666666</c:v>
                </c:pt>
                <c:pt idx="457">
                  <c:v>1.2694444444444446</c:v>
                </c:pt>
                <c:pt idx="458">
                  <c:v>1.2722222222222221</c:v>
                </c:pt>
                <c:pt idx="459">
                  <c:v>1.2749999999999999</c:v>
                </c:pt>
                <c:pt idx="460">
                  <c:v>1.2777777777777779</c:v>
                </c:pt>
                <c:pt idx="461">
                  <c:v>1.2805555555555554</c:v>
                </c:pt>
                <c:pt idx="462">
                  <c:v>1.2833333333333334</c:v>
                </c:pt>
                <c:pt idx="463">
                  <c:v>1.2861111111111112</c:v>
                </c:pt>
                <c:pt idx="464">
                  <c:v>1.2888888888888888</c:v>
                </c:pt>
                <c:pt idx="465">
                  <c:v>1.2916666666666667</c:v>
                </c:pt>
                <c:pt idx="466">
                  <c:v>1.2944444444444445</c:v>
                </c:pt>
                <c:pt idx="467">
                  <c:v>1.2972222222222221</c:v>
                </c:pt>
                <c:pt idx="468">
                  <c:v>1.3</c:v>
                </c:pt>
                <c:pt idx="469">
                  <c:v>1.3027777777777778</c:v>
                </c:pt>
                <c:pt idx="470">
                  <c:v>1.3055555555555556</c:v>
                </c:pt>
                <c:pt idx="471">
                  <c:v>1.3083333333333333</c:v>
                </c:pt>
                <c:pt idx="472">
                  <c:v>1.3111111111111111</c:v>
                </c:pt>
                <c:pt idx="473">
                  <c:v>1.3138888888888889</c:v>
                </c:pt>
                <c:pt idx="474">
                  <c:v>1.3166666666666667</c:v>
                </c:pt>
                <c:pt idx="475">
                  <c:v>1.3194444444444444</c:v>
                </c:pt>
                <c:pt idx="476">
                  <c:v>1.3222222222222222</c:v>
                </c:pt>
                <c:pt idx="477">
                  <c:v>1.325</c:v>
                </c:pt>
                <c:pt idx="478">
                  <c:v>1.3277777777777779</c:v>
                </c:pt>
                <c:pt idx="479">
                  <c:v>1.3305555555555555</c:v>
                </c:pt>
                <c:pt idx="480">
                  <c:v>1.3333333333333333</c:v>
                </c:pt>
                <c:pt idx="481">
                  <c:v>1.3361111111111112</c:v>
                </c:pt>
                <c:pt idx="482">
                  <c:v>1.3388888888888888</c:v>
                </c:pt>
                <c:pt idx="483">
                  <c:v>1.3416666666666666</c:v>
                </c:pt>
                <c:pt idx="484">
                  <c:v>1.3444444444444446</c:v>
                </c:pt>
                <c:pt idx="485">
                  <c:v>1.3472222222222221</c:v>
                </c:pt>
                <c:pt idx="486">
                  <c:v>1.35</c:v>
                </c:pt>
                <c:pt idx="487">
                  <c:v>1.3527777777777779</c:v>
                </c:pt>
                <c:pt idx="488">
                  <c:v>1.3555555555555554</c:v>
                </c:pt>
                <c:pt idx="489">
                  <c:v>1.3583333333333334</c:v>
                </c:pt>
                <c:pt idx="490">
                  <c:v>1.3611111111111112</c:v>
                </c:pt>
                <c:pt idx="491">
                  <c:v>1.3638888888888887</c:v>
                </c:pt>
                <c:pt idx="492">
                  <c:v>1.3666666666666667</c:v>
                </c:pt>
                <c:pt idx="493">
                  <c:v>1.3694444444444445</c:v>
                </c:pt>
                <c:pt idx="494">
                  <c:v>1.3722222222222222</c:v>
                </c:pt>
                <c:pt idx="495">
                  <c:v>1.375</c:v>
                </c:pt>
                <c:pt idx="496">
                  <c:v>1.3777777777777778</c:v>
                </c:pt>
                <c:pt idx="497">
                  <c:v>1.3805555555555555</c:v>
                </c:pt>
                <c:pt idx="498">
                  <c:v>1.3833333333333333</c:v>
                </c:pt>
                <c:pt idx="499">
                  <c:v>1.3861111111111113</c:v>
                </c:pt>
                <c:pt idx="500">
                  <c:v>1.3888888888888888</c:v>
                </c:pt>
                <c:pt idx="501">
                  <c:v>1.3916666666666666</c:v>
                </c:pt>
                <c:pt idx="502">
                  <c:v>1.3944444444444446</c:v>
                </c:pt>
                <c:pt idx="503">
                  <c:v>1.3972222222222221</c:v>
                </c:pt>
                <c:pt idx="504">
                  <c:v>1.4</c:v>
                </c:pt>
                <c:pt idx="505">
                  <c:v>1.4027777777777779</c:v>
                </c:pt>
                <c:pt idx="506">
                  <c:v>1.4055555555555554</c:v>
                </c:pt>
                <c:pt idx="507">
                  <c:v>1.4083333333333334</c:v>
                </c:pt>
                <c:pt idx="508">
                  <c:v>1.4111111111111112</c:v>
                </c:pt>
                <c:pt idx="509">
                  <c:v>1.4138888888888888</c:v>
                </c:pt>
                <c:pt idx="510">
                  <c:v>1.4166666666666667</c:v>
                </c:pt>
                <c:pt idx="511">
                  <c:v>1.4194444444444445</c:v>
                </c:pt>
                <c:pt idx="512">
                  <c:v>1.4222222222222221</c:v>
                </c:pt>
                <c:pt idx="513">
                  <c:v>1.425</c:v>
                </c:pt>
                <c:pt idx="514">
                  <c:v>1.4277777777777778</c:v>
                </c:pt>
                <c:pt idx="515">
                  <c:v>1.4305555555555556</c:v>
                </c:pt>
                <c:pt idx="516">
                  <c:v>1.4333333333333333</c:v>
                </c:pt>
                <c:pt idx="517">
                  <c:v>1.4361111111111111</c:v>
                </c:pt>
                <c:pt idx="518">
                  <c:v>1.4388888888888889</c:v>
                </c:pt>
                <c:pt idx="519">
                  <c:v>1.4416666666666667</c:v>
                </c:pt>
                <c:pt idx="520">
                  <c:v>1.4444444444444444</c:v>
                </c:pt>
                <c:pt idx="521">
                  <c:v>1.4472222222222222</c:v>
                </c:pt>
                <c:pt idx="522">
                  <c:v>1.45</c:v>
                </c:pt>
                <c:pt idx="523">
                  <c:v>1.4527777777777779</c:v>
                </c:pt>
                <c:pt idx="524">
                  <c:v>1.4555555555555555</c:v>
                </c:pt>
                <c:pt idx="525">
                  <c:v>1.4583333333333333</c:v>
                </c:pt>
                <c:pt idx="526">
                  <c:v>1.4611111111111112</c:v>
                </c:pt>
                <c:pt idx="527">
                  <c:v>1.4638888888888888</c:v>
                </c:pt>
                <c:pt idx="528">
                  <c:v>1.4666666666666666</c:v>
                </c:pt>
                <c:pt idx="529">
                  <c:v>1.4694444444444446</c:v>
                </c:pt>
                <c:pt idx="530">
                  <c:v>1.4722222222222221</c:v>
                </c:pt>
                <c:pt idx="531">
                  <c:v>1.4750000000000001</c:v>
                </c:pt>
                <c:pt idx="532">
                  <c:v>1.4777777777777779</c:v>
                </c:pt>
                <c:pt idx="533">
                  <c:v>1.4805555555555554</c:v>
                </c:pt>
                <c:pt idx="534">
                  <c:v>1.4833333333333334</c:v>
                </c:pt>
                <c:pt idx="535">
                  <c:v>1.4861111111111112</c:v>
                </c:pt>
                <c:pt idx="536">
                  <c:v>1.4888888888888887</c:v>
                </c:pt>
                <c:pt idx="537">
                  <c:v>1.4916666666666667</c:v>
                </c:pt>
                <c:pt idx="538">
                  <c:v>1.4944444444444445</c:v>
                </c:pt>
                <c:pt idx="539">
                  <c:v>1.4972222222222222</c:v>
                </c:pt>
                <c:pt idx="540">
                  <c:v>1.5</c:v>
                </c:pt>
                <c:pt idx="541">
                  <c:v>1.5027777777777778</c:v>
                </c:pt>
                <c:pt idx="542">
                  <c:v>1.5055555555555555</c:v>
                </c:pt>
                <c:pt idx="543">
                  <c:v>1.5083333333333333</c:v>
                </c:pt>
                <c:pt idx="544">
                  <c:v>1.5111111111111113</c:v>
                </c:pt>
                <c:pt idx="545">
                  <c:v>1.5138888888888888</c:v>
                </c:pt>
                <c:pt idx="546">
                  <c:v>1.5166666666666666</c:v>
                </c:pt>
                <c:pt idx="547">
                  <c:v>1.5194444444444446</c:v>
                </c:pt>
                <c:pt idx="548">
                  <c:v>1.5222222222222221</c:v>
                </c:pt>
                <c:pt idx="549">
                  <c:v>1.5249999999999999</c:v>
                </c:pt>
                <c:pt idx="550">
                  <c:v>1.5277777777777779</c:v>
                </c:pt>
                <c:pt idx="551">
                  <c:v>1.5305555555555554</c:v>
                </c:pt>
                <c:pt idx="552">
                  <c:v>1.5333333333333334</c:v>
                </c:pt>
                <c:pt idx="553">
                  <c:v>1.5361111111111112</c:v>
                </c:pt>
                <c:pt idx="554">
                  <c:v>1.5388888888888888</c:v>
                </c:pt>
                <c:pt idx="555">
                  <c:v>1.5416666666666667</c:v>
                </c:pt>
                <c:pt idx="556">
                  <c:v>1.5444444444444445</c:v>
                </c:pt>
                <c:pt idx="557">
                  <c:v>1.5472222222222221</c:v>
                </c:pt>
                <c:pt idx="558">
                  <c:v>1.55</c:v>
                </c:pt>
                <c:pt idx="559">
                  <c:v>1.5527777777777778</c:v>
                </c:pt>
                <c:pt idx="560">
                  <c:v>1.5555555555555556</c:v>
                </c:pt>
                <c:pt idx="561">
                  <c:v>1.5583333333333333</c:v>
                </c:pt>
                <c:pt idx="562">
                  <c:v>1.5611111111111111</c:v>
                </c:pt>
                <c:pt idx="563">
                  <c:v>1.5638888888888889</c:v>
                </c:pt>
                <c:pt idx="564">
                  <c:v>1.5666666666666667</c:v>
                </c:pt>
                <c:pt idx="565">
                  <c:v>1.5694444444444444</c:v>
                </c:pt>
                <c:pt idx="566">
                  <c:v>1.5722222222222222</c:v>
                </c:pt>
                <c:pt idx="567">
                  <c:v>1.575</c:v>
                </c:pt>
                <c:pt idx="568">
                  <c:v>1.5777777777777779</c:v>
                </c:pt>
                <c:pt idx="569">
                  <c:v>1.5805555555555555</c:v>
                </c:pt>
                <c:pt idx="570">
                  <c:v>1.5833333333333333</c:v>
                </c:pt>
                <c:pt idx="571">
                  <c:v>1.5861111111111112</c:v>
                </c:pt>
                <c:pt idx="572">
                  <c:v>1.5888888888888888</c:v>
                </c:pt>
                <c:pt idx="573">
                  <c:v>1.5916666666666666</c:v>
                </c:pt>
                <c:pt idx="574">
                  <c:v>1.5944444444444446</c:v>
                </c:pt>
                <c:pt idx="575">
                  <c:v>1.5972222222222221</c:v>
                </c:pt>
                <c:pt idx="576">
                  <c:v>1.6</c:v>
                </c:pt>
                <c:pt idx="577">
                  <c:v>1.6027777777777779</c:v>
                </c:pt>
                <c:pt idx="578">
                  <c:v>1.6055555555555554</c:v>
                </c:pt>
                <c:pt idx="579">
                  <c:v>1.6083333333333334</c:v>
                </c:pt>
                <c:pt idx="580">
                  <c:v>1.6111111111111112</c:v>
                </c:pt>
                <c:pt idx="581">
                  <c:v>1.6138888888888887</c:v>
                </c:pt>
                <c:pt idx="582">
                  <c:v>1.6166666666666667</c:v>
                </c:pt>
                <c:pt idx="583">
                  <c:v>1.6194444444444445</c:v>
                </c:pt>
                <c:pt idx="584">
                  <c:v>1.6222222222222222</c:v>
                </c:pt>
                <c:pt idx="585">
                  <c:v>1.625</c:v>
                </c:pt>
                <c:pt idx="586">
                  <c:v>1.6277777777777778</c:v>
                </c:pt>
                <c:pt idx="587">
                  <c:v>1.6305555555555555</c:v>
                </c:pt>
                <c:pt idx="588">
                  <c:v>1.6333333333333333</c:v>
                </c:pt>
                <c:pt idx="589">
                  <c:v>1.6361111111111113</c:v>
                </c:pt>
                <c:pt idx="590">
                  <c:v>1.6388888888888888</c:v>
                </c:pt>
                <c:pt idx="591">
                  <c:v>1.6416666666666666</c:v>
                </c:pt>
                <c:pt idx="592">
                  <c:v>1.6444444444444446</c:v>
                </c:pt>
                <c:pt idx="593">
                  <c:v>1.6472222222222221</c:v>
                </c:pt>
                <c:pt idx="594">
                  <c:v>1.65</c:v>
                </c:pt>
                <c:pt idx="595">
                  <c:v>1.6527777777777779</c:v>
                </c:pt>
                <c:pt idx="596">
                  <c:v>1.6555555555555554</c:v>
                </c:pt>
                <c:pt idx="597">
                  <c:v>1.6583333333333334</c:v>
                </c:pt>
                <c:pt idx="598">
                  <c:v>1.6611111111111112</c:v>
                </c:pt>
                <c:pt idx="599">
                  <c:v>1.6638888888888888</c:v>
                </c:pt>
                <c:pt idx="600">
                  <c:v>1.6666666666666667</c:v>
                </c:pt>
                <c:pt idx="601">
                  <c:v>1.6694444444444445</c:v>
                </c:pt>
                <c:pt idx="602">
                  <c:v>1.6722222222222221</c:v>
                </c:pt>
                <c:pt idx="603">
                  <c:v>1.675</c:v>
                </c:pt>
                <c:pt idx="604">
                  <c:v>1.6777777777777778</c:v>
                </c:pt>
                <c:pt idx="605">
                  <c:v>1.6805555555555556</c:v>
                </c:pt>
                <c:pt idx="606">
                  <c:v>1.6833333333333333</c:v>
                </c:pt>
                <c:pt idx="607">
                  <c:v>1.6861111111111111</c:v>
                </c:pt>
                <c:pt idx="608">
                  <c:v>1.6888888888888889</c:v>
                </c:pt>
                <c:pt idx="609">
                  <c:v>1.6916666666666667</c:v>
                </c:pt>
                <c:pt idx="610">
                  <c:v>1.6944444444444444</c:v>
                </c:pt>
                <c:pt idx="611">
                  <c:v>1.6972222222222222</c:v>
                </c:pt>
                <c:pt idx="612">
                  <c:v>1.7</c:v>
                </c:pt>
                <c:pt idx="613">
                  <c:v>1.7027777777777779</c:v>
                </c:pt>
                <c:pt idx="614">
                  <c:v>1.7055555555555555</c:v>
                </c:pt>
                <c:pt idx="615">
                  <c:v>1.7083333333333333</c:v>
                </c:pt>
                <c:pt idx="616">
                  <c:v>1.7111111111111112</c:v>
                </c:pt>
                <c:pt idx="617">
                  <c:v>1.7138888888888888</c:v>
                </c:pt>
                <c:pt idx="618">
                  <c:v>1.7166666666666666</c:v>
                </c:pt>
                <c:pt idx="619">
                  <c:v>1.7194444444444446</c:v>
                </c:pt>
                <c:pt idx="620">
                  <c:v>1.7222222222222221</c:v>
                </c:pt>
                <c:pt idx="621">
                  <c:v>1.7250000000000001</c:v>
                </c:pt>
                <c:pt idx="622">
                  <c:v>1.7277777777777779</c:v>
                </c:pt>
                <c:pt idx="623">
                  <c:v>1.7305555555555554</c:v>
                </c:pt>
                <c:pt idx="624">
                  <c:v>1.7333333333333334</c:v>
                </c:pt>
                <c:pt idx="625">
                  <c:v>1.7361111111111112</c:v>
                </c:pt>
                <c:pt idx="626">
                  <c:v>1.7388888888888887</c:v>
                </c:pt>
                <c:pt idx="627">
                  <c:v>1.7416666666666667</c:v>
                </c:pt>
                <c:pt idx="628">
                  <c:v>1.7444444444444445</c:v>
                </c:pt>
                <c:pt idx="629">
                  <c:v>1.7472222222222222</c:v>
                </c:pt>
                <c:pt idx="630">
                  <c:v>1.75</c:v>
                </c:pt>
                <c:pt idx="631">
                  <c:v>1.7527777777777778</c:v>
                </c:pt>
                <c:pt idx="632">
                  <c:v>1.7555555555555555</c:v>
                </c:pt>
                <c:pt idx="633">
                  <c:v>1.7583333333333333</c:v>
                </c:pt>
                <c:pt idx="634">
                  <c:v>1.7611111111111113</c:v>
                </c:pt>
                <c:pt idx="635">
                  <c:v>1.7638888888888888</c:v>
                </c:pt>
                <c:pt idx="636">
                  <c:v>1.7666666666666666</c:v>
                </c:pt>
                <c:pt idx="637">
                  <c:v>1.7694444444444446</c:v>
                </c:pt>
                <c:pt idx="638">
                  <c:v>1.7722222222222221</c:v>
                </c:pt>
                <c:pt idx="639">
                  <c:v>1.7749999999999999</c:v>
                </c:pt>
                <c:pt idx="640">
                  <c:v>1.7777777777777779</c:v>
                </c:pt>
                <c:pt idx="641">
                  <c:v>1.7805555555555554</c:v>
                </c:pt>
                <c:pt idx="642">
                  <c:v>1.7833333333333334</c:v>
                </c:pt>
                <c:pt idx="643">
                  <c:v>1.7861111111111112</c:v>
                </c:pt>
                <c:pt idx="644">
                  <c:v>1.7888888888888888</c:v>
                </c:pt>
                <c:pt idx="645">
                  <c:v>1.7916666666666667</c:v>
                </c:pt>
                <c:pt idx="646">
                  <c:v>1.7944444444444445</c:v>
                </c:pt>
                <c:pt idx="647">
                  <c:v>1.7972222222222221</c:v>
                </c:pt>
                <c:pt idx="648">
                  <c:v>1.8</c:v>
                </c:pt>
                <c:pt idx="649">
                  <c:v>1.8027777777777778</c:v>
                </c:pt>
                <c:pt idx="650">
                  <c:v>1.8055555555555556</c:v>
                </c:pt>
                <c:pt idx="651">
                  <c:v>1.8083333333333333</c:v>
                </c:pt>
                <c:pt idx="652">
                  <c:v>1.8111111111111111</c:v>
                </c:pt>
                <c:pt idx="653">
                  <c:v>1.8138888888888889</c:v>
                </c:pt>
                <c:pt idx="654">
                  <c:v>1.8166666666666667</c:v>
                </c:pt>
                <c:pt idx="655">
                  <c:v>1.8194444444444444</c:v>
                </c:pt>
                <c:pt idx="656">
                  <c:v>1.8222222222222222</c:v>
                </c:pt>
                <c:pt idx="657">
                  <c:v>1.825</c:v>
                </c:pt>
                <c:pt idx="658">
                  <c:v>1.8277777777777779</c:v>
                </c:pt>
                <c:pt idx="659">
                  <c:v>1.8305555555555555</c:v>
                </c:pt>
                <c:pt idx="660">
                  <c:v>1.8333333333333333</c:v>
                </c:pt>
                <c:pt idx="661">
                  <c:v>1.8361111111111112</c:v>
                </c:pt>
                <c:pt idx="662">
                  <c:v>1.8388888888888888</c:v>
                </c:pt>
                <c:pt idx="663">
                  <c:v>1.8416666666666666</c:v>
                </c:pt>
                <c:pt idx="664">
                  <c:v>1.8444444444444446</c:v>
                </c:pt>
                <c:pt idx="665">
                  <c:v>1.8472222222222221</c:v>
                </c:pt>
                <c:pt idx="666">
                  <c:v>1.85</c:v>
                </c:pt>
                <c:pt idx="667">
                  <c:v>1.8527777777777779</c:v>
                </c:pt>
                <c:pt idx="668">
                  <c:v>1.8555555555555554</c:v>
                </c:pt>
                <c:pt idx="669">
                  <c:v>1.8583333333333334</c:v>
                </c:pt>
                <c:pt idx="670">
                  <c:v>1.8611111111111112</c:v>
                </c:pt>
                <c:pt idx="671">
                  <c:v>1.8638888888888887</c:v>
                </c:pt>
                <c:pt idx="672">
                  <c:v>1.8666666666666667</c:v>
                </c:pt>
                <c:pt idx="673">
                  <c:v>1.8694444444444445</c:v>
                </c:pt>
                <c:pt idx="674">
                  <c:v>1.8722222222222222</c:v>
                </c:pt>
                <c:pt idx="675">
                  <c:v>1.875</c:v>
                </c:pt>
                <c:pt idx="676">
                  <c:v>1.8777777777777778</c:v>
                </c:pt>
                <c:pt idx="677">
                  <c:v>1.8805555555555555</c:v>
                </c:pt>
                <c:pt idx="678">
                  <c:v>1.8833333333333333</c:v>
                </c:pt>
                <c:pt idx="679">
                  <c:v>1.8861111111111113</c:v>
                </c:pt>
                <c:pt idx="680">
                  <c:v>1.8888888888888888</c:v>
                </c:pt>
                <c:pt idx="681">
                  <c:v>1.8916666666666666</c:v>
                </c:pt>
                <c:pt idx="682">
                  <c:v>1.8944444444444446</c:v>
                </c:pt>
                <c:pt idx="683">
                  <c:v>1.8972222222222221</c:v>
                </c:pt>
                <c:pt idx="684">
                  <c:v>1.9</c:v>
                </c:pt>
                <c:pt idx="685">
                  <c:v>1.9027777777777779</c:v>
                </c:pt>
                <c:pt idx="686">
                  <c:v>1.9055555555555554</c:v>
                </c:pt>
                <c:pt idx="687">
                  <c:v>1.9083333333333334</c:v>
                </c:pt>
                <c:pt idx="688">
                  <c:v>1.9111111111111112</c:v>
                </c:pt>
                <c:pt idx="689">
                  <c:v>1.9138888888888888</c:v>
                </c:pt>
                <c:pt idx="690">
                  <c:v>1.9166666666666667</c:v>
                </c:pt>
                <c:pt idx="691">
                  <c:v>1.9194444444444445</c:v>
                </c:pt>
                <c:pt idx="692">
                  <c:v>1.9222222222222221</c:v>
                </c:pt>
                <c:pt idx="693">
                  <c:v>1.925</c:v>
                </c:pt>
                <c:pt idx="694">
                  <c:v>1.9277777777777778</c:v>
                </c:pt>
                <c:pt idx="695">
                  <c:v>1.9305555555555556</c:v>
                </c:pt>
                <c:pt idx="696">
                  <c:v>1.9333333333333333</c:v>
                </c:pt>
                <c:pt idx="697">
                  <c:v>1.9361111111111111</c:v>
                </c:pt>
                <c:pt idx="698">
                  <c:v>1.9388888888888889</c:v>
                </c:pt>
                <c:pt idx="699">
                  <c:v>1.9416666666666667</c:v>
                </c:pt>
                <c:pt idx="700">
                  <c:v>1.9444444444444444</c:v>
                </c:pt>
                <c:pt idx="701">
                  <c:v>1.9472222222222222</c:v>
                </c:pt>
                <c:pt idx="702">
                  <c:v>1.95</c:v>
                </c:pt>
                <c:pt idx="703">
                  <c:v>1.9527777777777779</c:v>
                </c:pt>
                <c:pt idx="704">
                  <c:v>1.9555555555555555</c:v>
                </c:pt>
                <c:pt idx="705">
                  <c:v>1.9583333333333333</c:v>
                </c:pt>
                <c:pt idx="706">
                  <c:v>1.9611111111111112</c:v>
                </c:pt>
                <c:pt idx="707">
                  <c:v>1.9638888888888888</c:v>
                </c:pt>
                <c:pt idx="708">
                  <c:v>1.9666666666666666</c:v>
                </c:pt>
                <c:pt idx="709">
                  <c:v>1.9694444444444446</c:v>
                </c:pt>
                <c:pt idx="710">
                  <c:v>1.9722222222222221</c:v>
                </c:pt>
                <c:pt idx="711">
                  <c:v>1.9750000000000001</c:v>
                </c:pt>
                <c:pt idx="712">
                  <c:v>1.9777777777777779</c:v>
                </c:pt>
                <c:pt idx="713">
                  <c:v>1.9805555555555554</c:v>
                </c:pt>
                <c:pt idx="714">
                  <c:v>1.9833333333333334</c:v>
                </c:pt>
                <c:pt idx="715">
                  <c:v>1.9861111111111112</c:v>
                </c:pt>
                <c:pt idx="716">
                  <c:v>1.9888888888888887</c:v>
                </c:pt>
                <c:pt idx="717">
                  <c:v>1.9916666666666667</c:v>
                </c:pt>
                <c:pt idx="718">
                  <c:v>1.9944444444444445</c:v>
                </c:pt>
                <c:pt idx="719">
                  <c:v>1.9972222222222222</c:v>
                </c:pt>
                <c:pt idx="720">
                  <c:v>2</c:v>
                </c:pt>
                <c:pt idx="721">
                  <c:v>2.0027777777777778</c:v>
                </c:pt>
                <c:pt idx="722">
                  <c:v>2.0055555555555555</c:v>
                </c:pt>
                <c:pt idx="723">
                  <c:v>2.0083333333333333</c:v>
                </c:pt>
                <c:pt idx="724">
                  <c:v>2.0111111111111111</c:v>
                </c:pt>
                <c:pt idx="725">
                  <c:v>2.0138888888888888</c:v>
                </c:pt>
                <c:pt idx="726">
                  <c:v>2.0166666666666666</c:v>
                </c:pt>
                <c:pt idx="727">
                  <c:v>2.0194444444444444</c:v>
                </c:pt>
                <c:pt idx="728">
                  <c:v>2.0222222222222221</c:v>
                </c:pt>
                <c:pt idx="729">
                  <c:v>2.0249999999999999</c:v>
                </c:pt>
                <c:pt idx="730">
                  <c:v>2.0277777777777777</c:v>
                </c:pt>
                <c:pt idx="731">
                  <c:v>2.0305555555555554</c:v>
                </c:pt>
                <c:pt idx="732">
                  <c:v>2.0333333333333332</c:v>
                </c:pt>
                <c:pt idx="733">
                  <c:v>2.036111111111111</c:v>
                </c:pt>
                <c:pt idx="734">
                  <c:v>2.0388888888888888</c:v>
                </c:pt>
                <c:pt idx="735">
                  <c:v>2.0416666666666665</c:v>
                </c:pt>
                <c:pt idx="736">
                  <c:v>2.0444444444444447</c:v>
                </c:pt>
                <c:pt idx="737">
                  <c:v>2.0472222222222221</c:v>
                </c:pt>
                <c:pt idx="738">
                  <c:v>2.0499999999999998</c:v>
                </c:pt>
                <c:pt idx="739">
                  <c:v>2.052777777777778</c:v>
                </c:pt>
                <c:pt idx="740">
                  <c:v>2.0555555555555554</c:v>
                </c:pt>
                <c:pt idx="741">
                  <c:v>2.0583333333333331</c:v>
                </c:pt>
                <c:pt idx="742">
                  <c:v>2.0611111111111113</c:v>
                </c:pt>
                <c:pt idx="743">
                  <c:v>2.0638888888888887</c:v>
                </c:pt>
                <c:pt idx="744">
                  <c:v>2.0666666666666669</c:v>
                </c:pt>
                <c:pt idx="745">
                  <c:v>2.0694444444444446</c:v>
                </c:pt>
                <c:pt idx="746">
                  <c:v>2.072222222222222</c:v>
                </c:pt>
                <c:pt idx="747">
                  <c:v>2.0750000000000002</c:v>
                </c:pt>
                <c:pt idx="748">
                  <c:v>2.0777777777777779</c:v>
                </c:pt>
                <c:pt idx="749">
                  <c:v>2.0805555555555553</c:v>
                </c:pt>
                <c:pt idx="750">
                  <c:v>2.0833333333333335</c:v>
                </c:pt>
                <c:pt idx="751">
                  <c:v>2.0861111111111112</c:v>
                </c:pt>
                <c:pt idx="752">
                  <c:v>2.088888888888889</c:v>
                </c:pt>
                <c:pt idx="753">
                  <c:v>2.0916666666666668</c:v>
                </c:pt>
                <c:pt idx="754">
                  <c:v>2.0944444444444446</c:v>
                </c:pt>
                <c:pt idx="755">
                  <c:v>2.0972222222222223</c:v>
                </c:pt>
                <c:pt idx="756">
                  <c:v>2.1</c:v>
                </c:pt>
                <c:pt idx="757">
                  <c:v>2.1027777777777779</c:v>
                </c:pt>
                <c:pt idx="758">
                  <c:v>2.1055555555555556</c:v>
                </c:pt>
                <c:pt idx="759">
                  <c:v>2.1083333333333334</c:v>
                </c:pt>
                <c:pt idx="760">
                  <c:v>2.1111111111111112</c:v>
                </c:pt>
                <c:pt idx="761">
                  <c:v>2.1138888888888889</c:v>
                </c:pt>
                <c:pt idx="762">
                  <c:v>2.1166666666666667</c:v>
                </c:pt>
                <c:pt idx="763">
                  <c:v>2.1194444444444445</c:v>
                </c:pt>
                <c:pt idx="764">
                  <c:v>2.1222222222222222</c:v>
                </c:pt>
                <c:pt idx="765">
                  <c:v>2.125</c:v>
                </c:pt>
                <c:pt idx="766">
                  <c:v>2.1277777777777778</c:v>
                </c:pt>
                <c:pt idx="767">
                  <c:v>2.1305555555555555</c:v>
                </c:pt>
                <c:pt idx="768">
                  <c:v>2.1333333333333333</c:v>
                </c:pt>
                <c:pt idx="769">
                  <c:v>2.1361111111111111</c:v>
                </c:pt>
                <c:pt idx="770">
                  <c:v>2.1388888888888888</c:v>
                </c:pt>
                <c:pt idx="771">
                  <c:v>2.1416666666666666</c:v>
                </c:pt>
                <c:pt idx="772">
                  <c:v>2.1444444444444444</c:v>
                </c:pt>
                <c:pt idx="773">
                  <c:v>2.1472222222222226</c:v>
                </c:pt>
                <c:pt idx="774">
                  <c:v>2.15</c:v>
                </c:pt>
                <c:pt idx="775">
                  <c:v>2.1527777777777777</c:v>
                </c:pt>
                <c:pt idx="776">
                  <c:v>2.1555555555555559</c:v>
                </c:pt>
                <c:pt idx="777">
                  <c:v>2.1583333333333332</c:v>
                </c:pt>
                <c:pt idx="778">
                  <c:v>2.161111111111111</c:v>
                </c:pt>
                <c:pt idx="779">
                  <c:v>2.1638888888888892</c:v>
                </c:pt>
                <c:pt idx="780">
                  <c:v>2.1666666666666665</c:v>
                </c:pt>
                <c:pt idx="781">
                  <c:v>2.1694444444444443</c:v>
                </c:pt>
                <c:pt idx="782">
                  <c:v>2.1722222222222225</c:v>
                </c:pt>
                <c:pt idx="783">
                  <c:v>2.1749999999999998</c:v>
                </c:pt>
                <c:pt idx="784">
                  <c:v>2.1777777777777776</c:v>
                </c:pt>
                <c:pt idx="785">
                  <c:v>2.1805555555555558</c:v>
                </c:pt>
                <c:pt idx="786">
                  <c:v>2.1833333333333331</c:v>
                </c:pt>
                <c:pt idx="787">
                  <c:v>2.1861111111111109</c:v>
                </c:pt>
                <c:pt idx="788">
                  <c:v>2.1888888888888891</c:v>
                </c:pt>
                <c:pt idx="789">
                  <c:v>2.1916666666666669</c:v>
                </c:pt>
                <c:pt idx="790">
                  <c:v>2.1944444444444442</c:v>
                </c:pt>
                <c:pt idx="791">
                  <c:v>2.1972222222222224</c:v>
                </c:pt>
                <c:pt idx="792">
                  <c:v>2.2000000000000002</c:v>
                </c:pt>
                <c:pt idx="793">
                  <c:v>2.2027777777777775</c:v>
                </c:pt>
                <c:pt idx="794">
                  <c:v>2.2055555555555557</c:v>
                </c:pt>
                <c:pt idx="795">
                  <c:v>2.2083333333333335</c:v>
                </c:pt>
                <c:pt idx="796">
                  <c:v>2.2111111111111108</c:v>
                </c:pt>
                <c:pt idx="797">
                  <c:v>2.213888888888889</c:v>
                </c:pt>
                <c:pt idx="798">
                  <c:v>2.2166666666666668</c:v>
                </c:pt>
                <c:pt idx="799">
                  <c:v>2.2194444444444441</c:v>
                </c:pt>
                <c:pt idx="800">
                  <c:v>2.2222222222222223</c:v>
                </c:pt>
                <c:pt idx="801">
                  <c:v>2.2250000000000001</c:v>
                </c:pt>
                <c:pt idx="802">
                  <c:v>2.2277777777777774</c:v>
                </c:pt>
                <c:pt idx="803">
                  <c:v>2.2305555555555556</c:v>
                </c:pt>
                <c:pt idx="804">
                  <c:v>2.2333333333333334</c:v>
                </c:pt>
                <c:pt idx="805">
                  <c:v>2.2361111111111112</c:v>
                </c:pt>
                <c:pt idx="806">
                  <c:v>2.2388888888888889</c:v>
                </c:pt>
                <c:pt idx="807">
                  <c:v>2.2416666666666667</c:v>
                </c:pt>
                <c:pt idx="808">
                  <c:v>2.2444444444444445</c:v>
                </c:pt>
                <c:pt idx="809">
                  <c:v>2.2472222222222222</c:v>
                </c:pt>
                <c:pt idx="810">
                  <c:v>2.25</c:v>
                </c:pt>
                <c:pt idx="811">
                  <c:v>2.2527777777777778</c:v>
                </c:pt>
                <c:pt idx="812">
                  <c:v>2.2555555555555555</c:v>
                </c:pt>
                <c:pt idx="813">
                  <c:v>2.2583333333333333</c:v>
                </c:pt>
                <c:pt idx="814">
                  <c:v>2.2611111111111111</c:v>
                </c:pt>
                <c:pt idx="815">
                  <c:v>2.2638888888888888</c:v>
                </c:pt>
                <c:pt idx="816">
                  <c:v>2.2666666666666666</c:v>
                </c:pt>
                <c:pt idx="817">
                  <c:v>2.2694444444444444</c:v>
                </c:pt>
                <c:pt idx="818">
                  <c:v>2.2722222222222226</c:v>
                </c:pt>
                <c:pt idx="819">
                  <c:v>2.2749999999999999</c:v>
                </c:pt>
                <c:pt idx="820">
                  <c:v>2.2777777777777777</c:v>
                </c:pt>
                <c:pt idx="821">
                  <c:v>2.2805555555555559</c:v>
                </c:pt>
                <c:pt idx="822">
                  <c:v>2.2833333333333332</c:v>
                </c:pt>
                <c:pt idx="823">
                  <c:v>2.286111111111111</c:v>
                </c:pt>
                <c:pt idx="824">
                  <c:v>2.2888888888888892</c:v>
                </c:pt>
                <c:pt idx="825">
                  <c:v>2.2916666666666665</c:v>
                </c:pt>
                <c:pt idx="826">
                  <c:v>2.2944444444444443</c:v>
                </c:pt>
                <c:pt idx="827">
                  <c:v>2.2972222222222225</c:v>
                </c:pt>
                <c:pt idx="828">
                  <c:v>2.2999999999999998</c:v>
                </c:pt>
                <c:pt idx="829">
                  <c:v>2.3027777777777776</c:v>
                </c:pt>
                <c:pt idx="830">
                  <c:v>2.3055555555555558</c:v>
                </c:pt>
                <c:pt idx="831">
                  <c:v>2.3083333333333331</c:v>
                </c:pt>
                <c:pt idx="832">
                  <c:v>2.3111111111111109</c:v>
                </c:pt>
                <c:pt idx="833">
                  <c:v>2.3138888888888891</c:v>
                </c:pt>
                <c:pt idx="834">
                  <c:v>2.3166666666666669</c:v>
                </c:pt>
                <c:pt idx="835">
                  <c:v>2.3194444444444442</c:v>
                </c:pt>
                <c:pt idx="836">
                  <c:v>2.3222222222222224</c:v>
                </c:pt>
                <c:pt idx="837">
                  <c:v>2.3250000000000002</c:v>
                </c:pt>
                <c:pt idx="838">
                  <c:v>2.3277777777777775</c:v>
                </c:pt>
                <c:pt idx="839">
                  <c:v>2.3305555555555557</c:v>
                </c:pt>
                <c:pt idx="840">
                  <c:v>2.3333333333333335</c:v>
                </c:pt>
                <c:pt idx="841">
                  <c:v>2.3361111111111108</c:v>
                </c:pt>
                <c:pt idx="842">
                  <c:v>2.338888888888889</c:v>
                </c:pt>
                <c:pt idx="843">
                  <c:v>2.3416666666666668</c:v>
                </c:pt>
                <c:pt idx="844">
                  <c:v>2.3444444444444441</c:v>
                </c:pt>
                <c:pt idx="845">
                  <c:v>2.3472222222222223</c:v>
                </c:pt>
                <c:pt idx="846">
                  <c:v>2.35</c:v>
                </c:pt>
                <c:pt idx="847">
                  <c:v>2.3527777777777774</c:v>
                </c:pt>
                <c:pt idx="848">
                  <c:v>2.3555555555555556</c:v>
                </c:pt>
                <c:pt idx="849">
                  <c:v>2.3583333333333334</c:v>
                </c:pt>
                <c:pt idx="850">
                  <c:v>2.3611111111111112</c:v>
                </c:pt>
                <c:pt idx="851">
                  <c:v>2.3638888888888889</c:v>
                </c:pt>
                <c:pt idx="852">
                  <c:v>2.3666666666666667</c:v>
                </c:pt>
                <c:pt idx="853">
                  <c:v>2.3694444444444445</c:v>
                </c:pt>
                <c:pt idx="854">
                  <c:v>2.3722222222222222</c:v>
                </c:pt>
                <c:pt idx="855">
                  <c:v>2.375</c:v>
                </c:pt>
                <c:pt idx="856">
                  <c:v>2.3777777777777778</c:v>
                </c:pt>
                <c:pt idx="857">
                  <c:v>2.3805555555555555</c:v>
                </c:pt>
                <c:pt idx="858">
                  <c:v>2.3833333333333333</c:v>
                </c:pt>
                <c:pt idx="859">
                  <c:v>2.3861111111111111</c:v>
                </c:pt>
                <c:pt idx="860">
                  <c:v>2.3888888888888888</c:v>
                </c:pt>
                <c:pt idx="861">
                  <c:v>2.3916666666666666</c:v>
                </c:pt>
                <c:pt idx="862">
                  <c:v>2.3944444444444444</c:v>
                </c:pt>
                <c:pt idx="863">
                  <c:v>2.3972222222222226</c:v>
                </c:pt>
                <c:pt idx="864">
                  <c:v>2.4</c:v>
                </c:pt>
                <c:pt idx="865">
                  <c:v>2.4027777777777777</c:v>
                </c:pt>
                <c:pt idx="866">
                  <c:v>2.4055555555555559</c:v>
                </c:pt>
                <c:pt idx="867">
                  <c:v>2.4083333333333332</c:v>
                </c:pt>
                <c:pt idx="868">
                  <c:v>2.411111111111111</c:v>
                </c:pt>
                <c:pt idx="869">
                  <c:v>2.4138888888888892</c:v>
                </c:pt>
                <c:pt idx="870">
                  <c:v>2.4166666666666665</c:v>
                </c:pt>
                <c:pt idx="871">
                  <c:v>2.4194444444444443</c:v>
                </c:pt>
                <c:pt idx="872">
                  <c:v>2.4222222222222225</c:v>
                </c:pt>
                <c:pt idx="873">
                  <c:v>2.4249999999999998</c:v>
                </c:pt>
                <c:pt idx="874">
                  <c:v>2.4277777777777776</c:v>
                </c:pt>
                <c:pt idx="875">
                  <c:v>2.4305555555555558</c:v>
                </c:pt>
                <c:pt idx="876">
                  <c:v>2.4333333333333331</c:v>
                </c:pt>
                <c:pt idx="877">
                  <c:v>2.4361111111111109</c:v>
                </c:pt>
                <c:pt idx="878">
                  <c:v>2.4388888888888891</c:v>
                </c:pt>
                <c:pt idx="879">
                  <c:v>2.4416666666666669</c:v>
                </c:pt>
                <c:pt idx="880">
                  <c:v>2.4444444444444442</c:v>
                </c:pt>
                <c:pt idx="881">
                  <c:v>2.4472222222222224</c:v>
                </c:pt>
                <c:pt idx="882">
                  <c:v>2.4500000000000002</c:v>
                </c:pt>
                <c:pt idx="883">
                  <c:v>2.4527777777777775</c:v>
                </c:pt>
                <c:pt idx="884">
                  <c:v>2.4555555555555557</c:v>
                </c:pt>
                <c:pt idx="885">
                  <c:v>2.4583333333333335</c:v>
                </c:pt>
                <c:pt idx="886">
                  <c:v>2.4611111111111108</c:v>
                </c:pt>
                <c:pt idx="887">
                  <c:v>2.463888888888889</c:v>
                </c:pt>
                <c:pt idx="888">
                  <c:v>2.4666666666666668</c:v>
                </c:pt>
                <c:pt idx="889">
                  <c:v>2.4694444444444441</c:v>
                </c:pt>
                <c:pt idx="890">
                  <c:v>2.4722222222222223</c:v>
                </c:pt>
                <c:pt idx="891">
                  <c:v>2.4750000000000001</c:v>
                </c:pt>
                <c:pt idx="892">
                  <c:v>2.4777777777777774</c:v>
                </c:pt>
                <c:pt idx="893">
                  <c:v>2.4805555555555556</c:v>
                </c:pt>
                <c:pt idx="894">
                  <c:v>2.4833333333333334</c:v>
                </c:pt>
                <c:pt idx="895">
                  <c:v>2.4861111111111112</c:v>
                </c:pt>
                <c:pt idx="896">
                  <c:v>2.4888888888888889</c:v>
                </c:pt>
                <c:pt idx="897">
                  <c:v>2.4916666666666667</c:v>
                </c:pt>
                <c:pt idx="898">
                  <c:v>2.4944444444444445</c:v>
                </c:pt>
                <c:pt idx="899">
                  <c:v>2.4972222222222222</c:v>
                </c:pt>
                <c:pt idx="900">
                  <c:v>2.5</c:v>
                </c:pt>
                <c:pt idx="901">
                  <c:v>2.5027777777777778</c:v>
                </c:pt>
                <c:pt idx="902">
                  <c:v>2.5055555555555555</c:v>
                </c:pt>
                <c:pt idx="903">
                  <c:v>2.5083333333333333</c:v>
                </c:pt>
                <c:pt idx="904">
                  <c:v>2.5111111111111111</c:v>
                </c:pt>
                <c:pt idx="905">
                  <c:v>2.5138888888888888</c:v>
                </c:pt>
                <c:pt idx="906">
                  <c:v>2.5166666666666666</c:v>
                </c:pt>
                <c:pt idx="907">
                  <c:v>2.5194444444444444</c:v>
                </c:pt>
                <c:pt idx="908">
                  <c:v>2.5222222222222226</c:v>
                </c:pt>
                <c:pt idx="909">
                  <c:v>2.5249999999999999</c:v>
                </c:pt>
                <c:pt idx="910">
                  <c:v>2.5277777777777777</c:v>
                </c:pt>
                <c:pt idx="911">
                  <c:v>2.5305555555555559</c:v>
                </c:pt>
                <c:pt idx="912">
                  <c:v>2.5333333333333332</c:v>
                </c:pt>
                <c:pt idx="913">
                  <c:v>2.536111111111111</c:v>
                </c:pt>
                <c:pt idx="914">
                  <c:v>2.5388888888888892</c:v>
                </c:pt>
                <c:pt idx="915">
                  <c:v>2.5416666666666665</c:v>
                </c:pt>
                <c:pt idx="916">
                  <c:v>2.5444444444444443</c:v>
                </c:pt>
                <c:pt idx="917">
                  <c:v>2.5472222222222225</c:v>
                </c:pt>
                <c:pt idx="918">
                  <c:v>2.5499999999999998</c:v>
                </c:pt>
                <c:pt idx="919">
                  <c:v>2.5527777777777776</c:v>
                </c:pt>
                <c:pt idx="920">
                  <c:v>2.5555555555555558</c:v>
                </c:pt>
                <c:pt idx="921">
                  <c:v>2.5583333333333331</c:v>
                </c:pt>
                <c:pt idx="922">
                  <c:v>2.5611111111111109</c:v>
                </c:pt>
                <c:pt idx="923">
                  <c:v>2.5638888888888891</c:v>
                </c:pt>
                <c:pt idx="924">
                  <c:v>2.5666666666666669</c:v>
                </c:pt>
                <c:pt idx="925">
                  <c:v>2.5694444444444442</c:v>
                </c:pt>
                <c:pt idx="926">
                  <c:v>2.5722222222222224</c:v>
                </c:pt>
                <c:pt idx="927">
                  <c:v>2.5750000000000002</c:v>
                </c:pt>
                <c:pt idx="928">
                  <c:v>2.5777777777777775</c:v>
                </c:pt>
                <c:pt idx="929">
                  <c:v>2.5805555555555557</c:v>
                </c:pt>
                <c:pt idx="930">
                  <c:v>2.5833333333333335</c:v>
                </c:pt>
                <c:pt idx="931">
                  <c:v>2.5861111111111108</c:v>
                </c:pt>
                <c:pt idx="932">
                  <c:v>2.588888888888889</c:v>
                </c:pt>
                <c:pt idx="933">
                  <c:v>2.5916666666666668</c:v>
                </c:pt>
                <c:pt idx="934">
                  <c:v>2.5944444444444441</c:v>
                </c:pt>
                <c:pt idx="935">
                  <c:v>2.5972222222222223</c:v>
                </c:pt>
                <c:pt idx="936">
                  <c:v>2.6</c:v>
                </c:pt>
                <c:pt idx="937">
                  <c:v>2.6027777777777774</c:v>
                </c:pt>
                <c:pt idx="938">
                  <c:v>2.6055555555555556</c:v>
                </c:pt>
                <c:pt idx="939">
                  <c:v>2.6083333333333334</c:v>
                </c:pt>
                <c:pt idx="940">
                  <c:v>2.6111111111111112</c:v>
                </c:pt>
                <c:pt idx="941">
                  <c:v>2.6138888888888889</c:v>
                </c:pt>
                <c:pt idx="942">
                  <c:v>2.6166666666666667</c:v>
                </c:pt>
                <c:pt idx="943">
                  <c:v>2.6194444444444445</c:v>
                </c:pt>
                <c:pt idx="944">
                  <c:v>2.6222222222222222</c:v>
                </c:pt>
                <c:pt idx="945">
                  <c:v>2.625</c:v>
                </c:pt>
                <c:pt idx="946">
                  <c:v>2.6277777777777778</c:v>
                </c:pt>
                <c:pt idx="947">
                  <c:v>2.6305555555555555</c:v>
                </c:pt>
                <c:pt idx="948">
                  <c:v>2.6333333333333333</c:v>
                </c:pt>
                <c:pt idx="949">
                  <c:v>2.6361111111111111</c:v>
                </c:pt>
                <c:pt idx="950">
                  <c:v>2.6388888888888888</c:v>
                </c:pt>
                <c:pt idx="951">
                  <c:v>2.6416666666666666</c:v>
                </c:pt>
                <c:pt idx="952">
                  <c:v>2.6444444444444444</c:v>
                </c:pt>
                <c:pt idx="953">
                  <c:v>2.6472222222222226</c:v>
                </c:pt>
                <c:pt idx="954">
                  <c:v>2.65</c:v>
                </c:pt>
                <c:pt idx="955">
                  <c:v>2.6527777777777777</c:v>
                </c:pt>
                <c:pt idx="956">
                  <c:v>2.6555555555555559</c:v>
                </c:pt>
                <c:pt idx="957">
                  <c:v>2.6583333333333332</c:v>
                </c:pt>
                <c:pt idx="958">
                  <c:v>2.661111111111111</c:v>
                </c:pt>
                <c:pt idx="959">
                  <c:v>2.6638888888888892</c:v>
                </c:pt>
                <c:pt idx="960">
                  <c:v>2.6666666666666665</c:v>
                </c:pt>
                <c:pt idx="961">
                  <c:v>2.6694444444444443</c:v>
                </c:pt>
                <c:pt idx="962">
                  <c:v>2.6722222222222225</c:v>
                </c:pt>
                <c:pt idx="963">
                  <c:v>2.6749999999999998</c:v>
                </c:pt>
                <c:pt idx="964">
                  <c:v>2.6777777777777776</c:v>
                </c:pt>
                <c:pt idx="965">
                  <c:v>2.6805555555555558</c:v>
                </c:pt>
                <c:pt idx="966">
                  <c:v>2.6833333333333331</c:v>
                </c:pt>
                <c:pt idx="967">
                  <c:v>2.6861111111111109</c:v>
                </c:pt>
                <c:pt idx="968">
                  <c:v>2.6888888888888891</c:v>
                </c:pt>
                <c:pt idx="969">
                  <c:v>2.6916666666666669</c:v>
                </c:pt>
                <c:pt idx="970">
                  <c:v>2.6944444444444442</c:v>
                </c:pt>
                <c:pt idx="971">
                  <c:v>2.6972222222222224</c:v>
                </c:pt>
                <c:pt idx="972">
                  <c:v>2.7</c:v>
                </c:pt>
                <c:pt idx="973">
                  <c:v>2.7027777777777775</c:v>
                </c:pt>
                <c:pt idx="974">
                  <c:v>2.7055555555555557</c:v>
                </c:pt>
                <c:pt idx="975">
                  <c:v>2.7083333333333335</c:v>
                </c:pt>
                <c:pt idx="976">
                  <c:v>2.7111111111111108</c:v>
                </c:pt>
                <c:pt idx="977">
                  <c:v>2.713888888888889</c:v>
                </c:pt>
                <c:pt idx="978">
                  <c:v>2.7166666666666668</c:v>
                </c:pt>
                <c:pt idx="979">
                  <c:v>2.7194444444444441</c:v>
                </c:pt>
                <c:pt idx="980">
                  <c:v>2.7222222222222223</c:v>
                </c:pt>
                <c:pt idx="981">
                  <c:v>2.7250000000000001</c:v>
                </c:pt>
                <c:pt idx="982">
                  <c:v>2.7277777777777774</c:v>
                </c:pt>
                <c:pt idx="983">
                  <c:v>2.7305555555555556</c:v>
                </c:pt>
                <c:pt idx="984">
                  <c:v>2.7333333333333334</c:v>
                </c:pt>
                <c:pt idx="985">
                  <c:v>2.7361111111111112</c:v>
                </c:pt>
                <c:pt idx="986">
                  <c:v>2.7388888888888889</c:v>
                </c:pt>
                <c:pt idx="987">
                  <c:v>2.7416666666666667</c:v>
                </c:pt>
                <c:pt idx="988">
                  <c:v>2.7444444444444445</c:v>
                </c:pt>
                <c:pt idx="989">
                  <c:v>2.7472222222222222</c:v>
                </c:pt>
                <c:pt idx="990">
                  <c:v>2.75</c:v>
                </c:pt>
                <c:pt idx="991">
                  <c:v>2.7527777777777778</c:v>
                </c:pt>
                <c:pt idx="992">
                  <c:v>2.7555555555555555</c:v>
                </c:pt>
                <c:pt idx="993">
                  <c:v>2.7583333333333333</c:v>
                </c:pt>
                <c:pt idx="994">
                  <c:v>2.7611111111111111</c:v>
                </c:pt>
                <c:pt idx="995">
                  <c:v>2.7638888888888888</c:v>
                </c:pt>
                <c:pt idx="996">
                  <c:v>2.7666666666666666</c:v>
                </c:pt>
                <c:pt idx="997">
                  <c:v>2.7694444444444444</c:v>
                </c:pt>
                <c:pt idx="998">
                  <c:v>2.7722222222222226</c:v>
                </c:pt>
                <c:pt idx="999">
                  <c:v>2.7749999999999999</c:v>
                </c:pt>
                <c:pt idx="1000">
                  <c:v>2.7777777777777777</c:v>
                </c:pt>
                <c:pt idx="1001">
                  <c:v>2.7805555555555559</c:v>
                </c:pt>
                <c:pt idx="1002">
                  <c:v>2.7833333333333332</c:v>
                </c:pt>
                <c:pt idx="1003">
                  <c:v>2.786111111111111</c:v>
                </c:pt>
                <c:pt idx="1004">
                  <c:v>2.7888888888888892</c:v>
                </c:pt>
                <c:pt idx="1005">
                  <c:v>2.7916666666666665</c:v>
                </c:pt>
                <c:pt idx="1006">
                  <c:v>2.7944444444444443</c:v>
                </c:pt>
                <c:pt idx="1007">
                  <c:v>2.7972222222222225</c:v>
                </c:pt>
                <c:pt idx="1008">
                  <c:v>2.8</c:v>
                </c:pt>
                <c:pt idx="1009">
                  <c:v>2.8027777777777776</c:v>
                </c:pt>
                <c:pt idx="1010">
                  <c:v>2.8055555555555558</c:v>
                </c:pt>
                <c:pt idx="1011">
                  <c:v>2.8083333333333331</c:v>
                </c:pt>
                <c:pt idx="1012">
                  <c:v>2.8111111111111109</c:v>
                </c:pt>
                <c:pt idx="1013">
                  <c:v>2.8138888888888891</c:v>
                </c:pt>
                <c:pt idx="1014">
                  <c:v>2.8166666666666669</c:v>
                </c:pt>
                <c:pt idx="1015">
                  <c:v>2.8194444444444442</c:v>
                </c:pt>
                <c:pt idx="1016">
                  <c:v>2.8222222222222224</c:v>
                </c:pt>
                <c:pt idx="1017">
                  <c:v>2.8250000000000002</c:v>
                </c:pt>
                <c:pt idx="1018">
                  <c:v>2.8277777777777775</c:v>
                </c:pt>
                <c:pt idx="1019">
                  <c:v>2.8305555555555557</c:v>
                </c:pt>
                <c:pt idx="1020">
                  <c:v>2.8333333333333335</c:v>
                </c:pt>
                <c:pt idx="1021">
                  <c:v>2.8361111111111108</c:v>
                </c:pt>
                <c:pt idx="1022">
                  <c:v>2.838888888888889</c:v>
                </c:pt>
                <c:pt idx="1023">
                  <c:v>2.8416666666666668</c:v>
                </c:pt>
                <c:pt idx="1024">
                  <c:v>2.8444444444444441</c:v>
                </c:pt>
                <c:pt idx="1025">
                  <c:v>2.8472222222222223</c:v>
                </c:pt>
                <c:pt idx="1026">
                  <c:v>2.85</c:v>
                </c:pt>
                <c:pt idx="1027">
                  <c:v>2.8527777777777774</c:v>
                </c:pt>
                <c:pt idx="1028">
                  <c:v>2.8555555555555556</c:v>
                </c:pt>
                <c:pt idx="1029">
                  <c:v>2.8583333333333334</c:v>
                </c:pt>
                <c:pt idx="1030">
                  <c:v>2.8611111111111112</c:v>
                </c:pt>
                <c:pt idx="1031">
                  <c:v>2.8638888888888889</c:v>
                </c:pt>
                <c:pt idx="1032">
                  <c:v>2.8666666666666667</c:v>
                </c:pt>
                <c:pt idx="1033">
                  <c:v>2.8694444444444445</c:v>
                </c:pt>
                <c:pt idx="1034">
                  <c:v>2.8722222222222222</c:v>
                </c:pt>
                <c:pt idx="1035">
                  <c:v>2.875</c:v>
                </c:pt>
                <c:pt idx="1036">
                  <c:v>2.8777777777777778</c:v>
                </c:pt>
                <c:pt idx="1037">
                  <c:v>2.8805555555555555</c:v>
                </c:pt>
                <c:pt idx="1038">
                  <c:v>2.8833333333333333</c:v>
                </c:pt>
                <c:pt idx="1039">
                  <c:v>2.8861111111111111</c:v>
                </c:pt>
                <c:pt idx="1040">
                  <c:v>2.8888888888888888</c:v>
                </c:pt>
                <c:pt idx="1041">
                  <c:v>2.8916666666666666</c:v>
                </c:pt>
                <c:pt idx="1042">
                  <c:v>2.8944444444444444</c:v>
                </c:pt>
                <c:pt idx="1043">
                  <c:v>2.8972222222222226</c:v>
                </c:pt>
                <c:pt idx="1044">
                  <c:v>2.9</c:v>
                </c:pt>
                <c:pt idx="1045">
                  <c:v>2.9027777777777777</c:v>
                </c:pt>
                <c:pt idx="1046">
                  <c:v>2.9055555555555559</c:v>
                </c:pt>
                <c:pt idx="1047">
                  <c:v>2.9083333333333332</c:v>
                </c:pt>
                <c:pt idx="1048">
                  <c:v>2.911111111111111</c:v>
                </c:pt>
                <c:pt idx="1049">
                  <c:v>2.9138888888888892</c:v>
                </c:pt>
                <c:pt idx="1050">
                  <c:v>2.9166666666666665</c:v>
                </c:pt>
                <c:pt idx="1051">
                  <c:v>2.9194444444444443</c:v>
                </c:pt>
                <c:pt idx="1052">
                  <c:v>2.9222222222222225</c:v>
                </c:pt>
                <c:pt idx="1053">
                  <c:v>2.9249999999999998</c:v>
                </c:pt>
                <c:pt idx="1054">
                  <c:v>2.9277777777777776</c:v>
                </c:pt>
                <c:pt idx="1055">
                  <c:v>2.9305555555555558</c:v>
                </c:pt>
                <c:pt idx="1056">
                  <c:v>2.9333333333333331</c:v>
                </c:pt>
                <c:pt idx="1057">
                  <c:v>2.9361111111111109</c:v>
                </c:pt>
                <c:pt idx="1058">
                  <c:v>2.9388888888888891</c:v>
                </c:pt>
                <c:pt idx="1059">
                  <c:v>2.9416666666666669</c:v>
                </c:pt>
                <c:pt idx="1060">
                  <c:v>2.9444444444444442</c:v>
                </c:pt>
                <c:pt idx="1061">
                  <c:v>2.9472222222222224</c:v>
                </c:pt>
                <c:pt idx="1062">
                  <c:v>2.95</c:v>
                </c:pt>
                <c:pt idx="1063">
                  <c:v>2.9527777777777775</c:v>
                </c:pt>
                <c:pt idx="1064">
                  <c:v>2.9555555555555557</c:v>
                </c:pt>
                <c:pt idx="1065">
                  <c:v>2.9583333333333335</c:v>
                </c:pt>
                <c:pt idx="1066">
                  <c:v>2.9611111111111108</c:v>
                </c:pt>
                <c:pt idx="1067">
                  <c:v>2.963888888888889</c:v>
                </c:pt>
                <c:pt idx="1068">
                  <c:v>2.9666666666666668</c:v>
                </c:pt>
                <c:pt idx="1069">
                  <c:v>2.9694444444444441</c:v>
                </c:pt>
                <c:pt idx="1070">
                  <c:v>2.9722222222222223</c:v>
                </c:pt>
                <c:pt idx="1071">
                  <c:v>2.9750000000000001</c:v>
                </c:pt>
                <c:pt idx="1072">
                  <c:v>2.9777777777777774</c:v>
                </c:pt>
                <c:pt idx="1073">
                  <c:v>2.9805555555555556</c:v>
                </c:pt>
                <c:pt idx="1074">
                  <c:v>2.9833333333333334</c:v>
                </c:pt>
                <c:pt idx="1075">
                  <c:v>2.9861111111111112</c:v>
                </c:pt>
                <c:pt idx="1076">
                  <c:v>2.9888888888888889</c:v>
                </c:pt>
                <c:pt idx="1077">
                  <c:v>2.9916666666666667</c:v>
                </c:pt>
                <c:pt idx="1078">
                  <c:v>2.9944444444444445</c:v>
                </c:pt>
                <c:pt idx="1079">
                  <c:v>2.9972222222222222</c:v>
                </c:pt>
                <c:pt idx="1080">
                  <c:v>3</c:v>
                </c:pt>
              </c:numCache>
            </c:numRef>
          </c:xVal>
          <c:yVal>
            <c:numRef>
              <c:f>Sheet1!$Q$4:$Q$1084</c:f>
              <c:numCache>
                <c:formatCode>0.00</c:formatCode>
                <c:ptCount val="1081"/>
                <c:pt idx="0">
                  <c:v>0</c:v>
                </c:pt>
                <c:pt idx="1">
                  <c:v>9.3084714138079844E-138</c:v>
                </c:pt>
                <c:pt idx="2">
                  <c:v>9.6033590550536901E-120</c:v>
                </c:pt>
                <c:pt idx="3">
                  <c:v>3.1596848489641562E-109</c:v>
                </c:pt>
                <c:pt idx="4">
                  <c:v>8.865699802317154E-102</c:v>
                </c:pt>
                <c:pt idx="5">
                  <c:v>5.1767698780411154E-96</c:v>
                </c:pt>
                <c:pt idx="6">
                  <c:v>2.6102294194797715E-91</c:v>
                </c:pt>
                <c:pt idx="7">
                  <c:v>2.4279017918297253E-87</c:v>
                </c:pt>
                <c:pt idx="8">
                  <c:v>6.553797099854422E-84</c:v>
                </c:pt>
                <c:pt idx="9">
                  <c:v>6.8768475422708349E-81</c:v>
                </c:pt>
                <c:pt idx="10">
                  <c:v>3.4243952618720798E-78</c:v>
                </c:pt>
                <c:pt idx="11">
                  <c:v>9.3301806916504585E-76</c:v>
                </c:pt>
                <c:pt idx="12">
                  <c:v>1.545072153714628E-73</c:v>
                </c:pt>
                <c:pt idx="13">
                  <c:v>1.6843029084238215E-71</c:v>
                </c:pt>
                <c:pt idx="14">
                  <c:v>1.2860156639796047E-69</c:v>
                </c:pt>
                <c:pt idx="15">
                  <c:v>7.2241161276507728E-68</c:v>
                </c:pt>
                <c:pt idx="16">
                  <c:v>3.106370063647589E-66</c:v>
                </c:pt>
                <c:pt idx="17">
                  <c:v>1.0561718135592647E-64</c:v>
                </c:pt>
                <c:pt idx="18">
                  <c:v>2.9167194263596102E-63</c:v>
                </c:pt>
                <c:pt idx="19">
                  <c:v>6.6912223649358486E-62</c:v>
                </c:pt>
                <c:pt idx="20">
                  <c:v>1.2996733177385932E-60</c:v>
                </c:pt>
                <c:pt idx="21">
                  <c:v>2.1723870475876782E-59</c:v>
                </c:pt>
                <c:pt idx="22">
                  <c:v>3.1687314011792037E-58</c:v>
                </c:pt>
                <c:pt idx="23">
                  <c:v>4.0826278788531968E-57</c:v>
                </c:pt>
                <c:pt idx="24">
                  <c:v>4.6955794804373616E-56</c:v>
                </c:pt>
                <c:pt idx="25">
                  <c:v>4.8658674169606923E-55</c:v>
                </c:pt>
                <c:pt idx="26">
                  <c:v>4.5804240549593508E-54</c:v>
                </c:pt>
                <c:pt idx="27">
                  <c:v>3.9452607842715034E-53</c:v>
                </c:pt>
                <c:pt idx="28">
                  <c:v>3.1295133188345688E-52</c:v>
                </c:pt>
                <c:pt idx="29">
                  <c:v>2.2994282103749985E-51</c:v>
                </c:pt>
                <c:pt idx="30">
                  <c:v>1.5731144559628076E-50</c:v>
                </c:pt>
                <c:pt idx="31">
                  <c:v>1.0067733858698164E-49</c:v>
                </c:pt>
                <c:pt idx="32">
                  <c:v>6.0530443105878766E-49</c:v>
                </c:pt>
                <c:pt idx="33">
                  <c:v>3.4320736912923124E-48</c:v>
                </c:pt>
                <c:pt idx="34">
                  <c:v>1.8416211400451749E-47</c:v>
                </c:pt>
                <c:pt idx="35">
                  <c:v>9.381947268339868E-47</c:v>
                </c:pt>
                <c:pt idx="36">
                  <c:v>4.5509852740747104E-46</c:v>
                </c:pt>
                <c:pt idx="37">
                  <c:v>2.1076761723631421E-45</c:v>
                </c:pt>
                <c:pt idx="38">
                  <c:v>9.3424610595705826E-45</c:v>
                </c:pt>
                <c:pt idx="39">
                  <c:v>3.9725281052802025E-44</c:v>
                </c:pt>
                <c:pt idx="40">
                  <c:v>1.6238095607516582E-43</c:v>
                </c:pt>
                <c:pt idx="41">
                  <c:v>6.3931085019125252E-43</c:v>
                </c:pt>
                <c:pt idx="42">
                  <c:v>2.4287519006347866E-42</c:v>
                </c:pt>
                <c:pt idx="43">
                  <c:v>8.9182187751464813E-42</c:v>
                </c:pt>
                <c:pt idx="44">
                  <c:v>3.1701253419134249E-41</c:v>
                </c:pt>
                <c:pt idx="45">
                  <c:v>1.0924755568685777E-40</c:v>
                </c:pt>
                <c:pt idx="46">
                  <c:v>3.6549030450107143E-40</c:v>
                </c:pt>
                <c:pt idx="47">
                  <c:v>1.188563785549122E-39</c:v>
                </c:pt>
                <c:pt idx="48">
                  <c:v>3.7615801285912334E-39</c:v>
                </c:pt>
                <c:pt idx="49">
                  <c:v>1.159860969606246E-38</c:v>
                </c:pt>
                <c:pt idx="50">
                  <c:v>3.4880801064703365E-38</c:v>
                </c:pt>
                <c:pt idx="51">
                  <c:v>1.0240986969912362E-37</c:v>
                </c:pt>
                <c:pt idx="52">
                  <c:v>2.9381700220332514E-37</c:v>
                </c:pt>
                <c:pt idx="53">
                  <c:v>8.2446749653152718E-37</c:v>
                </c:pt>
                <c:pt idx="54">
                  <c:v>2.2646026426197524E-36</c:v>
                </c:pt>
                <c:pt idx="55">
                  <c:v>6.0935846363900763E-36</c:v>
                </c:pt>
                <c:pt idx="56">
                  <c:v>1.6074525275758829E-35</c:v>
                </c:pt>
                <c:pt idx="57">
                  <c:v>4.1599961954268403E-35</c:v>
                </c:pt>
                <c:pt idx="58">
                  <c:v>1.0568814233339426E-34</c:v>
                </c:pt>
                <c:pt idx="59">
                  <c:v>2.6376210903086135E-34</c:v>
                </c:pt>
                <c:pt idx="60">
                  <c:v>6.4701118551339278E-34</c:v>
                </c:pt>
                <c:pt idx="61">
                  <c:v>1.5608886548312572E-33</c:v>
                </c:pt>
                <c:pt idx="62">
                  <c:v>3.7053415873008192E-33</c:v>
                </c:pt>
                <c:pt idx="63">
                  <c:v>8.6597410517006629E-33</c:v>
                </c:pt>
                <c:pt idx="64">
                  <c:v>1.9934963052904419E-32</c:v>
                </c:pt>
                <c:pt idx="65">
                  <c:v>4.522342516713977E-32</c:v>
                </c:pt>
                <c:pt idx="66">
                  <c:v>1.0114472634060568E-31</c:v>
                </c:pt>
                <c:pt idx="67">
                  <c:v>2.2312093993478906E-31</c:v>
                </c:pt>
                <c:pt idx="68">
                  <c:v>4.8565961215114286E-31</c:v>
                </c:pt>
                <c:pt idx="69">
                  <c:v>1.0434886464017196E-30</c:v>
                </c:pt>
                <c:pt idx="70">
                  <c:v>2.2139598581070024E-30</c:v>
                </c:pt>
                <c:pt idx="71">
                  <c:v>4.6401639125371249E-30</c:v>
                </c:pt>
                <c:pt idx="72">
                  <c:v>9.6100852985763254E-30</c:v>
                </c:pt>
                <c:pt idx="73">
                  <c:v>1.9674065882508578E-29</c:v>
                </c:pt>
                <c:pt idx="74">
                  <c:v>3.9826372880376115E-29</c:v>
                </c:pt>
                <c:pt idx="75">
                  <c:v>7.9742240318325333E-29</c:v>
                </c:pt>
                <c:pt idx="76">
                  <c:v>1.5796949278385458E-28</c:v>
                </c:pt>
                <c:pt idx="77">
                  <c:v>3.0970360080630773E-28</c:v>
                </c:pt>
                <c:pt idx="78">
                  <c:v>6.0106849276613914E-28</c:v>
                </c:pt>
                <c:pt idx="79">
                  <c:v>1.1550966836559126E-27</c:v>
                </c:pt>
                <c:pt idx="80">
                  <c:v>2.1985539978570668E-27</c:v>
                </c:pt>
                <c:pt idx="81">
                  <c:v>4.1455686118761998E-27</c:v>
                </c:pt>
                <c:pt idx="82">
                  <c:v>7.7456733013022148E-27</c:v>
                </c:pt>
                <c:pt idx="83">
                  <c:v>1.434361541799725E-26</c:v>
                </c:pt>
                <c:pt idx="84">
                  <c:v>2.6331482493855762E-26</c:v>
                </c:pt>
                <c:pt idx="85">
                  <c:v>4.7929041928315978E-26</c:v>
                </c:pt>
                <c:pt idx="86">
                  <c:v>8.6519766187795123E-26</c:v>
                </c:pt>
                <c:pt idx="87">
                  <c:v>1.5492035275040213E-25</c:v>
                </c:pt>
                <c:pt idx="88">
                  <c:v>2.7520651237553174E-25</c:v>
                </c:pt>
                <c:pt idx="89">
                  <c:v>4.8511402871669934E-25</c:v>
                </c:pt>
                <c:pt idx="90">
                  <c:v>8.4867040792561586E-25</c:v>
                </c:pt>
                <c:pt idx="91">
                  <c:v>1.4737271674686049E-24</c:v>
                </c:pt>
                <c:pt idx="92">
                  <c:v>2.5406699364416659E-24</c:v>
                </c:pt>
                <c:pt idx="93">
                  <c:v>4.3491118676529431E-24</c:v>
                </c:pt>
                <c:pt idx="94">
                  <c:v>7.3933274078704461E-24</c:v>
                </c:pt>
                <c:pt idx="95">
                  <c:v>1.2483319841597533E-23</c:v>
                </c:pt>
                <c:pt idx="96">
                  <c:v>2.093788550178289E-23</c:v>
                </c:pt>
                <c:pt idx="97">
                  <c:v>3.489056094025861E-23</c:v>
                </c:pt>
                <c:pt idx="98">
                  <c:v>5.7771480178215047E-23</c:v>
                </c:pt>
                <c:pt idx="99">
                  <c:v>9.5061724111940852E-23</c:v>
                </c:pt>
                <c:pt idx="100">
                  <c:v>1.5546730436797808E-22</c:v>
                </c:pt>
                <c:pt idx="101">
                  <c:v>2.5273567716203495E-22</c:v>
                </c:pt>
                <c:pt idx="102">
                  <c:v>4.0845055384745813E-22</c:v>
                </c:pt>
                <c:pt idx="103">
                  <c:v>6.563080383405863E-22</c:v>
                </c:pt>
                <c:pt idx="104">
                  <c:v>1.0486236701325967E-21</c:v>
                </c:pt>
                <c:pt idx="105">
                  <c:v>1.6661814707621344E-21</c:v>
                </c:pt>
                <c:pt idx="106">
                  <c:v>2.6330634810462702E-21</c:v>
                </c:pt>
                <c:pt idx="107">
                  <c:v>4.1388637758085881E-21</c:v>
                </c:pt>
                <c:pt idx="108">
                  <c:v>6.4717965801636033E-21</c:v>
                </c:pt>
                <c:pt idx="109">
                  <c:v>1.0067797297157508E-20</c:v>
                </c:pt>
                <c:pt idx="110">
                  <c:v>1.558298862308754E-20</c:v>
                </c:pt>
                <c:pt idx="111">
                  <c:v>2.4000120867048994E-20</c:v>
                </c:pt>
                <c:pt idx="112">
                  <c:v>3.6784183416369119E-20</c:v>
                </c:pt>
                <c:pt idx="113">
                  <c:v>5.6108857526608746E-20</c:v>
                </c:pt>
                <c:pt idx="114">
                  <c:v>8.5184573740534988E-20</c:v>
                </c:pt>
                <c:pt idx="115">
                  <c:v>1.2873165514390616E-19</c:v>
                </c:pt>
                <c:pt idx="116">
                  <c:v>1.9365973940453833E-19</c:v>
                </c:pt>
                <c:pt idx="117">
                  <c:v>2.900392355766779E-19</c:v>
                </c:pt>
                <c:pt idx="118">
                  <c:v>4.3248449580702876E-19</c:v>
                </c:pt>
                <c:pt idx="119">
                  <c:v>6.4211504504486069E-19</c:v>
                </c:pt>
                <c:pt idx="120">
                  <c:v>9.4932514136369198E-19</c:v>
                </c:pt>
                <c:pt idx="121">
                  <c:v>1.397679181308379E-18</c:v>
                </c:pt>
                <c:pt idx="122">
                  <c:v>2.0493690607077475E-18</c:v>
                </c:pt>
                <c:pt idx="123">
                  <c:v>2.9928302085779271E-18</c:v>
                </c:pt>
                <c:pt idx="124">
                  <c:v>4.3533297001199763E-18</c:v>
                </c:pt>
                <c:pt idx="125">
                  <c:v>6.307631132960752E-18</c:v>
                </c:pt>
                <c:pt idx="126">
                  <c:v>9.1042310786408271E-18</c:v>
                </c:pt>
                <c:pt idx="127">
                  <c:v>1.3091182585114018E-17</c:v>
                </c:pt>
                <c:pt idx="128">
                  <c:v>1.8754213647362909E-17</c:v>
                </c:pt>
                <c:pt idx="129">
                  <c:v>2.6768766276981766E-17</c:v>
                </c:pt>
                <c:pt idx="130">
                  <c:v>3.8070793941741068E-17</c:v>
                </c:pt>
                <c:pt idx="131">
                  <c:v>5.3952750812456565E-17</c:v>
                </c:pt>
                <c:pt idx="132">
                  <c:v>7.6193299868291274E-17</c:v>
                </c:pt>
                <c:pt idx="133">
                  <c:v>1.072320049376066E-16</c:v>
                </c:pt>
                <c:pt idx="134">
                  <c:v>1.5040384107306273E-16</c:v>
                </c:pt>
                <c:pt idx="135">
                  <c:v>2.1025299598422218E-16</c:v>
                </c:pt>
                <c:pt idx="136">
                  <c:v>2.9295144399355902E-16</c:v>
                </c:pt>
                <c:pt idx="137">
                  <c:v>4.0685553417247114E-16</c:v>
                </c:pt>
                <c:pt idx="138">
                  <c:v>5.6324382617176438E-16</c:v>
                </c:pt>
                <c:pt idx="139">
                  <c:v>7.7729223421664835E-16</c:v>
                </c:pt>
                <c:pt idx="140">
                  <c:v>1.0693589578160874E-15</c:v>
                </c:pt>
                <c:pt idx="141">
                  <c:v>1.4666726314048094E-15</c:v>
                </c:pt>
                <c:pt idx="142">
                  <c:v>2.0055437908939111E-15</c:v>
                </c:pt>
                <c:pt idx="143">
                  <c:v>2.7342535943480293E-15</c:v>
                </c:pt>
                <c:pt idx="144">
                  <c:v>3.7168165569586219E-15</c:v>
                </c:pt>
                <c:pt idx="145">
                  <c:v>5.0378681032806906E-15</c:v>
                </c:pt>
                <c:pt idx="146">
                  <c:v>6.8089957570986224E-15</c:v>
                </c:pt>
                <c:pt idx="147">
                  <c:v>9.176918165800721E-15</c:v>
                </c:pt>
                <c:pt idx="148">
                  <c:v>1.2334023039002037E-14</c:v>
                </c:pt>
                <c:pt idx="149">
                  <c:v>1.6531908538844704E-14</c:v>
                </c:pt>
                <c:pt idx="150">
                  <c:v>2.2098738870230322E-14</c:v>
                </c:pt>
                <c:pt idx="151">
                  <c:v>2.9461431295089365E-14</c:v>
                </c:pt>
                <c:pt idx="152">
                  <c:v>3.917394764580444E-14</c:v>
                </c:pt>
                <c:pt idx="153">
                  <c:v>5.1953279659859875E-14</c:v>
                </c:pt>
                <c:pt idx="154">
                  <c:v>6.8725107399847029E-14</c:v>
                </c:pt>
                <c:pt idx="155">
                  <c:v>9.0681589669207577E-14</c:v>
                </c:pt>
                <c:pt idx="156">
                  <c:v>1.1935433390936577E-13</c:v>
                </c:pt>
                <c:pt idx="157">
                  <c:v>1.5670631359892167E-13</c:v>
                </c:pt>
                <c:pt idx="158">
                  <c:v>2.0524738119526503E-13</c:v>
                </c:pt>
                <c:pt idx="159">
                  <c:v>2.6817909698234724E-13</c:v>
                </c:pt>
                <c:pt idx="160">
                  <c:v>3.4957589785526064E-13</c:v>
                </c:pt>
                <c:pt idx="161">
                  <c:v>4.5461121141605469E-13</c:v>
                </c:pt>
                <c:pt idx="162">
                  <c:v>5.8983903464090079E-13</c:v>
                </c:pt>
                <c:pt idx="163">
                  <c:v>7.6354380762450182E-13</c:v>
                </c:pt>
                <c:pt idx="164">
                  <c:v>9.8617419792437809E-13</c:v>
                </c:pt>
                <c:pt idx="165">
                  <c:v>1.27087975968677E-12</c:v>
                </c:pt>
                <c:pt idx="166">
                  <c:v>1.6341734495135108E-12</c:v>
                </c:pt>
                <c:pt idx="167">
                  <c:v>2.0967477914452079E-12</c:v>
                </c:pt>
                <c:pt idx="168">
                  <c:v>2.6844782308269584E-12</c:v>
                </c:pt>
                <c:pt idx="169">
                  <c:v>3.429654069490681E-12</c:v>
                </c:pt>
                <c:pt idx="170">
                  <c:v>4.3724855284716475E-12</c:v>
                </c:pt>
                <c:pt idx="171">
                  <c:v>5.5629451667561802E-12</c:v>
                </c:pt>
                <c:pt idx="172">
                  <c:v>7.0630133588188008E-12</c:v>
                </c:pt>
                <c:pt idx="173">
                  <c:v>8.949411104604003E-12</c:v>
                </c:pt>
                <c:pt idx="174">
                  <c:v>1.1316919464709688E-11</c:v>
                </c:pt>
                <c:pt idx="175">
                  <c:v>1.4282403785678663E-11</c:v>
                </c:pt>
                <c:pt idx="176">
                  <c:v>1.7989683070807961E-11</c:v>
                </c:pt>
                <c:pt idx="177">
                  <c:v>2.2615410894366537E-11</c:v>
                </c:pt>
                <c:pt idx="178">
                  <c:v>2.8376164762464479E-11</c:v>
                </c:pt>
                <c:pt idx="179">
                  <c:v>3.5536976489872127E-11</c:v>
                </c:pt>
                <c:pt idx="180">
                  <c:v>4.4421577784466621E-11</c:v>
                </c:pt>
                <c:pt idx="181">
                  <c:v>5.5424683715104867E-11</c:v>
                </c:pt>
                <c:pt idx="182">
                  <c:v>6.9026693112795735E-11</c:v>
                </c:pt>
                <c:pt idx="183">
                  <c:v>8.5811250384553885E-11</c:v>
                </c:pt>
                <c:pt idx="184">
                  <c:v>1.0648618902287818E-10</c:v>
                </c:pt>
                <c:pt idx="185">
                  <c:v>1.3190846476018979E-10</c:v>
                </c:pt>
                <c:pt idx="186">
                  <c:v>1.6311378752482807E-10</c:v>
                </c:pt>
                <c:pt idx="187">
                  <c:v>2.0135177799059512E-10</c:v>
                </c:pt>
                <c:pt idx="188">
                  <c:v>2.4812760869470781E-10</c:v>
                </c:pt>
                <c:pt idx="189">
                  <c:v>3.0525124380376761E-10</c:v>
                </c:pt>
                <c:pt idx="190">
                  <c:v>3.7489556829032074E-10</c:v>
                </c:pt>
                <c:pt idx="191">
                  <c:v>4.5966489950894361E-10</c:v>
                </c:pt>
                <c:pt idx="192">
                  <c:v>5.6267560523498291E-10</c:v>
                </c:pt>
                <c:pt idx="193">
                  <c:v>6.8765081582648807E-10</c:v>
                </c:pt>
                <c:pt idx="194">
                  <c:v>8.3903151837045305E-10</c:v>
                </c:pt>
                <c:pt idx="195">
                  <c:v>1.0221066620003054E-9</c:v>
                </c:pt>
                <c:pt idx="196">
                  <c:v>1.2431652910231112E-9</c:v>
                </c:pt>
                <c:pt idx="197">
                  <c:v>1.5096741615937623E-9</c:v>
                </c:pt>
                <c:pt idx="198">
                  <c:v>1.8304847945042058E-9</c:v>
                </c:pt>
                <c:pt idx="199">
                  <c:v>2.2160744779100979E-9</c:v>
                </c:pt>
                <c:pt idx="200">
                  <c:v>2.6788263668436439E-9</c:v>
                </c:pt>
                <c:pt idx="201">
                  <c:v>3.2333545392099323E-9</c:v>
                </c:pt>
                <c:pt idx="202">
                  <c:v>3.8968806694452991E-9</c:v>
                </c:pt>
                <c:pt idx="203">
                  <c:v>4.6896698807390994E-9</c:v>
                </c:pt>
                <c:pt idx="204">
                  <c:v>5.6355343451711574E-9</c:v>
                </c:pt>
                <c:pt idx="205">
                  <c:v>6.7624143296839298E-9</c:v>
                </c:pt>
                <c:pt idx="206">
                  <c:v>8.1030476468694664E-9</c:v>
                </c:pt>
                <c:pt idx="207">
                  <c:v>9.695739876507989E-9</c:v>
                </c:pt>
                <c:pt idx="208">
                  <c:v>1.1585249291152738E-8</c:v>
                </c:pt>
                <c:pt idx="209">
                  <c:v>1.3823802162443914E-8</c:v>
                </c:pt>
                <c:pt idx="210">
                  <c:v>1.6472256061146613E-8</c:v>
                </c:pt>
                <c:pt idx="211">
                  <c:v>1.9601430911228075E-8</c:v>
                </c:pt>
                <c:pt idx="212">
                  <c:v>2.3293629936094624E-8</c:v>
                </c:pt>
                <c:pt idx="213">
                  <c:v>2.764437526422803E-8</c:v>
                </c:pt>
                <c:pt idx="214">
                  <c:v>3.2764385864129343E-8</c:v>
                </c:pt>
                <c:pt idx="215">
                  <c:v>3.8781828678469421E-8</c:v>
                </c:pt>
                <c:pt idx="216">
                  <c:v>4.5844877349893139E-8</c:v>
                </c:pt>
                <c:pt idx="217">
                  <c:v>5.4124616802897257E-8</c:v>
                </c:pt>
                <c:pt idx="218">
                  <c:v>6.3818336196000417E-8</c:v>
                </c:pt>
                <c:pt idx="219">
                  <c:v>7.5153257416140726E-8</c:v>
                </c:pt>
                <c:pt idx="220">
                  <c:v>8.8390751384612433E-8</c:v>
                </c:pt>
                <c:pt idx="221">
                  <c:v>1.0383110001420643E-7</c:v>
                </c:pt>
                <c:pt idx="222">
                  <c:v>1.21818867735726E-7</c:v>
                </c:pt>
                <c:pt idx="223">
                  <c:v>1.4274895313533127E-7</c:v>
                </c:pt>
                <c:pt idx="224">
                  <c:v>1.670733984506874E-7</c:v>
                </c:pt>
                <c:pt idx="225">
                  <c:v>1.9530904250355813E-7</c:v>
                </c:pt>
                <c:pt idx="226">
                  <c:v>2.2804611114106281E-7</c:v>
                </c:pt>
                <c:pt idx="227">
                  <c:v>2.6595784846005081E-7</c:v>
                </c:pt>
                <c:pt idx="228">
                  <c:v>3.0981130204392676E-7</c:v>
                </c:pt>
                <c:pt idx="229">
                  <c:v>3.6047938619429952E-7</c:v>
                </c:pt>
                <c:pt idx="230">
                  <c:v>4.189543587382177E-7</c:v>
                </c:pt>
                <c:pt idx="231">
                  <c:v>4.8636285948409941E-7</c:v>
                </c:pt>
                <c:pt idx="232">
                  <c:v>5.6398267183420458E-7</c:v>
                </c:pt>
                <c:pt idx="233">
                  <c:v>6.5326138348962205E-7</c:v>
                </c:pt>
                <c:pt idx="234">
                  <c:v>7.5583713765459338E-7</c:v>
                </c:pt>
                <c:pt idx="235">
                  <c:v>8.7356168271308338E-7</c:v>
                </c:pt>
                <c:pt idx="236">
                  <c:v>1.0085259460608094E-6</c:v>
                </c:pt>
                <c:pt idx="237">
                  <c:v>1.1630883766840413E-6</c:v>
                </c:pt>
                <c:pt idx="238">
                  <c:v>1.3399063212296766E-6</c:v>
                </c:pt>
                <c:pt idx="239">
                  <c:v>1.5419707197625177E-6</c:v>
                </c:pt>
                <c:pt idx="240">
                  <c:v>1.7726444302007068E-6</c:v>
                </c:pt>
                <c:pt idx="241">
                  <c:v>2.0357045146085778E-6</c:v>
                </c:pt>
                <c:pt idx="242">
                  <c:v>2.3353888461509215E-6</c:v>
                </c:pt>
                <c:pt idx="243">
                  <c:v>2.6764474226184486E-6</c:v>
                </c:pt>
                <c:pt idx="244">
                  <c:v>3.064198801059632E-6</c:v>
                </c:pt>
                <c:pt idx="245">
                  <c:v>3.5045920982367646E-6</c:v>
                </c:pt>
                <c:pt idx="246">
                  <c:v>4.0042750333962305E-6</c:v>
                </c:pt>
                <c:pt idx="247">
                  <c:v>4.5706685232342889E-6</c:v>
                </c:pt>
                <c:pt idx="248">
                  <c:v>5.2120483739727414E-6</c:v>
                </c:pt>
                <c:pt idx="249">
                  <c:v>5.9376346521514788E-6</c:v>
                </c:pt>
                <c:pt idx="250">
                  <c:v>6.7576893541106935E-6</c:v>
                </c:pt>
                <c:pt idx="251">
                  <c:v>7.6836230341798597E-6</c:v>
                </c:pt>
                <c:pt idx="252">
                  <c:v>8.7281110933053687E-6</c:v>
                </c:pt>
                <c:pt idx="253">
                  <c:v>9.9052204732378525E-6</c:v>
                </c:pt>
                <c:pt idx="254">
                  <c:v>1.1230547546423325E-5</c:v>
                </c:pt>
                <c:pt idx="255">
                  <c:v>1.2721368038394798E-5</c:v>
                </c:pt>
                <c:pt idx="256">
                  <c:v>1.4396799867686007E-5</c:v>
                </c:pt>
                <c:pt idx="257">
                  <c:v>1.6277979838044032E-5</c:v>
                </c:pt>
                <c:pt idx="258">
                  <c:v>1.8388255168944487E-5</c:v>
                </c:pt>
                <c:pt idx="259">
                  <c:v>2.0753390903036143E-5</c:v>
                </c:pt>
                <c:pt idx="260">
                  <c:v>2.3401794283070531E-5</c:v>
                </c:pt>
                <c:pt idx="261">
                  <c:v>2.6364757246014825E-5</c:v>
                </c:pt>
                <c:pt idx="262">
                  <c:v>2.9676718238292515E-5</c:v>
                </c:pt>
                <c:pt idx="263">
                  <c:v>3.3375544613292789E-5</c:v>
                </c:pt>
                <c:pt idx="264">
                  <c:v>3.7502836930335122E-5</c:v>
                </c:pt>
                <c:pt idx="265">
                  <c:v>4.210425653297235E-5</c:v>
                </c:pt>
                <c:pt idx="266">
                  <c:v>4.7229877843695804E-5</c:v>
                </c:pt>
                <c:pt idx="267">
                  <c:v>5.2934566871608761E-5</c:v>
                </c:pt>
                <c:pt idx="268">
                  <c:v>5.9278387489191027E-5</c:v>
                </c:pt>
                <c:pt idx="269">
                  <c:v>6.6327037093727873E-5</c:v>
                </c:pt>
                <c:pt idx="270">
                  <c:v>7.4152313327999889E-5</c:v>
                </c:pt>
                <c:pt idx="271">
                  <c:v>8.2832613593259558E-5</c:v>
                </c:pt>
                <c:pt idx="272">
                  <c:v>9.2453469144963469E-5</c:v>
                </c:pt>
                <c:pt idx="273">
                  <c:v>1.0310811561797001E-4</c:v>
                </c:pt>
                <c:pt idx="274">
                  <c:v>1.1489810188261084E-4</c:v>
                </c:pt>
                <c:pt idx="275">
                  <c:v>1.2793393918585839E-4</c:v>
                </c:pt>
                <c:pt idx="276">
                  <c:v>1.4233579258232984E-4</c:v>
                </c:pt>
                <c:pt idx="277">
                  <c:v>1.5823421670792148E-4</c:v>
                </c:pt>
                <c:pt idx="278">
                  <c:v>1.7577093799373491E-4</c:v>
                </c:pt>
                <c:pt idx="279">
                  <c:v>1.9509968545960093E-4</c:v>
                </c:pt>
                <c:pt idx="280">
                  <c:v>2.163870722642067E-4</c:v>
                </c:pt>
                <c:pt idx="281">
                  <c:v>2.398135302223875E-4</c:v>
                </c:pt>
                <c:pt idx="282">
                  <c:v>2.6557429952888659E-4</c:v>
                </c:pt>
                <c:pt idx="283">
                  <c:v>2.938804759515753E-4</c:v>
                </c:pt>
                <c:pt idx="284">
                  <c:v>3.2496011777515687E-4</c:v>
                </c:pt>
                <c:pt idx="285">
                  <c:v>3.5905941478818341E-4</c:v>
                </c:pt>
                <c:pt idx="286">
                  <c:v>3.9644392161171805E-4</c:v>
                </c:pt>
                <c:pt idx="287">
                  <c:v>4.3739985766595957E-4</c:v>
                </c:pt>
                <c:pt idx="288">
                  <c:v>4.8223547606196748E-4</c:v>
                </c:pt>
                <c:pt idx="289">
                  <c:v>5.3128250368801035E-4</c:v>
                </c:pt>
                <c:pt idx="290">
                  <c:v>5.8489765473403383E-4</c:v>
                </c:pt>
                <c:pt idx="291">
                  <c:v>6.4346421986255628E-4</c:v>
                </c:pt>
                <c:pt idx="292">
                  <c:v>7.0739373318954039E-4</c:v>
                </c:pt>
                <c:pt idx="293">
                  <c:v>7.7712771918369953E-4</c:v>
                </c:pt>
                <c:pt idx="294">
                  <c:v>8.5313952152747869E-4</c:v>
                </c:pt>
                <c:pt idx="295">
                  <c:v>9.3593621590628152E-4</c:v>
                </c:pt>
                <c:pt idx="296">
                  <c:v>1.0260606086042064E-3</c:v>
                </c:pt>
                <c:pt idx="297">
                  <c:v>1.1240933226849914E-3</c:v>
                </c:pt>
                <c:pt idx="298">
                  <c:v>1.2306549734240372E-3</c:v>
                </c:pt>
                <c:pt idx="299">
                  <c:v>1.3464084345320832E-3</c:v>
                </c:pt>
                <c:pt idx="300">
                  <c:v>1.4720611965732214E-3</c:v>
                </c:pt>
                <c:pt idx="301">
                  <c:v>1.6083678188272693E-3</c:v>
                </c:pt>
                <c:pt idx="302">
                  <c:v>1.7561324756814772E-3</c:v>
                </c:pt>
                <c:pt idx="303">
                  <c:v>1.9162115984557029E-3</c:v>
                </c:pt>
                <c:pt idx="304">
                  <c:v>2.0895166133722679E-3</c:v>
                </c:pt>
                <c:pt idx="305">
                  <c:v>2.2770167761711983E-3</c:v>
                </c:pt>
                <c:pt idx="306">
                  <c:v>2.4797421036495616E-3</c:v>
                </c:pt>
                <c:pt idx="307">
                  <c:v>2.6987864021638061E-3</c:v>
                </c:pt>
                <c:pt idx="308">
                  <c:v>2.9353103928817324E-3</c:v>
                </c:pt>
                <c:pt idx="309">
                  <c:v>3.1905449333017137E-3</c:v>
                </c:pt>
                <c:pt idx="310">
                  <c:v>3.4657943342736252E-3</c:v>
                </c:pt>
                <c:pt idx="311">
                  <c:v>3.7624397714591455E-3</c:v>
                </c:pt>
                <c:pt idx="312">
                  <c:v>4.0819427898540032E-3</c:v>
                </c:pt>
                <c:pt idx="313">
                  <c:v>4.4258488996710248E-3</c:v>
                </c:pt>
                <c:pt idx="314">
                  <c:v>4.7957912615385232E-3</c:v>
                </c:pt>
                <c:pt idx="315">
                  <c:v>5.1934944586164884E-3</c:v>
                </c:pt>
                <c:pt idx="316">
                  <c:v>5.6207783528623651E-3</c:v>
                </c:pt>
                <c:pt idx="317">
                  <c:v>6.0795620222995643E-3</c:v>
                </c:pt>
                <c:pt idx="318">
                  <c:v>6.5718677757462931E-3</c:v>
                </c:pt>
                <c:pt idx="319">
                  <c:v>7.0998252410590804E-3</c:v>
                </c:pt>
                <c:pt idx="320">
                  <c:v>7.6656755225288295E-3</c:v>
                </c:pt>
                <c:pt idx="321">
                  <c:v>8.2717754226408827E-3</c:v>
                </c:pt>
                <c:pt idx="322">
                  <c:v>8.9206017229760386E-3</c:v>
                </c:pt>
                <c:pt idx="323">
                  <c:v>9.6147555185854879E-3</c:v>
                </c:pt>
                <c:pt idx="324">
                  <c:v>1.0356966599720919E-2</c:v>
                </c:pt>
                <c:pt idx="325">
                  <c:v>1.115009787434665E-2</c:v>
                </c:pt>
                <c:pt idx="326">
                  <c:v>1.1997149824392948E-2</c:v>
                </c:pt>
                <c:pt idx="327">
                  <c:v>1.2901264988250468E-2</c:v>
                </c:pt>
                <c:pt idx="328">
                  <c:v>1.3865732461531131E-2</c:v>
                </c:pt>
                <c:pt idx="329">
                  <c:v>1.4893992407652407E-2</c:v>
                </c:pt>
                <c:pt idx="330">
                  <c:v>1.5989640569335585E-2</c:v>
                </c:pt>
                <c:pt idx="331">
                  <c:v>1.7156432771633694E-2</c:v>
                </c:pt>
                <c:pt idx="332">
                  <c:v>1.8398289406647055E-2</c:v>
                </c:pt>
                <c:pt idx="333">
                  <c:v>1.9719299889618163E-2</c:v>
                </c:pt>
                <c:pt idx="334">
                  <c:v>2.1123727075648316E-2</c:v>
                </c:pt>
                <c:pt idx="335">
                  <c:v>2.2616011625831212E-2</c:v>
                </c:pt>
                <c:pt idx="336">
                  <c:v>2.4200776311160282E-2</c:v>
                </c:pt>
                <c:pt idx="337">
                  <c:v>2.5882830242150077E-2</c:v>
                </c:pt>
                <c:pt idx="338">
                  <c:v>2.7667173011689118E-2</c:v>
                </c:pt>
                <c:pt idx="339">
                  <c:v>2.9558998738264456E-2</c:v>
                </c:pt>
                <c:pt idx="340">
                  <c:v>3.1563699996294256E-2</c:v>
                </c:pt>
                <c:pt idx="341">
                  <c:v>3.3686871619976147E-2</c:v>
                </c:pt>
                <c:pt idx="342">
                  <c:v>3.5934314366693358E-2</c:v>
                </c:pt>
                <c:pt idx="343">
                  <c:v>3.831203842571957E-2</c:v>
                </c:pt>
                <c:pt idx="344">
                  <c:v>4.0826266757672112E-2</c:v>
                </c:pt>
                <c:pt idx="345">
                  <c:v>4.3483438249889844E-2</c:v>
                </c:pt>
                <c:pt idx="346">
                  <c:v>4.6290210672685399E-2</c:v>
                </c:pt>
                <c:pt idx="347">
                  <c:v>4.9253463421206657E-2</c:v>
                </c:pt>
                <c:pt idx="348">
                  <c:v>5.2380300027475311E-2</c:v>
                </c:pt>
                <c:pt idx="349">
                  <c:v>5.5678050427019711E-2</c:v>
                </c:pt>
                <c:pt idx="350">
                  <c:v>5.9154272964425166E-2</c:v>
                </c:pt>
                <c:pt idx="351">
                  <c:v>6.2816756122040796E-2</c:v>
                </c:pt>
                <c:pt idx="352">
                  <c:v>6.6673519956069918E-2</c:v>
                </c:pt>
                <c:pt idx="353">
                  <c:v>7.0732817224256075E-2</c:v>
                </c:pt>
                <c:pt idx="354">
                  <c:v>7.500313418945477E-2</c:v>
                </c:pt>
                <c:pt idx="355">
                  <c:v>7.9493191083445131E-2</c:v>
                </c:pt>
                <c:pt idx="356">
                  <c:v>8.4211942215491387E-2</c:v>
                </c:pt>
                <c:pt idx="357">
                  <c:v>8.9168575710347822E-2</c:v>
                </c:pt>
                <c:pt idx="358">
                  <c:v>9.4372512860605065E-2</c:v>
                </c:pt>
                <c:pt idx="359">
                  <c:v>9.9833407078568775E-2</c:v>
                </c:pt>
                <c:pt idx="360">
                  <c:v>0.10556114243318628</c:v>
                </c:pt>
                <c:pt idx="361">
                  <c:v>0.11156583175788862</c:v>
                </c:pt>
                <c:pt idx="362">
                  <c:v>0.11785781431564671</c:v>
                </c:pt>
                <c:pt idx="363">
                  <c:v>0.12444765300799243</c:v>
                </c:pt>
                <c:pt idx="364">
                  <c:v>0.13134613111530488</c:v>
                </c:pt>
                <c:pt idx="365">
                  <c:v>0.13856424855618504</c:v>
                </c:pt>
                <c:pt idx="366">
                  <c:v>0.1461132176543741</c:v>
                </c:pt>
                <c:pt idx="367">
                  <c:v>0.15400445840235419</c:v>
                </c:pt>
                <c:pt idx="368">
                  <c:v>0.16224959321145363</c:v>
                </c:pt>
                <c:pt idx="369">
                  <c:v>0.17086044113903551</c:v>
                </c:pt>
                <c:pt idx="370">
                  <c:v>0.17984901158420763</c:v>
                </c:pt>
                <c:pt idx="371">
                  <c:v>0.18922749744425299</c:v>
                </c:pt>
                <c:pt idx="372">
                  <c:v>0.19900826772499519</c:v>
                </c:pt>
                <c:pt idx="373">
                  <c:v>0.20920385959913967</c:v>
                </c:pt>
                <c:pt idx="374">
                  <c:v>0.21982696990770909</c:v>
                </c:pt>
                <c:pt idx="375">
                  <c:v>0.23089044610065343</c:v>
                </c:pt>
                <c:pt idx="376">
                  <c:v>0.24240727661385708</c:v>
                </c:pt>
                <c:pt idx="377">
                  <c:v>0.25439058068075243</c:v>
                </c:pt>
                <c:pt idx="378">
                  <c:v>0.26685359757802229</c:v>
                </c:pt>
                <c:pt idx="379">
                  <c:v>0.2798096753059669</c:v>
                </c:pt>
                <c:pt idx="380">
                  <c:v>0.29327225870529633</c:v>
                </c:pt>
                <c:pt idx="381">
                  <c:v>0.30725487701345683</c:v>
                </c:pt>
                <c:pt idx="382">
                  <c:v>0.32177113086467951</c:v>
                </c:pt>
                <c:pt idx="383">
                  <c:v>0.33683467873943407</c:v>
                </c:pt>
                <c:pt idx="384">
                  <c:v>0.35245922287008541</c:v>
                </c:pt>
                <c:pt idx="385">
                  <c:v>0.36865849461093619</c:v>
                </c:pt>
                <c:pt idx="386">
                  <c:v>0.38544623928231786</c:v>
                </c:pt>
                <c:pt idx="387">
                  <c:v>0.40283620049941465</c:v>
                </c:pt>
                <c:pt idx="388">
                  <c:v>0.42084210399819905</c:v>
                </c:pt>
                <c:pt idx="389">
                  <c:v>0.43947764097202413</c:v>
                </c:pt>
                <c:pt idx="390">
                  <c:v>0.45875645093380724</c:v>
                </c:pt>
                <c:pt idx="391">
                  <c:v>0.47869210412011631</c:v>
                </c:pt>
                <c:pt idx="392">
                  <c:v>0.49929808345480886</c:v>
                </c:pt>
                <c:pt idx="393">
                  <c:v>0.52058776609128476</c:v>
                </c:pt>
                <c:pt idx="394">
                  <c:v>0.54257440455354977</c:v>
                </c:pt>
                <c:pt idx="395">
                  <c:v>0.56527110749783638</c:v>
                </c:pt>
                <c:pt idx="396">
                  <c:v>0.58869082011771401</c:v>
                </c:pt>
                <c:pt idx="397">
                  <c:v>0.61284630421671005</c:v>
                </c:pt>
                <c:pt idx="398">
                  <c:v>0.63775011797412229</c:v>
                </c:pt>
                <c:pt idx="399">
                  <c:v>0.66341459543043668</c:v>
                </c:pt>
                <c:pt idx="400">
                  <c:v>0.68985182572025106</c:v>
                </c:pt>
                <c:pt idx="401">
                  <c:v>0.71707363208159958</c:v>
                </c:pt>
                <c:pt idx="402">
                  <c:v>0.74509155067178867</c:v>
                </c:pt>
                <c:pt idx="403">
                  <c:v>0.77391680922055683</c:v>
                </c:pt>
                <c:pt idx="404">
                  <c:v>0.80356030555288971</c:v>
                </c:pt>
                <c:pt idx="405">
                  <c:v>0.83403258601435237</c:v>
                </c:pt>
                <c:pt idx="406">
                  <c:v>0.86534382383270358</c:v>
                </c:pt>
                <c:pt idx="407">
                  <c:v>0.89750379745062792</c:v>
                </c:pt>
                <c:pt idx="408">
                  <c:v>0.93052186886503196</c:v>
                </c:pt>
                <c:pt idx="409">
                  <c:v>0.96440696200887932</c:v>
                </c:pt>
                <c:pt idx="410">
                  <c:v>0.99916754121251583</c:v>
                </c:pt>
                <c:pt idx="411">
                  <c:v>1.0348115897817562</c:v>
                </c:pt>
                <c:pt idx="412">
                  <c:v>1.0713465887304348</c:v>
                </c:pt>
                <c:pt idx="413">
                  <c:v>1.1087794957058157</c:v>
                </c:pt>
                <c:pt idx="414">
                  <c:v>1.1471167241452389</c:v>
                </c:pt>
                <c:pt idx="415">
                  <c:v>1.1863641227029373</c:v>
                </c:pt>
                <c:pt idx="416">
                  <c:v>1.2265269549858713</c:v>
                </c:pt>
                <c:pt idx="417">
                  <c:v>1.2676098796378021</c:v>
                </c:pt>
                <c:pt idx="418">
                  <c:v>1.3096169308104664</c:v>
                </c:pt>
                <c:pt idx="419">
                  <c:v>1.3525514990610155</c:v>
                </c:pt>
                <c:pt idx="420">
                  <c:v>1.3964163127144895</c:v>
                </c:pt>
                <c:pt idx="421">
                  <c:v>1.4412134197298967</c:v>
                </c:pt>
                <c:pt idx="422">
                  <c:v>1.4869441701080846</c:v>
                </c:pt>
                <c:pt idx="423">
                  <c:v>1.5336091988793958</c:v>
                </c:pt>
                <c:pt idx="424">
                  <c:v>1.5812084097082371</c:v>
                </c:pt>
                <c:pt idx="425">
                  <c:v>1.6297409591514089</c:v>
                </c:pt>
                <c:pt idx="426">
                  <c:v>1.6792052416061856</c:v>
                </c:pt>
                <c:pt idx="427">
                  <c:v>1.7295988749835212</c:v>
                </c:pt>
                <c:pt idx="428">
                  <c:v>1.7809186871406131</c:v>
                </c:pt>
                <c:pt idx="429">
                  <c:v>1.8331607031066792</c:v>
                </c:pt>
                <c:pt idx="430">
                  <c:v>1.8863201331339836</c:v>
                </c:pt>
                <c:pt idx="431">
                  <c:v>1.9403913616061848</c:v>
                </c:pt>
                <c:pt idx="432">
                  <c:v>1.9953679368334398</c:v>
                </c:pt>
                <c:pt idx="433">
                  <c:v>2.0512425617640684</c:v>
                </c:pt>
                <c:pt idx="434">
                  <c:v>2.1080070856398745</c:v>
                </c:pt>
                <c:pt idx="435">
                  <c:v>2.1656524966218713</c:v>
                </c:pt>
                <c:pt idx="436">
                  <c:v>2.2241689154111057</c:v>
                </c:pt>
                <c:pt idx="437">
                  <c:v>2.2835455898876713</c:v>
                </c:pt>
                <c:pt idx="438">
                  <c:v>2.3437708907903283</c:v>
                </c:pt>
                <c:pt idx="439">
                  <c:v>2.4048323084562719</c:v>
                </c:pt>
                <c:pt idx="440">
                  <c:v>2.4667164506397854</c:v>
                </c:pt>
                <c:pt idx="441">
                  <c:v>2.5294090414263963</c:v>
                </c:pt>
                <c:pt idx="442">
                  <c:v>2.5928949212576375</c:v>
                </c:pt>
                <c:pt idx="443">
                  <c:v>2.6571580480791801</c:v>
                </c:pt>
                <c:pt idx="444">
                  <c:v>2.7221814996240328</c:v>
                </c:pt>
                <c:pt idx="445">
                  <c:v>2.7879474768394914</c:v>
                </c:pt>
                <c:pt idx="446">
                  <c:v>2.8544373084660135</c:v>
                </c:pt>
                <c:pt idx="447">
                  <c:v>2.9216314567723951</c:v>
                </c:pt>
                <c:pt idx="448">
                  <c:v>2.9895095244519858</c:v>
                </c:pt>
                <c:pt idx="449">
                  <c:v>3.0580502626800361</c:v>
                </c:pt>
                <c:pt idx="450">
                  <c:v>3.1272315803323298</c:v>
                </c:pt>
                <c:pt idx="451">
                  <c:v>3.1970305543626201</c:v>
                </c:pt>
                <c:pt idx="452">
                  <c:v>3.2674234413331282</c:v>
                </c:pt>
                <c:pt idx="453">
                  <c:v>3.3383856900930158</c:v>
                </c:pt>
                <c:pt idx="454">
                  <c:v>3.4098919555945137</c:v>
                </c:pt>
                <c:pt idx="455">
                  <c:v>3.481916113836784</c:v>
                </c:pt>
                <c:pt idx="456">
                  <c:v>3.5544312779248566</c:v>
                </c:pt>
                <c:pt idx="457">
                  <c:v>3.6274098152278991</c:v>
                </c:pt>
                <c:pt idx="458">
                  <c:v>3.7008233656215355</c:v>
                </c:pt>
                <c:pt idx="459">
                  <c:v>3.7746428607940103</c:v>
                </c:pt>
                <c:pt idx="460">
                  <c:v>3.8488385445966316</c:v>
                </c:pt>
                <c:pt idx="461">
                  <c:v>3.9233799944153485</c:v>
                </c:pt>
                <c:pt idx="462">
                  <c:v>3.9982361435400504</c:v>
                </c:pt>
                <c:pt idx="463">
                  <c:v>4.0733753045036751</c:v>
                </c:pt>
                <c:pt idx="464">
                  <c:v>4.1487651933657475</c:v>
                </c:pt>
                <c:pt idx="465">
                  <c:v>4.2243729549081586</c:v>
                </c:pt>
                <c:pt idx="466">
                  <c:v>4.3001651887138737</c:v>
                </c:pt>
                <c:pt idx="467">
                  <c:v>4.3761079760947732</c:v>
                </c:pt>
                <c:pt idx="468">
                  <c:v>4.4521669078346626</c:v>
                </c:pt>
                <c:pt idx="469">
                  <c:v>4.5283071127113317</c:v>
                </c:pt>
                <c:pt idx="470">
                  <c:v>4.6044932867607704</c:v>
                </c:pt>
                <c:pt idx="471">
                  <c:v>4.6806897232447549</c:v>
                </c:pt>
                <c:pt idx="472">
                  <c:v>4.756860343281998</c:v>
                </c:pt>
                <c:pt idx="473">
                  <c:v>4.832968727102255</c:v>
                </c:pt>
                <c:pt idx="474">
                  <c:v>4.9089781458808295</c:v>
                </c:pt>
                <c:pt idx="475">
                  <c:v>4.9848515941106646</c:v>
                </c:pt>
                <c:pt idx="476">
                  <c:v>5.0605518224680441</c:v>
                </c:pt>
                <c:pt idx="477">
                  <c:v>5.1360413711265771</c:v>
                </c:pt>
                <c:pt idx="478">
                  <c:v>5.2112826034746922</c:v>
                </c:pt>
                <c:pt idx="479">
                  <c:v>5.286237740189522</c:v>
                </c:pt>
                <c:pt idx="480">
                  <c:v>5.3608688936202551</c:v>
                </c:pt>
                <c:pt idx="481">
                  <c:v>5.4351381024342524</c:v>
                </c:pt>
                <c:pt idx="482">
                  <c:v>5.5090073664772996</c:v>
                </c:pt>
                <c:pt idx="483">
                  <c:v>5.5824386818003262</c:v>
                </c:pt>
                <c:pt idx="484">
                  <c:v>5.6553940758039607</c:v>
                </c:pt>
                <c:pt idx="485">
                  <c:v>5.7278356424523933</c:v>
                </c:pt>
                <c:pt idx="486">
                  <c:v>5.7997255775079388</c:v>
                </c:pt>
                <c:pt idx="487">
                  <c:v>5.8710262137380278</c:v>
                </c:pt>
                <c:pt idx="488">
                  <c:v>5.9417000560453506</c:v>
                </c:pt>
                <c:pt idx="489">
                  <c:v>6.0117098164741876</c:v>
                </c:pt>
                <c:pt idx="490">
                  <c:v>6.0810184490434072</c:v>
                </c:pt>
                <c:pt idx="491">
                  <c:v>6.1495891843607096</c:v>
                </c:pt>
                <c:pt idx="492">
                  <c:v>6.217385563967996</c:v>
                </c:pt>
                <c:pt idx="493">
                  <c:v>6.284371474374737</c:v>
                </c:pt>
                <c:pt idx="494">
                  <c:v>6.3505111807309964</c:v>
                </c:pt>
                <c:pt idx="495">
                  <c:v>6.4157693600955454</c:v>
                </c:pt>
                <c:pt idx="496">
                  <c:v>6.4801111342553952</c:v>
                </c:pt>
                <c:pt idx="497">
                  <c:v>6.5435021020521473</c:v>
                </c:pt>
                <c:pt idx="498">
                  <c:v>6.6059083711736388</c:v>
                </c:pt>
                <c:pt idx="499">
                  <c:v>6.6672965893678127</c:v>
                </c:pt>
                <c:pt idx="500">
                  <c:v>6.727633975040602</c:v>
                </c:pt>
                <c:pt idx="501">
                  <c:v>6.7868883471956725</c:v>
                </c:pt>
                <c:pt idx="502">
                  <c:v>6.8450281546805067</c:v>
                </c:pt>
                <c:pt idx="503">
                  <c:v>6.9020225046998727</c:v>
                </c:pt>
                <c:pt idx="504">
                  <c:v>6.9578411905625357</c:v>
                </c:pt>
                <c:pt idx="505">
                  <c:v>7.0124547186265627</c:v>
                </c:pt>
                <c:pt idx="506">
                  <c:v>7.0658343344095744</c:v>
                </c:pt>
                <c:pt idx="507">
                  <c:v>7.1179520478346552</c:v>
                </c:pt>
                <c:pt idx="508">
                  <c:v>7.1687806575802284</c:v>
                </c:pt>
                <c:pt idx="509">
                  <c:v>7.2182937745060824</c:v>
                </c:pt>
                <c:pt idx="510">
                  <c:v>7.2664658441307202</c:v>
                </c:pt>
                <c:pt idx="511">
                  <c:v>7.3132721681319266</c:v>
                </c:pt>
                <c:pt idx="512">
                  <c:v>7.3586889248498206</c:v>
                </c:pt>
                <c:pt idx="513">
                  <c:v>7.4026931887700265</c:v>
                </c:pt>
                <c:pt idx="514">
                  <c:v>7.4452629489659152</c:v>
                </c:pt>
                <c:pt idx="515">
                  <c:v>7.4863771264833963</c:v>
                </c:pt>
                <c:pt idx="516">
                  <c:v>7.5260155906506325</c:v>
                </c:pt>
                <c:pt idx="517">
                  <c:v>7.5641591742982115</c:v>
                </c:pt>
                <c:pt idx="518">
                  <c:v>7.6007896878774446</c:v>
                </c:pt>
                <c:pt idx="519">
                  <c:v>7.635889932463793</c:v>
                </c:pt>
                <c:pt idx="520">
                  <c:v>7.669443711638567</c:v>
                </c:pt>
                <c:pt idx="521">
                  <c:v>7.701435842239019</c:v>
                </c:pt>
                <c:pt idx="522">
                  <c:v>7.731852163971821</c:v>
                </c:pt>
                <c:pt idx="523">
                  <c:v>7.7606795478858883</c:v>
                </c:pt>
                <c:pt idx="524">
                  <c:v>7.7879059037016445</c:v>
                </c:pt>
                <c:pt idx="525">
                  <c:v>7.8135201859962864</c:v>
                </c:pt>
                <c:pt idx="526">
                  <c:v>7.8375123992463394</c:v>
                </c:pt>
                <c:pt idx="527">
                  <c:v>7.8598736017286797</c:v>
                </c:pt>
                <c:pt idx="528">
                  <c:v>7.8805959082875123</c:v>
                </c:pt>
                <c:pt idx="529">
                  <c:v>7.8996724919688637</c:v>
                </c:pt>
                <c:pt idx="530">
                  <c:v>7.9170975845339502</c:v>
                </c:pt>
                <c:pt idx="531">
                  <c:v>7.9328664758592362</c:v>
                </c:pt>
                <c:pt idx="532">
                  <c:v>7.9469755122325338</c:v>
                </c:pt>
                <c:pt idx="533">
                  <c:v>7.9594220935595921</c:v>
                </c:pt>
                <c:pt idx="534">
                  <c:v>7.970204669493099</c:v>
                </c:pt>
                <c:pt idx="535">
                  <c:v>7.979322734499716</c:v>
                </c:pt>
                <c:pt idx="536">
                  <c:v>7.9867768218815334</c:v>
                </c:pt>
                <c:pt idx="537">
                  <c:v>7.9925684967697537</c:v>
                </c:pt>
                <c:pt idx="538">
                  <c:v>7.9967003481092425</c:v>
                </c:pt>
                <c:pt idx="539">
                  <c:v>7.9991759796549111</c:v>
                </c:pt>
                <c:pt idx="540">
                  <c:v>8</c:v>
                </c:pt>
                <c:pt idx="541">
                  <c:v>7.9991780116605824</c:v>
                </c:pt>
                <c:pt idx="542">
                  <c:v>7.9967165992382121</c:v>
                </c:pt>
                <c:pt idx="543">
                  <c:v>7.992623316686843</c:v>
                </c:pt>
                <c:pt idx="544">
                  <c:v>7.9869066737081544</c:v>
                </c:pt>
                <c:pt idx="545">
                  <c:v>7.9795761213029897</c:v>
                </c:pt>
                <c:pt idx="546">
                  <c:v>7.9706420365057795</c:v>
                </c:pt>
                <c:pt idx="547">
                  <c:v>7.9601157063298027</c:v>
                </c:pt>
                <c:pt idx="548">
                  <c:v>7.9480093109531413</c:v>
                </c:pt>
                <c:pt idx="549">
                  <c:v>7.9343359061736018</c:v>
                </c:pt>
                <c:pt idx="550">
                  <c:v>7.9191094051636357</c:v>
                </c:pt>
                <c:pt idx="551">
                  <c:v>7.9023445595564388</c:v>
                </c:pt>
                <c:pt idx="552">
                  <c:v>7.8840569398927931</c:v>
                </c:pt>
                <c:pt idx="553">
                  <c:v>7.8642629154626871</c:v>
                </c:pt>
                <c:pt idx="554">
                  <c:v>7.8429796335716393</c:v>
                </c:pt>
                <c:pt idx="555">
                  <c:v>7.820224998265604</c:v>
                </c:pt>
                <c:pt idx="556">
                  <c:v>7.7960176485462052</c:v>
                </c:pt>
                <c:pt idx="557">
                  <c:v>7.7703769361101198</c:v>
                </c:pt>
                <c:pt idx="558">
                  <c:v>7.7433229026450769</c:v>
                </c:pt>
                <c:pt idx="559">
                  <c:v>7.71487625671549</c:v>
                </c:pt>
                <c:pt idx="560">
                  <c:v>7.6850583502712038</c:v>
                </c:pt>
                <c:pt idx="561">
                  <c:v>7.6538911548133246</c:v>
                </c:pt>
                <c:pt idx="562">
                  <c:v>7.6213972372484955</c:v>
                </c:pt>
                <c:pt idx="563">
                  <c:v>7.5875997354664699</c:v>
                </c:pt>
                <c:pt idx="564">
                  <c:v>7.552522333672818</c:v>
                </c:pt>
                <c:pt idx="565">
                  <c:v>7.5161892375101269</c:v>
                </c:pt>
                <c:pt idx="566">
                  <c:v>7.4786251489993871</c:v>
                </c:pt>
                <c:pt idx="567">
                  <c:v>7.4398552413339276</c:v>
                </c:pt>
                <c:pt idx="568">
                  <c:v>7.3999051335588524</c:v>
                </c:pt>
                <c:pt idx="569">
                  <c:v>7.3588008651651595</c:v>
                </c:pt>
                <c:pt idx="570">
                  <c:v>7.3165688706315937</c:v>
                </c:pt>
                <c:pt idx="571">
                  <c:v>7.2732359539435318</c:v>
                </c:pt>
                <c:pt idx="572">
                  <c:v>7.2288292631192421</c:v>
                </c:pt>
                <c:pt idx="573">
                  <c:v>7.1833762647731874</c:v>
                </c:pt>
                <c:pt idx="574">
                  <c:v>7.1369047187449208</c:v>
                </c:pt>
                <c:pt idx="575">
                  <c:v>7.0894426528219068</c:v>
                </c:pt>
                <c:pt idx="576">
                  <c:v>7.0410183375839521</c:v>
                </c:pt>
                <c:pt idx="577">
                  <c:v>6.9916602613963512</c:v>
                </c:pt>
                <c:pt idx="578">
                  <c:v>6.9413971055776953</c:v>
                </c:pt>
                <c:pt idx="579">
                  <c:v>6.8902577197678152</c:v>
                </c:pt>
                <c:pt idx="580">
                  <c:v>6.8382710975211944</c:v>
                </c:pt>
                <c:pt idx="581">
                  <c:v>6.7854663521491752</c:v>
                </c:pt>
                <c:pt idx="582">
                  <c:v>6.7318726928342718</c:v>
                </c:pt>
                <c:pt idx="583">
                  <c:v>6.6775194010398176</c:v>
                </c:pt>
                <c:pt idx="584">
                  <c:v>6.6224358072350187</c:v>
                </c:pt>
                <c:pt idx="585">
                  <c:v>6.5666512679576812</c:v>
                </c:pt>
                <c:pt idx="586">
                  <c:v>6.5101951432331244</c:v>
                </c:pt>
                <c:pt idx="587">
                  <c:v>6.4530967743694205</c:v>
                </c:pt>
                <c:pt idx="588">
                  <c:v>6.3953854621461241</c:v>
                </c:pt>
                <c:pt idx="589">
                  <c:v>6.3370904454146251</c:v>
                </c:pt>
                <c:pt idx="590">
                  <c:v>6.2782408801254999</c:v>
                </c:pt>
                <c:pt idx="591">
                  <c:v>6.2188658187992267</c:v>
                </c:pt>
                <c:pt idx="592">
                  <c:v>6.1589941904538676</c:v>
                </c:pt>
                <c:pt idx="593">
                  <c:v>6.0986547810044573</c:v>
                </c:pt>
                <c:pt idx="594">
                  <c:v>6.037876214145883</c:v>
                </c:pt>
                <c:pt idx="595">
                  <c:v>5.9766869327312442</c:v>
                </c:pt>
                <c:pt idx="596">
                  <c:v>5.9151151806575655</c:v>
                </c:pt>
                <c:pt idx="597">
                  <c:v>5.8531889852671739</c:v>
                </c:pt>
                <c:pt idx="598">
                  <c:v>5.7909361402758739</c:v>
                </c:pt>
                <c:pt idx="599">
                  <c:v>5.7283841892346921</c:v>
                </c:pt>
                <c:pt idx="600">
                  <c:v>5.6655604095331054</c:v>
                </c:pt>
                <c:pt idx="601">
                  <c:v>5.6024917969507939</c:v>
                </c:pt>
                <c:pt idx="602">
                  <c:v>5.5392050507625559</c:v>
                </c:pt>
                <c:pt idx="603">
                  <c:v>5.4757265594025863</c:v>
                </c:pt>
                <c:pt idx="604">
                  <c:v>5.4120823866906083</c:v>
                </c:pt>
                <c:pt idx="605">
                  <c:v>5.3482982586247561</c:v>
                </c:pt>
                <c:pt idx="606">
                  <c:v>5.284399550742032</c:v>
                </c:pt>
                <c:pt idx="607">
                  <c:v>5.2204112760493038</c:v>
                </c:pt>
                <c:pt idx="608">
                  <c:v>5.156358073524772</c:v>
                </c:pt>
                <c:pt idx="609">
                  <c:v>5.0922641971907483</c:v>
                </c:pt>
                <c:pt idx="610">
                  <c:v>5.0281535057566096</c:v>
                </c:pt>
                <c:pt idx="611">
                  <c:v>4.9640494528309862</c:v>
                </c:pt>
                <c:pt idx="612">
                  <c:v>4.8999750777010807</c:v>
                </c:pt>
                <c:pt idx="613">
                  <c:v>4.8359529966764132</c:v>
                </c:pt>
                <c:pt idx="614">
                  <c:v>4.7720053949937862</c:v>
                </c:pt>
                <c:pt idx="615">
                  <c:v>4.708154019279597</c:v>
                </c:pt>
                <c:pt idx="616">
                  <c:v>4.6444201705646018</c:v>
                </c:pt>
                <c:pt idx="617">
                  <c:v>4.5808246978466141</c:v>
                </c:pt>
                <c:pt idx="618">
                  <c:v>4.5173879921949389</c:v>
                </c:pt>
                <c:pt idx="619">
                  <c:v>4.454129981390464</c:v>
                </c:pt>
                <c:pt idx="620">
                  <c:v>4.3910701250951796</c:v>
                </c:pt>
                <c:pt idx="621">
                  <c:v>4.3282274105426426</c:v>
                </c:pt>
                <c:pt idx="622">
                  <c:v>4.2656203487437105</c:v>
                </c:pt>
                <c:pt idx="623">
                  <c:v>4.2032669711970883</c:v>
                </c:pt>
                <c:pt idx="624">
                  <c:v>4.1411848270980709</c:v>
                </c:pt>
                <c:pt idx="625">
                  <c:v>4.0793909810355959</c:v>
                </c:pt>
                <c:pt idx="626">
                  <c:v>4.017902011168152</c:v>
                </c:pt>
                <c:pt idx="627">
                  <c:v>3.9567340078694642</c:v>
                </c:pt>
                <c:pt idx="628">
                  <c:v>3.8959025728338346</c:v>
                </c:pt>
                <c:pt idx="629">
                  <c:v>3.8354228186301937</c:v>
                </c:pt>
                <c:pt idx="630">
                  <c:v>3.7753093686951393</c:v>
                </c:pt>
                <c:pt idx="631">
                  <c:v>3.715576357753601</c:v>
                </c:pt>
                <c:pt idx="632">
                  <c:v>3.6562374326560771</c:v>
                </c:pt>
                <c:pt idx="633">
                  <c:v>3.5973057536215847</c:v>
                </c:pt>
                <c:pt idx="634">
                  <c:v>3.5387939958740686</c:v>
                </c:pt>
                <c:pt idx="635">
                  <c:v>3.4807143516613652</c:v>
                </c:pt>
                <c:pt idx="636">
                  <c:v>3.423078532644487</c:v>
                </c:pt>
                <c:pt idx="637">
                  <c:v>3.3658977726453418</c:v>
                </c:pt>
                <c:pt idx="638">
                  <c:v>3.3091828307409825</c:v>
                </c:pt>
                <c:pt idx="639">
                  <c:v>3.2529439946920085</c:v>
                </c:pt>
                <c:pt idx="640">
                  <c:v>3.1971910846932725</c:v>
                </c:pt>
                <c:pt idx="641">
                  <c:v>3.1419334574340629</c:v>
                </c:pt>
                <c:pt idx="642">
                  <c:v>3.0871800104561422</c:v>
                </c:pt>
                <c:pt idx="643">
                  <c:v>3.0329391867968805</c:v>
                </c:pt>
                <c:pt idx="644">
                  <c:v>2.9792189799051627</c:v>
                </c:pt>
                <c:pt idx="645">
                  <c:v>2.9260269388181412</c:v>
                </c:pt>
                <c:pt idx="646">
                  <c:v>2.8733701735860762</c:v>
                </c:pt>
                <c:pt idx="647">
                  <c:v>2.8212553609335402</c:v>
                </c:pt>
                <c:pt idx="648">
                  <c:v>2.7696887501445451</c:v>
                </c:pt>
                <c:pt idx="649">
                  <c:v>2.7186761691595485</c:v>
                </c:pt>
                <c:pt idx="650">
                  <c:v>2.6682230308726438</c:v>
                </c:pt>
                <c:pt idx="651">
                  <c:v>2.6183343396165917</c:v>
                </c:pt>
                <c:pt idx="652">
                  <c:v>2.5690146978243953</c:v>
                </c:pt>
                <c:pt idx="653">
                  <c:v>2.5202683128558552</c:v>
                </c:pt>
                <c:pt idx="654">
                  <c:v>2.4720990039767989</c:v>
                </c:pt>
                <c:pt idx="655">
                  <c:v>2.4245102094811566</c:v>
                </c:pt>
                <c:pt idx="656">
                  <c:v>2.377504993943222</c:v>
                </c:pt>
                <c:pt idx="657">
                  <c:v>2.3310860555901551</c:v>
                </c:pt>
                <c:pt idx="658">
                  <c:v>2.2852557337834476</c:v>
                </c:pt>
                <c:pt idx="659">
                  <c:v>2.2400160165991019</c:v>
                </c:pt>
                <c:pt idx="660">
                  <c:v>2.1953685484956758</c:v>
                </c:pt>
                <c:pt idx="661">
                  <c:v>2.1513146380604837</c:v>
                </c:pt>
                <c:pt idx="662">
                  <c:v>2.1078552658237908</c:v>
                </c:pt>
                <c:pt idx="663">
                  <c:v>2.0649910921310854</c:v>
                </c:pt>
                <c:pt idx="664">
                  <c:v>2.0227224650642577</c:v>
                </c:pt>
                <c:pt idx="665">
                  <c:v>1.9810494284021956</c:v>
                </c:pt>
                <c:pt idx="666">
                  <c:v>1.9399717296117545</c:v>
                </c:pt>
                <c:pt idx="667">
                  <c:v>1.8994888278603268</c:v>
                </c:pt>
                <c:pt idx="668">
                  <c:v>1.8595999020415965</c:v>
                </c:pt>
                <c:pt idx="669">
                  <c:v>1.8203038588058005</c:v>
                </c:pt>
                <c:pt idx="670">
                  <c:v>1.7815993405869737</c:v>
                </c:pt>
                <c:pt idx="671">
                  <c:v>1.7434847336189228</c:v>
                </c:pt>
                <c:pt idx="672">
                  <c:v>1.7059581759325462</c:v>
                </c:pt>
                <c:pt idx="673">
                  <c:v>1.6690175653274231</c:v>
                </c:pt>
                <c:pt idx="674">
                  <c:v>1.6326605673101755</c:v>
                </c:pt>
                <c:pt idx="675">
                  <c:v>1.5968846229933464</c:v>
                </c:pt>
                <c:pt idx="676">
                  <c:v>1.5616869569479939</c:v>
                </c:pt>
                <c:pt idx="677">
                  <c:v>1.5270645850037745</c:v>
                </c:pt>
                <c:pt idx="678">
                  <c:v>1.4930143219906606</c:v>
                </c:pt>
                <c:pt idx="679">
                  <c:v>1.459532789416393</c:v>
                </c:pt>
                <c:pt idx="680">
                  <c:v>1.4266164230743785</c:v>
                </c:pt>
                <c:pt idx="681">
                  <c:v>1.3942614805766902</c:v>
                </c:pt>
                <c:pt idx="682">
                  <c:v>1.3624640488071817</c:v>
                </c:pt>
                <c:pt idx="683">
                  <c:v>1.3312200512902272</c:v>
                </c:pt>
                <c:pt idx="684">
                  <c:v>1.3005252554702482</c:v>
                </c:pt>
                <c:pt idx="685">
                  <c:v>1.2703752798982524</c:v>
                </c:pt>
                <c:pt idx="686">
                  <c:v>1.2407656013209858</c:v>
                </c:pt>
                <c:pt idx="687">
                  <c:v>1.2116915616693</c:v>
                </c:pt>
                <c:pt idx="688">
                  <c:v>1.1831483749420866</c:v>
                </c:pt>
                <c:pt idx="689">
                  <c:v>1.1551311339824537</c:v>
                </c:pt>
                <c:pt idx="690">
                  <c:v>1.1276348171432782</c:v>
                </c:pt>
                <c:pt idx="691">
                  <c:v>1.100654294839162</c:v>
                </c:pt>
                <c:pt idx="692">
                  <c:v>1.0741843359823151</c:v>
                </c:pt>
                <c:pt idx="693">
                  <c:v>1.0482196142999116</c:v>
                </c:pt>
                <c:pt idx="694">
                  <c:v>1.0227547145308276</c:v>
                </c:pt>
                <c:pt idx="695">
                  <c:v>0.99778413849972636</c:v>
                </c:pt>
                <c:pt idx="696">
                  <c:v>0.97330231106677167</c:v>
                </c:pt>
                <c:pt idx="697">
                  <c:v>0.9493035859514517</c:v>
                </c:pt>
                <c:pt idx="698">
                  <c:v>0.92578225142909931</c:v>
                </c:pt>
                <c:pt idx="699">
                  <c:v>0.90273253589886493</c:v>
                </c:pt>
                <c:pt idx="700">
                  <c:v>0.88014861332238403</c:v>
                </c:pt>
                <c:pt idx="701">
                  <c:v>0.85802460853191276</c:v>
                </c:pt>
                <c:pt idx="702">
                  <c:v>0.83635460240775572</c:v>
                </c:pt>
                <c:pt idx="703">
                  <c:v>0.81513263692411864</c:v>
                </c:pt>
                <c:pt idx="704">
                  <c:v>0.79435272006325597</c:v>
                </c:pt>
                <c:pt idx="705">
                  <c:v>0.77400883059766301</c:v>
                </c:pt>
                <c:pt idx="706">
                  <c:v>0.75409492274040413</c:v>
                </c:pt>
                <c:pt idx="707">
                  <c:v>0.73460493066351196</c:v>
                </c:pt>
                <c:pt idx="708">
                  <c:v>0.71553277288489481</c:v>
                </c:pt>
                <c:pt idx="709">
                  <c:v>0.69687235652409629</c:v>
                </c:pt>
                <c:pt idx="710">
                  <c:v>0.67861758142737483</c:v>
                </c:pt>
                <c:pt idx="711">
                  <c:v>0.66076234416277424</c:v>
                </c:pt>
                <c:pt idx="712">
                  <c:v>0.64330054188607455</c:v>
                </c:pt>
                <c:pt idx="713">
                  <c:v>0.62622607607825043</c:v>
                </c:pt>
                <c:pt idx="714">
                  <c:v>0.60953285615564334</c:v>
                </c:pt>
                <c:pt idx="715">
                  <c:v>0.59321480295385132</c:v>
                </c:pt>
                <c:pt idx="716">
                  <c:v>0.57726585208645798</c:v>
                </c:pt>
                <c:pt idx="717">
                  <c:v>0.56167995717995089</c:v>
                </c:pt>
                <c:pt idx="718">
                  <c:v>0.54645109298620831</c:v>
                </c:pt>
                <c:pt idx="719">
                  <c:v>0.53157325837386937</c:v>
                </c:pt>
                <c:pt idx="720">
                  <c:v>0.51704047920022789</c:v>
                </c:pt>
                <c:pt idx="721">
                  <c:v>0.5028468110652049</c:v>
                </c:pt>
                <c:pt idx="722">
                  <c:v>0.48898634194898088</c:v>
                </c:pt>
                <c:pt idx="723">
                  <c:v>0.47545319473513664</c:v>
                </c:pt>
                <c:pt idx="724">
                  <c:v>0.46224152962096726</c:v>
                </c:pt>
                <c:pt idx="725">
                  <c:v>0.44934554641685298</c:v>
                </c:pt>
                <c:pt idx="726">
                  <c:v>0.4367594867365478</c:v>
                </c:pt>
                <c:pt idx="727">
                  <c:v>0.42447763608031452</c:v>
                </c:pt>
                <c:pt idx="728">
                  <c:v>0.41249432581289885</c:v>
                </c:pt>
                <c:pt idx="729">
                  <c:v>0.40080393503828926</c:v>
                </c:pt>
                <c:pt idx="730">
                  <c:v>0.38940089237333364</c:v>
                </c:pt>
                <c:pt idx="731">
                  <c:v>0.37827967762233461</c:v>
                </c:pt>
                <c:pt idx="732">
                  <c:v>0.36743482335457039</c:v>
                </c:pt>
                <c:pt idx="733">
                  <c:v>0.35686091638701051</c:v>
                </c:pt>
                <c:pt idx="734">
                  <c:v>0.34655259917430853</c:v>
                </c:pt>
                <c:pt idx="735">
                  <c:v>0.33650457110813053</c:v>
                </c:pt>
                <c:pt idx="736">
                  <c:v>0.32671158972816056</c:v>
                </c:pt>
                <c:pt idx="737">
                  <c:v>0.31716847184681646</c:v>
                </c:pt>
                <c:pt idx="738">
                  <c:v>0.30787009458986542</c:v>
                </c:pt>
                <c:pt idx="739">
                  <c:v>0.29881139635523396</c:v>
                </c:pt>
                <c:pt idx="740">
                  <c:v>0.28998737769205835</c:v>
                </c:pt>
                <c:pt idx="741">
                  <c:v>0.28139310210224677</c:v>
                </c:pt>
                <c:pt idx="742">
                  <c:v>0.27302369676669491</c:v>
                </c:pt>
                <c:pt idx="743">
                  <c:v>0.26487435319837033</c:v>
                </c:pt>
                <c:pt idx="744">
                  <c:v>0.25694032782433984</c:v>
                </c:pt>
                <c:pt idx="745">
                  <c:v>0.2492169424990327</c:v>
                </c:pt>
                <c:pt idx="746">
                  <c:v>0.24169958495072205</c:v>
                </c:pt>
                <c:pt idx="747">
                  <c:v>0.23438370916347731</c:v>
                </c:pt>
                <c:pt idx="748">
                  <c:v>0.22726483569664052</c:v>
                </c:pt>
                <c:pt idx="749">
                  <c:v>0.22033855194389435</c:v>
                </c:pt>
                <c:pt idx="750">
                  <c:v>0.21360051233404656</c:v>
                </c:pt>
                <c:pt idx="751">
                  <c:v>0.20704643847555051</c:v>
                </c:pt>
                <c:pt idx="752">
                  <c:v>0.20067211924676068</c:v>
                </c:pt>
                <c:pt idx="753">
                  <c:v>0.19447341083397623</c:v>
                </c:pt>
                <c:pt idx="754">
                  <c:v>0.18844623671919492</c:v>
                </c:pt>
                <c:pt idx="755">
                  <c:v>0.18258658761955926</c:v>
                </c:pt>
                <c:pt idx="756">
                  <c:v>0.17689052138038774</c:v>
                </c:pt>
                <c:pt idx="757">
                  <c:v>0.17135416282368948</c:v>
                </c:pt>
                <c:pt idx="758">
                  <c:v>0.16597370355402707</c:v>
                </c:pt>
                <c:pt idx="759">
                  <c:v>0.16074540172352497</c:v>
                </c:pt>
                <c:pt idx="760">
                  <c:v>0.15566558175786341</c:v>
                </c:pt>
                <c:pt idx="761">
                  <c:v>0.15073063404495771</c:v>
                </c:pt>
                <c:pt idx="762">
                  <c:v>0.14593701458811592</c:v>
                </c:pt>
                <c:pt idx="763">
                  <c:v>0.14128124462531216</c:v>
                </c:pt>
                <c:pt idx="764">
                  <c:v>0.13675991021627082</c:v>
                </c:pt>
                <c:pt idx="765">
                  <c:v>0.13236966179895199</c:v>
                </c:pt>
                <c:pt idx="766">
                  <c:v>0.12810721371707276</c:v>
                </c:pt>
                <c:pt idx="767">
                  <c:v>0.12396934372016008</c:v>
                </c:pt>
                <c:pt idx="768">
                  <c:v>0.11995289243769001</c:v>
                </c:pt>
                <c:pt idx="769">
                  <c:v>0.1160547628287861</c:v>
                </c:pt>
                <c:pt idx="770">
                  <c:v>0.11227191960890404</c:v>
                </c:pt>
                <c:pt idx="771">
                  <c:v>0.10860138865492872</c:v>
                </c:pt>
                <c:pt idx="772">
                  <c:v>0.10504025639003539</c:v>
                </c:pt>
                <c:pt idx="773">
                  <c:v>0.1015856691496711</c:v>
                </c:pt>
                <c:pt idx="774">
                  <c:v>9.8234832529927221E-2</c:v>
                </c:pt>
                <c:pt idx="775">
                  <c:v>9.4985010719577781E-2</c:v>
                </c:pt>
                <c:pt idx="776">
                  <c:v>9.1833525817010014E-2</c:v>
                </c:pt>
                <c:pt idx="777">
                  <c:v>8.8777757133238697E-2</c:v>
                </c:pt>
                <c:pt idx="778">
                  <c:v>8.5815140482120342E-2</c:v>
                </c:pt>
                <c:pt idx="779">
                  <c:v>8.2943167458949682E-2</c:v>
                </c:pt>
                <c:pt idx="780">
                  <c:v>8.015938470845356E-2</c:v>
                </c:pt>
                <c:pt idx="781">
                  <c:v>7.7461393183265698E-2</c:v>
                </c:pt>
                <c:pt idx="782">
                  <c:v>7.4846847393892177E-2</c:v>
                </c:pt>
                <c:pt idx="783">
                  <c:v>7.2313454651127887E-2</c:v>
                </c:pt>
                <c:pt idx="784">
                  <c:v>6.9858974301873128E-2</c:v>
                </c:pt>
                <c:pt idx="785">
                  <c:v>6.7481216959280832E-2</c:v>
                </c:pt>
                <c:pt idx="786">
                  <c:v>6.5178043728075855E-2</c:v>
                </c:pt>
                <c:pt idx="787">
                  <c:v>6.2947365425915613E-2</c:v>
                </c:pt>
                <c:pt idx="788">
                  <c:v>6.078714180159641E-2</c:v>
                </c:pt>
                <c:pt idx="789">
                  <c:v>5.8695380750891084E-2</c:v>
                </c:pt>
                <c:pt idx="790">
                  <c:v>5.6670137530747657E-2</c:v>
                </c:pt>
                <c:pt idx="791">
                  <c:v>5.4709513972599801E-2</c:v>
                </c:pt>
                <c:pt idx="792">
                  <c:v>5.2811657695450306E-2</c:v>
                </c:pt>
                <c:pt idx="793">
                  <c:v>5.0974761319399875E-2</c:v>
                </c:pt>
                <c:pt idx="794">
                  <c:v>4.9197061680249315E-2</c:v>
                </c:pt>
                <c:pt idx="795">
                  <c:v>4.7476839045781441E-2</c:v>
                </c:pt>
                <c:pt idx="796">
                  <c:v>4.5812416334285705E-2</c:v>
                </c:pt>
                <c:pt idx="797">
                  <c:v>4.4202158335886775E-2</c:v>
                </c:pt>
                <c:pt idx="798">
                  <c:v>4.2644470937196269E-2</c:v>
                </c:pt>
                <c:pt idx="799">
                  <c:v>4.1137800349769313E-2</c:v>
                </c:pt>
                <c:pt idx="800">
                  <c:v>3.9680632342853524E-2</c:v>
                </c:pt>
                <c:pt idx="801">
                  <c:v>3.8271491480870647E-2</c:v>
                </c:pt>
                <c:pt idx="802">
                  <c:v>3.6908940366043363E-2</c:v>
                </c:pt>
                <c:pt idx="803">
                  <c:v>3.5591578886578407E-2</c:v>
                </c:pt>
                <c:pt idx="804">
                  <c:v>3.4318043470775057E-2</c:v>
                </c:pt>
                <c:pt idx="805">
                  <c:v>3.308700634741088E-2</c:v>
                </c:pt>
                <c:pt idx="806">
                  <c:v>3.1897174812742332E-2</c:v>
                </c:pt>
                <c:pt idx="807">
                  <c:v>3.07472905044241E-2</c:v>
                </c:pt>
                <c:pt idx="808">
                  <c:v>2.9636128682645386E-2</c:v>
                </c:pt>
                <c:pt idx="809">
                  <c:v>2.8562497518745896E-2</c:v>
                </c:pt>
                <c:pt idx="810">
                  <c:v>2.7525237391572324E-2</c:v>
                </c:pt>
                <c:pt idx="811">
                  <c:v>2.6523220191800721E-2</c:v>
                </c:pt>
                <c:pt idx="812">
                  <c:v>2.5555348634446091E-2</c:v>
                </c:pt>
                <c:pt idx="813">
                  <c:v>2.4620555579754975E-2</c:v>
                </c:pt>
                <c:pt idx="814">
                  <c:v>2.3717803362660026E-2</c:v>
                </c:pt>
                <c:pt idx="815">
                  <c:v>2.2846083130970234E-2</c:v>
                </c:pt>
                <c:pt idx="816">
                  <c:v>2.2004414192436414E-2</c:v>
                </c:pt>
                <c:pt idx="817">
                  <c:v>2.1191843370833269E-2</c:v>
                </c:pt>
                <c:pt idx="818">
                  <c:v>2.0407444371176166E-2</c:v>
                </c:pt>
                <c:pt idx="819">
                  <c:v>1.9650317154181644E-2</c:v>
                </c:pt>
                <c:pt idx="820">
                  <c:v>1.8919587320057954E-2</c:v>
                </c:pt>
                <c:pt idx="821">
                  <c:v>1.8214405501714021E-2</c:v>
                </c:pt>
                <c:pt idx="822">
                  <c:v>1.7533946767450227E-2</c:v>
                </c:pt>
                <c:pt idx="823">
                  <c:v>1.6877410033183906E-2</c:v>
                </c:pt>
                <c:pt idx="824">
                  <c:v>1.624401748426256E-2</c:v>
                </c:pt>
                <c:pt idx="825">
                  <c:v>1.5633014006889507E-2</c:v>
                </c:pt>
                <c:pt idx="826">
                  <c:v>1.5043666629189243E-2</c:v>
                </c:pt>
                <c:pt idx="827">
                  <c:v>1.447526397192728E-2</c:v>
                </c:pt>
                <c:pt idx="828">
                  <c:v>1.3927115708885046E-2</c:v>
                </c:pt>
                <c:pt idx="829">
                  <c:v>1.3398552036884276E-2</c:v>
                </c:pt>
                <c:pt idx="830">
                  <c:v>1.2888923155450736E-2</c:v>
                </c:pt>
                <c:pt idx="831">
                  <c:v>1.239759875609108E-2</c:v>
                </c:pt>
                <c:pt idx="832">
                  <c:v>1.1923967521155097E-2</c:v>
                </c:pt>
                <c:pt idx="833">
                  <c:v>1.146743663224466E-2</c:v>
                </c:pt>
                <c:pt idx="834">
                  <c:v>1.102743128812564E-2</c:v>
                </c:pt>
                <c:pt idx="835">
                  <c:v>1.060339423209253E-2</c:v>
                </c:pt>
                <c:pt idx="836">
                  <c:v>1.01947852887258E-2</c:v>
                </c:pt>
                <c:pt idx="837">
                  <c:v>9.8010809099827768E-3</c:v>
                </c:pt>
                <c:pt idx="838">
                  <c:v>9.4217737305489959E-3</c:v>
                </c:pt>
                <c:pt idx="839">
                  <c:v>9.0563721323791077E-3</c:v>
                </c:pt>
                <c:pt idx="840">
                  <c:v>8.7043998183477227E-3</c:v>
                </c:pt>
                <c:pt idx="841">
                  <c:v>8.3653953949253922E-3</c:v>
                </c:pt>
                <c:pt idx="842">
                  <c:v>8.0389119637932962E-3</c:v>
                </c:pt>
                <c:pt idx="843">
                  <c:v>7.7245167223050672E-3</c:v>
                </c:pt>
                <c:pt idx="844">
                  <c:v>7.4217905726996032E-3</c:v>
                </c:pt>
                <c:pt idx="845">
                  <c:v>7.1303277399651453E-3</c:v>
                </c:pt>
                <c:pt idx="846">
                  <c:v>6.8497353982555787E-3</c:v>
                </c:pt>
                <c:pt idx="847">
                  <c:v>6.5796333057501185E-3</c:v>
                </c:pt>
                <c:pt idx="848">
                  <c:v>6.319653447852281E-3</c:v>
                </c:pt>
                <c:pt idx="849">
                  <c:v>6.0694396886162199E-3</c:v>
                </c:pt>
                <c:pt idx="850">
                  <c:v>5.8286474302883928E-3</c:v>
                </c:pt>
                <c:pt idx="851">
                  <c:v>5.5969432808515756E-3</c:v>
                </c:pt>
                <c:pt idx="852">
                  <c:v>5.3740047294539087E-3</c:v>
                </c:pt>
                <c:pt idx="853">
                  <c:v>5.1595198296068689E-3</c:v>
                </c:pt>
                <c:pt idx="854">
                  <c:v>4.953186890032533E-3</c:v>
                </c:pt>
                <c:pt idx="855">
                  <c:v>4.7547141730402359E-3</c:v>
                </c:pt>
                <c:pt idx="856">
                  <c:v>4.5638196003126236E-3</c:v>
                </c:pt>
                <c:pt idx="857">
                  <c:v>4.3802304659782089E-3</c:v>
                </c:pt>
                <c:pt idx="858">
                  <c:v>4.203683156849069E-3</c:v>
                </c:pt>
                <c:pt idx="859">
                  <c:v>4.0339228796999228E-3</c:v>
                </c:pt>
                <c:pt idx="860">
                  <c:v>3.8707033954658641E-3</c:v>
                </c:pt>
                <c:pt idx="861">
                  <c:v>3.7137867602359655E-3</c:v>
                </c:pt>
                <c:pt idx="862">
                  <c:v>3.5629430729175872E-3</c:v>
                </c:pt>
                <c:pt idx="863">
                  <c:v>3.4179502294498193E-3</c:v>
                </c:pt>
                <c:pt idx="864">
                  <c:v>3.2785936834418415E-3</c:v>
                </c:pt>
                <c:pt idx="865">
                  <c:v>3.1446662131128676E-3</c:v>
                </c:pt>
                <c:pt idx="866">
                  <c:v>3.0159676944125058E-3</c:v>
                </c:pt>
                <c:pt idx="867">
                  <c:v>2.8923048801982537E-3</c:v>
                </c:pt>
                <c:pt idx="868">
                  <c:v>2.7734911853489115E-3</c:v>
                </c:pt>
                <c:pt idx="869">
                  <c:v>2.6593464776942469E-3</c:v>
                </c:pt>
                <c:pt idx="870">
                  <c:v>2.5496968746391122E-3</c:v>
                </c:pt>
                <c:pt idx="871">
                  <c:v>2.4443745453646771E-3</c:v>
                </c:pt>
                <c:pt idx="872">
                  <c:v>2.34321751848776E-3</c:v>
                </c:pt>
                <c:pt idx="873">
                  <c:v>2.2460694950611902E-3</c:v>
                </c:pt>
                <c:pt idx="874">
                  <c:v>2.152779666799345E-3</c:v>
                </c:pt>
                <c:pt idx="875">
                  <c:v>2.0632025394137256E-3</c:v>
                </c:pt>
                <c:pt idx="876">
                  <c:v>1.977197760945354E-3</c:v>
                </c:pt>
                <c:pt idx="877">
                  <c:v>1.8946299549806374E-3</c:v>
                </c:pt>
                <c:pt idx="878">
                  <c:v>1.8153685586404578E-3</c:v>
                </c:pt>
                <c:pt idx="879">
                  <c:v>1.7392876652320729E-3</c:v>
                </c:pt>
                <c:pt idx="880">
                  <c:v>1.6662658714556632E-3</c:v>
                </c:pt>
                <c:pt idx="881">
                  <c:v>1.5961861290581403E-3</c:v>
                </c:pt>
                <c:pt idx="882">
                  <c:v>1.5289356008292949E-3</c:v>
                </c:pt>
                <c:pt idx="883">
                  <c:v>1.4644055208354815E-3</c:v>
                </c:pt>
                <c:pt idx="884">
                  <c:v>1.4024910587886784E-3</c:v>
                </c:pt>
                <c:pt idx="885">
                  <c:v>1.3430911884498558E-3</c:v>
                </c:pt>
                <c:pt idx="886">
                  <c:v>1.2861085599670643E-3</c:v>
                </c:pt>
                <c:pt idx="887">
                  <c:v>1.2314493760502883E-3</c:v>
                </c:pt>
                <c:pt idx="888">
                  <c:v>1.1790232718870664E-3</c:v>
                </c:pt>
                <c:pt idx="889">
                  <c:v>1.1287431987037303E-3</c:v>
                </c:pt>
                <c:pt idx="890">
                  <c:v>1.0805253108795096E-3</c:v>
                </c:pt>
                <c:pt idx="891">
                  <c:v>1.0342888565218597E-3</c:v>
                </c:pt>
                <c:pt idx="892">
                  <c:v>9.8995607141330968E-4</c:v>
                </c:pt>
                <c:pt idx="893">
                  <c:v>9.4745207624136706E-4</c:v>
                </c:pt>
                <c:pt idx="894">
                  <c:v>9.0670477702536846E-4</c:v>
                </c:pt>
                <c:pt idx="895">
                  <c:v>8.6764476865482131E-4</c:v>
                </c:pt>
                <c:pt idx="896">
                  <c:v>8.3020524145621688E-4</c:v>
                </c:pt>
                <c:pt idx="897">
                  <c:v>7.9432189070679192E-4</c:v>
                </c:pt>
                <c:pt idx="898">
                  <c:v>7.5993282901478721E-4</c:v>
                </c:pt>
                <c:pt idx="899">
                  <c:v>7.2697850148821205E-4</c:v>
                </c:pt>
                <c:pt idx="900">
                  <c:v>6.9540160361496726E-4</c:v>
                </c:pt>
                <c:pt idx="901">
                  <c:v>6.6514700177938203E-4</c:v>
                </c:pt>
                <c:pt idx="902">
                  <c:v>6.3616165634138272E-4</c:v>
                </c:pt>
                <c:pt idx="903">
                  <c:v>6.0839454720631146E-4</c:v>
                </c:pt>
                <c:pt idx="904">
                  <c:v>5.8179660181500016E-4</c:v>
                </c:pt>
                <c:pt idx="905">
                  <c:v>5.56320625485043E-4</c:v>
                </c:pt>
                <c:pt idx="906">
                  <c:v>5.3192123403604551E-4</c:v>
                </c:pt>
                <c:pt idx="907">
                  <c:v>5.0855478863295108E-4</c:v>
                </c:pt>
                <c:pt idx="908">
                  <c:v>4.8617933278303116E-4</c:v>
                </c:pt>
                <c:pt idx="909">
                  <c:v>4.6475453142386325E-4</c:v>
                </c:pt>
                <c:pt idx="910">
                  <c:v>4.4424161204068777E-4</c:v>
                </c:pt>
                <c:pt idx="911">
                  <c:v>4.246033077534665E-4</c:v>
                </c:pt>
                <c:pt idx="912">
                  <c:v>4.0580380231501222E-4</c:v>
                </c:pt>
                <c:pt idx="913">
                  <c:v>3.8780867696308163E-4</c:v>
                </c:pt>
                <c:pt idx="914">
                  <c:v>3.7058485907091334E-4</c:v>
                </c:pt>
                <c:pt idx="915">
                  <c:v>3.541005725418021E-4</c:v>
                </c:pt>
                <c:pt idx="916">
                  <c:v>3.3832528989470654E-4</c:v>
                </c:pt>
                <c:pt idx="917">
                  <c:v>3.2322968598946713E-4</c:v>
                </c:pt>
                <c:pt idx="918">
                  <c:v>3.0878559334115453E-4</c:v>
                </c:pt>
                <c:pt idx="919">
                  <c:v>2.949659589745892E-4</c:v>
                </c:pt>
                <c:pt idx="920">
                  <c:v>2.8174480277134159E-4</c:v>
                </c:pt>
                <c:pt idx="921">
                  <c:v>2.6909717726267149E-4</c:v>
                </c:pt>
                <c:pt idx="922">
                  <c:v>2.5699912882310127E-4</c:v>
                </c:pt>
                <c:pt idx="923">
                  <c:v>2.4542766022063136E-4</c:v>
                </c:pt>
                <c:pt idx="924">
                  <c:v>2.3436069448064961E-4</c:v>
                </c:pt>
                <c:pt idx="925">
                  <c:v>2.2377704002178334E-4</c:v>
                </c:pt>
                <c:pt idx="926">
                  <c:v>2.1365635702315724E-4</c:v>
                </c:pt>
                <c:pt idx="927">
                  <c:v>2.0397912498353472E-4</c:v>
                </c:pt>
                <c:pt idx="928">
                  <c:v>1.9472661143389759E-4</c:v>
                </c:pt>
                <c:pt idx="929">
                  <c:v>1.8588084176621701E-4</c:v>
                </c:pt>
                <c:pt idx="930">
                  <c:v>1.774245701420831E-4</c:v>
                </c:pt>
                <c:pt idx="931">
                  <c:v>1.693412514459125E-4</c:v>
                </c:pt>
                <c:pt idx="932">
                  <c:v>1.6161501424851487E-4</c:v>
                </c:pt>
                <c:pt idx="933">
                  <c:v>1.5423063474772535E-4</c:v>
                </c:pt>
                <c:pt idx="934">
                  <c:v>1.4717351165373797E-4</c:v>
                </c:pt>
                <c:pt idx="935">
                  <c:v>1.4042964198781316E-4</c:v>
                </c:pt>
                <c:pt idx="936">
                  <c:v>1.3398559776386265E-4</c:v>
                </c:pt>
                <c:pt idx="937">
                  <c:v>1.2782850352330015E-4</c:v>
                </c:pt>
                <c:pt idx="938">
                  <c:v>1.2194601469451522E-4</c:v>
                </c:pt>
                <c:pt idx="939">
                  <c:v>1.1632629674907892E-4</c:v>
                </c:pt>
                <c:pt idx="940">
                  <c:v>1.109580051276628E-4</c:v>
                </c:pt>
                <c:pt idx="941">
                  <c:v>1.0583026590947916E-4</c:v>
                </c:pt>
                <c:pt idx="942">
                  <c:v>1.0093265719983554E-4</c:v>
                </c:pt>
                <c:pt idx="943">
                  <c:v>9.6255191211131366E-5</c:v>
                </c:pt>
                <c:pt idx="944">
                  <c:v>9.1788297013445572E-5</c:v>
                </c:pt>
                <c:pt idx="945">
                  <c:v>8.7522803931538968E-5</c:v>
                </c:pt>
                <c:pt idx="946">
                  <c:v>8.344992556585823E-5</c:v>
                </c:pt>
                <c:pt idx="947">
                  <c:v>7.9561244415776104E-5</c:v>
                </c:pt>
                <c:pt idx="948">
                  <c:v>7.5848697084036757E-5</c:v>
                </c:pt>
                <c:pt idx="949">
                  <c:v>7.2304560041998851E-5</c:v>
                </c:pt>
                <c:pt idx="950">
                  <c:v>6.8921435935922275E-5</c:v>
                </c:pt>
                <c:pt idx="951">
                  <c:v>6.5692240415182873E-5</c:v>
                </c:pt>
                <c:pt idx="952">
                  <c:v>6.2610189463896027E-5</c:v>
                </c:pt>
                <c:pt idx="953">
                  <c:v>5.9668787218032262E-5</c:v>
                </c:pt>
                <c:pt idx="954">
                  <c:v>5.6861814250685523E-5</c:v>
                </c:pt>
                <c:pt idx="955">
                  <c:v>5.4183316308705437E-5</c:v>
                </c:pt>
                <c:pt idx="956">
                  <c:v>5.1627593484474298E-5</c:v>
                </c:pt>
                <c:pt idx="957">
                  <c:v>4.9189189807114029E-5</c:v>
                </c:pt>
                <c:pt idx="958">
                  <c:v>4.6862883237940555E-5</c:v>
                </c:pt>
                <c:pt idx="959">
                  <c:v>4.4643676055479074E-5</c:v>
                </c:pt>
                <c:pt idx="960">
                  <c:v>4.2526785615852746E-5</c:v>
                </c:pt>
                <c:pt idx="961">
                  <c:v>4.0507635474792034E-5</c:v>
                </c:pt>
                <c:pt idx="962">
                  <c:v>3.8581846858033096E-5</c:v>
                </c:pt>
                <c:pt idx="963">
                  <c:v>3.6745230467259353E-5</c:v>
                </c:pt>
                <c:pt idx="964">
                  <c:v>3.4993778609203697E-5</c:v>
                </c:pt>
                <c:pt idx="965">
                  <c:v>3.3323657635953668E-5</c:v>
                </c:pt>
                <c:pt idx="966">
                  <c:v>3.173120068488713E-5</c:v>
                </c:pt>
                <c:pt idx="967">
                  <c:v>3.0212900707072476E-5</c:v>
                </c:pt>
                <c:pt idx="968">
                  <c:v>2.8765403773362371E-5</c:v>
                </c:pt>
                <c:pt idx="969">
                  <c:v>2.7385502647758193E-5</c:v>
                </c:pt>
                <c:pt idx="970">
                  <c:v>2.607013061799915E-5</c:v>
                </c:pt>
                <c:pt idx="971">
                  <c:v>2.481635557367314E-5</c:v>
                </c:pt>
                <c:pt idx="972">
                  <c:v>2.362137432248861E-5</c:v>
                </c:pt>
                <c:pt idx="973">
                  <c:v>2.2482507135667227E-5</c:v>
                </c:pt>
                <c:pt idx="974">
                  <c:v>2.1397192513739839E-5</c:v>
                </c:pt>
                <c:pt idx="975">
                  <c:v>2.0362982164341636E-5</c:v>
                </c:pt>
                <c:pt idx="976">
                  <c:v>1.9377536183881556E-5</c:v>
                </c:pt>
                <c:pt idx="977">
                  <c:v>1.84386184352714E-5</c:v>
                </c:pt>
                <c:pt idx="978">
                  <c:v>1.7544092114166304E-5</c:v>
                </c:pt>
                <c:pt idx="979">
                  <c:v>1.6691915496437313E-5</c:v>
                </c:pt>
                <c:pt idx="980">
                  <c:v>1.5880137859866047E-5</c:v>
                </c:pt>
                <c:pt idx="981">
                  <c:v>1.5106895573300497E-5</c:v>
                </c:pt>
                <c:pt idx="982">
                  <c:v>1.4370408346751291E-5</c:v>
                </c:pt>
                <c:pt idx="983">
                  <c:v>1.3668975636152275E-5</c:v>
                </c:pt>
                <c:pt idx="984">
                  <c:v>1.300097319673366E-5</c:v>
                </c:pt>
                <c:pt idx="985">
                  <c:v>1.2364849779175677E-5</c:v>
                </c:pt>
                <c:pt idx="986">
                  <c:v>1.1759123962928371E-5</c:v>
                </c:pt>
                <c:pt idx="987">
                  <c:v>1.1182381121289065E-5</c:v>
                </c:pt>
                <c:pt idx="988">
                  <c:v>1.0633270513024473E-5</c:v>
                </c:pt>
                <c:pt idx="989">
                  <c:v>1.0110502495525407E-5</c:v>
                </c:pt>
                <c:pt idx="990">
                  <c:v>9.6128458546599117E-6</c:v>
                </c:pt>
                <c:pt idx="991">
                  <c:v>9.1391252466767554E-6</c:v>
                </c:pt>
                <c:pt idx="992">
                  <c:v>8.6882187476840854E-6</c:v>
                </c:pt>
                <c:pt idx="993">
                  <c:v>8.2590555063928916E-6</c:v>
                </c:pt>
                <c:pt idx="994">
                  <c:v>7.8506134959814242E-6</c:v>
                </c:pt>
                <c:pt idx="995">
                  <c:v>7.4619173610905955E-6</c:v>
                </c:pt>
                <c:pt idx="996">
                  <c:v>7.0920363561119246E-6</c:v>
                </c:pt>
                <c:pt idx="997">
                  <c:v>6.740082371075982E-6</c:v>
                </c:pt>
                <c:pt idx="998">
                  <c:v>6.405208041590575E-6</c:v>
                </c:pt>
                <c:pt idx="999">
                  <c:v>6.0866049394112511E-6</c:v>
                </c:pt>
                <c:pt idx="1000">
                  <c:v>5.7835018403603317E-6</c:v>
                </c:pt>
                <c:pt idx="1001">
                  <c:v>5.4951630664363863E-6</c:v>
                </c:pt>
                <c:pt idx="1002">
                  <c:v>5.220886899076794E-6</c:v>
                </c:pt>
                <c:pt idx="1003">
                  <c:v>4.9600040606532749E-6</c:v>
                </c:pt>
                <c:pt idx="1004">
                  <c:v>4.7118762613973151E-6</c:v>
                </c:pt>
                <c:pt idx="1005">
                  <c:v>4.47589480905529E-6</c:v>
                </c:pt>
                <c:pt idx="1006">
                  <c:v>4.2514792786837236E-6</c:v>
                </c:pt>
                <c:pt idx="1007">
                  <c:v>4.0380762400943524E-6</c:v>
                </c:pt>
                <c:pt idx="1008">
                  <c:v>3.8351580405557082E-6</c:v>
                </c:pt>
                <c:pt idx="1009">
                  <c:v>3.6422216404532793E-6</c:v>
                </c:pt>
                <c:pt idx="1010">
                  <c:v>3.4587874997009565E-6</c:v>
                </c:pt>
                <c:pt idx="1011">
                  <c:v>3.2843985127825241E-6</c:v>
                </c:pt>
                <c:pt idx="1012">
                  <c:v>3.1186189903872501E-6</c:v>
                </c:pt>
                <c:pt idx="1013">
                  <c:v>2.9610336856850555E-6</c:v>
                </c:pt>
                <c:pt idx="1014">
                  <c:v>2.8112468633623477E-6</c:v>
                </c:pt>
                <c:pt idx="1015">
                  <c:v>2.6688814096179001E-6</c:v>
                </c:pt>
                <c:pt idx="1016">
                  <c:v>2.5335779813871926E-6</c:v>
                </c:pt>
                <c:pt idx="1017">
                  <c:v>2.4049941931363692E-6</c:v>
                </c:pt>
                <c:pt idx="1018">
                  <c:v>2.2828038396305326E-6</c:v>
                </c:pt>
                <c:pt idx="1019">
                  <c:v>2.1666961531481345E-6</c:v>
                </c:pt>
                <c:pt idx="1020">
                  <c:v>2.0563750936743095E-6</c:v>
                </c:pt>
                <c:pt idx="1021">
                  <c:v>1.9515586706644807E-6</c:v>
                </c:pt>
                <c:pt idx="1022">
                  <c:v>1.8519782950285962E-6</c:v>
                </c:pt>
                <c:pt idx="1023">
                  <c:v>1.7573781600405537E-6</c:v>
                </c:pt>
                <c:pt idx="1024">
                  <c:v>1.667514649930079E-6</c:v>
                </c:pt>
                <c:pt idx="1025">
                  <c:v>1.5821557749658646E-6</c:v>
                </c:pt>
                <c:pt idx="1026">
                  <c:v>1.5010806318876756E-6</c:v>
                </c:pt>
                <c:pt idx="1027">
                  <c:v>1.4240788885917996E-6</c:v>
                </c:pt>
                <c:pt idx="1028">
                  <c:v>1.3509502920195095E-6</c:v>
                </c:pt>
                <c:pt idx="1029">
                  <c:v>1.2815041982426071E-6</c:v>
                </c:pt>
                <c:pt idx="1030">
                  <c:v>1.2155591237800452E-6</c:v>
                </c:pt>
                <c:pt idx="1031">
                  <c:v>1.1529423172219325E-6</c:v>
                </c:pt>
                <c:pt idx="1032">
                  <c:v>1.0934893502738783E-6</c:v>
                </c:pt>
                <c:pt idx="1033">
                  <c:v>1.0370437273729779E-6</c:v>
                </c:pt>
                <c:pt idx="1034">
                  <c:v>9.8345651306152201E-7</c:v>
                </c:pt>
                <c:pt idx="1035">
                  <c:v>9.3258597633903195E-7</c:v>
                </c:pt>
                <c:pt idx="1036">
                  <c:v>8.8429725124610884E-7</c:v>
                </c:pt>
                <c:pt idx="1037">
                  <c:v>8.384620129644631E-7</c:v>
                </c:pt>
                <c:pt idx="1038">
                  <c:v>7.9495816874865557E-7</c:v>
                </c:pt>
                <c:pt idx="1039">
                  <c:v>7.5366956303311698E-7</c:v>
                </c:pt>
                <c:pt idx="1040">
                  <c:v>7.1448569608658751E-7</c:v>
                </c:pt>
                <c:pt idx="1041">
                  <c:v>6.773014556124991E-7</c:v>
                </c:pt>
                <c:pt idx="1042">
                  <c:v>6.4201686071946038E-7</c:v>
                </c:pt>
                <c:pt idx="1043">
                  <c:v>6.0853681771072196E-7</c:v>
                </c:pt>
                <c:pt idx="1044">
                  <c:v>5.7677088716503366E-7</c:v>
                </c:pt>
                <c:pt idx="1045">
                  <c:v>5.4663306180385614E-7</c:v>
                </c:pt>
                <c:pt idx="1046">
                  <c:v>5.1804155466187771E-7</c:v>
                </c:pt>
                <c:pt idx="1047">
                  <c:v>4.9091859709825577E-7</c:v>
                </c:pt>
                <c:pt idx="1048">
                  <c:v>4.6519024620609714E-7</c:v>
                </c:pt>
                <c:pt idx="1049">
                  <c:v>4.4078620119705703E-7</c:v>
                </c:pt>
                <c:pt idx="1050">
                  <c:v>4.1763962835594982E-7</c:v>
                </c:pt>
                <c:pt idx="1051">
                  <c:v>3.9568699417795381E-7</c:v>
                </c:pt>
                <c:pt idx="1052">
                  <c:v>3.748679063180947E-7</c:v>
                </c:pt>
                <c:pt idx="1053">
                  <c:v>3.5512496199850951E-7</c:v>
                </c:pt>
                <c:pt idx="1054">
                  <c:v>3.3640360353462233E-7</c:v>
                </c:pt>
                <c:pt idx="1055">
                  <c:v>3.186519806563374E-7</c:v>
                </c:pt>
                <c:pt idx="1056">
                  <c:v>3.0182081931435366E-7</c:v>
                </c:pt>
                <c:pt idx="1057">
                  <c:v>2.8586329667541612E-7</c:v>
                </c:pt>
                <c:pt idx="1058">
                  <c:v>2.7073492202341454E-7</c:v>
                </c:pt>
                <c:pt idx="1059">
                  <c:v>2.5639342329569937E-7</c:v>
                </c:pt>
                <c:pt idx="1060">
                  <c:v>2.4279863899586988E-7</c:v>
                </c:pt>
                <c:pt idx="1061">
                  <c:v>2.2991241523592665E-7</c:v>
                </c:pt>
                <c:pt idx="1062">
                  <c:v>2.1769850767152633E-7</c:v>
                </c:pt>
                <c:pt idx="1063">
                  <c:v>2.0612248810454117E-7</c:v>
                </c:pt>
                <c:pt idx="1064">
                  <c:v>1.9515165553737606E-7</c:v>
                </c:pt>
                <c:pt idx="1065">
                  <c:v>1.8475495147293812E-7</c:v>
                </c:pt>
                <c:pt idx="1066">
                  <c:v>1.7490287926343013E-7</c:v>
                </c:pt>
                <c:pt idx="1067">
                  <c:v>1.6556742732000762E-7</c:v>
                </c:pt>
                <c:pt idx="1068">
                  <c:v>1.5672199600372383E-7</c:v>
                </c:pt>
                <c:pt idx="1069">
                  <c:v>1.4834132802625886E-7</c:v>
                </c:pt>
                <c:pt idx="1070">
                  <c:v>1.4040144219670445E-7</c:v>
                </c:pt>
                <c:pt idx="1071">
                  <c:v>1.3287957035805254E-7</c:v>
                </c:pt>
                <c:pt idx="1072">
                  <c:v>1.2575409736402735E-7</c:v>
                </c:pt>
                <c:pt idx="1073">
                  <c:v>1.1900450395381992E-7</c:v>
                </c:pt>
                <c:pt idx="1074">
                  <c:v>1.1261131238861583E-7</c:v>
                </c:pt>
                <c:pt idx="1075">
                  <c:v>1.0655603472004235E-7</c:v>
                </c:pt>
                <c:pt idx="1076">
                  <c:v>1.0082112356660062E-7</c:v>
                </c:pt>
                <c:pt idx="1077">
                  <c:v>9.5389925279761895E-8</c:v>
                </c:pt>
                <c:pt idx="1078">
                  <c:v>9.0246635386842012E-8</c:v>
                </c:pt>
                <c:pt idx="1079">
                  <c:v>8.5376256202928539E-8</c:v>
                </c:pt>
                <c:pt idx="1080">
                  <c:v>8.0764556509073074E-8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6-0F27-43CB-B342-0B1853660F7A}"/>
            </c:ext>
          </c:extLst>
        </c:ser>
        <c:ser>
          <c:idx val="7"/>
          <c:order val="7"/>
          <c:tx>
            <c:strRef>
              <c:f>Sheet1!$R$3</c:f>
              <c:strCache>
                <c:ptCount val="1"/>
                <c:pt idx="0">
                  <c:v>Qp = 10.0 L/s</c:v>
                </c:pt>
              </c:strCache>
            </c:strRef>
          </c:tx>
          <c:spPr>
            <a:ln w="19050" cap="rnd">
              <a:solidFill>
                <a:srgbClr val="FFFF00"/>
              </a:solidFill>
              <a:round/>
            </a:ln>
            <a:effectLst/>
          </c:spPr>
          <c:marker>
            <c:symbol val="none"/>
          </c:marker>
          <c:xVal>
            <c:numRef>
              <c:f>Sheet1!$J$4:$J$1084</c:f>
              <c:numCache>
                <c:formatCode>General</c:formatCode>
                <c:ptCount val="1081"/>
                <c:pt idx="0">
                  <c:v>0</c:v>
                </c:pt>
                <c:pt idx="1">
                  <c:v>2.7777777777777775E-3</c:v>
                </c:pt>
                <c:pt idx="2">
                  <c:v>5.5555555555555549E-3</c:v>
                </c:pt>
                <c:pt idx="3">
                  <c:v>8.3333333333333332E-3</c:v>
                </c:pt>
                <c:pt idx="4">
                  <c:v>1.111111111111111E-2</c:v>
                </c:pt>
                <c:pt idx="5">
                  <c:v>1.388888888888889E-2</c:v>
                </c:pt>
                <c:pt idx="6">
                  <c:v>1.6666666666666666E-2</c:v>
                </c:pt>
                <c:pt idx="7">
                  <c:v>1.9444444444444445E-2</c:v>
                </c:pt>
                <c:pt idx="8">
                  <c:v>2.222222222222222E-2</c:v>
                </c:pt>
                <c:pt idx="9">
                  <c:v>2.5000000000000001E-2</c:v>
                </c:pt>
                <c:pt idx="10">
                  <c:v>2.777777777777778E-2</c:v>
                </c:pt>
                <c:pt idx="11">
                  <c:v>3.0555555555555555E-2</c:v>
                </c:pt>
                <c:pt idx="12">
                  <c:v>3.3333333333333333E-2</c:v>
                </c:pt>
                <c:pt idx="13">
                  <c:v>3.6111111111111108E-2</c:v>
                </c:pt>
                <c:pt idx="14">
                  <c:v>3.888888888888889E-2</c:v>
                </c:pt>
                <c:pt idx="15">
                  <c:v>4.1666666666666664E-2</c:v>
                </c:pt>
                <c:pt idx="16">
                  <c:v>4.4444444444444439E-2</c:v>
                </c:pt>
                <c:pt idx="17">
                  <c:v>4.7222222222222228E-2</c:v>
                </c:pt>
                <c:pt idx="18">
                  <c:v>0.05</c:v>
                </c:pt>
                <c:pt idx="19">
                  <c:v>5.2777777777777778E-2</c:v>
                </c:pt>
                <c:pt idx="20">
                  <c:v>5.5555555555555559E-2</c:v>
                </c:pt>
                <c:pt idx="21">
                  <c:v>5.8333333333333334E-2</c:v>
                </c:pt>
                <c:pt idx="22">
                  <c:v>6.1111111111111109E-2</c:v>
                </c:pt>
                <c:pt idx="23">
                  <c:v>6.3888888888888898E-2</c:v>
                </c:pt>
                <c:pt idx="24">
                  <c:v>6.6666666666666666E-2</c:v>
                </c:pt>
                <c:pt idx="25">
                  <c:v>6.9444444444444448E-2</c:v>
                </c:pt>
                <c:pt idx="26">
                  <c:v>7.2222222222222215E-2</c:v>
                </c:pt>
                <c:pt idx="27">
                  <c:v>7.4999999999999997E-2</c:v>
                </c:pt>
                <c:pt idx="28">
                  <c:v>7.7777777777777779E-2</c:v>
                </c:pt>
                <c:pt idx="29">
                  <c:v>8.0555555555555547E-2</c:v>
                </c:pt>
                <c:pt idx="30">
                  <c:v>8.3333333333333329E-2</c:v>
                </c:pt>
                <c:pt idx="31">
                  <c:v>8.611111111111111E-2</c:v>
                </c:pt>
                <c:pt idx="32">
                  <c:v>8.8888888888888878E-2</c:v>
                </c:pt>
                <c:pt idx="33">
                  <c:v>9.166666666666666E-2</c:v>
                </c:pt>
                <c:pt idx="34">
                  <c:v>9.4444444444444456E-2</c:v>
                </c:pt>
                <c:pt idx="35">
                  <c:v>9.7222222222222224E-2</c:v>
                </c:pt>
                <c:pt idx="36">
                  <c:v>0.1</c:v>
                </c:pt>
                <c:pt idx="37">
                  <c:v>0.10277777777777779</c:v>
                </c:pt>
                <c:pt idx="38">
                  <c:v>0.10555555555555556</c:v>
                </c:pt>
                <c:pt idx="39">
                  <c:v>0.10833333333333334</c:v>
                </c:pt>
                <c:pt idx="40">
                  <c:v>0.11111111111111112</c:v>
                </c:pt>
                <c:pt idx="41">
                  <c:v>0.11388888888888889</c:v>
                </c:pt>
                <c:pt idx="42">
                  <c:v>0.11666666666666667</c:v>
                </c:pt>
                <c:pt idx="43">
                  <c:v>0.11944444444444445</c:v>
                </c:pt>
                <c:pt idx="44">
                  <c:v>0.12222222222222222</c:v>
                </c:pt>
                <c:pt idx="45">
                  <c:v>0.125</c:v>
                </c:pt>
                <c:pt idx="46">
                  <c:v>0.1277777777777778</c:v>
                </c:pt>
                <c:pt idx="47">
                  <c:v>0.13055555555555556</c:v>
                </c:pt>
                <c:pt idx="48">
                  <c:v>0.13333333333333333</c:v>
                </c:pt>
                <c:pt idx="49">
                  <c:v>0.1361111111111111</c:v>
                </c:pt>
                <c:pt idx="50">
                  <c:v>0.1388888888888889</c:v>
                </c:pt>
                <c:pt idx="51">
                  <c:v>0.14166666666666666</c:v>
                </c:pt>
                <c:pt idx="52">
                  <c:v>0.14444444444444443</c:v>
                </c:pt>
                <c:pt idx="53">
                  <c:v>0.14722222222222223</c:v>
                </c:pt>
                <c:pt idx="54">
                  <c:v>0.15</c:v>
                </c:pt>
                <c:pt idx="55">
                  <c:v>0.15277777777777776</c:v>
                </c:pt>
                <c:pt idx="56">
                  <c:v>0.15555555555555556</c:v>
                </c:pt>
                <c:pt idx="57">
                  <c:v>0.15833333333333333</c:v>
                </c:pt>
                <c:pt idx="58">
                  <c:v>0.16111111111111109</c:v>
                </c:pt>
                <c:pt idx="59">
                  <c:v>0.16388888888888889</c:v>
                </c:pt>
                <c:pt idx="60">
                  <c:v>0.16666666666666666</c:v>
                </c:pt>
                <c:pt idx="61">
                  <c:v>0.16944444444444443</c:v>
                </c:pt>
                <c:pt idx="62">
                  <c:v>0.17222222222222222</c:v>
                </c:pt>
                <c:pt idx="63">
                  <c:v>0.17499999999999999</c:v>
                </c:pt>
                <c:pt idx="64">
                  <c:v>0.17777777777777776</c:v>
                </c:pt>
                <c:pt idx="65">
                  <c:v>0.18055555555555555</c:v>
                </c:pt>
                <c:pt idx="66">
                  <c:v>0.18333333333333332</c:v>
                </c:pt>
                <c:pt idx="67">
                  <c:v>0.18611111111111109</c:v>
                </c:pt>
                <c:pt idx="68">
                  <c:v>0.18888888888888891</c:v>
                </c:pt>
                <c:pt idx="69">
                  <c:v>0.19166666666666668</c:v>
                </c:pt>
                <c:pt idx="70">
                  <c:v>0.19444444444444445</c:v>
                </c:pt>
                <c:pt idx="71">
                  <c:v>0.19722222222222224</c:v>
                </c:pt>
                <c:pt idx="72">
                  <c:v>0.2</c:v>
                </c:pt>
                <c:pt idx="73">
                  <c:v>0.20277777777777778</c:v>
                </c:pt>
                <c:pt idx="74">
                  <c:v>0.20555555555555557</c:v>
                </c:pt>
                <c:pt idx="75">
                  <c:v>0.20833333333333334</c:v>
                </c:pt>
                <c:pt idx="76">
                  <c:v>0.21111111111111111</c:v>
                </c:pt>
                <c:pt idx="77">
                  <c:v>0.21388888888888891</c:v>
                </c:pt>
                <c:pt idx="78">
                  <c:v>0.21666666666666667</c:v>
                </c:pt>
                <c:pt idx="79">
                  <c:v>0.21944444444444444</c:v>
                </c:pt>
                <c:pt idx="80">
                  <c:v>0.22222222222222224</c:v>
                </c:pt>
                <c:pt idx="81">
                  <c:v>0.22500000000000001</c:v>
                </c:pt>
                <c:pt idx="82">
                  <c:v>0.22777777777777777</c:v>
                </c:pt>
                <c:pt idx="83">
                  <c:v>0.23055555555555557</c:v>
                </c:pt>
                <c:pt idx="84">
                  <c:v>0.23333333333333334</c:v>
                </c:pt>
                <c:pt idx="85">
                  <c:v>0.2361111111111111</c:v>
                </c:pt>
                <c:pt idx="86">
                  <c:v>0.2388888888888889</c:v>
                </c:pt>
                <c:pt idx="87">
                  <c:v>0.24166666666666667</c:v>
                </c:pt>
                <c:pt idx="88">
                  <c:v>0.24444444444444444</c:v>
                </c:pt>
                <c:pt idx="89">
                  <c:v>0.24722222222222223</c:v>
                </c:pt>
                <c:pt idx="90">
                  <c:v>0.25</c:v>
                </c:pt>
                <c:pt idx="91">
                  <c:v>0.25277777777777777</c:v>
                </c:pt>
                <c:pt idx="92">
                  <c:v>0.25555555555555559</c:v>
                </c:pt>
                <c:pt idx="93">
                  <c:v>0.25833333333333336</c:v>
                </c:pt>
                <c:pt idx="94">
                  <c:v>0.26111111111111113</c:v>
                </c:pt>
                <c:pt idx="95">
                  <c:v>0.2638888888888889</c:v>
                </c:pt>
                <c:pt idx="96">
                  <c:v>0.26666666666666666</c:v>
                </c:pt>
                <c:pt idx="97">
                  <c:v>0.26944444444444449</c:v>
                </c:pt>
                <c:pt idx="98">
                  <c:v>0.2722222222222222</c:v>
                </c:pt>
                <c:pt idx="99">
                  <c:v>0.27500000000000002</c:v>
                </c:pt>
                <c:pt idx="100">
                  <c:v>0.27777777777777779</c:v>
                </c:pt>
                <c:pt idx="101">
                  <c:v>0.28055555555555556</c:v>
                </c:pt>
                <c:pt idx="102">
                  <c:v>0.28333333333333333</c:v>
                </c:pt>
                <c:pt idx="103">
                  <c:v>0.28611111111111115</c:v>
                </c:pt>
                <c:pt idx="104">
                  <c:v>0.28888888888888886</c:v>
                </c:pt>
                <c:pt idx="105">
                  <c:v>0.29166666666666669</c:v>
                </c:pt>
                <c:pt idx="106">
                  <c:v>0.29444444444444445</c:v>
                </c:pt>
                <c:pt idx="107">
                  <c:v>0.29722222222222222</c:v>
                </c:pt>
                <c:pt idx="108">
                  <c:v>0.3</c:v>
                </c:pt>
                <c:pt idx="109">
                  <c:v>0.30277777777777781</c:v>
                </c:pt>
                <c:pt idx="110">
                  <c:v>0.30555555555555552</c:v>
                </c:pt>
                <c:pt idx="111">
                  <c:v>0.30833333333333335</c:v>
                </c:pt>
                <c:pt idx="112">
                  <c:v>0.31111111111111112</c:v>
                </c:pt>
                <c:pt idx="113">
                  <c:v>0.31388888888888888</c:v>
                </c:pt>
                <c:pt idx="114">
                  <c:v>0.31666666666666665</c:v>
                </c:pt>
                <c:pt idx="115">
                  <c:v>0.31944444444444448</c:v>
                </c:pt>
                <c:pt idx="116">
                  <c:v>0.32222222222222219</c:v>
                </c:pt>
                <c:pt idx="117">
                  <c:v>0.32500000000000001</c:v>
                </c:pt>
                <c:pt idx="118">
                  <c:v>0.32777777777777778</c:v>
                </c:pt>
                <c:pt idx="119">
                  <c:v>0.33055555555555555</c:v>
                </c:pt>
                <c:pt idx="120">
                  <c:v>0.33333333333333331</c:v>
                </c:pt>
                <c:pt idx="121">
                  <c:v>0.33611111111111114</c:v>
                </c:pt>
                <c:pt idx="122">
                  <c:v>0.33888888888888885</c:v>
                </c:pt>
                <c:pt idx="123">
                  <c:v>0.34166666666666667</c:v>
                </c:pt>
                <c:pt idx="124">
                  <c:v>0.34444444444444444</c:v>
                </c:pt>
                <c:pt idx="125">
                  <c:v>0.34722222222222221</c:v>
                </c:pt>
                <c:pt idx="126">
                  <c:v>0.35</c:v>
                </c:pt>
                <c:pt idx="127">
                  <c:v>0.3527777777777778</c:v>
                </c:pt>
                <c:pt idx="128">
                  <c:v>0.35555555555555551</c:v>
                </c:pt>
                <c:pt idx="129">
                  <c:v>0.35833333333333334</c:v>
                </c:pt>
                <c:pt idx="130">
                  <c:v>0.3611111111111111</c:v>
                </c:pt>
                <c:pt idx="131">
                  <c:v>0.36388888888888887</c:v>
                </c:pt>
                <c:pt idx="132">
                  <c:v>0.36666666666666664</c:v>
                </c:pt>
                <c:pt idx="133">
                  <c:v>0.36944444444444446</c:v>
                </c:pt>
                <c:pt idx="134">
                  <c:v>0.37222222222222218</c:v>
                </c:pt>
                <c:pt idx="135">
                  <c:v>0.375</c:v>
                </c:pt>
                <c:pt idx="136">
                  <c:v>0.37777777777777782</c:v>
                </c:pt>
                <c:pt idx="137">
                  <c:v>0.38055555555555554</c:v>
                </c:pt>
                <c:pt idx="138">
                  <c:v>0.38333333333333336</c:v>
                </c:pt>
                <c:pt idx="139">
                  <c:v>0.38611111111111113</c:v>
                </c:pt>
                <c:pt idx="140">
                  <c:v>0.3888888888888889</c:v>
                </c:pt>
                <c:pt idx="141">
                  <c:v>0.39166666666666666</c:v>
                </c:pt>
                <c:pt idx="142">
                  <c:v>0.39444444444444449</c:v>
                </c:pt>
                <c:pt idx="143">
                  <c:v>0.3972222222222222</c:v>
                </c:pt>
                <c:pt idx="144">
                  <c:v>0.4</c:v>
                </c:pt>
                <c:pt idx="145">
                  <c:v>0.40277777777777779</c:v>
                </c:pt>
                <c:pt idx="146">
                  <c:v>0.40555555555555556</c:v>
                </c:pt>
                <c:pt idx="147">
                  <c:v>0.40833333333333333</c:v>
                </c:pt>
                <c:pt idx="148">
                  <c:v>0.41111111111111115</c:v>
                </c:pt>
                <c:pt idx="149">
                  <c:v>0.41388888888888886</c:v>
                </c:pt>
                <c:pt idx="150">
                  <c:v>0.41666666666666669</c:v>
                </c:pt>
                <c:pt idx="151">
                  <c:v>0.41944444444444445</c:v>
                </c:pt>
                <c:pt idx="152">
                  <c:v>0.42222222222222222</c:v>
                </c:pt>
                <c:pt idx="153">
                  <c:v>0.42499999999999999</c:v>
                </c:pt>
                <c:pt idx="154">
                  <c:v>0.42777777777777781</c:v>
                </c:pt>
                <c:pt idx="155">
                  <c:v>0.43055555555555552</c:v>
                </c:pt>
                <c:pt idx="156">
                  <c:v>0.43333333333333335</c:v>
                </c:pt>
                <c:pt idx="157">
                  <c:v>0.43611111111111112</c:v>
                </c:pt>
                <c:pt idx="158">
                  <c:v>0.43888888888888888</c:v>
                </c:pt>
                <c:pt idx="159">
                  <c:v>0.44166666666666665</c:v>
                </c:pt>
                <c:pt idx="160">
                  <c:v>0.44444444444444448</c:v>
                </c:pt>
                <c:pt idx="161">
                  <c:v>0.44722222222222219</c:v>
                </c:pt>
                <c:pt idx="162">
                  <c:v>0.45</c:v>
                </c:pt>
                <c:pt idx="163">
                  <c:v>0.45277777777777778</c:v>
                </c:pt>
                <c:pt idx="164">
                  <c:v>0.45555555555555555</c:v>
                </c:pt>
                <c:pt idx="165">
                  <c:v>0.45833333333333331</c:v>
                </c:pt>
                <c:pt idx="166">
                  <c:v>0.46111111111111114</c:v>
                </c:pt>
                <c:pt idx="167">
                  <c:v>0.46388888888888885</c:v>
                </c:pt>
                <c:pt idx="168">
                  <c:v>0.46666666666666667</c:v>
                </c:pt>
                <c:pt idx="169">
                  <c:v>0.46944444444444444</c:v>
                </c:pt>
                <c:pt idx="170">
                  <c:v>0.47222222222222221</c:v>
                </c:pt>
                <c:pt idx="171">
                  <c:v>0.47499999999999998</c:v>
                </c:pt>
                <c:pt idx="172">
                  <c:v>0.4777777777777778</c:v>
                </c:pt>
                <c:pt idx="173">
                  <c:v>0.48055555555555551</c:v>
                </c:pt>
                <c:pt idx="174">
                  <c:v>0.48333333333333334</c:v>
                </c:pt>
                <c:pt idx="175">
                  <c:v>0.4861111111111111</c:v>
                </c:pt>
                <c:pt idx="176">
                  <c:v>0.48888888888888887</c:v>
                </c:pt>
                <c:pt idx="177">
                  <c:v>0.49166666666666664</c:v>
                </c:pt>
                <c:pt idx="178">
                  <c:v>0.49444444444444446</c:v>
                </c:pt>
                <c:pt idx="179">
                  <c:v>0.49722222222222218</c:v>
                </c:pt>
                <c:pt idx="180">
                  <c:v>0.5</c:v>
                </c:pt>
                <c:pt idx="181">
                  <c:v>0.50277777777777777</c:v>
                </c:pt>
                <c:pt idx="182">
                  <c:v>0.50555555555555554</c:v>
                </c:pt>
                <c:pt idx="183">
                  <c:v>0.5083333333333333</c:v>
                </c:pt>
                <c:pt idx="184">
                  <c:v>0.51111111111111118</c:v>
                </c:pt>
                <c:pt idx="185">
                  <c:v>0.51388888888888884</c:v>
                </c:pt>
                <c:pt idx="186">
                  <c:v>0.51666666666666672</c:v>
                </c:pt>
                <c:pt idx="187">
                  <c:v>0.51944444444444449</c:v>
                </c:pt>
                <c:pt idx="188">
                  <c:v>0.52222222222222225</c:v>
                </c:pt>
                <c:pt idx="189">
                  <c:v>0.52500000000000002</c:v>
                </c:pt>
                <c:pt idx="190">
                  <c:v>0.52777777777777779</c:v>
                </c:pt>
                <c:pt idx="191">
                  <c:v>0.53055555555555556</c:v>
                </c:pt>
                <c:pt idx="192">
                  <c:v>0.53333333333333333</c:v>
                </c:pt>
                <c:pt idx="193">
                  <c:v>0.53611111111111109</c:v>
                </c:pt>
                <c:pt idx="194">
                  <c:v>0.53888888888888897</c:v>
                </c:pt>
                <c:pt idx="195">
                  <c:v>0.54166666666666663</c:v>
                </c:pt>
                <c:pt idx="196">
                  <c:v>0.5444444444444444</c:v>
                </c:pt>
                <c:pt idx="197">
                  <c:v>0.54722222222222228</c:v>
                </c:pt>
                <c:pt idx="198">
                  <c:v>0.55000000000000004</c:v>
                </c:pt>
                <c:pt idx="199">
                  <c:v>0.5527777777777777</c:v>
                </c:pt>
                <c:pt idx="200">
                  <c:v>0.55555555555555558</c:v>
                </c:pt>
                <c:pt idx="201">
                  <c:v>0.55833333333333335</c:v>
                </c:pt>
                <c:pt idx="202">
                  <c:v>0.56111111111111112</c:v>
                </c:pt>
                <c:pt idx="203">
                  <c:v>0.56388888888888888</c:v>
                </c:pt>
                <c:pt idx="204">
                  <c:v>0.56666666666666665</c:v>
                </c:pt>
                <c:pt idx="205">
                  <c:v>0.56944444444444442</c:v>
                </c:pt>
                <c:pt idx="206">
                  <c:v>0.5722222222222223</c:v>
                </c:pt>
                <c:pt idx="207">
                  <c:v>0.57499999999999996</c:v>
                </c:pt>
                <c:pt idx="208">
                  <c:v>0.57777777777777772</c:v>
                </c:pt>
                <c:pt idx="209">
                  <c:v>0.5805555555555556</c:v>
                </c:pt>
                <c:pt idx="210">
                  <c:v>0.58333333333333337</c:v>
                </c:pt>
                <c:pt idx="211">
                  <c:v>0.58611111111111103</c:v>
                </c:pt>
                <c:pt idx="212">
                  <c:v>0.58888888888888891</c:v>
                </c:pt>
                <c:pt idx="213">
                  <c:v>0.59166666666666667</c:v>
                </c:pt>
                <c:pt idx="214">
                  <c:v>0.59444444444444444</c:v>
                </c:pt>
                <c:pt idx="215">
                  <c:v>0.59722222222222221</c:v>
                </c:pt>
                <c:pt idx="216">
                  <c:v>0.6</c:v>
                </c:pt>
                <c:pt idx="217">
                  <c:v>0.60277777777777775</c:v>
                </c:pt>
                <c:pt idx="218">
                  <c:v>0.60555555555555562</c:v>
                </c:pt>
                <c:pt idx="219">
                  <c:v>0.60833333333333328</c:v>
                </c:pt>
                <c:pt idx="220">
                  <c:v>0.61111111111111105</c:v>
                </c:pt>
                <c:pt idx="221">
                  <c:v>0.61388888888888893</c:v>
                </c:pt>
                <c:pt idx="222">
                  <c:v>0.6166666666666667</c:v>
                </c:pt>
                <c:pt idx="223">
                  <c:v>0.61944444444444435</c:v>
                </c:pt>
                <c:pt idx="224">
                  <c:v>0.62222222222222223</c:v>
                </c:pt>
                <c:pt idx="225">
                  <c:v>0.625</c:v>
                </c:pt>
                <c:pt idx="226">
                  <c:v>0.62777777777777777</c:v>
                </c:pt>
                <c:pt idx="227">
                  <c:v>0.63055555555555565</c:v>
                </c:pt>
                <c:pt idx="228">
                  <c:v>0.6333333333333333</c:v>
                </c:pt>
                <c:pt idx="229">
                  <c:v>0.63611111111111107</c:v>
                </c:pt>
                <c:pt idx="230">
                  <c:v>0.63888888888888895</c:v>
                </c:pt>
                <c:pt idx="231">
                  <c:v>0.64166666666666672</c:v>
                </c:pt>
                <c:pt idx="232">
                  <c:v>0.64444444444444438</c:v>
                </c:pt>
                <c:pt idx="233">
                  <c:v>0.64722222222222225</c:v>
                </c:pt>
                <c:pt idx="234">
                  <c:v>0.65</c:v>
                </c:pt>
                <c:pt idx="235">
                  <c:v>0.65277777777777779</c:v>
                </c:pt>
                <c:pt idx="236">
                  <c:v>0.65555555555555556</c:v>
                </c:pt>
                <c:pt idx="237">
                  <c:v>0.65833333333333333</c:v>
                </c:pt>
                <c:pt idx="238">
                  <c:v>0.66111111111111109</c:v>
                </c:pt>
                <c:pt idx="239">
                  <c:v>0.66388888888888897</c:v>
                </c:pt>
                <c:pt idx="240">
                  <c:v>0.66666666666666663</c:v>
                </c:pt>
                <c:pt idx="241">
                  <c:v>0.6694444444444444</c:v>
                </c:pt>
                <c:pt idx="242">
                  <c:v>0.67222222222222228</c:v>
                </c:pt>
                <c:pt idx="243">
                  <c:v>0.67500000000000004</c:v>
                </c:pt>
                <c:pt idx="244">
                  <c:v>0.6777777777777777</c:v>
                </c:pt>
                <c:pt idx="245">
                  <c:v>0.68055555555555558</c:v>
                </c:pt>
                <c:pt idx="246">
                  <c:v>0.68333333333333335</c:v>
                </c:pt>
                <c:pt idx="247">
                  <c:v>0.68611111111111112</c:v>
                </c:pt>
                <c:pt idx="248">
                  <c:v>0.68888888888888888</c:v>
                </c:pt>
                <c:pt idx="249">
                  <c:v>0.69166666666666665</c:v>
                </c:pt>
                <c:pt idx="250">
                  <c:v>0.69444444444444442</c:v>
                </c:pt>
                <c:pt idx="251">
                  <c:v>0.6972222222222223</c:v>
                </c:pt>
                <c:pt idx="252">
                  <c:v>0.7</c:v>
                </c:pt>
                <c:pt idx="253">
                  <c:v>0.70277777777777772</c:v>
                </c:pt>
                <c:pt idx="254">
                  <c:v>0.7055555555555556</c:v>
                </c:pt>
                <c:pt idx="255">
                  <c:v>0.70833333333333337</c:v>
                </c:pt>
                <c:pt idx="256">
                  <c:v>0.71111111111111103</c:v>
                </c:pt>
                <c:pt idx="257">
                  <c:v>0.71388888888888891</c:v>
                </c:pt>
                <c:pt idx="258">
                  <c:v>0.71666666666666667</c:v>
                </c:pt>
                <c:pt idx="259">
                  <c:v>0.71944444444444444</c:v>
                </c:pt>
                <c:pt idx="260">
                  <c:v>0.72222222222222221</c:v>
                </c:pt>
                <c:pt idx="261">
                  <c:v>0.72499999999999998</c:v>
                </c:pt>
                <c:pt idx="262">
                  <c:v>0.72777777777777775</c:v>
                </c:pt>
                <c:pt idx="263">
                  <c:v>0.73055555555555562</c:v>
                </c:pt>
                <c:pt idx="264">
                  <c:v>0.73333333333333328</c:v>
                </c:pt>
                <c:pt idx="265">
                  <c:v>0.73611111111111105</c:v>
                </c:pt>
                <c:pt idx="266">
                  <c:v>0.73888888888888893</c:v>
                </c:pt>
                <c:pt idx="267">
                  <c:v>0.7416666666666667</c:v>
                </c:pt>
                <c:pt idx="268">
                  <c:v>0.74444444444444435</c:v>
                </c:pt>
                <c:pt idx="269">
                  <c:v>0.74722222222222223</c:v>
                </c:pt>
                <c:pt idx="270">
                  <c:v>0.75</c:v>
                </c:pt>
                <c:pt idx="271">
                  <c:v>0.75277777777777777</c:v>
                </c:pt>
                <c:pt idx="272">
                  <c:v>0.75555555555555565</c:v>
                </c:pt>
                <c:pt idx="273">
                  <c:v>0.7583333333333333</c:v>
                </c:pt>
                <c:pt idx="274">
                  <c:v>0.76111111111111107</c:v>
                </c:pt>
                <c:pt idx="275">
                  <c:v>0.76388888888888895</c:v>
                </c:pt>
                <c:pt idx="276">
                  <c:v>0.76666666666666672</c:v>
                </c:pt>
                <c:pt idx="277">
                  <c:v>0.76944444444444438</c:v>
                </c:pt>
                <c:pt idx="278">
                  <c:v>0.77222222222222225</c:v>
                </c:pt>
                <c:pt idx="279">
                  <c:v>0.77500000000000002</c:v>
                </c:pt>
                <c:pt idx="280">
                  <c:v>0.77777777777777779</c:v>
                </c:pt>
                <c:pt idx="281">
                  <c:v>0.78055555555555556</c:v>
                </c:pt>
                <c:pt idx="282">
                  <c:v>0.78333333333333333</c:v>
                </c:pt>
                <c:pt idx="283">
                  <c:v>0.78611111111111109</c:v>
                </c:pt>
                <c:pt idx="284">
                  <c:v>0.78888888888888897</c:v>
                </c:pt>
                <c:pt idx="285">
                  <c:v>0.79166666666666663</c:v>
                </c:pt>
                <c:pt idx="286">
                  <c:v>0.7944444444444444</c:v>
                </c:pt>
                <c:pt idx="287">
                  <c:v>0.79722222222222228</c:v>
                </c:pt>
                <c:pt idx="288">
                  <c:v>0.8</c:v>
                </c:pt>
                <c:pt idx="289">
                  <c:v>0.8027777777777777</c:v>
                </c:pt>
                <c:pt idx="290">
                  <c:v>0.80555555555555558</c:v>
                </c:pt>
                <c:pt idx="291">
                  <c:v>0.80833333333333335</c:v>
                </c:pt>
                <c:pt idx="292">
                  <c:v>0.81111111111111112</c:v>
                </c:pt>
                <c:pt idx="293">
                  <c:v>0.81388888888888888</c:v>
                </c:pt>
                <c:pt idx="294">
                  <c:v>0.81666666666666665</c:v>
                </c:pt>
                <c:pt idx="295">
                  <c:v>0.81944444444444442</c:v>
                </c:pt>
                <c:pt idx="296">
                  <c:v>0.8222222222222223</c:v>
                </c:pt>
                <c:pt idx="297">
                  <c:v>0.82499999999999996</c:v>
                </c:pt>
                <c:pt idx="298">
                  <c:v>0.82777777777777772</c:v>
                </c:pt>
                <c:pt idx="299">
                  <c:v>0.8305555555555556</c:v>
                </c:pt>
                <c:pt idx="300">
                  <c:v>0.83333333333333337</c:v>
                </c:pt>
                <c:pt idx="301">
                  <c:v>0.83611111111111103</c:v>
                </c:pt>
                <c:pt idx="302">
                  <c:v>0.83888888888888891</c:v>
                </c:pt>
                <c:pt idx="303">
                  <c:v>0.84166666666666667</c:v>
                </c:pt>
                <c:pt idx="304">
                  <c:v>0.84444444444444444</c:v>
                </c:pt>
                <c:pt idx="305">
                  <c:v>0.84722222222222221</c:v>
                </c:pt>
                <c:pt idx="306">
                  <c:v>0.85</c:v>
                </c:pt>
                <c:pt idx="307">
                  <c:v>0.85277777777777775</c:v>
                </c:pt>
                <c:pt idx="308">
                  <c:v>0.85555555555555562</c:v>
                </c:pt>
                <c:pt idx="309">
                  <c:v>0.85833333333333328</c:v>
                </c:pt>
                <c:pt idx="310">
                  <c:v>0.86111111111111105</c:v>
                </c:pt>
                <c:pt idx="311">
                  <c:v>0.86388888888888893</c:v>
                </c:pt>
                <c:pt idx="312">
                  <c:v>0.8666666666666667</c:v>
                </c:pt>
                <c:pt idx="313">
                  <c:v>0.86944444444444435</c:v>
                </c:pt>
                <c:pt idx="314">
                  <c:v>0.87222222222222223</c:v>
                </c:pt>
                <c:pt idx="315">
                  <c:v>0.875</c:v>
                </c:pt>
                <c:pt idx="316">
                  <c:v>0.87777777777777777</c:v>
                </c:pt>
                <c:pt idx="317">
                  <c:v>0.88055555555555565</c:v>
                </c:pt>
                <c:pt idx="318">
                  <c:v>0.8833333333333333</c:v>
                </c:pt>
                <c:pt idx="319">
                  <c:v>0.88611111111111107</c:v>
                </c:pt>
                <c:pt idx="320">
                  <c:v>0.88888888888888895</c:v>
                </c:pt>
                <c:pt idx="321">
                  <c:v>0.89166666666666672</c:v>
                </c:pt>
                <c:pt idx="322">
                  <c:v>0.89444444444444438</c:v>
                </c:pt>
                <c:pt idx="323">
                  <c:v>0.89722222222222225</c:v>
                </c:pt>
                <c:pt idx="324">
                  <c:v>0.9</c:v>
                </c:pt>
                <c:pt idx="325">
                  <c:v>0.90277777777777779</c:v>
                </c:pt>
                <c:pt idx="326">
                  <c:v>0.90555555555555556</c:v>
                </c:pt>
                <c:pt idx="327">
                  <c:v>0.90833333333333333</c:v>
                </c:pt>
                <c:pt idx="328">
                  <c:v>0.91111111111111109</c:v>
                </c:pt>
                <c:pt idx="329">
                  <c:v>0.91388888888888897</c:v>
                </c:pt>
                <c:pt idx="330">
                  <c:v>0.91666666666666663</c:v>
                </c:pt>
                <c:pt idx="331">
                  <c:v>0.9194444444444444</c:v>
                </c:pt>
                <c:pt idx="332">
                  <c:v>0.92222222222222228</c:v>
                </c:pt>
                <c:pt idx="333">
                  <c:v>0.92500000000000004</c:v>
                </c:pt>
                <c:pt idx="334">
                  <c:v>0.9277777777777777</c:v>
                </c:pt>
                <c:pt idx="335">
                  <c:v>0.93055555555555558</c:v>
                </c:pt>
                <c:pt idx="336">
                  <c:v>0.93333333333333335</c:v>
                </c:pt>
                <c:pt idx="337">
                  <c:v>0.93611111111111112</c:v>
                </c:pt>
                <c:pt idx="338">
                  <c:v>0.93888888888888888</c:v>
                </c:pt>
                <c:pt idx="339">
                  <c:v>0.94166666666666665</c:v>
                </c:pt>
                <c:pt idx="340">
                  <c:v>0.94444444444444442</c:v>
                </c:pt>
                <c:pt idx="341">
                  <c:v>0.9472222222222223</c:v>
                </c:pt>
                <c:pt idx="342">
                  <c:v>0.95</c:v>
                </c:pt>
                <c:pt idx="343">
                  <c:v>0.95277777777777772</c:v>
                </c:pt>
                <c:pt idx="344">
                  <c:v>0.9555555555555556</c:v>
                </c:pt>
                <c:pt idx="345">
                  <c:v>0.95833333333333337</c:v>
                </c:pt>
                <c:pt idx="346">
                  <c:v>0.96111111111111103</c:v>
                </c:pt>
                <c:pt idx="347">
                  <c:v>0.96388888888888891</c:v>
                </c:pt>
                <c:pt idx="348">
                  <c:v>0.96666666666666667</c:v>
                </c:pt>
                <c:pt idx="349">
                  <c:v>0.96944444444444444</c:v>
                </c:pt>
                <c:pt idx="350">
                  <c:v>0.97222222222222221</c:v>
                </c:pt>
                <c:pt idx="351">
                  <c:v>0.97499999999999998</c:v>
                </c:pt>
                <c:pt idx="352">
                  <c:v>0.97777777777777775</c:v>
                </c:pt>
                <c:pt idx="353">
                  <c:v>0.98055555555555562</c:v>
                </c:pt>
                <c:pt idx="354">
                  <c:v>0.98333333333333328</c:v>
                </c:pt>
                <c:pt idx="355">
                  <c:v>0.98611111111111105</c:v>
                </c:pt>
                <c:pt idx="356">
                  <c:v>0.98888888888888893</c:v>
                </c:pt>
                <c:pt idx="357">
                  <c:v>0.9916666666666667</c:v>
                </c:pt>
                <c:pt idx="358">
                  <c:v>0.99444444444444435</c:v>
                </c:pt>
                <c:pt idx="359">
                  <c:v>0.99722222222222223</c:v>
                </c:pt>
                <c:pt idx="360">
                  <c:v>1</c:v>
                </c:pt>
                <c:pt idx="361">
                  <c:v>1.0027777777777778</c:v>
                </c:pt>
                <c:pt idx="362">
                  <c:v>1.0055555555555555</c:v>
                </c:pt>
                <c:pt idx="363">
                  <c:v>1.0083333333333333</c:v>
                </c:pt>
                <c:pt idx="364">
                  <c:v>1.0111111111111111</c:v>
                </c:pt>
                <c:pt idx="365">
                  <c:v>1.0138888888888888</c:v>
                </c:pt>
                <c:pt idx="366">
                  <c:v>1.0166666666666666</c:v>
                </c:pt>
                <c:pt idx="367">
                  <c:v>1.0194444444444444</c:v>
                </c:pt>
                <c:pt idx="368">
                  <c:v>1.0222222222222224</c:v>
                </c:pt>
                <c:pt idx="369">
                  <c:v>1.0249999999999999</c:v>
                </c:pt>
                <c:pt idx="370">
                  <c:v>1.0277777777777777</c:v>
                </c:pt>
                <c:pt idx="371">
                  <c:v>1.0305555555555557</c:v>
                </c:pt>
                <c:pt idx="372">
                  <c:v>1.0333333333333334</c:v>
                </c:pt>
                <c:pt idx="373">
                  <c:v>1.036111111111111</c:v>
                </c:pt>
                <c:pt idx="374">
                  <c:v>1.038888888888889</c:v>
                </c:pt>
                <c:pt idx="375">
                  <c:v>1.0416666666666667</c:v>
                </c:pt>
                <c:pt idx="376">
                  <c:v>1.0444444444444445</c:v>
                </c:pt>
                <c:pt idx="377">
                  <c:v>1.0472222222222223</c:v>
                </c:pt>
                <c:pt idx="378">
                  <c:v>1.05</c:v>
                </c:pt>
                <c:pt idx="379">
                  <c:v>1.0527777777777778</c:v>
                </c:pt>
                <c:pt idx="380">
                  <c:v>1.0555555555555556</c:v>
                </c:pt>
                <c:pt idx="381">
                  <c:v>1.0583333333333333</c:v>
                </c:pt>
                <c:pt idx="382">
                  <c:v>1.0611111111111111</c:v>
                </c:pt>
                <c:pt idx="383">
                  <c:v>1.0638888888888889</c:v>
                </c:pt>
                <c:pt idx="384">
                  <c:v>1.0666666666666667</c:v>
                </c:pt>
                <c:pt idx="385">
                  <c:v>1.0694444444444444</c:v>
                </c:pt>
                <c:pt idx="386">
                  <c:v>1.0722222222222222</c:v>
                </c:pt>
                <c:pt idx="387">
                  <c:v>1.075</c:v>
                </c:pt>
                <c:pt idx="388">
                  <c:v>1.0777777777777779</c:v>
                </c:pt>
                <c:pt idx="389">
                  <c:v>1.0805555555555555</c:v>
                </c:pt>
                <c:pt idx="390">
                  <c:v>1.0833333333333333</c:v>
                </c:pt>
                <c:pt idx="391">
                  <c:v>1.0861111111111112</c:v>
                </c:pt>
                <c:pt idx="392">
                  <c:v>1.0888888888888888</c:v>
                </c:pt>
                <c:pt idx="393">
                  <c:v>1.0916666666666666</c:v>
                </c:pt>
                <c:pt idx="394">
                  <c:v>1.0944444444444446</c:v>
                </c:pt>
                <c:pt idx="395">
                  <c:v>1.0972222222222221</c:v>
                </c:pt>
                <c:pt idx="396">
                  <c:v>1.1000000000000001</c:v>
                </c:pt>
                <c:pt idx="397">
                  <c:v>1.1027777777777779</c:v>
                </c:pt>
                <c:pt idx="398">
                  <c:v>1.1055555555555554</c:v>
                </c:pt>
                <c:pt idx="399">
                  <c:v>1.1083333333333334</c:v>
                </c:pt>
                <c:pt idx="400">
                  <c:v>1.1111111111111112</c:v>
                </c:pt>
                <c:pt idx="401">
                  <c:v>1.1138888888888887</c:v>
                </c:pt>
                <c:pt idx="402">
                  <c:v>1.1166666666666667</c:v>
                </c:pt>
                <c:pt idx="403">
                  <c:v>1.1194444444444445</c:v>
                </c:pt>
                <c:pt idx="404">
                  <c:v>1.1222222222222222</c:v>
                </c:pt>
                <c:pt idx="405">
                  <c:v>1.125</c:v>
                </c:pt>
                <c:pt idx="406">
                  <c:v>1.1277777777777778</c:v>
                </c:pt>
                <c:pt idx="407">
                  <c:v>1.1305555555555555</c:v>
                </c:pt>
                <c:pt idx="408">
                  <c:v>1.1333333333333333</c:v>
                </c:pt>
                <c:pt idx="409">
                  <c:v>1.1361111111111113</c:v>
                </c:pt>
                <c:pt idx="410">
                  <c:v>1.1388888888888888</c:v>
                </c:pt>
                <c:pt idx="411">
                  <c:v>1.1416666666666666</c:v>
                </c:pt>
                <c:pt idx="412">
                  <c:v>1.1444444444444446</c:v>
                </c:pt>
                <c:pt idx="413">
                  <c:v>1.1472222222222221</c:v>
                </c:pt>
                <c:pt idx="414">
                  <c:v>1.1499999999999999</c:v>
                </c:pt>
                <c:pt idx="415">
                  <c:v>1.1527777777777779</c:v>
                </c:pt>
                <c:pt idx="416">
                  <c:v>1.1555555555555554</c:v>
                </c:pt>
                <c:pt idx="417">
                  <c:v>1.1583333333333334</c:v>
                </c:pt>
                <c:pt idx="418">
                  <c:v>1.1611111111111112</c:v>
                </c:pt>
                <c:pt idx="419">
                  <c:v>1.1638888888888888</c:v>
                </c:pt>
                <c:pt idx="420">
                  <c:v>1.1666666666666667</c:v>
                </c:pt>
                <c:pt idx="421">
                  <c:v>1.1694444444444445</c:v>
                </c:pt>
                <c:pt idx="422">
                  <c:v>1.1722222222222221</c:v>
                </c:pt>
                <c:pt idx="423">
                  <c:v>1.175</c:v>
                </c:pt>
                <c:pt idx="424">
                  <c:v>1.1777777777777778</c:v>
                </c:pt>
                <c:pt idx="425">
                  <c:v>1.1805555555555556</c:v>
                </c:pt>
                <c:pt idx="426">
                  <c:v>1.1833333333333333</c:v>
                </c:pt>
                <c:pt idx="427">
                  <c:v>1.1861111111111111</c:v>
                </c:pt>
                <c:pt idx="428">
                  <c:v>1.1888888888888889</c:v>
                </c:pt>
                <c:pt idx="429">
                  <c:v>1.1916666666666667</c:v>
                </c:pt>
                <c:pt idx="430">
                  <c:v>1.1944444444444444</c:v>
                </c:pt>
                <c:pt idx="431">
                  <c:v>1.1972222222222222</c:v>
                </c:pt>
                <c:pt idx="432">
                  <c:v>1.2</c:v>
                </c:pt>
                <c:pt idx="433">
                  <c:v>1.2027777777777779</c:v>
                </c:pt>
                <c:pt idx="434">
                  <c:v>1.2055555555555555</c:v>
                </c:pt>
                <c:pt idx="435">
                  <c:v>1.2083333333333333</c:v>
                </c:pt>
                <c:pt idx="436">
                  <c:v>1.2111111111111112</c:v>
                </c:pt>
                <c:pt idx="437">
                  <c:v>1.2138888888888888</c:v>
                </c:pt>
                <c:pt idx="438">
                  <c:v>1.2166666666666666</c:v>
                </c:pt>
                <c:pt idx="439">
                  <c:v>1.2194444444444446</c:v>
                </c:pt>
                <c:pt idx="440">
                  <c:v>1.2222222222222221</c:v>
                </c:pt>
                <c:pt idx="441">
                  <c:v>1.2250000000000001</c:v>
                </c:pt>
                <c:pt idx="442">
                  <c:v>1.2277777777777779</c:v>
                </c:pt>
                <c:pt idx="443">
                  <c:v>1.2305555555555554</c:v>
                </c:pt>
                <c:pt idx="444">
                  <c:v>1.2333333333333334</c:v>
                </c:pt>
                <c:pt idx="445">
                  <c:v>1.2361111111111112</c:v>
                </c:pt>
                <c:pt idx="446">
                  <c:v>1.2388888888888887</c:v>
                </c:pt>
                <c:pt idx="447">
                  <c:v>1.2416666666666667</c:v>
                </c:pt>
                <c:pt idx="448">
                  <c:v>1.2444444444444445</c:v>
                </c:pt>
                <c:pt idx="449">
                  <c:v>1.2472222222222222</c:v>
                </c:pt>
                <c:pt idx="450">
                  <c:v>1.25</c:v>
                </c:pt>
                <c:pt idx="451">
                  <c:v>1.2527777777777778</c:v>
                </c:pt>
                <c:pt idx="452">
                  <c:v>1.2555555555555555</c:v>
                </c:pt>
                <c:pt idx="453">
                  <c:v>1.2583333333333333</c:v>
                </c:pt>
                <c:pt idx="454">
                  <c:v>1.2611111111111113</c:v>
                </c:pt>
                <c:pt idx="455">
                  <c:v>1.2638888888888888</c:v>
                </c:pt>
                <c:pt idx="456">
                  <c:v>1.2666666666666666</c:v>
                </c:pt>
                <c:pt idx="457">
                  <c:v>1.2694444444444446</c:v>
                </c:pt>
                <c:pt idx="458">
                  <c:v>1.2722222222222221</c:v>
                </c:pt>
                <c:pt idx="459">
                  <c:v>1.2749999999999999</c:v>
                </c:pt>
                <c:pt idx="460">
                  <c:v>1.2777777777777779</c:v>
                </c:pt>
                <c:pt idx="461">
                  <c:v>1.2805555555555554</c:v>
                </c:pt>
                <c:pt idx="462">
                  <c:v>1.2833333333333334</c:v>
                </c:pt>
                <c:pt idx="463">
                  <c:v>1.2861111111111112</c:v>
                </c:pt>
                <c:pt idx="464">
                  <c:v>1.2888888888888888</c:v>
                </c:pt>
                <c:pt idx="465">
                  <c:v>1.2916666666666667</c:v>
                </c:pt>
                <c:pt idx="466">
                  <c:v>1.2944444444444445</c:v>
                </c:pt>
                <c:pt idx="467">
                  <c:v>1.2972222222222221</c:v>
                </c:pt>
                <c:pt idx="468">
                  <c:v>1.3</c:v>
                </c:pt>
                <c:pt idx="469">
                  <c:v>1.3027777777777778</c:v>
                </c:pt>
                <c:pt idx="470">
                  <c:v>1.3055555555555556</c:v>
                </c:pt>
                <c:pt idx="471">
                  <c:v>1.3083333333333333</c:v>
                </c:pt>
                <c:pt idx="472">
                  <c:v>1.3111111111111111</c:v>
                </c:pt>
                <c:pt idx="473">
                  <c:v>1.3138888888888889</c:v>
                </c:pt>
                <c:pt idx="474">
                  <c:v>1.3166666666666667</c:v>
                </c:pt>
                <c:pt idx="475">
                  <c:v>1.3194444444444444</c:v>
                </c:pt>
                <c:pt idx="476">
                  <c:v>1.3222222222222222</c:v>
                </c:pt>
                <c:pt idx="477">
                  <c:v>1.325</c:v>
                </c:pt>
                <c:pt idx="478">
                  <c:v>1.3277777777777779</c:v>
                </c:pt>
                <c:pt idx="479">
                  <c:v>1.3305555555555555</c:v>
                </c:pt>
                <c:pt idx="480">
                  <c:v>1.3333333333333333</c:v>
                </c:pt>
                <c:pt idx="481">
                  <c:v>1.3361111111111112</c:v>
                </c:pt>
                <c:pt idx="482">
                  <c:v>1.3388888888888888</c:v>
                </c:pt>
                <c:pt idx="483">
                  <c:v>1.3416666666666666</c:v>
                </c:pt>
                <c:pt idx="484">
                  <c:v>1.3444444444444446</c:v>
                </c:pt>
                <c:pt idx="485">
                  <c:v>1.3472222222222221</c:v>
                </c:pt>
                <c:pt idx="486">
                  <c:v>1.35</c:v>
                </c:pt>
                <c:pt idx="487">
                  <c:v>1.3527777777777779</c:v>
                </c:pt>
                <c:pt idx="488">
                  <c:v>1.3555555555555554</c:v>
                </c:pt>
                <c:pt idx="489">
                  <c:v>1.3583333333333334</c:v>
                </c:pt>
                <c:pt idx="490">
                  <c:v>1.3611111111111112</c:v>
                </c:pt>
                <c:pt idx="491">
                  <c:v>1.3638888888888887</c:v>
                </c:pt>
                <c:pt idx="492">
                  <c:v>1.3666666666666667</c:v>
                </c:pt>
                <c:pt idx="493">
                  <c:v>1.3694444444444445</c:v>
                </c:pt>
                <c:pt idx="494">
                  <c:v>1.3722222222222222</c:v>
                </c:pt>
                <c:pt idx="495">
                  <c:v>1.375</c:v>
                </c:pt>
                <c:pt idx="496">
                  <c:v>1.3777777777777778</c:v>
                </c:pt>
                <c:pt idx="497">
                  <c:v>1.3805555555555555</c:v>
                </c:pt>
                <c:pt idx="498">
                  <c:v>1.3833333333333333</c:v>
                </c:pt>
                <c:pt idx="499">
                  <c:v>1.3861111111111113</c:v>
                </c:pt>
                <c:pt idx="500">
                  <c:v>1.3888888888888888</c:v>
                </c:pt>
                <c:pt idx="501">
                  <c:v>1.3916666666666666</c:v>
                </c:pt>
                <c:pt idx="502">
                  <c:v>1.3944444444444446</c:v>
                </c:pt>
                <c:pt idx="503">
                  <c:v>1.3972222222222221</c:v>
                </c:pt>
                <c:pt idx="504">
                  <c:v>1.4</c:v>
                </c:pt>
                <c:pt idx="505">
                  <c:v>1.4027777777777779</c:v>
                </c:pt>
                <c:pt idx="506">
                  <c:v>1.4055555555555554</c:v>
                </c:pt>
                <c:pt idx="507">
                  <c:v>1.4083333333333334</c:v>
                </c:pt>
                <c:pt idx="508">
                  <c:v>1.4111111111111112</c:v>
                </c:pt>
                <c:pt idx="509">
                  <c:v>1.4138888888888888</c:v>
                </c:pt>
                <c:pt idx="510">
                  <c:v>1.4166666666666667</c:v>
                </c:pt>
                <c:pt idx="511">
                  <c:v>1.4194444444444445</c:v>
                </c:pt>
                <c:pt idx="512">
                  <c:v>1.4222222222222221</c:v>
                </c:pt>
                <c:pt idx="513">
                  <c:v>1.425</c:v>
                </c:pt>
                <c:pt idx="514">
                  <c:v>1.4277777777777778</c:v>
                </c:pt>
                <c:pt idx="515">
                  <c:v>1.4305555555555556</c:v>
                </c:pt>
                <c:pt idx="516">
                  <c:v>1.4333333333333333</c:v>
                </c:pt>
                <c:pt idx="517">
                  <c:v>1.4361111111111111</c:v>
                </c:pt>
                <c:pt idx="518">
                  <c:v>1.4388888888888889</c:v>
                </c:pt>
                <c:pt idx="519">
                  <c:v>1.4416666666666667</c:v>
                </c:pt>
                <c:pt idx="520">
                  <c:v>1.4444444444444444</c:v>
                </c:pt>
                <c:pt idx="521">
                  <c:v>1.4472222222222222</c:v>
                </c:pt>
                <c:pt idx="522">
                  <c:v>1.45</c:v>
                </c:pt>
                <c:pt idx="523">
                  <c:v>1.4527777777777779</c:v>
                </c:pt>
                <c:pt idx="524">
                  <c:v>1.4555555555555555</c:v>
                </c:pt>
                <c:pt idx="525">
                  <c:v>1.4583333333333333</c:v>
                </c:pt>
                <c:pt idx="526">
                  <c:v>1.4611111111111112</c:v>
                </c:pt>
                <c:pt idx="527">
                  <c:v>1.4638888888888888</c:v>
                </c:pt>
                <c:pt idx="528">
                  <c:v>1.4666666666666666</c:v>
                </c:pt>
                <c:pt idx="529">
                  <c:v>1.4694444444444446</c:v>
                </c:pt>
                <c:pt idx="530">
                  <c:v>1.4722222222222221</c:v>
                </c:pt>
                <c:pt idx="531">
                  <c:v>1.4750000000000001</c:v>
                </c:pt>
                <c:pt idx="532">
                  <c:v>1.4777777777777779</c:v>
                </c:pt>
                <c:pt idx="533">
                  <c:v>1.4805555555555554</c:v>
                </c:pt>
                <c:pt idx="534">
                  <c:v>1.4833333333333334</c:v>
                </c:pt>
                <c:pt idx="535">
                  <c:v>1.4861111111111112</c:v>
                </c:pt>
                <c:pt idx="536">
                  <c:v>1.4888888888888887</c:v>
                </c:pt>
                <c:pt idx="537">
                  <c:v>1.4916666666666667</c:v>
                </c:pt>
                <c:pt idx="538">
                  <c:v>1.4944444444444445</c:v>
                </c:pt>
                <c:pt idx="539">
                  <c:v>1.4972222222222222</c:v>
                </c:pt>
                <c:pt idx="540">
                  <c:v>1.5</c:v>
                </c:pt>
                <c:pt idx="541">
                  <c:v>1.5027777777777778</c:v>
                </c:pt>
                <c:pt idx="542">
                  <c:v>1.5055555555555555</c:v>
                </c:pt>
                <c:pt idx="543">
                  <c:v>1.5083333333333333</c:v>
                </c:pt>
                <c:pt idx="544">
                  <c:v>1.5111111111111113</c:v>
                </c:pt>
                <c:pt idx="545">
                  <c:v>1.5138888888888888</c:v>
                </c:pt>
                <c:pt idx="546">
                  <c:v>1.5166666666666666</c:v>
                </c:pt>
                <c:pt idx="547">
                  <c:v>1.5194444444444446</c:v>
                </c:pt>
                <c:pt idx="548">
                  <c:v>1.5222222222222221</c:v>
                </c:pt>
                <c:pt idx="549">
                  <c:v>1.5249999999999999</c:v>
                </c:pt>
                <c:pt idx="550">
                  <c:v>1.5277777777777779</c:v>
                </c:pt>
                <c:pt idx="551">
                  <c:v>1.5305555555555554</c:v>
                </c:pt>
                <c:pt idx="552">
                  <c:v>1.5333333333333334</c:v>
                </c:pt>
                <c:pt idx="553">
                  <c:v>1.5361111111111112</c:v>
                </c:pt>
                <c:pt idx="554">
                  <c:v>1.5388888888888888</c:v>
                </c:pt>
                <c:pt idx="555">
                  <c:v>1.5416666666666667</c:v>
                </c:pt>
                <c:pt idx="556">
                  <c:v>1.5444444444444445</c:v>
                </c:pt>
                <c:pt idx="557">
                  <c:v>1.5472222222222221</c:v>
                </c:pt>
                <c:pt idx="558">
                  <c:v>1.55</c:v>
                </c:pt>
                <c:pt idx="559">
                  <c:v>1.5527777777777778</c:v>
                </c:pt>
                <c:pt idx="560">
                  <c:v>1.5555555555555556</c:v>
                </c:pt>
                <c:pt idx="561">
                  <c:v>1.5583333333333333</c:v>
                </c:pt>
                <c:pt idx="562">
                  <c:v>1.5611111111111111</c:v>
                </c:pt>
                <c:pt idx="563">
                  <c:v>1.5638888888888889</c:v>
                </c:pt>
                <c:pt idx="564">
                  <c:v>1.5666666666666667</c:v>
                </c:pt>
                <c:pt idx="565">
                  <c:v>1.5694444444444444</c:v>
                </c:pt>
                <c:pt idx="566">
                  <c:v>1.5722222222222222</c:v>
                </c:pt>
                <c:pt idx="567">
                  <c:v>1.575</c:v>
                </c:pt>
                <c:pt idx="568">
                  <c:v>1.5777777777777779</c:v>
                </c:pt>
                <c:pt idx="569">
                  <c:v>1.5805555555555555</c:v>
                </c:pt>
                <c:pt idx="570">
                  <c:v>1.5833333333333333</c:v>
                </c:pt>
                <c:pt idx="571">
                  <c:v>1.5861111111111112</c:v>
                </c:pt>
                <c:pt idx="572">
                  <c:v>1.5888888888888888</c:v>
                </c:pt>
                <c:pt idx="573">
                  <c:v>1.5916666666666666</c:v>
                </c:pt>
                <c:pt idx="574">
                  <c:v>1.5944444444444446</c:v>
                </c:pt>
                <c:pt idx="575">
                  <c:v>1.5972222222222221</c:v>
                </c:pt>
                <c:pt idx="576">
                  <c:v>1.6</c:v>
                </c:pt>
                <c:pt idx="577">
                  <c:v>1.6027777777777779</c:v>
                </c:pt>
                <c:pt idx="578">
                  <c:v>1.6055555555555554</c:v>
                </c:pt>
                <c:pt idx="579">
                  <c:v>1.6083333333333334</c:v>
                </c:pt>
                <c:pt idx="580">
                  <c:v>1.6111111111111112</c:v>
                </c:pt>
                <c:pt idx="581">
                  <c:v>1.6138888888888887</c:v>
                </c:pt>
                <c:pt idx="582">
                  <c:v>1.6166666666666667</c:v>
                </c:pt>
                <c:pt idx="583">
                  <c:v>1.6194444444444445</c:v>
                </c:pt>
                <c:pt idx="584">
                  <c:v>1.6222222222222222</c:v>
                </c:pt>
                <c:pt idx="585">
                  <c:v>1.625</c:v>
                </c:pt>
                <c:pt idx="586">
                  <c:v>1.6277777777777778</c:v>
                </c:pt>
                <c:pt idx="587">
                  <c:v>1.6305555555555555</c:v>
                </c:pt>
                <c:pt idx="588">
                  <c:v>1.6333333333333333</c:v>
                </c:pt>
                <c:pt idx="589">
                  <c:v>1.6361111111111113</c:v>
                </c:pt>
                <c:pt idx="590">
                  <c:v>1.6388888888888888</c:v>
                </c:pt>
                <c:pt idx="591">
                  <c:v>1.6416666666666666</c:v>
                </c:pt>
                <c:pt idx="592">
                  <c:v>1.6444444444444446</c:v>
                </c:pt>
                <c:pt idx="593">
                  <c:v>1.6472222222222221</c:v>
                </c:pt>
                <c:pt idx="594">
                  <c:v>1.65</c:v>
                </c:pt>
                <c:pt idx="595">
                  <c:v>1.6527777777777779</c:v>
                </c:pt>
                <c:pt idx="596">
                  <c:v>1.6555555555555554</c:v>
                </c:pt>
                <c:pt idx="597">
                  <c:v>1.6583333333333334</c:v>
                </c:pt>
                <c:pt idx="598">
                  <c:v>1.6611111111111112</c:v>
                </c:pt>
                <c:pt idx="599">
                  <c:v>1.6638888888888888</c:v>
                </c:pt>
                <c:pt idx="600">
                  <c:v>1.6666666666666667</c:v>
                </c:pt>
                <c:pt idx="601">
                  <c:v>1.6694444444444445</c:v>
                </c:pt>
                <c:pt idx="602">
                  <c:v>1.6722222222222221</c:v>
                </c:pt>
                <c:pt idx="603">
                  <c:v>1.675</c:v>
                </c:pt>
                <c:pt idx="604">
                  <c:v>1.6777777777777778</c:v>
                </c:pt>
                <c:pt idx="605">
                  <c:v>1.6805555555555556</c:v>
                </c:pt>
                <c:pt idx="606">
                  <c:v>1.6833333333333333</c:v>
                </c:pt>
                <c:pt idx="607">
                  <c:v>1.6861111111111111</c:v>
                </c:pt>
                <c:pt idx="608">
                  <c:v>1.6888888888888889</c:v>
                </c:pt>
                <c:pt idx="609">
                  <c:v>1.6916666666666667</c:v>
                </c:pt>
                <c:pt idx="610">
                  <c:v>1.6944444444444444</c:v>
                </c:pt>
                <c:pt idx="611">
                  <c:v>1.6972222222222222</c:v>
                </c:pt>
                <c:pt idx="612">
                  <c:v>1.7</c:v>
                </c:pt>
                <c:pt idx="613">
                  <c:v>1.7027777777777779</c:v>
                </c:pt>
                <c:pt idx="614">
                  <c:v>1.7055555555555555</c:v>
                </c:pt>
                <c:pt idx="615">
                  <c:v>1.7083333333333333</c:v>
                </c:pt>
                <c:pt idx="616">
                  <c:v>1.7111111111111112</c:v>
                </c:pt>
                <c:pt idx="617">
                  <c:v>1.7138888888888888</c:v>
                </c:pt>
                <c:pt idx="618">
                  <c:v>1.7166666666666666</c:v>
                </c:pt>
                <c:pt idx="619">
                  <c:v>1.7194444444444446</c:v>
                </c:pt>
                <c:pt idx="620">
                  <c:v>1.7222222222222221</c:v>
                </c:pt>
                <c:pt idx="621">
                  <c:v>1.7250000000000001</c:v>
                </c:pt>
                <c:pt idx="622">
                  <c:v>1.7277777777777779</c:v>
                </c:pt>
                <c:pt idx="623">
                  <c:v>1.7305555555555554</c:v>
                </c:pt>
                <c:pt idx="624">
                  <c:v>1.7333333333333334</c:v>
                </c:pt>
                <c:pt idx="625">
                  <c:v>1.7361111111111112</c:v>
                </c:pt>
                <c:pt idx="626">
                  <c:v>1.7388888888888887</c:v>
                </c:pt>
                <c:pt idx="627">
                  <c:v>1.7416666666666667</c:v>
                </c:pt>
                <c:pt idx="628">
                  <c:v>1.7444444444444445</c:v>
                </c:pt>
                <c:pt idx="629">
                  <c:v>1.7472222222222222</c:v>
                </c:pt>
                <c:pt idx="630">
                  <c:v>1.75</c:v>
                </c:pt>
                <c:pt idx="631">
                  <c:v>1.7527777777777778</c:v>
                </c:pt>
                <c:pt idx="632">
                  <c:v>1.7555555555555555</c:v>
                </c:pt>
                <c:pt idx="633">
                  <c:v>1.7583333333333333</c:v>
                </c:pt>
                <c:pt idx="634">
                  <c:v>1.7611111111111113</c:v>
                </c:pt>
                <c:pt idx="635">
                  <c:v>1.7638888888888888</c:v>
                </c:pt>
                <c:pt idx="636">
                  <c:v>1.7666666666666666</c:v>
                </c:pt>
                <c:pt idx="637">
                  <c:v>1.7694444444444446</c:v>
                </c:pt>
                <c:pt idx="638">
                  <c:v>1.7722222222222221</c:v>
                </c:pt>
                <c:pt idx="639">
                  <c:v>1.7749999999999999</c:v>
                </c:pt>
                <c:pt idx="640">
                  <c:v>1.7777777777777779</c:v>
                </c:pt>
                <c:pt idx="641">
                  <c:v>1.7805555555555554</c:v>
                </c:pt>
                <c:pt idx="642">
                  <c:v>1.7833333333333334</c:v>
                </c:pt>
                <c:pt idx="643">
                  <c:v>1.7861111111111112</c:v>
                </c:pt>
                <c:pt idx="644">
                  <c:v>1.7888888888888888</c:v>
                </c:pt>
                <c:pt idx="645">
                  <c:v>1.7916666666666667</c:v>
                </c:pt>
                <c:pt idx="646">
                  <c:v>1.7944444444444445</c:v>
                </c:pt>
                <c:pt idx="647">
                  <c:v>1.7972222222222221</c:v>
                </c:pt>
                <c:pt idx="648">
                  <c:v>1.8</c:v>
                </c:pt>
                <c:pt idx="649">
                  <c:v>1.8027777777777778</c:v>
                </c:pt>
                <c:pt idx="650">
                  <c:v>1.8055555555555556</c:v>
                </c:pt>
                <c:pt idx="651">
                  <c:v>1.8083333333333333</c:v>
                </c:pt>
                <c:pt idx="652">
                  <c:v>1.8111111111111111</c:v>
                </c:pt>
                <c:pt idx="653">
                  <c:v>1.8138888888888889</c:v>
                </c:pt>
                <c:pt idx="654">
                  <c:v>1.8166666666666667</c:v>
                </c:pt>
                <c:pt idx="655">
                  <c:v>1.8194444444444444</c:v>
                </c:pt>
                <c:pt idx="656">
                  <c:v>1.8222222222222222</c:v>
                </c:pt>
                <c:pt idx="657">
                  <c:v>1.825</c:v>
                </c:pt>
                <c:pt idx="658">
                  <c:v>1.8277777777777779</c:v>
                </c:pt>
                <c:pt idx="659">
                  <c:v>1.8305555555555555</c:v>
                </c:pt>
                <c:pt idx="660">
                  <c:v>1.8333333333333333</c:v>
                </c:pt>
                <c:pt idx="661">
                  <c:v>1.8361111111111112</c:v>
                </c:pt>
                <c:pt idx="662">
                  <c:v>1.8388888888888888</c:v>
                </c:pt>
                <c:pt idx="663">
                  <c:v>1.8416666666666666</c:v>
                </c:pt>
                <c:pt idx="664">
                  <c:v>1.8444444444444446</c:v>
                </c:pt>
                <c:pt idx="665">
                  <c:v>1.8472222222222221</c:v>
                </c:pt>
                <c:pt idx="666">
                  <c:v>1.85</c:v>
                </c:pt>
                <c:pt idx="667">
                  <c:v>1.8527777777777779</c:v>
                </c:pt>
                <c:pt idx="668">
                  <c:v>1.8555555555555554</c:v>
                </c:pt>
                <c:pt idx="669">
                  <c:v>1.8583333333333334</c:v>
                </c:pt>
                <c:pt idx="670">
                  <c:v>1.8611111111111112</c:v>
                </c:pt>
                <c:pt idx="671">
                  <c:v>1.8638888888888887</c:v>
                </c:pt>
                <c:pt idx="672">
                  <c:v>1.8666666666666667</c:v>
                </c:pt>
                <c:pt idx="673">
                  <c:v>1.8694444444444445</c:v>
                </c:pt>
                <c:pt idx="674">
                  <c:v>1.8722222222222222</c:v>
                </c:pt>
                <c:pt idx="675">
                  <c:v>1.875</c:v>
                </c:pt>
                <c:pt idx="676">
                  <c:v>1.8777777777777778</c:v>
                </c:pt>
                <c:pt idx="677">
                  <c:v>1.8805555555555555</c:v>
                </c:pt>
                <c:pt idx="678">
                  <c:v>1.8833333333333333</c:v>
                </c:pt>
                <c:pt idx="679">
                  <c:v>1.8861111111111113</c:v>
                </c:pt>
                <c:pt idx="680">
                  <c:v>1.8888888888888888</c:v>
                </c:pt>
                <c:pt idx="681">
                  <c:v>1.8916666666666666</c:v>
                </c:pt>
                <c:pt idx="682">
                  <c:v>1.8944444444444446</c:v>
                </c:pt>
                <c:pt idx="683">
                  <c:v>1.8972222222222221</c:v>
                </c:pt>
                <c:pt idx="684">
                  <c:v>1.9</c:v>
                </c:pt>
                <c:pt idx="685">
                  <c:v>1.9027777777777779</c:v>
                </c:pt>
                <c:pt idx="686">
                  <c:v>1.9055555555555554</c:v>
                </c:pt>
                <c:pt idx="687">
                  <c:v>1.9083333333333334</c:v>
                </c:pt>
                <c:pt idx="688">
                  <c:v>1.9111111111111112</c:v>
                </c:pt>
                <c:pt idx="689">
                  <c:v>1.9138888888888888</c:v>
                </c:pt>
                <c:pt idx="690">
                  <c:v>1.9166666666666667</c:v>
                </c:pt>
                <c:pt idx="691">
                  <c:v>1.9194444444444445</c:v>
                </c:pt>
                <c:pt idx="692">
                  <c:v>1.9222222222222221</c:v>
                </c:pt>
                <c:pt idx="693">
                  <c:v>1.925</c:v>
                </c:pt>
                <c:pt idx="694">
                  <c:v>1.9277777777777778</c:v>
                </c:pt>
                <c:pt idx="695">
                  <c:v>1.9305555555555556</c:v>
                </c:pt>
                <c:pt idx="696">
                  <c:v>1.9333333333333333</c:v>
                </c:pt>
                <c:pt idx="697">
                  <c:v>1.9361111111111111</c:v>
                </c:pt>
                <c:pt idx="698">
                  <c:v>1.9388888888888889</c:v>
                </c:pt>
                <c:pt idx="699">
                  <c:v>1.9416666666666667</c:v>
                </c:pt>
                <c:pt idx="700">
                  <c:v>1.9444444444444444</c:v>
                </c:pt>
                <c:pt idx="701">
                  <c:v>1.9472222222222222</c:v>
                </c:pt>
                <c:pt idx="702">
                  <c:v>1.95</c:v>
                </c:pt>
                <c:pt idx="703">
                  <c:v>1.9527777777777779</c:v>
                </c:pt>
                <c:pt idx="704">
                  <c:v>1.9555555555555555</c:v>
                </c:pt>
                <c:pt idx="705">
                  <c:v>1.9583333333333333</c:v>
                </c:pt>
                <c:pt idx="706">
                  <c:v>1.9611111111111112</c:v>
                </c:pt>
                <c:pt idx="707">
                  <c:v>1.9638888888888888</c:v>
                </c:pt>
                <c:pt idx="708">
                  <c:v>1.9666666666666666</c:v>
                </c:pt>
                <c:pt idx="709">
                  <c:v>1.9694444444444446</c:v>
                </c:pt>
                <c:pt idx="710">
                  <c:v>1.9722222222222221</c:v>
                </c:pt>
                <c:pt idx="711">
                  <c:v>1.9750000000000001</c:v>
                </c:pt>
                <c:pt idx="712">
                  <c:v>1.9777777777777779</c:v>
                </c:pt>
                <c:pt idx="713">
                  <c:v>1.9805555555555554</c:v>
                </c:pt>
                <c:pt idx="714">
                  <c:v>1.9833333333333334</c:v>
                </c:pt>
                <c:pt idx="715">
                  <c:v>1.9861111111111112</c:v>
                </c:pt>
                <c:pt idx="716">
                  <c:v>1.9888888888888887</c:v>
                </c:pt>
                <c:pt idx="717">
                  <c:v>1.9916666666666667</c:v>
                </c:pt>
                <c:pt idx="718">
                  <c:v>1.9944444444444445</c:v>
                </c:pt>
                <c:pt idx="719">
                  <c:v>1.9972222222222222</c:v>
                </c:pt>
                <c:pt idx="720">
                  <c:v>2</c:v>
                </c:pt>
                <c:pt idx="721">
                  <c:v>2.0027777777777778</c:v>
                </c:pt>
                <c:pt idx="722">
                  <c:v>2.0055555555555555</c:v>
                </c:pt>
                <c:pt idx="723">
                  <c:v>2.0083333333333333</c:v>
                </c:pt>
                <c:pt idx="724">
                  <c:v>2.0111111111111111</c:v>
                </c:pt>
                <c:pt idx="725">
                  <c:v>2.0138888888888888</c:v>
                </c:pt>
                <c:pt idx="726">
                  <c:v>2.0166666666666666</c:v>
                </c:pt>
                <c:pt idx="727">
                  <c:v>2.0194444444444444</c:v>
                </c:pt>
                <c:pt idx="728">
                  <c:v>2.0222222222222221</c:v>
                </c:pt>
                <c:pt idx="729">
                  <c:v>2.0249999999999999</c:v>
                </c:pt>
                <c:pt idx="730">
                  <c:v>2.0277777777777777</c:v>
                </c:pt>
                <c:pt idx="731">
                  <c:v>2.0305555555555554</c:v>
                </c:pt>
                <c:pt idx="732">
                  <c:v>2.0333333333333332</c:v>
                </c:pt>
                <c:pt idx="733">
                  <c:v>2.036111111111111</c:v>
                </c:pt>
                <c:pt idx="734">
                  <c:v>2.0388888888888888</c:v>
                </c:pt>
                <c:pt idx="735">
                  <c:v>2.0416666666666665</c:v>
                </c:pt>
                <c:pt idx="736">
                  <c:v>2.0444444444444447</c:v>
                </c:pt>
                <c:pt idx="737">
                  <c:v>2.0472222222222221</c:v>
                </c:pt>
                <c:pt idx="738">
                  <c:v>2.0499999999999998</c:v>
                </c:pt>
                <c:pt idx="739">
                  <c:v>2.052777777777778</c:v>
                </c:pt>
                <c:pt idx="740">
                  <c:v>2.0555555555555554</c:v>
                </c:pt>
                <c:pt idx="741">
                  <c:v>2.0583333333333331</c:v>
                </c:pt>
                <c:pt idx="742">
                  <c:v>2.0611111111111113</c:v>
                </c:pt>
                <c:pt idx="743">
                  <c:v>2.0638888888888887</c:v>
                </c:pt>
                <c:pt idx="744">
                  <c:v>2.0666666666666669</c:v>
                </c:pt>
                <c:pt idx="745">
                  <c:v>2.0694444444444446</c:v>
                </c:pt>
                <c:pt idx="746">
                  <c:v>2.072222222222222</c:v>
                </c:pt>
                <c:pt idx="747">
                  <c:v>2.0750000000000002</c:v>
                </c:pt>
                <c:pt idx="748">
                  <c:v>2.0777777777777779</c:v>
                </c:pt>
                <c:pt idx="749">
                  <c:v>2.0805555555555553</c:v>
                </c:pt>
                <c:pt idx="750">
                  <c:v>2.0833333333333335</c:v>
                </c:pt>
                <c:pt idx="751">
                  <c:v>2.0861111111111112</c:v>
                </c:pt>
                <c:pt idx="752">
                  <c:v>2.088888888888889</c:v>
                </c:pt>
                <c:pt idx="753">
                  <c:v>2.0916666666666668</c:v>
                </c:pt>
                <c:pt idx="754">
                  <c:v>2.0944444444444446</c:v>
                </c:pt>
                <c:pt idx="755">
                  <c:v>2.0972222222222223</c:v>
                </c:pt>
                <c:pt idx="756">
                  <c:v>2.1</c:v>
                </c:pt>
                <c:pt idx="757">
                  <c:v>2.1027777777777779</c:v>
                </c:pt>
                <c:pt idx="758">
                  <c:v>2.1055555555555556</c:v>
                </c:pt>
                <c:pt idx="759">
                  <c:v>2.1083333333333334</c:v>
                </c:pt>
                <c:pt idx="760">
                  <c:v>2.1111111111111112</c:v>
                </c:pt>
                <c:pt idx="761">
                  <c:v>2.1138888888888889</c:v>
                </c:pt>
                <c:pt idx="762">
                  <c:v>2.1166666666666667</c:v>
                </c:pt>
                <c:pt idx="763">
                  <c:v>2.1194444444444445</c:v>
                </c:pt>
                <c:pt idx="764">
                  <c:v>2.1222222222222222</c:v>
                </c:pt>
                <c:pt idx="765">
                  <c:v>2.125</c:v>
                </c:pt>
                <c:pt idx="766">
                  <c:v>2.1277777777777778</c:v>
                </c:pt>
                <c:pt idx="767">
                  <c:v>2.1305555555555555</c:v>
                </c:pt>
                <c:pt idx="768">
                  <c:v>2.1333333333333333</c:v>
                </c:pt>
                <c:pt idx="769">
                  <c:v>2.1361111111111111</c:v>
                </c:pt>
                <c:pt idx="770">
                  <c:v>2.1388888888888888</c:v>
                </c:pt>
                <c:pt idx="771">
                  <c:v>2.1416666666666666</c:v>
                </c:pt>
                <c:pt idx="772">
                  <c:v>2.1444444444444444</c:v>
                </c:pt>
                <c:pt idx="773">
                  <c:v>2.1472222222222226</c:v>
                </c:pt>
                <c:pt idx="774">
                  <c:v>2.15</c:v>
                </c:pt>
                <c:pt idx="775">
                  <c:v>2.1527777777777777</c:v>
                </c:pt>
                <c:pt idx="776">
                  <c:v>2.1555555555555559</c:v>
                </c:pt>
                <c:pt idx="777">
                  <c:v>2.1583333333333332</c:v>
                </c:pt>
                <c:pt idx="778">
                  <c:v>2.161111111111111</c:v>
                </c:pt>
                <c:pt idx="779">
                  <c:v>2.1638888888888892</c:v>
                </c:pt>
                <c:pt idx="780">
                  <c:v>2.1666666666666665</c:v>
                </c:pt>
                <c:pt idx="781">
                  <c:v>2.1694444444444443</c:v>
                </c:pt>
                <c:pt idx="782">
                  <c:v>2.1722222222222225</c:v>
                </c:pt>
                <c:pt idx="783">
                  <c:v>2.1749999999999998</c:v>
                </c:pt>
                <c:pt idx="784">
                  <c:v>2.1777777777777776</c:v>
                </c:pt>
                <c:pt idx="785">
                  <c:v>2.1805555555555558</c:v>
                </c:pt>
                <c:pt idx="786">
                  <c:v>2.1833333333333331</c:v>
                </c:pt>
                <c:pt idx="787">
                  <c:v>2.1861111111111109</c:v>
                </c:pt>
                <c:pt idx="788">
                  <c:v>2.1888888888888891</c:v>
                </c:pt>
                <c:pt idx="789">
                  <c:v>2.1916666666666669</c:v>
                </c:pt>
                <c:pt idx="790">
                  <c:v>2.1944444444444442</c:v>
                </c:pt>
                <c:pt idx="791">
                  <c:v>2.1972222222222224</c:v>
                </c:pt>
                <c:pt idx="792">
                  <c:v>2.2000000000000002</c:v>
                </c:pt>
                <c:pt idx="793">
                  <c:v>2.2027777777777775</c:v>
                </c:pt>
                <c:pt idx="794">
                  <c:v>2.2055555555555557</c:v>
                </c:pt>
                <c:pt idx="795">
                  <c:v>2.2083333333333335</c:v>
                </c:pt>
                <c:pt idx="796">
                  <c:v>2.2111111111111108</c:v>
                </c:pt>
                <c:pt idx="797">
                  <c:v>2.213888888888889</c:v>
                </c:pt>
                <c:pt idx="798">
                  <c:v>2.2166666666666668</c:v>
                </c:pt>
                <c:pt idx="799">
                  <c:v>2.2194444444444441</c:v>
                </c:pt>
                <c:pt idx="800">
                  <c:v>2.2222222222222223</c:v>
                </c:pt>
                <c:pt idx="801">
                  <c:v>2.2250000000000001</c:v>
                </c:pt>
                <c:pt idx="802">
                  <c:v>2.2277777777777774</c:v>
                </c:pt>
                <c:pt idx="803">
                  <c:v>2.2305555555555556</c:v>
                </c:pt>
                <c:pt idx="804">
                  <c:v>2.2333333333333334</c:v>
                </c:pt>
                <c:pt idx="805">
                  <c:v>2.2361111111111112</c:v>
                </c:pt>
                <c:pt idx="806">
                  <c:v>2.2388888888888889</c:v>
                </c:pt>
                <c:pt idx="807">
                  <c:v>2.2416666666666667</c:v>
                </c:pt>
                <c:pt idx="808">
                  <c:v>2.2444444444444445</c:v>
                </c:pt>
                <c:pt idx="809">
                  <c:v>2.2472222222222222</c:v>
                </c:pt>
                <c:pt idx="810">
                  <c:v>2.25</c:v>
                </c:pt>
                <c:pt idx="811">
                  <c:v>2.2527777777777778</c:v>
                </c:pt>
                <c:pt idx="812">
                  <c:v>2.2555555555555555</c:v>
                </c:pt>
                <c:pt idx="813">
                  <c:v>2.2583333333333333</c:v>
                </c:pt>
                <c:pt idx="814">
                  <c:v>2.2611111111111111</c:v>
                </c:pt>
                <c:pt idx="815">
                  <c:v>2.2638888888888888</c:v>
                </c:pt>
                <c:pt idx="816">
                  <c:v>2.2666666666666666</c:v>
                </c:pt>
                <c:pt idx="817">
                  <c:v>2.2694444444444444</c:v>
                </c:pt>
                <c:pt idx="818">
                  <c:v>2.2722222222222226</c:v>
                </c:pt>
                <c:pt idx="819">
                  <c:v>2.2749999999999999</c:v>
                </c:pt>
                <c:pt idx="820">
                  <c:v>2.2777777777777777</c:v>
                </c:pt>
                <c:pt idx="821">
                  <c:v>2.2805555555555559</c:v>
                </c:pt>
                <c:pt idx="822">
                  <c:v>2.2833333333333332</c:v>
                </c:pt>
                <c:pt idx="823">
                  <c:v>2.286111111111111</c:v>
                </c:pt>
                <c:pt idx="824">
                  <c:v>2.2888888888888892</c:v>
                </c:pt>
                <c:pt idx="825">
                  <c:v>2.2916666666666665</c:v>
                </c:pt>
                <c:pt idx="826">
                  <c:v>2.2944444444444443</c:v>
                </c:pt>
                <c:pt idx="827">
                  <c:v>2.2972222222222225</c:v>
                </c:pt>
                <c:pt idx="828">
                  <c:v>2.2999999999999998</c:v>
                </c:pt>
                <c:pt idx="829">
                  <c:v>2.3027777777777776</c:v>
                </c:pt>
                <c:pt idx="830">
                  <c:v>2.3055555555555558</c:v>
                </c:pt>
                <c:pt idx="831">
                  <c:v>2.3083333333333331</c:v>
                </c:pt>
                <c:pt idx="832">
                  <c:v>2.3111111111111109</c:v>
                </c:pt>
                <c:pt idx="833">
                  <c:v>2.3138888888888891</c:v>
                </c:pt>
                <c:pt idx="834">
                  <c:v>2.3166666666666669</c:v>
                </c:pt>
                <c:pt idx="835">
                  <c:v>2.3194444444444442</c:v>
                </c:pt>
                <c:pt idx="836">
                  <c:v>2.3222222222222224</c:v>
                </c:pt>
                <c:pt idx="837">
                  <c:v>2.3250000000000002</c:v>
                </c:pt>
                <c:pt idx="838">
                  <c:v>2.3277777777777775</c:v>
                </c:pt>
                <c:pt idx="839">
                  <c:v>2.3305555555555557</c:v>
                </c:pt>
                <c:pt idx="840">
                  <c:v>2.3333333333333335</c:v>
                </c:pt>
                <c:pt idx="841">
                  <c:v>2.3361111111111108</c:v>
                </c:pt>
                <c:pt idx="842">
                  <c:v>2.338888888888889</c:v>
                </c:pt>
                <c:pt idx="843">
                  <c:v>2.3416666666666668</c:v>
                </c:pt>
                <c:pt idx="844">
                  <c:v>2.3444444444444441</c:v>
                </c:pt>
                <c:pt idx="845">
                  <c:v>2.3472222222222223</c:v>
                </c:pt>
                <c:pt idx="846">
                  <c:v>2.35</c:v>
                </c:pt>
                <c:pt idx="847">
                  <c:v>2.3527777777777774</c:v>
                </c:pt>
                <c:pt idx="848">
                  <c:v>2.3555555555555556</c:v>
                </c:pt>
                <c:pt idx="849">
                  <c:v>2.3583333333333334</c:v>
                </c:pt>
                <c:pt idx="850">
                  <c:v>2.3611111111111112</c:v>
                </c:pt>
                <c:pt idx="851">
                  <c:v>2.3638888888888889</c:v>
                </c:pt>
                <c:pt idx="852">
                  <c:v>2.3666666666666667</c:v>
                </c:pt>
                <c:pt idx="853">
                  <c:v>2.3694444444444445</c:v>
                </c:pt>
                <c:pt idx="854">
                  <c:v>2.3722222222222222</c:v>
                </c:pt>
                <c:pt idx="855">
                  <c:v>2.375</c:v>
                </c:pt>
                <c:pt idx="856">
                  <c:v>2.3777777777777778</c:v>
                </c:pt>
                <c:pt idx="857">
                  <c:v>2.3805555555555555</c:v>
                </c:pt>
                <c:pt idx="858">
                  <c:v>2.3833333333333333</c:v>
                </c:pt>
                <c:pt idx="859">
                  <c:v>2.3861111111111111</c:v>
                </c:pt>
                <c:pt idx="860">
                  <c:v>2.3888888888888888</c:v>
                </c:pt>
                <c:pt idx="861">
                  <c:v>2.3916666666666666</c:v>
                </c:pt>
                <c:pt idx="862">
                  <c:v>2.3944444444444444</c:v>
                </c:pt>
                <c:pt idx="863">
                  <c:v>2.3972222222222226</c:v>
                </c:pt>
                <c:pt idx="864">
                  <c:v>2.4</c:v>
                </c:pt>
                <c:pt idx="865">
                  <c:v>2.4027777777777777</c:v>
                </c:pt>
                <c:pt idx="866">
                  <c:v>2.4055555555555559</c:v>
                </c:pt>
                <c:pt idx="867">
                  <c:v>2.4083333333333332</c:v>
                </c:pt>
                <c:pt idx="868">
                  <c:v>2.411111111111111</c:v>
                </c:pt>
                <c:pt idx="869">
                  <c:v>2.4138888888888892</c:v>
                </c:pt>
                <c:pt idx="870">
                  <c:v>2.4166666666666665</c:v>
                </c:pt>
                <c:pt idx="871">
                  <c:v>2.4194444444444443</c:v>
                </c:pt>
                <c:pt idx="872">
                  <c:v>2.4222222222222225</c:v>
                </c:pt>
                <c:pt idx="873">
                  <c:v>2.4249999999999998</c:v>
                </c:pt>
                <c:pt idx="874">
                  <c:v>2.4277777777777776</c:v>
                </c:pt>
                <c:pt idx="875">
                  <c:v>2.4305555555555558</c:v>
                </c:pt>
                <c:pt idx="876">
                  <c:v>2.4333333333333331</c:v>
                </c:pt>
                <c:pt idx="877">
                  <c:v>2.4361111111111109</c:v>
                </c:pt>
                <c:pt idx="878">
                  <c:v>2.4388888888888891</c:v>
                </c:pt>
                <c:pt idx="879">
                  <c:v>2.4416666666666669</c:v>
                </c:pt>
                <c:pt idx="880">
                  <c:v>2.4444444444444442</c:v>
                </c:pt>
                <c:pt idx="881">
                  <c:v>2.4472222222222224</c:v>
                </c:pt>
                <c:pt idx="882">
                  <c:v>2.4500000000000002</c:v>
                </c:pt>
                <c:pt idx="883">
                  <c:v>2.4527777777777775</c:v>
                </c:pt>
                <c:pt idx="884">
                  <c:v>2.4555555555555557</c:v>
                </c:pt>
                <c:pt idx="885">
                  <c:v>2.4583333333333335</c:v>
                </c:pt>
                <c:pt idx="886">
                  <c:v>2.4611111111111108</c:v>
                </c:pt>
                <c:pt idx="887">
                  <c:v>2.463888888888889</c:v>
                </c:pt>
                <c:pt idx="888">
                  <c:v>2.4666666666666668</c:v>
                </c:pt>
                <c:pt idx="889">
                  <c:v>2.4694444444444441</c:v>
                </c:pt>
                <c:pt idx="890">
                  <c:v>2.4722222222222223</c:v>
                </c:pt>
                <c:pt idx="891">
                  <c:v>2.4750000000000001</c:v>
                </c:pt>
                <c:pt idx="892">
                  <c:v>2.4777777777777774</c:v>
                </c:pt>
                <c:pt idx="893">
                  <c:v>2.4805555555555556</c:v>
                </c:pt>
                <c:pt idx="894">
                  <c:v>2.4833333333333334</c:v>
                </c:pt>
                <c:pt idx="895">
                  <c:v>2.4861111111111112</c:v>
                </c:pt>
                <c:pt idx="896">
                  <c:v>2.4888888888888889</c:v>
                </c:pt>
                <c:pt idx="897">
                  <c:v>2.4916666666666667</c:v>
                </c:pt>
                <c:pt idx="898">
                  <c:v>2.4944444444444445</c:v>
                </c:pt>
                <c:pt idx="899">
                  <c:v>2.4972222222222222</c:v>
                </c:pt>
                <c:pt idx="900">
                  <c:v>2.5</c:v>
                </c:pt>
                <c:pt idx="901">
                  <c:v>2.5027777777777778</c:v>
                </c:pt>
                <c:pt idx="902">
                  <c:v>2.5055555555555555</c:v>
                </c:pt>
                <c:pt idx="903">
                  <c:v>2.5083333333333333</c:v>
                </c:pt>
                <c:pt idx="904">
                  <c:v>2.5111111111111111</c:v>
                </c:pt>
                <c:pt idx="905">
                  <c:v>2.5138888888888888</c:v>
                </c:pt>
                <c:pt idx="906">
                  <c:v>2.5166666666666666</c:v>
                </c:pt>
                <c:pt idx="907">
                  <c:v>2.5194444444444444</c:v>
                </c:pt>
                <c:pt idx="908">
                  <c:v>2.5222222222222226</c:v>
                </c:pt>
                <c:pt idx="909">
                  <c:v>2.5249999999999999</c:v>
                </c:pt>
                <c:pt idx="910">
                  <c:v>2.5277777777777777</c:v>
                </c:pt>
                <c:pt idx="911">
                  <c:v>2.5305555555555559</c:v>
                </c:pt>
                <c:pt idx="912">
                  <c:v>2.5333333333333332</c:v>
                </c:pt>
                <c:pt idx="913">
                  <c:v>2.536111111111111</c:v>
                </c:pt>
                <c:pt idx="914">
                  <c:v>2.5388888888888892</c:v>
                </c:pt>
                <c:pt idx="915">
                  <c:v>2.5416666666666665</c:v>
                </c:pt>
                <c:pt idx="916">
                  <c:v>2.5444444444444443</c:v>
                </c:pt>
                <c:pt idx="917">
                  <c:v>2.5472222222222225</c:v>
                </c:pt>
                <c:pt idx="918">
                  <c:v>2.5499999999999998</c:v>
                </c:pt>
                <c:pt idx="919">
                  <c:v>2.5527777777777776</c:v>
                </c:pt>
                <c:pt idx="920">
                  <c:v>2.5555555555555558</c:v>
                </c:pt>
                <c:pt idx="921">
                  <c:v>2.5583333333333331</c:v>
                </c:pt>
                <c:pt idx="922">
                  <c:v>2.5611111111111109</c:v>
                </c:pt>
                <c:pt idx="923">
                  <c:v>2.5638888888888891</c:v>
                </c:pt>
                <c:pt idx="924">
                  <c:v>2.5666666666666669</c:v>
                </c:pt>
                <c:pt idx="925">
                  <c:v>2.5694444444444442</c:v>
                </c:pt>
                <c:pt idx="926">
                  <c:v>2.5722222222222224</c:v>
                </c:pt>
                <c:pt idx="927">
                  <c:v>2.5750000000000002</c:v>
                </c:pt>
                <c:pt idx="928">
                  <c:v>2.5777777777777775</c:v>
                </c:pt>
                <c:pt idx="929">
                  <c:v>2.5805555555555557</c:v>
                </c:pt>
                <c:pt idx="930">
                  <c:v>2.5833333333333335</c:v>
                </c:pt>
                <c:pt idx="931">
                  <c:v>2.5861111111111108</c:v>
                </c:pt>
                <c:pt idx="932">
                  <c:v>2.588888888888889</c:v>
                </c:pt>
                <c:pt idx="933">
                  <c:v>2.5916666666666668</c:v>
                </c:pt>
                <c:pt idx="934">
                  <c:v>2.5944444444444441</c:v>
                </c:pt>
                <c:pt idx="935">
                  <c:v>2.5972222222222223</c:v>
                </c:pt>
                <c:pt idx="936">
                  <c:v>2.6</c:v>
                </c:pt>
                <c:pt idx="937">
                  <c:v>2.6027777777777774</c:v>
                </c:pt>
                <c:pt idx="938">
                  <c:v>2.6055555555555556</c:v>
                </c:pt>
                <c:pt idx="939">
                  <c:v>2.6083333333333334</c:v>
                </c:pt>
                <c:pt idx="940">
                  <c:v>2.6111111111111112</c:v>
                </c:pt>
                <c:pt idx="941">
                  <c:v>2.6138888888888889</c:v>
                </c:pt>
                <c:pt idx="942">
                  <c:v>2.6166666666666667</c:v>
                </c:pt>
                <c:pt idx="943">
                  <c:v>2.6194444444444445</c:v>
                </c:pt>
                <c:pt idx="944">
                  <c:v>2.6222222222222222</c:v>
                </c:pt>
                <c:pt idx="945">
                  <c:v>2.625</c:v>
                </c:pt>
                <c:pt idx="946">
                  <c:v>2.6277777777777778</c:v>
                </c:pt>
                <c:pt idx="947">
                  <c:v>2.6305555555555555</c:v>
                </c:pt>
                <c:pt idx="948">
                  <c:v>2.6333333333333333</c:v>
                </c:pt>
                <c:pt idx="949">
                  <c:v>2.6361111111111111</c:v>
                </c:pt>
                <c:pt idx="950">
                  <c:v>2.6388888888888888</c:v>
                </c:pt>
                <c:pt idx="951">
                  <c:v>2.6416666666666666</c:v>
                </c:pt>
                <c:pt idx="952">
                  <c:v>2.6444444444444444</c:v>
                </c:pt>
                <c:pt idx="953">
                  <c:v>2.6472222222222226</c:v>
                </c:pt>
                <c:pt idx="954">
                  <c:v>2.65</c:v>
                </c:pt>
                <c:pt idx="955">
                  <c:v>2.6527777777777777</c:v>
                </c:pt>
                <c:pt idx="956">
                  <c:v>2.6555555555555559</c:v>
                </c:pt>
                <c:pt idx="957">
                  <c:v>2.6583333333333332</c:v>
                </c:pt>
                <c:pt idx="958">
                  <c:v>2.661111111111111</c:v>
                </c:pt>
                <c:pt idx="959">
                  <c:v>2.6638888888888892</c:v>
                </c:pt>
                <c:pt idx="960">
                  <c:v>2.6666666666666665</c:v>
                </c:pt>
                <c:pt idx="961">
                  <c:v>2.6694444444444443</c:v>
                </c:pt>
                <c:pt idx="962">
                  <c:v>2.6722222222222225</c:v>
                </c:pt>
                <c:pt idx="963">
                  <c:v>2.6749999999999998</c:v>
                </c:pt>
                <c:pt idx="964">
                  <c:v>2.6777777777777776</c:v>
                </c:pt>
                <c:pt idx="965">
                  <c:v>2.6805555555555558</c:v>
                </c:pt>
                <c:pt idx="966">
                  <c:v>2.6833333333333331</c:v>
                </c:pt>
                <c:pt idx="967">
                  <c:v>2.6861111111111109</c:v>
                </c:pt>
                <c:pt idx="968">
                  <c:v>2.6888888888888891</c:v>
                </c:pt>
                <c:pt idx="969">
                  <c:v>2.6916666666666669</c:v>
                </c:pt>
                <c:pt idx="970">
                  <c:v>2.6944444444444442</c:v>
                </c:pt>
                <c:pt idx="971">
                  <c:v>2.6972222222222224</c:v>
                </c:pt>
                <c:pt idx="972">
                  <c:v>2.7</c:v>
                </c:pt>
                <c:pt idx="973">
                  <c:v>2.7027777777777775</c:v>
                </c:pt>
                <c:pt idx="974">
                  <c:v>2.7055555555555557</c:v>
                </c:pt>
                <c:pt idx="975">
                  <c:v>2.7083333333333335</c:v>
                </c:pt>
                <c:pt idx="976">
                  <c:v>2.7111111111111108</c:v>
                </c:pt>
                <c:pt idx="977">
                  <c:v>2.713888888888889</c:v>
                </c:pt>
                <c:pt idx="978">
                  <c:v>2.7166666666666668</c:v>
                </c:pt>
                <c:pt idx="979">
                  <c:v>2.7194444444444441</c:v>
                </c:pt>
                <c:pt idx="980">
                  <c:v>2.7222222222222223</c:v>
                </c:pt>
                <c:pt idx="981">
                  <c:v>2.7250000000000001</c:v>
                </c:pt>
                <c:pt idx="982">
                  <c:v>2.7277777777777774</c:v>
                </c:pt>
                <c:pt idx="983">
                  <c:v>2.7305555555555556</c:v>
                </c:pt>
                <c:pt idx="984">
                  <c:v>2.7333333333333334</c:v>
                </c:pt>
                <c:pt idx="985">
                  <c:v>2.7361111111111112</c:v>
                </c:pt>
                <c:pt idx="986">
                  <c:v>2.7388888888888889</c:v>
                </c:pt>
                <c:pt idx="987">
                  <c:v>2.7416666666666667</c:v>
                </c:pt>
                <c:pt idx="988">
                  <c:v>2.7444444444444445</c:v>
                </c:pt>
                <c:pt idx="989">
                  <c:v>2.7472222222222222</c:v>
                </c:pt>
                <c:pt idx="990">
                  <c:v>2.75</c:v>
                </c:pt>
                <c:pt idx="991">
                  <c:v>2.7527777777777778</c:v>
                </c:pt>
                <c:pt idx="992">
                  <c:v>2.7555555555555555</c:v>
                </c:pt>
                <c:pt idx="993">
                  <c:v>2.7583333333333333</c:v>
                </c:pt>
                <c:pt idx="994">
                  <c:v>2.7611111111111111</c:v>
                </c:pt>
                <c:pt idx="995">
                  <c:v>2.7638888888888888</c:v>
                </c:pt>
                <c:pt idx="996">
                  <c:v>2.7666666666666666</c:v>
                </c:pt>
                <c:pt idx="997">
                  <c:v>2.7694444444444444</c:v>
                </c:pt>
                <c:pt idx="998">
                  <c:v>2.7722222222222226</c:v>
                </c:pt>
                <c:pt idx="999">
                  <c:v>2.7749999999999999</c:v>
                </c:pt>
                <c:pt idx="1000">
                  <c:v>2.7777777777777777</c:v>
                </c:pt>
                <c:pt idx="1001">
                  <c:v>2.7805555555555559</c:v>
                </c:pt>
                <c:pt idx="1002">
                  <c:v>2.7833333333333332</c:v>
                </c:pt>
                <c:pt idx="1003">
                  <c:v>2.786111111111111</c:v>
                </c:pt>
                <c:pt idx="1004">
                  <c:v>2.7888888888888892</c:v>
                </c:pt>
                <c:pt idx="1005">
                  <c:v>2.7916666666666665</c:v>
                </c:pt>
                <c:pt idx="1006">
                  <c:v>2.7944444444444443</c:v>
                </c:pt>
                <c:pt idx="1007">
                  <c:v>2.7972222222222225</c:v>
                </c:pt>
                <c:pt idx="1008">
                  <c:v>2.8</c:v>
                </c:pt>
                <c:pt idx="1009">
                  <c:v>2.8027777777777776</c:v>
                </c:pt>
                <c:pt idx="1010">
                  <c:v>2.8055555555555558</c:v>
                </c:pt>
                <c:pt idx="1011">
                  <c:v>2.8083333333333331</c:v>
                </c:pt>
                <c:pt idx="1012">
                  <c:v>2.8111111111111109</c:v>
                </c:pt>
                <c:pt idx="1013">
                  <c:v>2.8138888888888891</c:v>
                </c:pt>
                <c:pt idx="1014">
                  <c:v>2.8166666666666669</c:v>
                </c:pt>
                <c:pt idx="1015">
                  <c:v>2.8194444444444442</c:v>
                </c:pt>
                <c:pt idx="1016">
                  <c:v>2.8222222222222224</c:v>
                </c:pt>
                <c:pt idx="1017">
                  <c:v>2.8250000000000002</c:v>
                </c:pt>
                <c:pt idx="1018">
                  <c:v>2.8277777777777775</c:v>
                </c:pt>
                <c:pt idx="1019">
                  <c:v>2.8305555555555557</c:v>
                </c:pt>
                <c:pt idx="1020">
                  <c:v>2.8333333333333335</c:v>
                </c:pt>
                <c:pt idx="1021">
                  <c:v>2.8361111111111108</c:v>
                </c:pt>
                <c:pt idx="1022">
                  <c:v>2.838888888888889</c:v>
                </c:pt>
                <c:pt idx="1023">
                  <c:v>2.8416666666666668</c:v>
                </c:pt>
                <c:pt idx="1024">
                  <c:v>2.8444444444444441</c:v>
                </c:pt>
                <c:pt idx="1025">
                  <c:v>2.8472222222222223</c:v>
                </c:pt>
                <c:pt idx="1026">
                  <c:v>2.85</c:v>
                </c:pt>
                <c:pt idx="1027">
                  <c:v>2.8527777777777774</c:v>
                </c:pt>
                <c:pt idx="1028">
                  <c:v>2.8555555555555556</c:v>
                </c:pt>
                <c:pt idx="1029">
                  <c:v>2.8583333333333334</c:v>
                </c:pt>
                <c:pt idx="1030">
                  <c:v>2.8611111111111112</c:v>
                </c:pt>
                <c:pt idx="1031">
                  <c:v>2.8638888888888889</c:v>
                </c:pt>
                <c:pt idx="1032">
                  <c:v>2.8666666666666667</c:v>
                </c:pt>
                <c:pt idx="1033">
                  <c:v>2.8694444444444445</c:v>
                </c:pt>
                <c:pt idx="1034">
                  <c:v>2.8722222222222222</c:v>
                </c:pt>
                <c:pt idx="1035">
                  <c:v>2.875</c:v>
                </c:pt>
                <c:pt idx="1036">
                  <c:v>2.8777777777777778</c:v>
                </c:pt>
                <c:pt idx="1037">
                  <c:v>2.8805555555555555</c:v>
                </c:pt>
                <c:pt idx="1038">
                  <c:v>2.8833333333333333</c:v>
                </c:pt>
                <c:pt idx="1039">
                  <c:v>2.8861111111111111</c:v>
                </c:pt>
                <c:pt idx="1040">
                  <c:v>2.8888888888888888</c:v>
                </c:pt>
                <c:pt idx="1041">
                  <c:v>2.8916666666666666</c:v>
                </c:pt>
                <c:pt idx="1042">
                  <c:v>2.8944444444444444</c:v>
                </c:pt>
                <c:pt idx="1043">
                  <c:v>2.8972222222222226</c:v>
                </c:pt>
                <c:pt idx="1044">
                  <c:v>2.9</c:v>
                </c:pt>
                <c:pt idx="1045">
                  <c:v>2.9027777777777777</c:v>
                </c:pt>
                <c:pt idx="1046">
                  <c:v>2.9055555555555559</c:v>
                </c:pt>
                <c:pt idx="1047">
                  <c:v>2.9083333333333332</c:v>
                </c:pt>
                <c:pt idx="1048">
                  <c:v>2.911111111111111</c:v>
                </c:pt>
                <c:pt idx="1049">
                  <c:v>2.9138888888888892</c:v>
                </c:pt>
                <c:pt idx="1050">
                  <c:v>2.9166666666666665</c:v>
                </c:pt>
                <c:pt idx="1051">
                  <c:v>2.9194444444444443</c:v>
                </c:pt>
                <c:pt idx="1052">
                  <c:v>2.9222222222222225</c:v>
                </c:pt>
                <c:pt idx="1053">
                  <c:v>2.9249999999999998</c:v>
                </c:pt>
                <c:pt idx="1054">
                  <c:v>2.9277777777777776</c:v>
                </c:pt>
                <c:pt idx="1055">
                  <c:v>2.9305555555555558</c:v>
                </c:pt>
                <c:pt idx="1056">
                  <c:v>2.9333333333333331</c:v>
                </c:pt>
                <c:pt idx="1057">
                  <c:v>2.9361111111111109</c:v>
                </c:pt>
                <c:pt idx="1058">
                  <c:v>2.9388888888888891</c:v>
                </c:pt>
                <c:pt idx="1059">
                  <c:v>2.9416666666666669</c:v>
                </c:pt>
                <c:pt idx="1060">
                  <c:v>2.9444444444444442</c:v>
                </c:pt>
                <c:pt idx="1061">
                  <c:v>2.9472222222222224</c:v>
                </c:pt>
                <c:pt idx="1062">
                  <c:v>2.95</c:v>
                </c:pt>
                <c:pt idx="1063">
                  <c:v>2.9527777777777775</c:v>
                </c:pt>
                <c:pt idx="1064">
                  <c:v>2.9555555555555557</c:v>
                </c:pt>
                <c:pt idx="1065">
                  <c:v>2.9583333333333335</c:v>
                </c:pt>
                <c:pt idx="1066">
                  <c:v>2.9611111111111108</c:v>
                </c:pt>
                <c:pt idx="1067">
                  <c:v>2.963888888888889</c:v>
                </c:pt>
                <c:pt idx="1068">
                  <c:v>2.9666666666666668</c:v>
                </c:pt>
                <c:pt idx="1069">
                  <c:v>2.9694444444444441</c:v>
                </c:pt>
                <c:pt idx="1070">
                  <c:v>2.9722222222222223</c:v>
                </c:pt>
                <c:pt idx="1071">
                  <c:v>2.9750000000000001</c:v>
                </c:pt>
                <c:pt idx="1072">
                  <c:v>2.9777777777777774</c:v>
                </c:pt>
                <c:pt idx="1073">
                  <c:v>2.9805555555555556</c:v>
                </c:pt>
                <c:pt idx="1074">
                  <c:v>2.9833333333333334</c:v>
                </c:pt>
                <c:pt idx="1075">
                  <c:v>2.9861111111111112</c:v>
                </c:pt>
                <c:pt idx="1076">
                  <c:v>2.9888888888888889</c:v>
                </c:pt>
                <c:pt idx="1077">
                  <c:v>2.9916666666666667</c:v>
                </c:pt>
                <c:pt idx="1078">
                  <c:v>2.9944444444444445</c:v>
                </c:pt>
                <c:pt idx="1079">
                  <c:v>2.9972222222222222</c:v>
                </c:pt>
                <c:pt idx="1080">
                  <c:v>3</c:v>
                </c:pt>
              </c:numCache>
            </c:numRef>
          </c:xVal>
          <c:yVal>
            <c:numRef>
              <c:f>Sheet1!$R$4:$R$1084</c:f>
              <c:numCache>
                <c:formatCode>0.00</c:formatCode>
                <c:ptCount val="1081"/>
                <c:pt idx="0">
                  <c:v>0</c:v>
                </c:pt>
                <c:pt idx="1">
                  <c:v>1.163558926725998E-137</c:v>
                </c:pt>
                <c:pt idx="2">
                  <c:v>1.2004198818817112E-119</c:v>
                </c:pt>
                <c:pt idx="3">
                  <c:v>3.9496060612051951E-109</c:v>
                </c:pt>
                <c:pt idx="4">
                  <c:v>1.1082124752896442E-101</c:v>
                </c:pt>
                <c:pt idx="5">
                  <c:v>6.4709623475513941E-96</c:v>
                </c:pt>
                <c:pt idx="6">
                  <c:v>3.2627867743497145E-91</c:v>
                </c:pt>
                <c:pt idx="7">
                  <c:v>3.0348772397871565E-87</c:v>
                </c:pt>
                <c:pt idx="8">
                  <c:v>8.1922463748180272E-84</c:v>
                </c:pt>
                <c:pt idx="9">
                  <c:v>8.5960594278385431E-81</c:v>
                </c:pt>
                <c:pt idx="10">
                  <c:v>4.2804940773400999E-78</c:v>
                </c:pt>
                <c:pt idx="11">
                  <c:v>1.1662725864563074E-75</c:v>
                </c:pt>
                <c:pt idx="12">
                  <c:v>1.9313401921432849E-73</c:v>
                </c:pt>
                <c:pt idx="13">
                  <c:v>2.1053786355297768E-71</c:v>
                </c:pt>
                <c:pt idx="14">
                  <c:v>1.6075195799745058E-69</c:v>
                </c:pt>
                <c:pt idx="15">
                  <c:v>9.030145159563466E-68</c:v>
                </c:pt>
                <c:pt idx="16">
                  <c:v>3.8829625795594864E-66</c:v>
                </c:pt>
                <c:pt idx="17">
                  <c:v>1.320214766949081E-64</c:v>
                </c:pt>
                <c:pt idx="18">
                  <c:v>3.6458992829495129E-63</c:v>
                </c:pt>
                <c:pt idx="19">
                  <c:v>8.3640279561698115E-62</c:v>
                </c:pt>
                <c:pt idx="20">
                  <c:v>1.6245916471732416E-60</c:v>
                </c:pt>
                <c:pt idx="21">
                  <c:v>2.7154838094845976E-59</c:v>
                </c:pt>
                <c:pt idx="22">
                  <c:v>3.9609142514740046E-58</c:v>
                </c:pt>
                <c:pt idx="23">
                  <c:v>5.1032848485664966E-57</c:v>
                </c:pt>
                <c:pt idx="24">
                  <c:v>5.8694743505467022E-56</c:v>
                </c:pt>
                <c:pt idx="25">
                  <c:v>6.0823342712008655E-55</c:v>
                </c:pt>
                <c:pt idx="26">
                  <c:v>5.7255300686991888E-54</c:v>
                </c:pt>
                <c:pt idx="27">
                  <c:v>4.9315759803393794E-53</c:v>
                </c:pt>
                <c:pt idx="28">
                  <c:v>3.9118916485432109E-52</c:v>
                </c:pt>
                <c:pt idx="29">
                  <c:v>2.8742852629687479E-51</c:v>
                </c:pt>
                <c:pt idx="30">
                  <c:v>1.9663930699535093E-50</c:v>
                </c:pt>
                <c:pt idx="31">
                  <c:v>1.2584667323372705E-49</c:v>
                </c:pt>
                <c:pt idx="32">
                  <c:v>7.5663053882348452E-49</c:v>
                </c:pt>
                <c:pt idx="33">
                  <c:v>4.2900921141153901E-48</c:v>
                </c:pt>
                <c:pt idx="34">
                  <c:v>2.3020264250564688E-47</c:v>
                </c:pt>
                <c:pt idx="35">
                  <c:v>1.1727434085424836E-46</c:v>
                </c:pt>
                <c:pt idx="36">
                  <c:v>5.688731592593388E-46</c:v>
                </c:pt>
                <c:pt idx="37">
                  <c:v>2.6345952154539276E-45</c:v>
                </c:pt>
                <c:pt idx="38">
                  <c:v>1.1678076324463227E-44</c:v>
                </c:pt>
                <c:pt idx="39">
                  <c:v>4.9656601316002527E-44</c:v>
                </c:pt>
                <c:pt idx="40">
                  <c:v>2.0297619509395728E-43</c:v>
                </c:pt>
                <c:pt idx="41">
                  <c:v>7.9913856273906567E-43</c:v>
                </c:pt>
                <c:pt idx="42">
                  <c:v>3.035939875793483E-42</c:v>
                </c:pt>
                <c:pt idx="43">
                  <c:v>1.1147773468933101E-41</c:v>
                </c:pt>
                <c:pt idx="44">
                  <c:v>3.9626566773917812E-41</c:v>
                </c:pt>
                <c:pt idx="45">
                  <c:v>1.365594446085722E-40</c:v>
                </c:pt>
                <c:pt idx="46">
                  <c:v>4.5686288062633931E-40</c:v>
                </c:pt>
                <c:pt idx="47">
                  <c:v>1.4857047319364025E-39</c:v>
                </c:pt>
                <c:pt idx="48">
                  <c:v>4.7019751607390414E-39</c:v>
                </c:pt>
                <c:pt idx="49">
                  <c:v>1.4498262120078074E-38</c:v>
                </c:pt>
                <c:pt idx="50">
                  <c:v>4.3601001330879208E-38</c:v>
                </c:pt>
                <c:pt idx="51">
                  <c:v>1.2801233712390451E-37</c:v>
                </c:pt>
                <c:pt idx="52">
                  <c:v>3.6727125275415641E-37</c:v>
                </c:pt>
                <c:pt idx="53">
                  <c:v>1.030584370664409E-36</c:v>
                </c:pt>
                <c:pt idx="54">
                  <c:v>2.8307533032746906E-36</c:v>
                </c:pt>
                <c:pt idx="55">
                  <c:v>7.6169807954875954E-36</c:v>
                </c:pt>
                <c:pt idx="56">
                  <c:v>2.0093156594698536E-35</c:v>
                </c:pt>
                <c:pt idx="57">
                  <c:v>5.1999952442835503E-35</c:v>
                </c:pt>
                <c:pt idx="58">
                  <c:v>1.3211017791674282E-34</c:v>
                </c:pt>
                <c:pt idx="59">
                  <c:v>3.2970263628857669E-34</c:v>
                </c:pt>
                <c:pt idx="60">
                  <c:v>8.0876398189174104E-34</c:v>
                </c:pt>
                <c:pt idx="61">
                  <c:v>1.9511108185390714E-33</c:v>
                </c:pt>
                <c:pt idx="62">
                  <c:v>4.6316769841260236E-33</c:v>
                </c:pt>
                <c:pt idx="63">
                  <c:v>1.0824676314625828E-32</c:v>
                </c:pt>
                <c:pt idx="64">
                  <c:v>2.4918703816130522E-32</c:v>
                </c:pt>
                <c:pt idx="65">
                  <c:v>5.6529281458924713E-32</c:v>
                </c:pt>
                <c:pt idx="66">
                  <c:v>1.2643090792575712E-31</c:v>
                </c:pt>
                <c:pt idx="67">
                  <c:v>2.7890117491848633E-31</c:v>
                </c:pt>
                <c:pt idx="68">
                  <c:v>6.0707451518892857E-31</c:v>
                </c:pt>
                <c:pt idx="69">
                  <c:v>1.3043608080021496E-30</c:v>
                </c:pt>
                <c:pt idx="70">
                  <c:v>2.7674498226337531E-30</c:v>
                </c:pt>
                <c:pt idx="71">
                  <c:v>5.8002048906714064E-30</c:v>
                </c:pt>
                <c:pt idx="72">
                  <c:v>1.2012606623220407E-29</c:v>
                </c:pt>
                <c:pt idx="73">
                  <c:v>2.4592582353135722E-29</c:v>
                </c:pt>
                <c:pt idx="74">
                  <c:v>4.9782966100470145E-29</c:v>
                </c:pt>
                <c:pt idx="75">
                  <c:v>9.967780039790667E-29</c:v>
                </c:pt>
                <c:pt idx="76">
                  <c:v>1.9746186597981824E-28</c:v>
                </c:pt>
                <c:pt idx="77">
                  <c:v>3.8712950100788467E-28</c:v>
                </c:pt>
                <c:pt idx="78">
                  <c:v>7.5133561595767388E-28</c:v>
                </c:pt>
                <c:pt idx="79">
                  <c:v>1.4438708545698908E-27</c:v>
                </c:pt>
                <c:pt idx="80">
                  <c:v>2.7481924973213334E-27</c:v>
                </c:pt>
                <c:pt idx="81">
                  <c:v>5.18196076484525E-27</c:v>
                </c:pt>
                <c:pt idx="82">
                  <c:v>9.6820916266277689E-27</c:v>
                </c:pt>
                <c:pt idx="83">
                  <c:v>1.7929519272496562E-26</c:v>
                </c:pt>
                <c:pt idx="84">
                  <c:v>3.2914353117319701E-26</c:v>
                </c:pt>
                <c:pt idx="85">
                  <c:v>5.9911302410394976E-26</c:v>
                </c:pt>
                <c:pt idx="86">
                  <c:v>1.0814970773474391E-25</c:v>
                </c:pt>
                <c:pt idx="87">
                  <c:v>1.9365044093800266E-25</c:v>
                </c:pt>
                <c:pt idx="88">
                  <c:v>3.4400814046941469E-25</c:v>
                </c:pt>
                <c:pt idx="89">
                  <c:v>6.0639253589587413E-25</c:v>
                </c:pt>
                <c:pt idx="90">
                  <c:v>1.0608380099070199E-24</c:v>
                </c:pt>
                <c:pt idx="91">
                  <c:v>1.842158959335756E-24</c:v>
                </c:pt>
                <c:pt idx="92">
                  <c:v>3.1758374205520825E-24</c:v>
                </c:pt>
                <c:pt idx="93">
                  <c:v>5.4363898345661791E-24</c:v>
                </c:pt>
                <c:pt idx="94">
                  <c:v>9.2416592598380576E-24</c:v>
                </c:pt>
                <c:pt idx="95">
                  <c:v>1.5604149801996916E-23</c:v>
                </c:pt>
                <c:pt idx="96">
                  <c:v>2.6172356877228613E-23</c:v>
                </c:pt>
                <c:pt idx="97">
                  <c:v>4.3613201175323265E-23</c:v>
                </c:pt>
                <c:pt idx="98">
                  <c:v>7.2214350222768803E-23</c:v>
                </c:pt>
                <c:pt idx="99">
                  <c:v>1.1882715513992606E-22</c:v>
                </c:pt>
                <c:pt idx="100">
                  <c:v>1.943341304599726E-22</c:v>
                </c:pt>
                <c:pt idx="101">
                  <c:v>3.1591959645254369E-22</c:v>
                </c:pt>
                <c:pt idx="102">
                  <c:v>5.1056319230932264E-22</c:v>
                </c:pt>
                <c:pt idx="103">
                  <c:v>8.2038504792573283E-22</c:v>
                </c:pt>
                <c:pt idx="104">
                  <c:v>1.3107795876657458E-21</c:v>
                </c:pt>
                <c:pt idx="105">
                  <c:v>2.0827268384526679E-21</c:v>
                </c:pt>
                <c:pt idx="106">
                  <c:v>3.2913293513078378E-21</c:v>
                </c:pt>
                <c:pt idx="107">
                  <c:v>5.1735797197607354E-21</c:v>
                </c:pt>
                <c:pt idx="108">
                  <c:v>8.0897457252045043E-21</c:v>
                </c:pt>
                <c:pt idx="109">
                  <c:v>1.2584746621446886E-20</c:v>
                </c:pt>
                <c:pt idx="110">
                  <c:v>1.9478735778859424E-20</c:v>
                </c:pt>
                <c:pt idx="111">
                  <c:v>3.0000151083811241E-20</c:v>
                </c:pt>
                <c:pt idx="112">
                  <c:v>4.5980229270461398E-20</c:v>
                </c:pt>
                <c:pt idx="113">
                  <c:v>7.013607190826093E-20</c:v>
                </c:pt>
                <c:pt idx="114">
                  <c:v>1.0648071717566874E-19</c:v>
                </c:pt>
                <c:pt idx="115">
                  <c:v>1.6091456892988271E-19</c:v>
                </c:pt>
                <c:pt idx="116">
                  <c:v>2.4207467425567293E-19</c:v>
                </c:pt>
                <c:pt idx="117">
                  <c:v>3.6254904447084741E-19</c:v>
                </c:pt>
                <c:pt idx="118">
                  <c:v>5.4060561975878598E-19</c:v>
                </c:pt>
                <c:pt idx="119">
                  <c:v>8.0264380630607589E-19</c:v>
                </c:pt>
                <c:pt idx="120">
                  <c:v>1.1866564267046149E-18</c:v>
                </c:pt>
                <c:pt idx="121">
                  <c:v>1.7470989766354736E-18</c:v>
                </c:pt>
                <c:pt idx="122">
                  <c:v>2.5617113258846846E-18</c:v>
                </c:pt>
                <c:pt idx="123">
                  <c:v>3.7410377607224085E-18</c:v>
                </c:pt>
                <c:pt idx="124">
                  <c:v>5.4416621251499701E-18</c:v>
                </c:pt>
                <c:pt idx="125">
                  <c:v>7.8845389162009401E-18</c:v>
                </c:pt>
                <c:pt idx="126">
                  <c:v>1.1380288848301034E-17</c:v>
                </c:pt>
                <c:pt idx="127">
                  <c:v>1.6363978231392522E-17</c:v>
                </c:pt>
                <c:pt idx="128">
                  <c:v>2.3442767059203637E-17</c:v>
                </c:pt>
                <c:pt idx="129">
                  <c:v>3.3460957846227205E-17</c:v>
                </c:pt>
                <c:pt idx="130">
                  <c:v>4.7588492427176337E-17</c:v>
                </c:pt>
                <c:pt idx="131">
                  <c:v>6.74409385155707E-17</c:v>
                </c:pt>
                <c:pt idx="132">
                  <c:v>9.5241624835364087E-17</c:v>
                </c:pt>
                <c:pt idx="133">
                  <c:v>1.3404000617200826E-16</c:v>
                </c:pt>
                <c:pt idx="134">
                  <c:v>1.8800480134132842E-16</c:v>
                </c:pt>
                <c:pt idx="135">
                  <c:v>2.6281624498027772E-16</c:v>
                </c:pt>
                <c:pt idx="136">
                  <c:v>3.6618930499194875E-16</c:v>
                </c:pt>
                <c:pt idx="137">
                  <c:v>5.0856941771558889E-16</c:v>
                </c:pt>
                <c:pt idx="138">
                  <c:v>7.0405478271470545E-16</c:v>
                </c:pt>
                <c:pt idx="139">
                  <c:v>9.7161529277081048E-16</c:v>
                </c:pt>
                <c:pt idx="140">
                  <c:v>1.3366986972701092E-15</c:v>
                </c:pt>
                <c:pt idx="141">
                  <c:v>1.8333407892560117E-15</c:v>
                </c:pt>
                <c:pt idx="142">
                  <c:v>2.5069297386173887E-15</c:v>
                </c:pt>
                <c:pt idx="143">
                  <c:v>3.4178169929350364E-15</c:v>
                </c:pt>
                <c:pt idx="144">
                  <c:v>4.6460206961982769E-15</c:v>
                </c:pt>
                <c:pt idx="145">
                  <c:v>6.2973351291008634E-15</c:v>
                </c:pt>
                <c:pt idx="146">
                  <c:v>8.511244696373278E-15</c:v>
                </c:pt>
                <c:pt idx="147">
                  <c:v>1.1471147707250901E-14</c:v>
                </c:pt>
                <c:pt idx="148">
                  <c:v>1.5417528798752545E-14</c:v>
                </c:pt>
                <c:pt idx="149">
                  <c:v>2.0664885673555878E-14</c:v>
                </c:pt>
                <c:pt idx="150">
                  <c:v>2.7623423587787902E-14</c:v>
                </c:pt>
                <c:pt idx="151">
                  <c:v>3.6826789118861708E-14</c:v>
                </c:pt>
                <c:pt idx="152">
                  <c:v>4.8967434557255546E-14</c:v>
                </c:pt>
                <c:pt idx="153">
                  <c:v>6.4941599574824837E-14</c:v>
                </c:pt>
                <c:pt idx="154">
                  <c:v>8.5906384249808789E-14</c:v>
                </c:pt>
                <c:pt idx="155">
                  <c:v>1.1335198708650947E-13</c:v>
                </c:pt>
                <c:pt idx="156">
                  <c:v>1.4919291738670721E-13</c:v>
                </c:pt>
                <c:pt idx="157">
                  <c:v>1.958828919986521E-13</c:v>
                </c:pt>
                <c:pt idx="158">
                  <c:v>2.5655922649408128E-13</c:v>
                </c:pt>
                <c:pt idx="159">
                  <c:v>3.3522387122793405E-13</c:v>
                </c:pt>
                <c:pt idx="160">
                  <c:v>4.3696987231907581E-13</c:v>
                </c:pt>
                <c:pt idx="161">
                  <c:v>5.682640142700684E-13</c:v>
                </c:pt>
                <c:pt idx="162">
                  <c:v>7.3729879330112599E-13</c:v>
                </c:pt>
                <c:pt idx="163">
                  <c:v>9.5442975953062725E-13</c:v>
                </c:pt>
                <c:pt idx="164">
                  <c:v>1.2327177474054726E-12</c:v>
                </c:pt>
                <c:pt idx="165">
                  <c:v>1.5885996996084626E-12</c:v>
                </c:pt>
                <c:pt idx="166">
                  <c:v>2.0427168118918883E-12</c:v>
                </c:pt>
                <c:pt idx="167">
                  <c:v>2.6209347393065101E-12</c:v>
                </c:pt>
                <c:pt idx="168">
                  <c:v>3.3555977885336978E-12</c:v>
                </c:pt>
                <c:pt idx="169">
                  <c:v>4.2870675868633517E-12</c:v>
                </c:pt>
                <c:pt idx="170">
                  <c:v>5.4656069105895593E-12</c:v>
                </c:pt>
                <c:pt idx="171">
                  <c:v>6.9536814584452248E-12</c:v>
                </c:pt>
                <c:pt idx="172">
                  <c:v>8.8287666985235011E-12</c:v>
                </c:pt>
                <c:pt idx="173">
                  <c:v>1.1186763880755003E-11</c:v>
                </c:pt>
                <c:pt idx="174">
                  <c:v>1.4146149330887109E-11</c:v>
                </c:pt>
                <c:pt idx="175">
                  <c:v>1.7853004732098328E-11</c:v>
                </c:pt>
                <c:pt idx="176">
                  <c:v>2.2487103838509952E-11</c:v>
                </c:pt>
                <c:pt idx="177">
                  <c:v>2.8269263617958173E-11</c:v>
                </c:pt>
                <c:pt idx="178">
                  <c:v>3.5470205953080601E-11</c:v>
                </c:pt>
                <c:pt idx="179">
                  <c:v>4.4421220612340159E-11</c:v>
                </c:pt>
                <c:pt idx="180">
                  <c:v>5.5526972230583276E-11</c:v>
                </c:pt>
                <c:pt idx="181">
                  <c:v>6.9280854643881079E-11</c:v>
                </c:pt>
                <c:pt idx="182">
                  <c:v>8.6283366390994669E-11</c:v>
                </c:pt>
                <c:pt idx="183">
                  <c:v>1.0726406298069236E-10</c:v>
                </c:pt>
                <c:pt idx="184">
                  <c:v>1.3310773627859772E-10</c:v>
                </c:pt>
                <c:pt idx="185">
                  <c:v>1.6488558095023724E-10</c:v>
                </c:pt>
                <c:pt idx="186">
                  <c:v>2.0389223440603509E-10</c:v>
                </c:pt>
                <c:pt idx="187">
                  <c:v>2.5168972248824389E-10</c:v>
                </c:pt>
                <c:pt idx="188">
                  <c:v>3.1015951086838473E-10</c:v>
                </c:pt>
                <c:pt idx="189">
                  <c:v>3.8156405475470951E-10</c:v>
                </c:pt>
                <c:pt idx="190">
                  <c:v>4.6861946036290094E-10</c:v>
                </c:pt>
                <c:pt idx="191">
                  <c:v>5.745811243861795E-10</c:v>
                </c:pt>
                <c:pt idx="192">
                  <c:v>7.0334450654372859E-10</c:v>
                </c:pt>
                <c:pt idx="193">
                  <c:v>8.5956351978311008E-10</c:v>
                </c:pt>
                <c:pt idx="194">
                  <c:v>1.0487893979630664E-9</c:v>
                </c:pt>
                <c:pt idx="195">
                  <c:v>1.2776333275003818E-9</c:v>
                </c:pt>
                <c:pt idx="196">
                  <c:v>1.5539566137788891E-9</c:v>
                </c:pt>
                <c:pt idx="197">
                  <c:v>1.8870927019922029E-9</c:v>
                </c:pt>
                <c:pt idx="198">
                  <c:v>2.288105993130257E-9</c:v>
                </c:pt>
                <c:pt idx="199">
                  <c:v>2.7700930973876222E-9</c:v>
                </c:pt>
                <c:pt idx="200">
                  <c:v>3.348532958554555E-9</c:v>
                </c:pt>
                <c:pt idx="201">
                  <c:v>4.0416931740124151E-9</c:v>
                </c:pt>
                <c:pt idx="202">
                  <c:v>4.871100836806624E-9</c:v>
                </c:pt>
                <c:pt idx="203">
                  <c:v>5.8620873509238743E-9</c:v>
                </c:pt>
                <c:pt idx="204">
                  <c:v>7.0444179314639464E-9</c:v>
                </c:pt>
                <c:pt idx="205">
                  <c:v>8.4530179121049119E-9</c:v>
                </c:pt>
                <c:pt idx="206">
                  <c:v>1.0128809558586833E-8</c:v>
                </c:pt>
                <c:pt idx="207">
                  <c:v>1.2119674845634986E-8</c:v>
                </c:pt>
                <c:pt idx="208">
                  <c:v>1.4481561613940923E-8</c:v>
                </c:pt>
                <c:pt idx="209">
                  <c:v>1.7279752703054893E-8</c:v>
                </c:pt>
                <c:pt idx="210">
                  <c:v>2.0590320076433266E-8</c:v>
                </c:pt>
                <c:pt idx="211">
                  <c:v>2.4501788639035095E-8</c:v>
                </c:pt>
                <c:pt idx="212">
                  <c:v>2.911703742011828E-8</c:v>
                </c:pt>
                <c:pt idx="213">
                  <c:v>3.455546908028504E-8</c:v>
                </c:pt>
                <c:pt idx="214">
                  <c:v>4.0955482330161677E-8</c:v>
                </c:pt>
                <c:pt idx="215">
                  <c:v>4.8477285848086775E-8</c:v>
                </c:pt>
                <c:pt idx="216">
                  <c:v>5.7306096687366424E-8</c:v>
                </c:pt>
                <c:pt idx="217">
                  <c:v>6.7655771003621566E-8</c:v>
                </c:pt>
                <c:pt idx="218">
                  <c:v>7.9772920245000518E-8</c:v>
                </c:pt>
                <c:pt idx="219">
                  <c:v>9.3941571770175905E-8</c:v>
                </c:pt>
                <c:pt idx="220">
                  <c:v>1.1048843923076554E-7</c:v>
                </c:pt>
                <c:pt idx="221">
                  <c:v>1.2978887501775804E-7</c:v>
                </c:pt>
                <c:pt idx="222">
                  <c:v>1.522735846696575E-7</c:v>
                </c:pt>
                <c:pt idx="223">
                  <c:v>1.7843619141916408E-7</c:v>
                </c:pt>
                <c:pt idx="224">
                  <c:v>2.0884174806335925E-7</c:v>
                </c:pt>
                <c:pt idx="225">
                  <c:v>2.4413630312944765E-7</c:v>
                </c:pt>
                <c:pt idx="226">
                  <c:v>2.8505763892632851E-7</c:v>
                </c:pt>
                <c:pt idx="227">
                  <c:v>3.324473105750635E-7</c:v>
                </c:pt>
                <c:pt idx="228">
                  <c:v>3.8726412755490847E-7</c:v>
                </c:pt>
                <c:pt idx="229">
                  <c:v>4.5059923274287441E-7</c:v>
                </c:pt>
                <c:pt idx="230">
                  <c:v>5.2369294842277214E-7</c:v>
                </c:pt>
                <c:pt idx="231">
                  <c:v>6.0795357435512426E-7</c:v>
                </c:pt>
                <c:pt idx="232">
                  <c:v>7.0497833979275572E-7</c:v>
                </c:pt>
                <c:pt idx="233">
                  <c:v>8.1657672936202751E-7</c:v>
                </c:pt>
                <c:pt idx="234">
                  <c:v>9.4479642206824172E-7</c:v>
                </c:pt>
                <c:pt idx="235">
                  <c:v>1.0919521033913543E-6</c:v>
                </c:pt>
                <c:pt idx="236">
                  <c:v>1.2606574325760119E-6</c:v>
                </c:pt>
                <c:pt idx="237">
                  <c:v>1.4538604708550515E-6</c:v>
                </c:pt>
                <c:pt idx="238">
                  <c:v>1.6748829015370957E-6</c:v>
                </c:pt>
                <c:pt idx="239">
                  <c:v>1.9274633997031471E-6</c:v>
                </c:pt>
                <c:pt idx="240">
                  <c:v>2.2158055377508834E-6</c:v>
                </c:pt>
                <c:pt idx="241">
                  <c:v>2.5446306432607223E-6</c:v>
                </c:pt>
                <c:pt idx="242">
                  <c:v>2.9192360576886519E-6</c:v>
                </c:pt>
                <c:pt idx="243">
                  <c:v>3.3455592782730606E-6</c:v>
                </c:pt>
                <c:pt idx="244">
                  <c:v>3.8302485013245397E-6</c:v>
                </c:pt>
                <c:pt idx="245">
                  <c:v>4.3807401227959559E-6</c:v>
                </c:pt>
                <c:pt idx="246">
                  <c:v>5.0053437917452877E-6</c:v>
                </c:pt>
                <c:pt idx="247">
                  <c:v>5.7133356540428607E-6</c:v>
                </c:pt>
                <c:pt idx="248">
                  <c:v>6.5150604674659269E-6</c:v>
                </c:pt>
                <c:pt idx="249">
                  <c:v>7.4220433151893482E-6</c:v>
                </c:pt>
                <c:pt idx="250">
                  <c:v>8.447111692638366E-6</c:v>
                </c:pt>
                <c:pt idx="251">
                  <c:v>9.6045287927248243E-6</c:v>
                </c:pt>
                <c:pt idx="252">
                  <c:v>1.0910138866631711E-5</c:v>
                </c:pt>
                <c:pt idx="253">
                  <c:v>1.2381525591547316E-5</c:v>
                </c:pt>
                <c:pt idx="254">
                  <c:v>1.4038184433029155E-5</c:v>
                </c:pt>
                <c:pt idx="255">
                  <c:v>1.5901710047993498E-5</c:v>
                </c:pt>
                <c:pt idx="256">
                  <c:v>1.7995999834607508E-5</c:v>
                </c:pt>
                <c:pt idx="257">
                  <c:v>2.0347474797555039E-5</c:v>
                </c:pt>
                <c:pt idx="258">
                  <c:v>2.2985318961180609E-5</c:v>
                </c:pt>
                <c:pt idx="259">
                  <c:v>2.5941738628795179E-5</c:v>
                </c:pt>
                <c:pt idx="260">
                  <c:v>2.9252242853838165E-5</c:v>
                </c:pt>
                <c:pt idx="261">
                  <c:v>3.2955946557518529E-5</c:v>
                </c:pt>
                <c:pt idx="262">
                  <c:v>3.7095897797865643E-5</c:v>
                </c:pt>
                <c:pt idx="263">
                  <c:v>4.1719430766615986E-5</c:v>
                </c:pt>
                <c:pt idx="264">
                  <c:v>4.6878546162918901E-5</c:v>
                </c:pt>
                <c:pt idx="265">
                  <c:v>5.263032066621544E-5</c:v>
                </c:pt>
                <c:pt idx="266">
                  <c:v>5.9037347304619753E-5</c:v>
                </c:pt>
                <c:pt idx="267">
                  <c:v>6.6168208589510946E-5</c:v>
                </c:pt>
                <c:pt idx="268">
                  <c:v>7.4097984361488783E-5</c:v>
                </c:pt>
                <c:pt idx="269">
                  <c:v>8.2908796367159838E-5</c:v>
                </c:pt>
                <c:pt idx="270">
                  <c:v>9.2690391659999865E-5</c:v>
                </c:pt>
                <c:pt idx="271">
                  <c:v>1.0354076699157445E-4</c:v>
                </c:pt>
                <c:pt idx="272">
                  <c:v>1.1556683643120434E-4</c:v>
                </c:pt>
                <c:pt idx="273">
                  <c:v>1.2888514452246252E-4</c:v>
                </c:pt>
                <c:pt idx="274">
                  <c:v>1.4362262735326354E-4</c:v>
                </c:pt>
                <c:pt idx="275">
                  <c:v>1.59917423982323E-4</c:v>
                </c:pt>
                <c:pt idx="276">
                  <c:v>1.7791974072791229E-4</c:v>
                </c:pt>
                <c:pt idx="277">
                  <c:v>1.9779277088490186E-4</c:v>
                </c:pt>
                <c:pt idx="278">
                  <c:v>2.1971367249216863E-4</c:v>
                </c:pt>
                <c:pt idx="279">
                  <c:v>2.4387460682450117E-4</c:v>
                </c:pt>
                <c:pt idx="280">
                  <c:v>2.7048384033025836E-4</c:v>
                </c:pt>
                <c:pt idx="281">
                  <c:v>2.9976691277798436E-4</c:v>
                </c:pt>
                <c:pt idx="282">
                  <c:v>3.3196787441110826E-4</c:v>
                </c:pt>
                <c:pt idx="283">
                  <c:v>3.6735059493946912E-4</c:v>
                </c:pt>
                <c:pt idx="284">
                  <c:v>4.0620014721894608E-4</c:v>
                </c:pt>
                <c:pt idx="285">
                  <c:v>4.4882426848522929E-4</c:v>
                </c:pt>
                <c:pt idx="286">
                  <c:v>4.9555490201464759E-4</c:v>
                </c:pt>
                <c:pt idx="287">
                  <c:v>5.4674982208244944E-4</c:v>
                </c:pt>
                <c:pt idx="288">
                  <c:v>6.0279434507745937E-4</c:v>
                </c:pt>
                <c:pt idx="289">
                  <c:v>6.6410312961001292E-4</c:v>
                </c:pt>
                <c:pt idx="290">
                  <c:v>7.3112206841754231E-4</c:v>
                </c:pt>
                <c:pt idx="291">
                  <c:v>8.0433027482819538E-4</c:v>
                </c:pt>
                <c:pt idx="292">
                  <c:v>8.8424216648692552E-4</c:v>
                </c:pt>
                <c:pt idx="293">
                  <c:v>9.7140964897962439E-4</c:v>
                </c:pt>
                <c:pt idx="294">
                  <c:v>1.0664244019093483E-3</c:v>
                </c:pt>
                <c:pt idx="295">
                  <c:v>1.1699202698828518E-3</c:v>
                </c:pt>
                <c:pt idx="296">
                  <c:v>1.282575760755258E-3</c:v>
                </c:pt>
                <c:pt idx="297">
                  <c:v>1.4051166533562392E-3</c:v>
                </c:pt>
                <c:pt idx="298">
                  <c:v>1.5383187167800464E-3</c:v>
                </c:pt>
                <c:pt idx="299">
                  <c:v>1.683010543165104E-3</c:v>
                </c:pt>
                <c:pt idx="300">
                  <c:v>1.8400764957165268E-3</c:v>
                </c:pt>
                <c:pt idx="301">
                  <c:v>2.0104597735340866E-3</c:v>
                </c:pt>
                <c:pt idx="302">
                  <c:v>2.1951655946018463E-3</c:v>
                </c:pt>
                <c:pt idx="303">
                  <c:v>2.3952644980696288E-3</c:v>
                </c:pt>
                <c:pt idx="304">
                  <c:v>2.6118957667153348E-3</c:v>
                </c:pt>
                <c:pt idx="305">
                  <c:v>2.8462709702139978E-3</c:v>
                </c:pt>
                <c:pt idx="306">
                  <c:v>3.099677629561952E-3</c:v>
                </c:pt>
                <c:pt idx="307">
                  <c:v>3.3734830027047575E-3</c:v>
                </c:pt>
                <c:pt idx="308">
                  <c:v>3.6691379911021654E-3</c:v>
                </c:pt>
                <c:pt idx="309">
                  <c:v>3.9881811666271421E-3</c:v>
                </c:pt>
                <c:pt idx="310">
                  <c:v>4.3322429178420316E-3</c:v>
                </c:pt>
                <c:pt idx="311">
                  <c:v>4.7030497143239315E-3</c:v>
                </c:pt>
                <c:pt idx="312">
                  <c:v>5.1024284873175041E-3</c:v>
                </c:pt>
                <c:pt idx="313">
                  <c:v>5.532311124588781E-3</c:v>
                </c:pt>
                <c:pt idx="314">
                  <c:v>5.9947390769231543E-3</c:v>
                </c:pt>
                <c:pt idx="315">
                  <c:v>6.4918680732706105E-3</c:v>
                </c:pt>
                <c:pt idx="316">
                  <c:v>7.0259729410779561E-3</c:v>
                </c:pt>
                <c:pt idx="317">
                  <c:v>7.5994525278744555E-3</c:v>
                </c:pt>
                <c:pt idx="318">
                  <c:v>8.2148347196828661E-3</c:v>
                </c:pt>
                <c:pt idx="319">
                  <c:v>8.8747815513238511E-3</c:v>
                </c:pt>
                <c:pt idx="320">
                  <c:v>9.5820944031610369E-3</c:v>
                </c:pt>
                <c:pt idx="321">
                  <c:v>1.0339719278301103E-2</c:v>
                </c:pt>
                <c:pt idx="322">
                  <c:v>1.1150752153720049E-2</c:v>
                </c:pt>
                <c:pt idx="323">
                  <c:v>1.201844439823186E-2</c:v>
                </c:pt>
                <c:pt idx="324">
                  <c:v>1.2946208249651149E-2</c:v>
                </c:pt>
                <c:pt idx="325">
                  <c:v>1.3937622342933312E-2</c:v>
                </c:pt>
                <c:pt idx="326">
                  <c:v>1.4996437280491185E-2</c:v>
                </c:pt>
                <c:pt idx="327">
                  <c:v>1.6126581235313086E-2</c:v>
                </c:pt>
                <c:pt idx="328">
                  <c:v>1.7332165576913916E-2</c:v>
                </c:pt>
                <c:pt idx="329">
                  <c:v>1.8617490509565508E-2</c:v>
                </c:pt>
                <c:pt idx="330">
                  <c:v>1.998705071166948E-2</c:v>
                </c:pt>
                <c:pt idx="331">
                  <c:v>2.1445540964542119E-2</c:v>
                </c:pt>
                <c:pt idx="332">
                  <c:v>2.299786175830882E-2</c:v>
                </c:pt>
                <c:pt idx="333">
                  <c:v>2.4649124862022705E-2</c:v>
                </c:pt>
                <c:pt idx="334">
                  <c:v>2.6404658844560395E-2</c:v>
                </c:pt>
                <c:pt idx="335">
                  <c:v>2.8270014532289015E-2</c:v>
                </c:pt>
                <c:pt idx="336">
                  <c:v>3.0250970388950353E-2</c:v>
                </c:pt>
                <c:pt idx="337">
                  <c:v>3.2353537802687599E-2</c:v>
                </c:pt>
                <c:pt idx="338">
                  <c:v>3.4583966264611396E-2</c:v>
                </c:pt>
                <c:pt idx="339">
                  <c:v>3.6948748422830573E-2</c:v>
                </c:pt>
                <c:pt idx="340">
                  <c:v>3.9454624995367824E-2</c:v>
                </c:pt>
                <c:pt idx="341">
                  <c:v>4.210858952497018E-2</c:v>
                </c:pt>
                <c:pt idx="342">
                  <c:v>4.4917892958366699E-2</c:v>
                </c:pt>
                <c:pt idx="343">
                  <c:v>4.7890048032149461E-2</c:v>
                </c:pt>
                <c:pt idx="344">
                  <c:v>5.1032833447090142E-2</c:v>
                </c:pt>
                <c:pt idx="345">
                  <c:v>5.4354297812362305E-2</c:v>
                </c:pt>
                <c:pt idx="346">
                  <c:v>5.786276334085675E-2</c:v>
                </c:pt>
                <c:pt idx="347">
                  <c:v>6.156682927650832E-2</c:v>
                </c:pt>
                <c:pt idx="348">
                  <c:v>6.5475375034344141E-2</c:v>
                </c:pt>
                <c:pt idx="349">
                  <c:v>6.9597563033774637E-2</c:v>
                </c:pt>
                <c:pt idx="350">
                  <c:v>7.3942841205531462E-2</c:v>
                </c:pt>
                <c:pt idx="351">
                  <c:v>7.8520945152550994E-2</c:v>
                </c:pt>
                <c:pt idx="352">
                  <c:v>8.3341899945087394E-2</c:v>
                </c:pt>
                <c:pt idx="353">
                  <c:v>8.8416021530320091E-2</c:v>
                </c:pt>
                <c:pt idx="354">
                  <c:v>9.375391773681846E-2</c:v>
                </c:pt>
                <c:pt idx="355">
                  <c:v>9.9366488854306406E-2</c:v>
                </c:pt>
                <c:pt idx="356">
                  <c:v>0.10526492776936423</c:v>
                </c:pt>
                <c:pt idx="357">
                  <c:v>0.11146071963793477</c:v>
                </c:pt>
                <c:pt idx="358">
                  <c:v>0.11796564107575633</c:v>
                </c:pt>
                <c:pt idx="359">
                  <c:v>0.12479175884821098</c:v>
                </c:pt>
                <c:pt idx="360">
                  <c:v>0.13195142804148285</c:v>
                </c:pt>
                <c:pt idx="361">
                  <c:v>0.13945728969736076</c:v>
                </c:pt>
                <c:pt idx="362">
                  <c:v>0.14732226789455838</c:v>
                </c:pt>
                <c:pt idx="363">
                  <c:v>0.15555956625999054</c:v>
                </c:pt>
                <c:pt idx="364">
                  <c:v>0.16418266389413111</c:v>
                </c:pt>
                <c:pt idx="365">
                  <c:v>0.17320531069523132</c:v>
                </c:pt>
                <c:pt idx="366">
                  <c:v>0.18264152206796763</c:v>
                </c:pt>
                <c:pt idx="367">
                  <c:v>0.19250557300294274</c:v>
                </c:pt>
                <c:pt idx="368">
                  <c:v>0.20281199151431703</c:v>
                </c:pt>
                <c:pt idx="369">
                  <c:v>0.21357555142379439</c:v>
                </c:pt>
                <c:pt idx="370">
                  <c:v>0.22481126448025954</c:v>
                </c:pt>
                <c:pt idx="371">
                  <c:v>0.23653437180531622</c:v>
                </c:pt>
                <c:pt idx="372">
                  <c:v>0.24876033465624398</c:v>
                </c:pt>
                <c:pt idx="373">
                  <c:v>0.26150482449892459</c:v>
                </c:pt>
                <c:pt idx="374">
                  <c:v>0.27478371238463634</c:v>
                </c:pt>
                <c:pt idx="375">
                  <c:v>0.28861305762581679</c:v>
                </c:pt>
                <c:pt idx="376">
                  <c:v>0.30300909576732138</c:v>
                </c:pt>
                <c:pt idx="377">
                  <c:v>0.31798822585094055</c:v>
                </c:pt>
                <c:pt idx="378">
                  <c:v>0.3335669969725279</c:v>
                </c:pt>
                <c:pt idx="379">
                  <c:v>0.34976209413245862</c:v>
                </c:pt>
                <c:pt idx="380">
                  <c:v>0.3665903233816204</c:v>
                </c:pt>
                <c:pt idx="381">
                  <c:v>0.38406859626682105</c:v>
                </c:pt>
                <c:pt idx="382">
                  <c:v>0.4022139135808494</c:v>
                </c:pt>
                <c:pt idx="383">
                  <c:v>0.42104334842429259</c:v>
                </c:pt>
                <c:pt idx="384">
                  <c:v>0.44057402858760675</c:v>
                </c:pt>
                <c:pt idx="385">
                  <c:v>0.46082311826367023</c:v>
                </c:pt>
                <c:pt idx="386">
                  <c:v>0.48180779910289734</c:v>
                </c:pt>
                <c:pt idx="387">
                  <c:v>0.50354525062426836</c:v>
                </c:pt>
                <c:pt idx="388">
                  <c:v>0.52605262999774882</c:v>
                </c:pt>
                <c:pt idx="389">
                  <c:v>0.54934705121503014</c:v>
                </c:pt>
                <c:pt idx="390">
                  <c:v>0.57344556366725907</c:v>
                </c:pt>
                <c:pt idx="391">
                  <c:v>0.59836513015014536</c:v>
                </c:pt>
                <c:pt idx="392">
                  <c:v>0.62412260431851108</c:v>
                </c:pt>
                <c:pt idx="393">
                  <c:v>0.6507347076141059</c:v>
                </c:pt>
                <c:pt idx="394">
                  <c:v>0.67821800569193724</c:v>
                </c:pt>
                <c:pt idx="395">
                  <c:v>0.7065888843722955</c:v>
                </c:pt>
                <c:pt idx="396">
                  <c:v>0.73586352514714248</c:v>
                </c:pt>
                <c:pt idx="397">
                  <c:v>0.7660578802708875</c:v>
                </c:pt>
                <c:pt idx="398">
                  <c:v>0.79718764746765292</c:v>
                </c:pt>
                <c:pt idx="399">
                  <c:v>0.82926824428804591</c:v>
                </c:pt>
                <c:pt idx="400">
                  <c:v>0.86231478215031387</c:v>
                </c:pt>
                <c:pt idx="401">
                  <c:v>0.89634204010199947</c:v>
                </c:pt>
                <c:pt idx="402">
                  <c:v>0.93136443833973581</c:v>
                </c:pt>
                <c:pt idx="403">
                  <c:v>0.9673960115256961</c:v>
                </c:pt>
                <c:pt idx="404">
                  <c:v>1.0044503819411121</c:v>
                </c:pt>
                <c:pt idx="405">
                  <c:v>1.0425407325179405</c:v>
                </c:pt>
                <c:pt idx="406">
                  <c:v>1.0816797797908795</c:v>
                </c:pt>
                <c:pt idx="407">
                  <c:v>1.1218797468132848</c:v>
                </c:pt>
                <c:pt idx="408">
                  <c:v>1.1631523360812899</c:v>
                </c:pt>
                <c:pt idx="409">
                  <c:v>1.2055087025110991</c:v>
                </c:pt>
                <c:pt idx="410">
                  <c:v>1.2489594265156447</c:v>
                </c:pt>
                <c:pt idx="411">
                  <c:v>1.2935144872271953</c:v>
                </c:pt>
                <c:pt idx="412">
                  <c:v>1.3391832359130436</c:v>
                </c:pt>
                <c:pt idx="413">
                  <c:v>1.3859743696322697</c:v>
                </c:pt>
                <c:pt idx="414">
                  <c:v>1.4338959051815485</c:v>
                </c:pt>
                <c:pt idx="415">
                  <c:v>1.4829551533786716</c:v>
                </c:pt>
                <c:pt idx="416">
                  <c:v>1.5331586937323392</c:v>
                </c:pt>
                <c:pt idx="417">
                  <c:v>1.5845123495472526</c:v>
                </c:pt>
                <c:pt idx="418">
                  <c:v>1.6370211635130829</c:v>
                </c:pt>
                <c:pt idx="419">
                  <c:v>1.6906893738262694</c:v>
                </c:pt>
                <c:pt idx="420">
                  <c:v>1.7455203908931118</c:v>
                </c:pt>
                <c:pt idx="421">
                  <c:v>1.8015167746623708</c:v>
                </c:pt>
                <c:pt idx="422">
                  <c:v>1.8586802126351056</c:v>
                </c:pt>
                <c:pt idx="423">
                  <c:v>1.9170114985992448</c:v>
                </c:pt>
                <c:pt idx="424">
                  <c:v>1.9765105121352964</c:v>
                </c:pt>
                <c:pt idx="425">
                  <c:v>2.0371761989392612</c:v>
                </c:pt>
                <c:pt idx="426">
                  <c:v>2.0990065520077321</c:v>
                </c:pt>
                <c:pt idx="427">
                  <c:v>2.1619985937294013</c:v>
                </c:pt>
                <c:pt idx="428">
                  <c:v>2.2261483589257662</c:v>
                </c:pt>
                <c:pt idx="429">
                  <c:v>2.291450878883349</c:v>
                </c:pt>
                <c:pt idx="430">
                  <c:v>2.3579001664174797</c:v>
                </c:pt>
                <c:pt idx="431">
                  <c:v>2.4254892020077308</c:v>
                </c:pt>
                <c:pt idx="432">
                  <c:v>2.4942099210417998</c:v>
                </c:pt>
                <c:pt idx="433">
                  <c:v>2.5640532022050855</c:v>
                </c:pt>
                <c:pt idx="434">
                  <c:v>2.6350088570498431</c:v>
                </c:pt>
                <c:pt idx="435">
                  <c:v>2.7070656207773389</c:v>
                </c:pt>
                <c:pt idx="436">
                  <c:v>2.7802111442638822</c:v>
                </c:pt>
                <c:pt idx="437">
                  <c:v>2.8544319873595891</c:v>
                </c:pt>
                <c:pt idx="438">
                  <c:v>2.9297136134879103</c:v>
                </c:pt>
                <c:pt idx="439">
                  <c:v>3.0060403855703397</c:v>
                </c:pt>
                <c:pt idx="440">
                  <c:v>3.0833955632997316</c:v>
                </c:pt>
                <c:pt idx="441">
                  <c:v>3.1617613017829953</c:v>
                </c:pt>
                <c:pt idx="442">
                  <c:v>3.2411186515720471</c:v>
                </c:pt>
                <c:pt idx="443">
                  <c:v>3.3214475600989752</c:v>
                </c:pt>
                <c:pt idx="444">
                  <c:v>3.4027268745300407</c:v>
                </c:pt>
                <c:pt idx="445">
                  <c:v>3.4849343460493643</c:v>
                </c:pt>
                <c:pt idx="446">
                  <c:v>3.5680466355825171</c:v>
                </c:pt>
                <c:pt idx="447">
                  <c:v>3.652039320965494</c:v>
                </c:pt>
                <c:pt idx="448">
                  <c:v>3.7368869055649823</c:v>
                </c:pt>
                <c:pt idx="449">
                  <c:v>3.822562828350045</c:v>
                </c:pt>
                <c:pt idx="450">
                  <c:v>3.9090394754154123</c:v>
                </c:pt>
                <c:pt idx="451">
                  <c:v>3.996288192953275</c:v>
                </c:pt>
                <c:pt idx="452">
                  <c:v>4.0842793016664105</c:v>
                </c:pt>
                <c:pt idx="453">
                  <c:v>4.1729821126162694</c:v>
                </c:pt>
                <c:pt idx="454">
                  <c:v>4.2623649444931422</c:v>
                </c:pt>
                <c:pt idx="455">
                  <c:v>4.3523951422959799</c:v>
                </c:pt>
                <c:pt idx="456">
                  <c:v>4.4430390974060705</c:v>
                </c:pt>
                <c:pt idx="457">
                  <c:v>4.5342622690348735</c:v>
                </c:pt>
                <c:pt idx="458">
                  <c:v>4.6260292070269191</c:v>
                </c:pt>
                <c:pt idx="459">
                  <c:v>4.7183035759925129</c:v>
                </c:pt>
                <c:pt idx="460">
                  <c:v>4.8110481807457894</c:v>
                </c:pt>
                <c:pt idx="461">
                  <c:v>4.9042249930191852</c:v>
                </c:pt>
                <c:pt idx="462">
                  <c:v>4.9977951794250632</c:v>
                </c:pt>
                <c:pt idx="463">
                  <c:v>5.0917191306295937</c:v>
                </c:pt>
                <c:pt idx="464">
                  <c:v>5.1859564917071843</c:v>
                </c:pt>
                <c:pt idx="465">
                  <c:v>5.2804661936351982</c:v>
                </c:pt>
                <c:pt idx="466">
                  <c:v>5.3752064858923418</c:v>
                </c:pt>
                <c:pt idx="467">
                  <c:v>5.4701349701184663</c:v>
                </c:pt>
                <c:pt idx="468">
                  <c:v>5.5652086347933283</c:v>
                </c:pt>
                <c:pt idx="469">
                  <c:v>5.6603838908891646</c:v>
                </c:pt>
                <c:pt idx="470">
                  <c:v>5.7556166084509632</c:v>
                </c:pt>
                <c:pt idx="471">
                  <c:v>5.8508621540559433</c:v>
                </c:pt>
                <c:pt idx="472">
                  <c:v>5.946075429102498</c:v>
                </c:pt>
                <c:pt idx="473">
                  <c:v>6.0412109088778188</c:v>
                </c:pt>
                <c:pt idx="474">
                  <c:v>6.1362226823510371</c:v>
                </c:pt>
                <c:pt idx="475">
                  <c:v>6.231064492638331</c:v>
                </c:pt>
                <c:pt idx="476">
                  <c:v>6.3256897780850547</c:v>
                </c:pt>
                <c:pt idx="477">
                  <c:v>6.4200517139082214</c:v>
                </c:pt>
                <c:pt idx="478">
                  <c:v>6.5141032543433655</c:v>
                </c:pt>
                <c:pt idx="479">
                  <c:v>6.607797175236902</c:v>
                </c:pt>
                <c:pt idx="480">
                  <c:v>6.7010861170253193</c:v>
                </c:pt>
                <c:pt idx="481">
                  <c:v>6.7939226280428153</c:v>
                </c:pt>
                <c:pt idx="482">
                  <c:v>6.8862592080966243</c:v>
                </c:pt>
                <c:pt idx="483">
                  <c:v>6.9780483522504078</c:v>
                </c:pt>
                <c:pt idx="484">
                  <c:v>7.0692425947549511</c:v>
                </c:pt>
                <c:pt idx="485">
                  <c:v>7.1597945530654918</c:v>
                </c:pt>
                <c:pt idx="486">
                  <c:v>7.2496569718849235</c:v>
                </c:pt>
                <c:pt idx="487">
                  <c:v>7.3387827671725345</c:v>
                </c:pt>
                <c:pt idx="488">
                  <c:v>7.4271250700566878</c:v>
                </c:pt>
                <c:pt idx="489">
                  <c:v>7.5146372705927345</c:v>
                </c:pt>
                <c:pt idx="490">
                  <c:v>7.6012730613042585</c:v>
                </c:pt>
                <c:pt idx="491">
                  <c:v>7.6869864804508872</c:v>
                </c:pt>
                <c:pt idx="492">
                  <c:v>7.7717319549599946</c:v>
                </c:pt>
                <c:pt idx="493">
                  <c:v>7.8554643429684212</c:v>
                </c:pt>
                <c:pt idx="494">
                  <c:v>7.9381389759137457</c:v>
                </c:pt>
                <c:pt idx="495">
                  <c:v>8.0197117001194318</c:v>
                </c:pt>
                <c:pt idx="496">
                  <c:v>8.100138917819244</c:v>
                </c:pt>
                <c:pt idx="497">
                  <c:v>8.1793776275651844</c:v>
                </c:pt>
                <c:pt idx="498">
                  <c:v>8.257385463967049</c:v>
                </c:pt>
                <c:pt idx="499">
                  <c:v>8.3341207367097656</c:v>
                </c:pt>
                <c:pt idx="500">
                  <c:v>8.409542468800753</c:v>
                </c:pt>
                <c:pt idx="501">
                  <c:v>8.4836104339945901</c:v>
                </c:pt>
                <c:pt idx="502">
                  <c:v>8.5562851933506341</c:v>
                </c:pt>
                <c:pt idx="503">
                  <c:v>8.6275281308748415</c:v>
                </c:pt>
                <c:pt idx="504">
                  <c:v>8.6973014882031698</c:v>
                </c:pt>
                <c:pt idx="505">
                  <c:v>8.7655683982832038</c:v>
                </c:pt>
                <c:pt idx="506">
                  <c:v>8.8322929180119676</c:v>
                </c:pt>
                <c:pt idx="507">
                  <c:v>8.8974400597933183</c:v>
                </c:pt>
                <c:pt idx="508">
                  <c:v>8.9609758219752855</c:v>
                </c:pt>
                <c:pt idx="509">
                  <c:v>9.0228672181326033</c:v>
                </c:pt>
                <c:pt idx="510">
                  <c:v>9.0830823051633995</c:v>
                </c:pt>
                <c:pt idx="511">
                  <c:v>9.1415902101649085</c:v>
                </c:pt>
                <c:pt idx="512">
                  <c:v>9.1983611560622762</c:v>
                </c:pt>
                <c:pt idx="513">
                  <c:v>9.253366485962534</c:v>
                </c:pt>
                <c:pt idx="514">
                  <c:v>9.3065786862073949</c:v>
                </c:pt>
                <c:pt idx="515">
                  <c:v>9.3579714081042447</c:v>
                </c:pt>
                <c:pt idx="516">
                  <c:v>9.4075194883132909</c:v>
                </c:pt>
                <c:pt idx="517">
                  <c:v>9.4551989678727644</c:v>
                </c:pt>
                <c:pt idx="518">
                  <c:v>9.5009871098468057</c:v>
                </c:pt>
                <c:pt idx="519">
                  <c:v>9.5448624155797415</c:v>
                </c:pt>
                <c:pt idx="520">
                  <c:v>9.5868046395482089</c:v>
                </c:pt>
                <c:pt idx="521">
                  <c:v>9.6267948027987735</c:v>
                </c:pt>
                <c:pt idx="522">
                  <c:v>9.6648152049647766</c:v>
                </c:pt>
                <c:pt idx="523">
                  <c:v>9.7008494348573606</c:v>
                </c:pt>
                <c:pt idx="524">
                  <c:v>9.7348823796270558</c:v>
                </c:pt>
                <c:pt idx="525">
                  <c:v>9.7669002324953578</c:v>
                </c:pt>
                <c:pt idx="526">
                  <c:v>9.7968904990579233</c:v>
                </c:pt>
                <c:pt idx="527">
                  <c:v>9.8248420021608496</c:v>
                </c:pt>
                <c:pt idx="528">
                  <c:v>9.85074488535939</c:v>
                </c:pt>
                <c:pt idx="529">
                  <c:v>9.8745906149610789</c:v>
                </c:pt>
                <c:pt idx="530">
                  <c:v>9.8963719806674373</c:v>
                </c:pt>
                <c:pt idx="531">
                  <c:v>9.9160830948240459</c:v>
                </c:pt>
                <c:pt idx="532">
                  <c:v>9.9337193902906673</c:v>
                </c:pt>
                <c:pt idx="533">
                  <c:v>9.949277616949491</c:v>
                </c:pt>
                <c:pt idx="534">
                  <c:v>9.9627558368663731</c:v>
                </c:pt>
                <c:pt idx="535">
                  <c:v>9.9741534181246454</c:v>
                </c:pt>
                <c:pt idx="536">
                  <c:v>9.983471027351916</c:v>
                </c:pt>
                <c:pt idx="537">
                  <c:v>9.9907106209621919</c:v>
                </c:pt>
                <c:pt idx="538">
                  <c:v>9.9958754351365524</c:v>
                </c:pt>
                <c:pt idx="539">
                  <c:v>9.998969974568638</c:v>
                </c:pt>
                <c:pt idx="540">
                  <c:v>10</c:v>
                </c:pt>
                <c:pt idx="541">
                  <c:v>9.998972514575728</c:v>
                </c:pt>
                <c:pt idx="542">
                  <c:v>9.9958957490477651</c:v>
                </c:pt>
                <c:pt idx="543">
                  <c:v>9.9907791458585535</c:v>
                </c:pt>
                <c:pt idx="544">
                  <c:v>9.9836333421351924</c:v>
                </c:pt>
                <c:pt idx="545">
                  <c:v>9.9744701516287364</c:v>
                </c:pt>
                <c:pt idx="546">
                  <c:v>9.9633025456322244</c:v>
                </c:pt>
                <c:pt idx="547">
                  <c:v>9.950144632912254</c:v>
                </c:pt>
                <c:pt idx="548">
                  <c:v>9.9350116386914262</c:v>
                </c:pt>
                <c:pt idx="549">
                  <c:v>9.917919882717003</c:v>
                </c:pt>
                <c:pt idx="550">
                  <c:v>9.8988867564545444</c:v>
                </c:pt>
                <c:pt idx="551">
                  <c:v>9.8779306994455478</c:v>
                </c:pt>
                <c:pt idx="552">
                  <c:v>9.8550711748659907</c:v>
                </c:pt>
                <c:pt idx="553">
                  <c:v>9.8303286443283593</c:v>
                </c:pt>
                <c:pt idx="554">
                  <c:v>9.8037245419645487</c:v>
                </c:pt>
                <c:pt idx="555">
                  <c:v>9.7752812478320052</c:v>
                </c:pt>
                <c:pt idx="556">
                  <c:v>9.7450220606827571</c:v>
                </c:pt>
                <c:pt idx="557">
                  <c:v>9.7129711701376493</c:v>
                </c:pt>
                <c:pt idx="558">
                  <c:v>9.6791536283063468</c:v>
                </c:pt>
                <c:pt idx="559">
                  <c:v>9.643595320894363</c:v>
                </c:pt>
                <c:pt idx="560">
                  <c:v>9.6063229378390051</c:v>
                </c:pt>
                <c:pt idx="561">
                  <c:v>9.5673639435166553</c:v>
                </c:pt>
                <c:pt idx="562">
                  <c:v>9.52674654656062</c:v>
                </c:pt>
                <c:pt idx="563">
                  <c:v>9.4844996693330881</c:v>
                </c:pt>
                <c:pt idx="564">
                  <c:v>9.4406529170910218</c:v>
                </c:pt>
                <c:pt idx="565">
                  <c:v>9.3952365468876593</c:v>
                </c:pt>
                <c:pt idx="566">
                  <c:v>9.3482814362492341</c:v>
                </c:pt>
                <c:pt idx="567">
                  <c:v>9.2998190516674093</c:v>
                </c:pt>
                <c:pt idx="568">
                  <c:v>9.2498814169485648</c:v>
                </c:pt>
                <c:pt idx="569">
                  <c:v>9.198501081456449</c:v>
                </c:pt>
                <c:pt idx="570">
                  <c:v>9.1457110882894916</c:v>
                </c:pt>
                <c:pt idx="571">
                  <c:v>9.0915449424294152</c:v>
                </c:pt>
                <c:pt idx="572">
                  <c:v>9.0360365788990524</c:v>
                </c:pt>
                <c:pt idx="573">
                  <c:v>8.9792203309664842</c:v>
                </c:pt>
                <c:pt idx="574">
                  <c:v>8.9211308984311515</c:v>
                </c:pt>
                <c:pt idx="575">
                  <c:v>8.8618033160273839</c:v>
                </c:pt>
                <c:pt idx="576">
                  <c:v>8.8012729219799404</c:v>
                </c:pt>
                <c:pt idx="577">
                  <c:v>8.7395753267454381</c:v>
                </c:pt>
                <c:pt idx="578">
                  <c:v>8.6767463819721193</c:v>
                </c:pt>
                <c:pt idx="579">
                  <c:v>8.6128221497097694</c:v>
                </c:pt>
                <c:pt idx="580">
                  <c:v>8.5478388719014937</c:v>
                </c:pt>
                <c:pt idx="581">
                  <c:v>8.4818329401864681</c:v>
                </c:pt>
                <c:pt idx="582">
                  <c:v>8.4148408660428391</c:v>
                </c:pt>
                <c:pt idx="583">
                  <c:v>8.3468992512997726</c:v>
                </c:pt>
                <c:pt idx="584">
                  <c:v>8.2780447590437731</c:v>
                </c:pt>
                <c:pt idx="585">
                  <c:v>8.2083140849471015</c:v>
                </c:pt>
                <c:pt idx="586">
                  <c:v>8.137743929041406</c:v>
                </c:pt>
                <c:pt idx="587">
                  <c:v>8.0663709679617757</c:v>
                </c:pt>
                <c:pt idx="588">
                  <c:v>7.9942318276826549</c:v>
                </c:pt>
                <c:pt idx="589">
                  <c:v>7.9213630567682811</c:v>
                </c:pt>
                <c:pt idx="590">
                  <c:v>7.8478011001568753</c:v>
                </c:pt>
                <c:pt idx="591">
                  <c:v>7.7735822734990334</c:v>
                </c:pt>
                <c:pt idx="592">
                  <c:v>7.6987427380673346</c:v>
                </c:pt>
                <c:pt idx="593">
                  <c:v>7.6233184762555712</c:v>
                </c:pt>
                <c:pt idx="594">
                  <c:v>7.5473452676823536</c:v>
                </c:pt>
                <c:pt idx="595">
                  <c:v>7.4708586659140552</c:v>
                </c:pt>
                <c:pt idx="596">
                  <c:v>7.3938939758219568</c:v>
                </c:pt>
                <c:pt idx="597">
                  <c:v>7.3164862315839674</c:v>
                </c:pt>
                <c:pt idx="598">
                  <c:v>7.2386701753448426</c:v>
                </c:pt>
                <c:pt idx="599">
                  <c:v>7.1604802365433651</c:v>
                </c:pt>
                <c:pt idx="600">
                  <c:v>7.0819505119163821</c:v>
                </c:pt>
                <c:pt idx="601">
                  <c:v>7.0031147461884924</c:v>
                </c:pt>
                <c:pt idx="602">
                  <c:v>6.9240063134531944</c:v>
                </c:pt>
                <c:pt idx="603">
                  <c:v>6.8446581992532334</c:v>
                </c:pt>
                <c:pt idx="604">
                  <c:v>6.7651029833632599</c:v>
                </c:pt>
                <c:pt idx="605">
                  <c:v>6.6853728232809448</c:v>
                </c:pt>
                <c:pt idx="606">
                  <c:v>6.6054994384275396</c:v>
                </c:pt>
                <c:pt idx="607">
                  <c:v>6.5255140950616299</c:v>
                </c:pt>
                <c:pt idx="608">
                  <c:v>6.4454475919059648</c:v>
                </c:pt>
                <c:pt idx="609">
                  <c:v>6.3653302464884352</c:v>
                </c:pt>
                <c:pt idx="610">
                  <c:v>6.285191882195762</c:v>
                </c:pt>
                <c:pt idx="611">
                  <c:v>6.2050618160387323</c:v>
                </c:pt>
                <c:pt idx="612">
                  <c:v>6.1249688471263504</c:v>
                </c:pt>
                <c:pt idx="613">
                  <c:v>6.0449412458455161</c:v>
                </c:pt>
                <c:pt idx="614">
                  <c:v>5.9650067437422329</c:v>
                </c:pt>
                <c:pt idx="615">
                  <c:v>5.8851925240994962</c:v>
                </c:pt>
                <c:pt idx="616">
                  <c:v>5.805525213205752</c:v>
                </c:pt>
                <c:pt idx="617">
                  <c:v>5.726030872308268</c:v>
                </c:pt>
                <c:pt idx="618">
                  <c:v>5.6467349902436741</c:v>
                </c:pt>
                <c:pt idx="619">
                  <c:v>5.5676624767380805</c:v>
                </c:pt>
                <c:pt idx="620">
                  <c:v>5.4888376563689745</c:v>
                </c:pt>
                <c:pt idx="621">
                  <c:v>5.410284263178303</c:v>
                </c:pt>
                <c:pt idx="622">
                  <c:v>5.332025435929638</c:v>
                </c:pt>
                <c:pt idx="623">
                  <c:v>5.2540837139963603</c:v>
                </c:pt>
                <c:pt idx="624">
                  <c:v>5.1764810338725891</c:v>
                </c:pt>
                <c:pt idx="625">
                  <c:v>5.0992387262944945</c:v>
                </c:pt>
                <c:pt idx="626">
                  <c:v>5.0223775139601905</c:v>
                </c:pt>
                <c:pt idx="627">
                  <c:v>4.9459175098368302</c:v>
                </c:pt>
                <c:pt idx="628">
                  <c:v>4.8698782160422933</c:v>
                </c:pt>
                <c:pt idx="629">
                  <c:v>4.7942785232877423</c:v>
                </c:pt>
                <c:pt idx="630">
                  <c:v>4.7191367108689244</c:v>
                </c:pt>
                <c:pt idx="631">
                  <c:v>4.6444704471920009</c:v>
                </c:pt>
                <c:pt idx="632">
                  <c:v>4.5702967908200964</c:v>
                </c:pt>
                <c:pt idx="633">
                  <c:v>4.4966321920269809</c:v>
                </c:pt>
                <c:pt idx="634">
                  <c:v>4.423492494842586</c:v>
                </c:pt>
                <c:pt idx="635">
                  <c:v>4.3508929395767062</c:v>
                </c:pt>
                <c:pt idx="636">
                  <c:v>4.2788481658056092</c:v>
                </c:pt>
                <c:pt idx="637">
                  <c:v>4.2073722158066769</c:v>
                </c:pt>
                <c:pt idx="638">
                  <c:v>4.1364785384262284</c:v>
                </c:pt>
                <c:pt idx="639">
                  <c:v>4.0661799933650107</c:v>
                </c:pt>
                <c:pt idx="640">
                  <c:v>3.9964888558665908</c:v>
                </c:pt>
                <c:pt idx="641">
                  <c:v>3.9274168217925789</c:v>
                </c:pt>
                <c:pt idx="642">
                  <c:v>3.8589750130701779</c:v>
                </c:pt>
                <c:pt idx="643">
                  <c:v>3.7911739834961007</c:v>
                </c:pt>
                <c:pt idx="644">
                  <c:v>3.7240237248814534</c:v>
                </c:pt>
                <c:pt idx="645">
                  <c:v>3.6575336735226767</c:v>
                </c:pt>
                <c:pt idx="646">
                  <c:v>3.5917127169825953</c:v>
                </c:pt>
                <c:pt idx="647">
                  <c:v>3.5265692011669252</c:v>
                </c:pt>
                <c:pt idx="648">
                  <c:v>3.4621109376806816</c:v>
                </c:pt>
                <c:pt idx="649">
                  <c:v>3.3983452114494357</c:v>
                </c:pt>
                <c:pt idx="650">
                  <c:v>3.3352787885908048</c:v>
                </c:pt>
                <c:pt idx="651">
                  <c:v>3.2729179245207396</c:v>
                </c:pt>
                <c:pt idx="652">
                  <c:v>3.211268372280494</c:v>
                </c:pt>
                <c:pt idx="653">
                  <c:v>3.1503353910698189</c:v>
                </c:pt>
                <c:pt idx="654">
                  <c:v>3.0901237549709988</c:v>
                </c:pt>
                <c:pt idx="655">
                  <c:v>3.0306377618514455</c:v>
                </c:pt>
                <c:pt idx="656">
                  <c:v>2.9718812424290277</c:v>
                </c:pt>
                <c:pt idx="657">
                  <c:v>2.913857569487694</c:v>
                </c:pt>
                <c:pt idx="658">
                  <c:v>2.8565696672293095</c:v>
                </c:pt>
                <c:pt idx="659">
                  <c:v>2.8000200207488772</c:v>
                </c:pt>
                <c:pt idx="660">
                  <c:v>2.7442106856195947</c:v>
                </c:pt>
                <c:pt idx="661">
                  <c:v>2.6891432975756047</c:v>
                </c:pt>
                <c:pt idx="662">
                  <c:v>2.6348190822797384</c:v>
                </c:pt>
                <c:pt idx="663">
                  <c:v>2.5812388651638569</c:v>
                </c:pt>
                <c:pt idx="664">
                  <c:v>2.528403081330322</c:v>
                </c:pt>
                <c:pt idx="665">
                  <c:v>2.4763117855027446</c:v>
                </c:pt>
                <c:pt idx="666">
                  <c:v>2.424964662014693</c:v>
                </c:pt>
                <c:pt idx="667">
                  <c:v>2.3743610348254087</c:v>
                </c:pt>
                <c:pt idx="668">
                  <c:v>2.3244998775519958</c:v>
                </c:pt>
                <c:pt idx="669">
                  <c:v>2.2753798235072504</c:v>
                </c:pt>
                <c:pt idx="670">
                  <c:v>2.2269991757337171</c:v>
                </c:pt>
                <c:pt idx="671">
                  <c:v>2.1793559170236536</c:v>
                </c:pt>
                <c:pt idx="672">
                  <c:v>2.1324477199156826</c:v>
                </c:pt>
                <c:pt idx="673">
                  <c:v>2.0862719566592789</c:v>
                </c:pt>
                <c:pt idx="674">
                  <c:v>2.0408257091377195</c:v>
                </c:pt>
                <c:pt idx="675">
                  <c:v>1.9961057787416832</c:v>
                </c:pt>
                <c:pt idx="676">
                  <c:v>1.9521086961849923</c:v>
                </c:pt>
                <c:pt idx="677">
                  <c:v>1.9088307312547181</c:v>
                </c:pt>
                <c:pt idx="678">
                  <c:v>1.8662679024883257</c:v>
                </c:pt>
                <c:pt idx="679">
                  <c:v>1.8244159867704912</c:v>
                </c:pt>
                <c:pt idx="680">
                  <c:v>1.7832705288429731</c:v>
                </c:pt>
                <c:pt idx="681">
                  <c:v>1.7428268507208626</c:v>
                </c:pt>
                <c:pt idx="682">
                  <c:v>1.7030800610089771</c:v>
                </c:pt>
                <c:pt idx="683">
                  <c:v>1.6640250641127841</c:v>
                </c:pt>
                <c:pt idx="684">
                  <c:v>1.6256565693378102</c:v>
                </c:pt>
                <c:pt idx="685">
                  <c:v>1.5879690998728155</c:v>
                </c:pt>
                <c:pt idx="686">
                  <c:v>1.5509570016512322</c:v>
                </c:pt>
                <c:pt idx="687">
                  <c:v>1.5146144520866249</c:v>
                </c:pt>
                <c:pt idx="688">
                  <c:v>1.4789354686776082</c:v>
                </c:pt>
                <c:pt idx="689">
                  <c:v>1.4439139174780671</c:v>
                </c:pt>
                <c:pt idx="690">
                  <c:v>1.4095435214290977</c:v>
                </c:pt>
                <c:pt idx="691">
                  <c:v>1.3758178685489524</c:v>
                </c:pt>
                <c:pt idx="692">
                  <c:v>1.3427304199778938</c:v>
                </c:pt>
                <c:pt idx="693">
                  <c:v>1.3102745178748896</c:v>
                </c:pt>
                <c:pt idx="694">
                  <c:v>1.2784433931635344</c:v>
                </c:pt>
                <c:pt idx="695">
                  <c:v>1.247230173124658</c:v>
                </c:pt>
                <c:pt idx="696">
                  <c:v>1.2166278888334645</c:v>
                </c:pt>
                <c:pt idx="697">
                  <c:v>1.1866294824393147</c:v>
                </c:pt>
                <c:pt idx="698">
                  <c:v>1.1572278142863741</c:v>
                </c:pt>
                <c:pt idx="699">
                  <c:v>1.1284156698735812</c:v>
                </c:pt>
                <c:pt idx="700">
                  <c:v>1.10018576665298</c:v>
                </c:pt>
                <c:pt idx="701">
                  <c:v>1.0725307606648911</c:v>
                </c:pt>
                <c:pt idx="702">
                  <c:v>1.0454432530096947</c:v>
                </c:pt>
                <c:pt idx="703">
                  <c:v>1.0189157961551483</c:v>
                </c:pt>
                <c:pt idx="704">
                  <c:v>0.99294090007906999</c:v>
                </c:pt>
                <c:pt idx="705">
                  <c:v>0.96751103824707874</c:v>
                </c:pt>
                <c:pt idx="706">
                  <c:v>0.94261865342550522</c:v>
                </c:pt>
                <c:pt idx="707">
                  <c:v>0.91825616332938997</c:v>
                </c:pt>
                <c:pt idx="708">
                  <c:v>0.89441596610611851</c:v>
                </c:pt>
                <c:pt idx="709">
                  <c:v>0.87109044565512039</c:v>
                </c:pt>
                <c:pt idx="710">
                  <c:v>0.84827197678421851</c:v>
                </c:pt>
                <c:pt idx="711">
                  <c:v>0.82595293020346783</c:v>
                </c:pt>
                <c:pt idx="712">
                  <c:v>0.80412567735759322</c:v>
                </c:pt>
                <c:pt idx="713">
                  <c:v>0.78278259509781301</c:v>
                </c:pt>
                <c:pt idx="714">
                  <c:v>0.76191607019455421</c:v>
                </c:pt>
                <c:pt idx="715">
                  <c:v>0.7415185036923142</c:v>
                </c:pt>
                <c:pt idx="716">
                  <c:v>0.72158231510807247</c:v>
                </c:pt>
                <c:pt idx="717">
                  <c:v>0.70209994647493867</c:v>
                </c:pt>
                <c:pt idx="718">
                  <c:v>0.68306386623276039</c:v>
                </c:pt>
                <c:pt idx="719">
                  <c:v>0.66446657296733669</c:v>
                </c:pt>
                <c:pt idx="720">
                  <c:v>0.6463005990002848</c:v>
                </c:pt>
                <c:pt idx="721">
                  <c:v>0.62855851383150618</c:v>
                </c:pt>
                <c:pt idx="722">
                  <c:v>0.61123292743622615</c:v>
                </c:pt>
                <c:pt idx="723">
                  <c:v>0.59431649341892079</c:v>
                </c:pt>
                <c:pt idx="724">
                  <c:v>0.57780191202620912</c:v>
                </c:pt>
                <c:pt idx="725">
                  <c:v>0.56168193302106628</c:v>
                </c:pt>
                <c:pt idx="726">
                  <c:v>0.5459493584206847</c:v>
                </c:pt>
                <c:pt idx="727">
                  <c:v>0.53059704510039318</c:v>
                </c:pt>
                <c:pt idx="728">
                  <c:v>0.51561790726612355</c:v>
                </c:pt>
                <c:pt idx="729">
                  <c:v>0.50100491879786158</c:v>
                </c:pt>
                <c:pt idx="730">
                  <c:v>0.48675111546666705</c:v>
                </c:pt>
                <c:pt idx="731">
                  <c:v>0.47284959702791829</c:v>
                </c:pt>
                <c:pt idx="732">
                  <c:v>0.45929352919321298</c:v>
                </c:pt>
                <c:pt idx="733">
                  <c:v>0.44607614548376312</c:v>
                </c:pt>
                <c:pt idx="734">
                  <c:v>0.43319074896788567</c:v>
                </c:pt>
                <c:pt idx="735">
                  <c:v>0.42063071388516315</c:v>
                </c:pt>
                <c:pt idx="736">
                  <c:v>0.40838948716020068</c:v>
                </c:pt>
                <c:pt idx="737">
                  <c:v>0.39646058980852056</c:v>
                </c:pt>
                <c:pt idx="738">
                  <c:v>0.38483761823733176</c:v>
                </c:pt>
                <c:pt idx="739">
                  <c:v>0.37351424544404244</c:v>
                </c:pt>
                <c:pt idx="740">
                  <c:v>0.36248422211507292</c:v>
                </c:pt>
                <c:pt idx="741">
                  <c:v>0.35174137762780844</c:v>
                </c:pt>
                <c:pt idx="742">
                  <c:v>0.34127962095836861</c:v>
                </c:pt>
                <c:pt idx="743">
                  <c:v>0.33109294149796292</c:v>
                </c:pt>
                <c:pt idx="744">
                  <c:v>0.3211754097804248</c:v>
                </c:pt>
                <c:pt idx="745">
                  <c:v>0.31152117812379088</c:v>
                </c:pt>
                <c:pt idx="746">
                  <c:v>0.30212448118840257</c:v>
                </c:pt>
                <c:pt idx="747">
                  <c:v>0.29297963645434666</c:v>
                </c:pt>
                <c:pt idx="748">
                  <c:v>0.28408104462080064</c:v>
                </c:pt>
                <c:pt idx="749">
                  <c:v>0.27542318992986792</c:v>
                </c:pt>
                <c:pt idx="750">
                  <c:v>0.26700064041755822</c:v>
                </c:pt>
                <c:pt idx="751">
                  <c:v>0.25880804809443814</c:v>
                </c:pt>
                <c:pt idx="752">
                  <c:v>0.25084014905845087</c:v>
                </c:pt>
                <c:pt idx="753">
                  <c:v>0.24309176354247031</c:v>
                </c:pt>
                <c:pt idx="754">
                  <c:v>0.23555779589899364</c:v>
                </c:pt>
                <c:pt idx="755">
                  <c:v>0.22823323452444907</c:v>
                </c:pt>
                <c:pt idx="756">
                  <c:v>0.22111315172548468</c:v>
                </c:pt>
                <c:pt idx="757">
                  <c:v>0.21419270352961184</c:v>
                </c:pt>
                <c:pt idx="758">
                  <c:v>0.20746712944253384</c:v>
                </c:pt>
                <c:pt idx="759">
                  <c:v>0.20093175215440623</c:v>
                </c:pt>
                <c:pt idx="760">
                  <c:v>0.19458197719732925</c:v>
                </c:pt>
                <c:pt idx="761">
                  <c:v>0.18841329255619713</c:v>
                </c:pt>
                <c:pt idx="762">
                  <c:v>0.1824212682351449</c:v>
                </c:pt>
                <c:pt idx="763">
                  <c:v>0.17660155578164022</c:v>
                </c:pt>
                <c:pt idx="764">
                  <c:v>0.17094988777033854</c:v>
                </c:pt>
                <c:pt idx="765">
                  <c:v>0.16546207724869</c:v>
                </c:pt>
                <c:pt idx="766">
                  <c:v>0.16013401714634096</c:v>
                </c:pt>
                <c:pt idx="767">
                  <c:v>0.15496167965020011</c:v>
                </c:pt>
                <c:pt idx="768">
                  <c:v>0.14994111554711251</c:v>
                </c:pt>
                <c:pt idx="769">
                  <c:v>0.14506845353598263</c:v>
                </c:pt>
                <c:pt idx="770">
                  <c:v>0.14033989951113005</c:v>
                </c:pt>
                <c:pt idx="771">
                  <c:v>0.1357517358186609</c:v>
                </c:pt>
                <c:pt idx="772">
                  <c:v>0.13130032048754425</c:v>
                </c:pt>
                <c:pt idx="773">
                  <c:v>0.12698208643708886</c:v>
                </c:pt>
                <c:pt idx="774">
                  <c:v>0.12279354066240902</c:v>
                </c:pt>
                <c:pt idx="775">
                  <c:v>0.11873126339947222</c:v>
                </c:pt>
                <c:pt idx="776">
                  <c:v>0.11479190727126251</c:v>
                </c:pt>
                <c:pt idx="777">
                  <c:v>0.11097219641654837</c:v>
                </c:pt>
                <c:pt idx="778">
                  <c:v>0.10726892560265043</c:v>
                </c:pt>
                <c:pt idx="779">
                  <c:v>0.10367895932368711</c:v>
                </c:pt>
                <c:pt idx="780">
                  <c:v>0.10019923088556695</c:v>
                </c:pt>
                <c:pt idx="781">
                  <c:v>9.6826741479082129E-2</c:v>
                </c:pt>
                <c:pt idx="782">
                  <c:v>9.3558559242365225E-2</c:v>
                </c:pt>
                <c:pt idx="783">
                  <c:v>9.0391818313909855E-2</c:v>
                </c:pt>
                <c:pt idx="784">
                  <c:v>8.7323717877341417E-2</c:v>
                </c:pt>
                <c:pt idx="785">
                  <c:v>8.435152119910104E-2</c:v>
                </c:pt>
                <c:pt idx="786">
                  <c:v>8.1472554660094815E-2</c:v>
                </c:pt>
                <c:pt idx="787">
                  <c:v>7.8684206782394517E-2</c:v>
                </c:pt>
                <c:pt idx="788">
                  <c:v>7.5983927251995514E-2</c:v>
                </c:pt>
                <c:pt idx="789">
                  <c:v>7.336922593861385E-2</c:v>
                </c:pt>
                <c:pt idx="790">
                  <c:v>7.0837671913434569E-2</c:v>
                </c:pt>
                <c:pt idx="791">
                  <c:v>6.8386892465749749E-2</c:v>
                </c:pt>
                <c:pt idx="792">
                  <c:v>6.6014572119312886E-2</c:v>
                </c:pt>
                <c:pt idx="793">
                  <c:v>6.3718451649249844E-2</c:v>
                </c:pt>
                <c:pt idx="794">
                  <c:v>6.1496327100311644E-2</c:v>
                </c:pt>
                <c:pt idx="795">
                  <c:v>5.9346048807226798E-2</c:v>
                </c:pt>
                <c:pt idx="796">
                  <c:v>5.7265520417857131E-2</c:v>
                </c:pt>
                <c:pt idx="797">
                  <c:v>5.5252697919858471E-2</c:v>
                </c:pt>
                <c:pt idx="798">
                  <c:v>5.3305588671495333E-2</c:v>
                </c:pt>
                <c:pt idx="799">
                  <c:v>5.1422250437211645E-2</c:v>
                </c:pt>
                <c:pt idx="800">
                  <c:v>4.9600790428566903E-2</c:v>
                </c:pt>
                <c:pt idx="801">
                  <c:v>4.7839364351088307E-2</c:v>
                </c:pt>
                <c:pt idx="802">
                  <c:v>4.6136175457554204E-2</c:v>
                </c:pt>
                <c:pt idx="803">
                  <c:v>4.4489473608223008E-2</c:v>
                </c:pt>
                <c:pt idx="804">
                  <c:v>4.289755433846882E-2</c:v>
                </c:pt>
                <c:pt idx="805">
                  <c:v>4.13587579342636E-2</c:v>
                </c:pt>
                <c:pt idx="806">
                  <c:v>3.9871468515927919E-2</c:v>
                </c:pt>
                <c:pt idx="807">
                  <c:v>3.8434113130530127E-2</c:v>
                </c:pt>
                <c:pt idx="808">
                  <c:v>3.7045160853306731E-2</c:v>
                </c:pt>
                <c:pt idx="809">
                  <c:v>3.5703121898432368E-2</c:v>
                </c:pt>
                <c:pt idx="810">
                  <c:v>3.4406546739465402E-2</c:v>
                </c:pt>
                <c:pt idx="811">
                  <c:v>3.3154025239750903E-2</c:v>
                </c:pt>
                <c:pt idx="812">
                  <c:v>3.1944185793057613E-2</c:v>
                </c:pt>
                <c:pt idx="813">
                  <c:v>3.0775694474693721E-2</c:v>
                </c:pt>
                <c:pt idx="814">
                  <c:v>2.9647254203325032E-2</c:v>
                </c:pt>
                <c:pt idx="815">
                  <c:v>2.8557603913712794E-2</c:v>
                </c:pt>
                <c:pt idx="816">
                  <c:v>2.7505517740545517E-2</c:v>
                </c:pt>
                <c:pt idx="817">
                  <c:v>2.6489804213541586E-2</c:v>
                </c:pt>
                <c:pt idx="818">
                  <c:v>2.5509305463970209E-2</c:v>
                </c:pt>
                <c:pt idx="819">
                  <c:v>2.4562896442727054E-2</c:v>
                </c:pt>
                <c:pt idx="820">
                  <c:v>2.3649484150072442E-2</c:v>
                </c:pt>
                <c:pt idx="821">
                  <c:v>2.2768006877142526E-2</c:v>
                </c:pt>
                <c:pt idx="822">
                  <c:v>2.1917433459312782E-2</c:v>
                </c:pt>
                <c:pt idx="823">
                  <c:v>2.1096762541479883E-2</c:v>
                </c:pt>
                <c:pt idx="824">
                  <c:v>2.03050218553282E-2</c:v>
                </c:pt>
                <c:pt idx="825">
                  <c:v>1.9541267508611883E-2</c:v>
                </c:pt>
                <c:pt idx="826">
                  <c:v>1.8804583286486553E-2</c:v>
                </c:pt>
                <c:pt idx="827">
                  <c:v>1.80940799649091E-2</c:v>
                </c:pt>
                <c:pt idx="828">
                  <c:v>1.7408894636106308E-2</c:v>
                </c:pt>
                <c:pt idx="829">
                  <c:v>1.6748190046105345E-2</c:v>
                </c:pt>
                <c:pt idx="830">
                  <c:v>1.6111153944313419E-2</c:v>
                </c:pt>
                <c:pt idx="831">
                  <c:v>1.549699844511385E-2</c:v>
                </c:pt>
                <c:pt idx="832">
                  <c:v>1.4904959401443872E-2</c:v>
                </c:pt>
                <c:pt idx="833">
                  <c:v>1.4334295790305825E-2</c:v>
                </c:pt>
                <c:pt idx="834">
                  <c:v>1.378428911015705E-2</c:v>
                </c:pt>
                <c:pt idx="835">
                  <c:v>1.3254242790115662E-2</c:v>
                </c:pt>
                <c:pt idx="836">
                  <c:v>1.2743481610907249E-2</c:v>
                </c:pt>
                <c:pt idx="837">
                  <c:v>1.225135113747847E-2</c:v>
                </c:pt>
                <c:pt idx="838">
                  <c:v>1.1777217163186245E-2</c:v>
                </c:pt>
                <c:pt idx="839">
                  <c:v>1.1320465165473885E-2</c:v>
                </c:pt>
                <c:pt idx="840">
                  <c:v>1.0880499772934654E-2</c:v>
                </c:pt>
                <c:pt idx="841">
                  <c:v>1.0456744243656741E-2</c:v>
                </c:pt>
                <c:pt idx="842">
                  <c:v>1.0048639954741621E-2</c:v>
                </c:pt>
                <c:pt idx="843">
                  <c:v>9.6556459028813331E-3</c:v>
                </c:pt>
                <c:pt idx="844">
                  <c:v>9.2772382158745042E-3</c:v>
                </c:pt>
                <c:pt idx="845">
                  <c:v>8.9129096749564311E-3</c:v>
                </c:pt>
                <c:pt idx="846">
                  <c:v>8.562169247819473E-3</c:v>
                </c:pt>
                <c:pt idx="847">
                  <c:v>8.2245416321876479E-3</c:v>
                </c:pt>
                <c:pt idx="848">
                  <c:v>7.8995668098153504E-3</c:v>
                </c:pt>
                <c:pt idx="849">
                  <c:v>7.5867996107702746E-3</c:v>
                </c:pt>
                <c:pt idx="850">
                  <c:v>7.2858092878604914E-3</c:v>
                </c:pt>
                <c:pt idx="851">
                  <c:v>6.9961791010644692E-3</c:v>
                </c:pt>
                <c:pt idx="852">
                  <c:v>6.7175059118173858E-3</c:v>
                </c:pt>
                <c:pt idx="853">
                  <c:v>6.4493997870085865E-3</c:v>
                </c:pt>
                <c:pt idx="854">
                  <c:v>6.191483612540666E-3</c:v>
                </c:pt>
                <c:pt idx="855">
                  <c:v>5.9433927163002947E-3</c:v>
                </c:pt>
                <c:pt idx="856">
                  <c:v>5.7047745003907793E-3</c:v>
                </c:pt>
                <c:pt idx="857">
                  <c:v>5.4752880824727613E-3</c:v>
                </c:pt>
                <c:pt idx="858">
                  <c:v>5.2546039460613361E-3</c:v>
                </c:pt>
                <c:pt idx="859">
                  <c:v>5.0424035996249035E-3</c:v>
                </c:pt>
                <c:pt idx="860">
                  <c:v>4.8383792443323298E-3</c:v>
                </c:pt>
                <c:pt idx="861">
                  <c:v>4.6422334502949567E-3</c:v>
                </c:pt>
                <c:pt idx="862">
                  <c:v>4.4536788411469836E-3</c:v>
                </c:pt>
                <c:pt idx="863">
                  <c:v>4.2724377868122738E-3</c:v>
                </c:pt>
                <c:pt idx="864">
                  <c:v>4.0982421043023022E-3</c:v>
                </c:pt>
                <c:pt idx="865">
                  <c:v>3.9308327663910847E-3</c:v>
                </c:pt>
                <c:pt idx="866">
                  <c:v>3.7699596180156324E-3</c:v>
                </c:pt>
                <c:pt idx="867">
                  <c:v>3.615381100247817E-3</c:v>
                </c:pt>
                <c:pt idx="868">
                  <c:v>3.4668639816861392E-3</c:v>
                </c:pt>
                <c:pt idx="869">
                  <c:v>3.3241830971178087E-3</c:v>
                </c:pt>
                <c:pt idx="870">
                  <c:v>3.1871210932988901E-3</c:v>
                </c:pt>
                <c:pt idx="871">
                  <c:v>3.0554681817058461E-3</c:v>
                </c:pt>
                <c:pt idx="872">
                  <c:v>2.9290218981096999E-3</c:v>
                </c:pt>
                <c:pt idx="873">
                  <c:v>2.8075868688264877E-3</c:v>
                </c:pt>
                <c:pt idx="874">
                  <c:v>2.6909745834991813E-3</c:v>
                </c:pt>
                <c:pt idx="875">
                  <c:v>2.579003174267157E-3</c:v>
                </c:pt>
                <c:pt idx="876">
                  <c:v>2.4714972011816924E-3</c:v>
                </c:pt>
                <c:pt idx="877">
                  <c:v>2.3682874437257967E-3</c:v>
                </c:pt>
                <c:pt idx="878">
                  <c:v>2.2692106983005721E-3</c:v>
                </c:pt>
                <c:pt idx="879">
                  <c:v>2.1741095815400913E-3</c:v>
                </c:pt>
                <c:pt idx="880">
                  <c:v>2.0828323393195791E-3</c:v>
                </c:pt>
                <c:pt idx="881">
                  <c:v>1.9952326613226754E-3</c:v>
                </c:pt>
                <c:pt idx="882">
                  <c:v>1.9111695010366185E-3</c:v>
                </c:pt>
                <c:pt idx="883">
                  <c:v>1.830506901044352E-3</c:v>
                </c:pt>
                <c:pt idx="884">
                  <c:v>1.753113823485848E-3</c:v>
                </c:pt>
                <c:pt idx="885">
                  <c:v>1.6788639855623197E-3</c:v>
                </c:pt>
                <c:pt idx="886">
                  <c:v>1.6076356999588303E-3</c:v>
                </c:pt>
                <c:pt idx="887">
                  <c:v>1.5393117200628603E-3</c:v>
                </c:pt>
                <c:pt idx="888">
                  <c:v>1.473779089858833E-3</c:v>
                </c:pt>
                <c:pt idx="889">
                  <c:v>1.4109289983796629E-3</c:v>
                </c:pt>
                <c:pt idx="890">
                  <c:v>1.3506566385993869E-3</c:v>
                </c:pt>
                <c:pt idx="891">
                  <c:v>1.2928610706523247E-3</c:v>
                </c:pt>
                <c:pt idx="892">
                  <c:v>1.237445089266637E-3</c:v>
                </c:pt>
                <c:pt idx="893">
                  <c:v>1.1843150953017088E-3</c:v>
                </c:pt>
                <c:pt idx="894">
                  <c:v>1.1333809712817107E-3</c:v>
                </c:pt>
                <c:pt idx="895">
                  <c:v>1.0845559608185266E-3</c:v>
                </c:pt>
                <c:pt idx="896">
                  <c:v>1.037756551820271E-3</c:v>
                </c:pt>
                <c:pt idx="897">
                  <c:v>9.929023633834899E-4</c:v>
                </c:pt>
                <c:pt idx="898">
                  <c:v>9.4991603626848396E-4</c:v>
                </c:pt>
                <c:pt idx="899">
                  <c:v>9.0872312686026508E-4</c:v>
                </c:pt>
                <c:pt idx="900">
                  <c:v>8.6925200451870902E-4</c:v>
                </c:pt>
                <c:pt idx="901">
                  <c:v>8.3143375222422748E-4</c:v>
                </c:pt>
                <c:pt idx="902">
                  <c:v>7.9520207042672842E-4</c:v>
                </c:pt>
                <c:pt idx="903">
                  <c:v>7.6049318400788933E-4</c:v>
                </c:pt>
                <c:pt idx="904">
                  <c:v>7.2724575226875018E-4</c:v>
                </c:pt>
                <c:pt idx="905">
                  <c:v>6.9540078185630376E-4</c:v>
                </c:pt>
                <c:pt idx="906">
                  <c:v>6.6490154254505692E-4</c:v>
                </c:pt>
                <c:pt idx="907">
                  <c:v>6.3569348579118885E-4</c:v>
                </c:pt>
                <c:pt idx="908">
                  <c:v>6.077241659787889E-4</c:v>
                </c:pt>
                <c:pt idx="909">
                  <c:v>5.809431642798291E-4</c:v>
                </c:pt>
                <c:pt idx="910">
                  <c:v>5.5530201505085968E-4</c:v>
                </c:pt>
                <c:pt idx="911">
                  <c:v>5.3075413469183313E-4</c:v>
                </c:pt>
                <c:pt idx="912">
                  <c:v>5.072547528937653E-4</c:v>
                </c:pt>
                <c:pt idx="913">
                  <c:v>4.8476084620385204E-4</c:v>
                </c:pt>
                <c:pt idx="914">
                  <c:v>4.6323107383864167E-4</c:v>
                </c:pt>
                <c:pt idx="915">
                  <c:v>4.4262571567725263E-4</c:v>
                </c:pt>
                <c:pt idx="916">
                  <c:v>4.2290661236838318E-4</c:v>
                </c:pt>
                <c:pt idx="917">
                  <c:v>4.0403710748683388E-4</c:v>
                </c:pt>
                <c:pt idx="918">
                  <c:v>3.859819916764432E-4</c:v>
                </c:pt>
                <c:pt idx="919">
                  <c:v>3.6870744871823652E-4</c:v>
                </c:pt>
                <c:pt idx="920">
                  <c:v>3.5218100346417699E-4</c:v>
                </c:pt>
                <c:pt idx="921">
                  <c:v>3.3637147157833933E-4</c:v>
                </c:pt>
                <c:pt idx="922">
                  <c:v>3.2124891102887658E-4</c:v>
                </c:pt>
                <c:pt idx="923">
                  <c:v>3.0678457527578919E-4</c:v>
                </c:pt>
                <c:pt idx="924">
                  <c:v>2.9295086810081198E-4</c:v>
                </c:pt>
                <c:pt idx="925">
                  <c:v>2.7972130002722916E-4</c:v>
                </c:pt>
                <c:pt idx="926">
                  <c:v>2.6707044627894653E-4</c:v>
                </c:pt>
                <c:pt idx="927">
                  <c:v>2.5497390622941841E-4</c:v>
                </c:pt>
                <c:pt idx="928">
                  <c:v>2.4340826429237198E-4</c:v>
                </c:pt>
                <c:pt idx="929">
                  <c:v>2.3235105220777125E-4</c:v>
                </c:pt>
                <c:pt idx="930">
                  <c:v>2.2178071267760387E-4</c:v>
                </c:pt>
                <c:pt idx="931">
                  <c:v>2.1167656430739064E-4</c:v>
                </c:pt>
                <c:pt idx="932">
                  <c:v>2.0201876781064359E-4</c:v>
                </c:pt>
                <c:pt idx="933">
                  <c:v>1.9278829343465667E-4</c:v>
                </c:pt>
                <c:pt idx="934">
                  <c:v>1.8396688956717245E-4</c:v>
                </c:pt>
                <c:pt idx="935">
                  <c:v>1.7553705248476645E-4</c:v>
                </c:pt>
                <c:pt idx="936">
                  <c:v>1.6748199720482829E-4</c:v>
                </c:pt>
                <c:pt idx="937">
                  <c:v>1.5978562940412519E-4</c:v>
                </c:pt>
                <c:pt idx="938">
                  <c:v>1.5243251836814402E-4</c:v>
                </c:pt>
                <c:pt idx="939">
                  <c:v>1.4540787093634866E-4</c:v>
                </c:pt>
                <c:pt idx="940">
                  <c:v>1.3869750640957849E-4</c:v>
                </c:pt>
                <c:pt idx="941">
                  <c:v>1.3228783238684896E-4</c:v>
                </c:pt>
                <c:pt idx="942">
                  <c:v>1.2616582149979443E-4</c:v>
                </c:pt>
                <c:pt idx="943">
                  <c:v>1.203189890139142E-4</c:v>
                </c:pt>
                <c:pt idx="944">
                  <c:v>1.1473537126680696E-4</c:v>
                </c:pt>
                <c:pt idx="945">
                  <c:v>1.0940350491442372E-4</c:v>
                </c:pt>
                <c:pt idx="946">
                  <c:v>1.0431240695732278E-4</c:v>
                </c:pt>
                <c:pt idx="947">
                  <c:v>9.945155551972013E-5</c:v>
                </c:pt>
                <c:pt idx="948">
                  <c:v>9.4810871355045947E-5</c:v>
                </c:pt>
                <c:pt idx="949">
                  <c:v>9.0380700052498567E-5</c:v>
                </c:pt>
                <c:pt idx="950">
                  <c:v>8.6151794919902847E-5</c:v>
                </c:pt>
                <c:pt idx="951">
                  <c:v>8.2115300518978594E-5</c:v>
                </c:pt>
                <c:pt idx="952">
                  <c:v>7.8262736829870031E-5</c:v>
                </c:pt>
                <c:pt idx="953">
                  <c:v>7.4585984022540323E-5</c:v>
                </c:pt>
                <c:pt idx="954">
                  <c:v>7.1077267813356897E-5</c:v>
                </c:pt>
                <c:pt idx="955">
                  <c:v>6.7729145385881802E-5</c:v>
                </c:pt>
                <c:pt idx="956">
                  <c:v>6.4534491855592878E-5</c:v>
                </c:pt>
                <c:pt idx="957">
                  <c:v>6.1486487258892536E-5</c:v>
                </c:pt>
                <c:pt idx="958">
                  <c:v>5.8578604047425693E-5</c:v>
                </c:pt>
                <c:pt idx="959">
                  <c:v>5.5804595069348841E-5</c:v>
                </c:pt>
                <c:pt idx="960">
                  <c:v>5.3158482019815929E-5</c:v>
                </c:pt>
                <c:pt idx="961">
                  <c:v>5.0634544343490046E-5</c:v>
                </c:pt>
                <c:pt idx="962">
                  <c:v>4.822730857254137E-5</c:v>
                </c:pt>
                <c:pt idx="963">
                  <c:v>4.5931538084074189E-5</c:v>
                </c:pt>
                <c:pt idx="964">
                  <c:v>4.3742223261504623E-5</c:v>
                </c:pt>
                <c:pt idx="965">
                  <c:v>4.1654572044942087E-5</c:v>
                </c:pt>
                <c:pt idx="966">
                  <c:v>3.966400085610891E-5</c:v>
                </c:pt>
                <c:pt idx="967">
                  <c:v>3.7766125883840594E-5</c:v>
                </c:pt>
                <c:pt idx="968">
                  <c:v>3.5956754716702964E-5</c:v>
                </c:pt>
                <c:pt idx="969">
                  <c:v>3.4231878309697743E-5</c:v>
                </c:pt>
                <c:pt idx="970">
                  <c:v>3.2587663272498941E-5</c:v>
                </c:pt>
                <c:pt idx="971">
                  <c:v>3.1020444467091425E-5</c:v>
                </c:pt>
                <c:pt idx="972">
                  <c:v>2.9526717903110763E-5</c:v>
                </c:pt>
                <c:pt idx="973">
                  <c:v>2.8103133919584032E-5</c:v>
                </c:pt>
                <c:pt idx="974">
                  <c:v>2.6746490642174798E-5</c:v>
                </c:pt>
                <c:pt idx="975">
                  <c:v>2.5453727705427047E-5</c:v>
                </c:pt>
                <c:pt idx="976">
                  <c:v>2.4221920229851945E-5</c:v>
                </c:pt>
                <c:pt idx="977">
                  <c:v>2.3048273044089251E-5</c:v>
                </c:pt>
                <c:pt idx="978">
                  <c:v>2.193011514270788E-5</c:v>
                </c:pt>
                <c:pt idx="979">
                  <c:v>2.0864894370546639E-5</c:v>
                </c:pt>
                <c:pt idx="980">
                  <c:v>1.985017232483256E-5</c:v>
                </c:pt>
                <c:pt idx="981">
                  <c:v>1.8883619466625621E-5</c:v>
                </c:pt>
                <c:pt idx="982">
                  <c:v>1.7963010433439114E-5</c:v>
                </c:pt>
                <c:pt idx="983">
                  <c:v>1.7086219545190342E-5</c:v>
                </c:pt>
                <c:pt idx="984">
                  <c:v>1.6251216495917077E-5</c:v>
                </c:pt>
                <c:pt idx="985">
                  <c:v>1.5456062223969598E-5</c:v>
                </c:pt>
                <c:pt idx="986">
                  <c:v>1.4698904953660463E-5</c:v>
                </c:pt>
                <c:pt idx="987">
                  <c:v>1.3977976401611331E-5</c:v>
                </c:pt>
                <c:pt idx="988">
                  <c:v>1.3291588141280592E-5</c:v>
                </c:pt>
                <c:pt idx="989">
                  <c:v>1.263812811940676E-5</c:v>
                </c:pt>
                <c:pt idx="990">
                  <c:v>1.2016057318324889E-5</c:v>
                </c:pt>
                <c:pt idx="991">
                  <c:v>1.1423906558345944E-5</c:v>
                </c:pt>
                <c:pt idx="992">
                  <c:v>1.0860273434605107E-5</c:v>
                </c:pt>
                <c:pt idx="993">
                  <c:v>1.0323819382991114E-5</c:v>
                </c:pt>
                <c:pt idx="994">
                  <c:v>9.8132668699767795E-6</c:v>
                </c:pt>
                <c:pt idx="995">
                  <c:v>9.3273967013632438E-6</c:v>
                </c:pt>
                <c:pt idx="996">
                  <c:v>8.8650454451399055E-6</c:v>
                </c:pt>
                <c:pt idx="997">
                  <c:v>8.4251029638449779E-6</c:v>
                </c:pt>
                <c:pt idx="998">
                  <c:v>8.0065100519882186E-6</c:v>
                </c:pt>
                <c:pt idx="999">
                  <c:v>7.6082561742640635E-6</c:v>
                </c:pt>
                <c:pt idx="1000">
                  <c:v>7.2293773004504149E-6</c:v>
                </c:pt>
                <c:pt idx="1001">
                  <c:v>6.8689538330454826E-6</c:v>
                </c:pt>
                <c:pt idx="1002">
                  <c:v>6.5261086238459925E-6</c:v>
                </c:pt>
                <c:pt idx="1003">
                  <c:v>6.2000050758165938E-6</c:v>
                </c:pt>
                <c:pt idx="1004">
                  <c:v>5.8898453267466437E-6</c:v>
                </c:pt>
                <c:pt idx="1005">
                  <c:v>5.5948685113191123E-6</c:v>
                </c:pt>
                <c:pt idx="1006">
                  <c:v>5.3143490983546545E-6</c:v>
                </c:pt>
                <c:pt idx="1007">
                  <c:v>5.0475953001179409E-6</c:v>
                </c:pt>
                <c:pt idx="1008">
                  <c:v>4.7939475506946355E-6</c:v>
                </c:pt>
                <c:pt idx="1009">
                  <c:v>4.5527770505665992E-6</c:v>
                </c:pt>
                <c:pt idx="1010">
                  <c:v>4.3234843746261958E-6</c:v>
                </c:pt>
                <c:pt idx="1011">
                  <c:v>4.1054981409781549E-6</c:v>
                </c:pt>
                <c:pt idx="1012">
                  <c:v>3.8982737379840629E-6</c:v>
                </c:pt>
                <c:pt idx="1013">
                  <c:v>3.7012921071063195E-6</c:v>
                </c:pt>
                <c:pt idx="1014">
                  <c:v>3.5140585792029344E-6</c:v>
                </c:pt>
                <c:pt idx="1015">
                  <c:v>3.3361017620223752E-6</c:v>
                </c:pt>
                <c:pt idx="1016">
                  <c:v>3.1669724767339905E-6</c:v>
                </c:pt>
                <c:pt idx="1017">
                  <c:v>3.0062427414204613E-6</c:v>
                </c:pt>
                <c:pt idx="1018">
                  <c:v>2.8535047995381658E-6</c:v>
                </c:pt>
                <c:pt idx="1019">
                  <c:v>2.708370191435168E-6</c:v>
                </c:pt>
                <c:pt idx="1020">
                  <c:v>2.5704688670928869E-6</c:v>
                </c:pt>
                <c:pt idx="1021">
                  <c:v>2.4394483383306009E-6</c:v>
                </c:pt>
                <c:pt idx="1022">
                  <c:v>2.3149728687857451E-6</c:v>
                </c:pt>
                <c:pt idx="1023">
                  <c:v>2.1967227000506922E-6</c:v>
                </c:pt>
                <c:pt idx="1024">
                  <c:v>2.0843933124125988E-6</c:v>
                </c:pt>
                <c:pt idx="1025">
                  <c:v>1.9776947187073308E-6</c:v>
                </c:pt>
                <c:pt idx="1026">
                  <c:v>1.8763507898595945E-6</c:v>
                </c:pt>
                <c:pt idx="1027">
                  <c:v>1.7800986107397494E-6</c:v>
                </c:pt>
                <c:pt idx="1028">
                  <c:v>1.6886878650243869E-6</c:v>
                </c:pt>
                <c:pt idx="1029">
                  <c:v>1.6018802478032588E-6</c:v>
                </c:pt>
                <c:pt idx="1030">
                  <c:v>1.5194489047250566E-6</c:v>
                </c:pt>
                <c:pt idx="1031">
                  <c:v>1.4411778965274156E-6</c:v>
                </c:pt>
                <c:pt idx="1032">
                  <c:v>1.3668616878423478E-6</c:v>
                </c:pt>
                <c:pt idx="1033">
                  <c:v>1.2963046592162224E-6</c:v>
                </c:pt>
                <c:pt idx="1034">
                  <c:v>1.2293206413269025E-6</c:v>
                </c:pt>
                <c:pt idx="1035">
                  <c:v>1.16573247042379E-6</c:v>
                </c:pt>
                <c:pt idx="1036">
                  <c:v>1.1053715640576362E-6</c:v>
                </c:pt>
                <c:pt idx="1037">
                  <c:v>1.0480775162055789E-6</c:v>
                </c:pt>
                <c:pt idx="1038">
                  <c:v>9.9369771093581943E-7</c:v>
                </c:pt>
                <c:pt idx="1039">
                  <c:v>9.4208695379139628E-7</c:v>
                </c:pt>
                <c:pt idx="1040">
                  <c:v>8.9310712010823436E-7</c:v>
                </c:pt>
                <c:pt idx="1041">
                  <c:v>8.4662681951562385E-7</c:v>
                </c:pt>
                <c:pt idx="1042">
                  <c:v>8.0252107589932542E-7</c:v>
                </c:pt>
                <c:pt idx="1043">
                  <c:v>7.6067102213840243E-7</c:v>
                </c:pt>
                <c:pt idx="1044">
                  <c:v>7.2096360895629202E-7</c:v>
                </c:pt>
                <c:pt idx="1045">
                  <c:v>6.832913272548202E-7</c:v>
                </c:pt>
                <c:pt idx="1046">
                  <c:v>6.4755194332734711E-7</c:v>
                </c:pt>
                <c:pt idx="1047">
                  <c:v>6.1364824637281968E-7</c:v>
                </c:pt>
                <c:pt idx="1048">
                  <c:v>5.8148780775762141E-7</c:v>
                </c:pt>
                <c:pt idx="1049">
                  <c:v>5.5098275149632129E-7</c:v>
                </c:pt>
                <c:pt idx="1050">
                  <c:v>5.2204953544493725E-7</c:v>
                </c:pt>
                <c:pt idx="1051">
                  <c:v>4.9460874272244228E-7</c:v>
                </c:pt>
                <c:pt idx="1052">
                  <c:v>4.6858488289761834E-7</c:v>
                </c:pt>
                <c:pt idx="1053">
                  <c:v>4.439062024981369E-7</c:v>
                </c:pt>
                <c:pt idx="1054">
                  <c:v>4.2050450441827791E-7</c:v>
                </c:pt>
                <c:pt idx="1055">
                  <c:v>3.9831497582042173E-7</c:v>
                </c:pt>
                <c:pt idx="1056">
                  <c:v>3.7727602414294208E-7</c:v>
                </c:pt>
                <c:pt idx="1057">
                  <c:v>3.5732912084427016E-7</c:v>
                </c:pt>
                <c:pt idx="1058">
                  <c:v>3.3841865252926818E-7</c:v>
                </c:pt>
                <c:pt idx="1059">
                  <c:v>3.2049177911962421E-7</c:v>
                </c:pt>
                <c:pt idx="1060">
                  <c:v>3.0349829874483737E-7</c:v>
                </c:pt>
                <c:pt idx="1061">
                  <c:v>2.8739051904490832E-7</c:v>
                </c:pt>
                <c:pt idx="1062">
                  <c:v>2.7212313458940789E-7</c:v>
                </c:pt>
                <c:pt idx="1063">
                  <c:v>2.5765311013067647E-7</c:v>
                </c:pt>
                <c:pt idx="1064">
                  <c:v>2.439395694217201E-7</c:v>
                </c:pt>
                <c:pt idx="1065">
                  <c:v>2.3094368934117266E-7</c:v>
                </c:pt>
                <c:pt idx="1066">
                  <c:v>2.1862859907928768E-7</c:v>
                </c:pt>
                <c:pt idx="1067">
                  <c:v>2.0695928415000953E-7</c:v>
                </c:pt>
                <c:pt idx="1068">
                  <c:v>1.9590249500465479E-7</c:v>
                </c:pt>
                <c:pt idx="1069">
                  <c:v>1.8542666003282358E-7</c:v>
                </c:pt>
                <c:pt idx="1070">
                  <c:v>1.7550180274588057E-7</c:v>
                </c:pt>
                <c:pt idx="1071">
                  <c:v>1.6609946294756567E-7</c:v>
                </c:pt>
                <c:pt idx="1072">
                  <c:v>1.571926217050342E-7</c:v>
                </c:pt>
                <c:pt idx="1073">
                  <c:v>1.4875562994227491E-7</c:v>
                </c:pt>
                <c:pt idx="1074">
                  <c:v>1.4076414048576978E-7</c:v>
                </c:pt>
                <c:pt idx="1075">
                  <c:v>1.3319504340005294E-7</c:v>
                </c:pt>
                <c:pt idx="1076">
                  <c:v>1.2602640445825078E-7</c:v>
                </c:pt>
                <c:pt idx="1077">
                  <c:v>1.1923740659970236E-7</c:v>
                </c:pt>
                <c:pt idx="1078">
                  <c:v>1.1280829423355252E-7</c:v>
                </c:pt>
                <c:pt idx="1079">
                  <c:v>1.0672032025366068E-7</c:v>
                </c:pt>
                <c:pt idx="1080">
                  <c:v>1.0095569563634134E-7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7-0F27-43CB-B342-0B1853660F7A}"/>
            </c:ext>
          </c:extLst>
        </c:ser>
        <c:ser>
          <c:idx val="8"/>
          <c:order val="8"/>
          <c:tx>
            <c:strRef>
              <c:f>Sheet1!$S$3</c:f>
              <c:strCache>
                <c:ptCount val="1"/>
                <c:pt idx="0">
                  <c:v>Qp = 12.0 L/s</c:v>
                </c:pt>
              </c:strCache>
            </c:strRef>
          </c:tx>
          <c:spPr>
            <a:ln w="19050" cap="rnd">
              <a:solidFill>
                <a:srgbClr val="FFC000"/>
              </a:solidFill>
              <a:round/>
            </a:ln>
            <a:effectLst/>
          </c:spPr>
          <c:marker>
            <c:symbol val="none"/>
          </c:marker>
          <c:xVal>
            <c:numRef>
              <c:f>Sheet1!$J$4:$J$1084</c:f>
              <c:numCache>
                <c:formatCode>General</c:formatCode>
                <c:ptCount val="1081"/>
                <c:pt idx="0">
                  <c:v>0</c:v>
                </c:pt>
                <c:pt idx="1">
                  <c:v>2.7777777777777775E-3</c:v>
                </c:pt>
                <c:pt idx="2">
                  <c:v>5.5555555555555549E-3</c:v>
                </c:pt>
                <c:pt idx="3">
                  <c:v>8.3333333333333332E-3</c:v>
                </c:pt>
                <c:pt idx="4">
                  <c:v>1.111111111111111E-2</c:v>
                </c:pt>
                <c:pt idx="5">
                  <c:v>1.388888888888889E-2</c:v>
                </c:pt>
                <c:pt idx="6">
                  <c:v>1.6666666666666666E-2</c:v>
                </c:pt>
                <c:pt idx="7">
                  <c:v>1.9444444444444445E-2</c:v>
                </c:pt>
                <c:pt idx="8">
                  <c:v>2.222222222222222E-2</c:v>
                </c:pt>
                <c:pt idx="9">
                  <c:v>2.5000000000000001E-2</c:v>
                </c:pt>
                <c:pt idx="10">
                  <c:v>2.777777777777778E-2</c:v>
                </c:pt>
                <c:pt idx="11">
                  <c:v>3.0555555555555555E-2</c:v>
                </c:pt>
                <c:pt idx="12">
                  <c:v>3.3333333333333333E-2</c:v>
                </c:pt>
                <c:pt idx="13">
                  <c:v>3.6111111111111108E-2</c:v>
                </c:pt>
                <c:pt idx="14">
                  <c:v>3.888888888888889E-2</c:v>
                </c:pt>
                <c:pt idx="15">
                  <c:v>4.1666666666666664E-2</c:v>
                </c:pt>
                <c:pt idx="16">
                  <c:v>4.4444444444444439E-2</c:v>
                </c:pt>
                <c:pt idx="17">
                  <c:v>4.7222222222222228E-2</c:v>
                </c:pt>
                <c:pt idx="18">
                  <c:v>0.05</c:v>
                </c:pt>
                <c:pt idx="19">
                  <c:v>5.2777777777777778E-2</c:v>
                </c:pt>
                <c:pt idx="20">
                  <c:v>5.5555555555555559E-2</c:v>
                </c:pt>
                <c:pt idx="21">
                  <c:v>5.8333333333333334E-2</c:v>
                </c:pt>
                <c:pt idx="22">
                  <c:v>6.1111111111111109E-2</c:v>
                </c:pt>
                <c:pt idx="23">
                  <c:v>6.3888888888888898E-2</c:v>
                </c:pt>
                <c:pt idx="24">
                  <c:v>6.6666666666666666E-2</c:v>
                </c:pt>
                <c:pt idx="25">
                  <c:v>6.9444444444444448E-2</c:v>
                </c:pt>
                <c:pt idx="26">
                  <c:v>7.2222222222222215E-2</c:v>
                </c:pt>
                <c:pt idx="27">
                  <c:v>7.4999999999999997E-2</c:v>
                </c:pt>
                <c:pt idx="28">
                  <c:v>7.7777777777777779E-2</c:v>
                </c:pt>
                <c:pt idx="29">
                  <c:v>8.0555555555555547E-2</c:v>
                </c:pt>
                <c:pt idx="30">
                  <c:v>8.3333333333333329E-2</c:v>
                </c:pt>
                <c:pt idx="31">
                  <c:v>8.611111111111111E-2</c:v>
                </c:pt>
                <c:pt idx="32">
                  <c:v>8.8888888888888878E-2</c:v>
                </c:pt>
                <c:pt idx="33">
                  <c:v>9.166666666666666E-2</c:v>
                </c:pt>
                <c:pt idx="34">
                  <c:v>9.4444444444444456E-2</c:v>
                </c:pt>
                <c:pt idx="35">
                  <c:v>9.7222222222222224E-2</c:v>
                </c:pt>
                <c:pt idx="36">
                  <c:v>0.1</c:v>
                </c:pt>
                <c:pt idx="37">
                  <c:v>0.10277777777777779</c:v>
                </c:pt>
                <c:pt idx="38">
                  <c:v>0.10555555555555556</c:v>
                </c:pt>
                <c:pt idx="39">
                  <c:v>0.10833333333333334</c:v>
                </c:pt>
                <c:pt idx="40">
                  <c:v>0.11111111111111112</c:v>
                </c:pt>
                <c:pt idx="41">
                  <c:v>0.11388888888888889</c:v>
                </c:pt>
                <c:pt idx="42">
                  <c:v>0.11666666666666667</c:v>
                </c:pt>
                <c:pt idx="43">
                  <c:v>0.11944444444444445</c:v>
                </c:pt>
                <c:pt idx="44">
                  <c:v>0.12222222222222222</c:v>
                </c:pt>
                <c:pt idx="45">
                  <c:v>0.125</c:v>
                </c:pt>
                <c:pt idx="46">
                  <c:v>0.1277777777777778</c:v>
                </c:pt>
                <c:pt idx="47">
                  <c:v>0.13055555555555556</c:v>
                </c:pt>
                <c:pt idx="48">
                  <c:v>0.13333333333333333</c:v>
                </c:pt>
                <c:pt idx="49">
                  <c:v>0.1361111111111111</c:v>
                </c:pt>
                <c:pt idx="50">
                  <c:v>0.1388888888888889</c:v>
                </c:pt>
                <c:pt idx="51">
                  <c:v>0.14166666666666666</c:v>
                </c:pt>
                <c:pt idx="52">
                  <c:v>0.14444444444444443</c:v>
                </c:pt>
                <c:pt idx="53">
                  <c:v>0.14722222222222223</c:v>
                </c:pt>
                <c:pt idx="54">
                  <c:v>0.15</c:v>
                </c:pt>
                <c:pt idx="55">
                  <c:v>0.15277777777777776</c:v>
                </c:pt>
                <c:pt idx="56">
                  <c:v>0.15555555555555556</c:v>
                </c:pt>
                <c:pt idx="57">
                  <c:v>0.15833333333333333</c:v>
                </c:pt>
                <c:pt idx="58">
                  <c:v>0.16111111111111109</c:v>
                </c:pt>
                <c:pt idx="59">
                  <c:v>0.16388888888888889</c:v>
                </c:pt>
                <c:pt idx="60">
                  <c:v>0.16666666666666666</c:v>
                </c:pt>
                <c:pt idx="61">
                  <c:v>0.16944444444444443</c:v>
                </c:pt>
                <c:pt idx="62">
                  <c:v>0.17222222222222222</c:v>
                </c:pt>
                <c:pt idx="63">
                  <c:v>0.17499999999999999</c:v>
                </c:pt>
                <c:pt idx="64">
                  <c:v>0.17777777777777776</c:v>
                </c:pt>
                <c:pt idx="65">
                  <c:v>0.18055555555555555</c:v>
                </c:pt>
                <c:pt idx="66">
                  <c:v>0.18333333333333332</c:v>
                </c:pt>
                <c:pt idx="67">
                  <c:v>0.18611111111111109</c:v>
                </c:pt>
                <c:pt idx="68">
                  <c:v>0.18888888888888891</c:v>
                </c:pt>
                <c:pt idx="69">
                  <c:v>0.19166666666666668</c:v>
                </c:pt>
                <c:pt idx="70">
                  <c:v>0.19444444444444445</c:v>
                </c:pt>
                <c:pt idx="71">
                  <c:v>0.19722222222222224</c:v>
                </c:pt>
                <c:pt idx="72">
                  <c:v>0.2</c:v>
                </c:pt>
                <c:pt idx="73">
                  <c:v>0.20277777777777778</c:v>
                </c:pt>
                <c:pt idx="74">
                  <c:v>0.20555555555555557</c:v>
                </c:pt>
                <c:pt idx="75">
                  <c:v>0.20833333333333334</c:v>
                </c:pt>
                <c:pt idx="76">
                  <c:v>0.21111111111111111</c:v>
                </c:pt>
                <c:pt idx="77">
                  <c:v>0.21388888888888891</c:v>
                </c:pt>
                <c:pt idx="78">
                  <c:v>0.21666666666666667</c:v>
                </c:pt>
                <c:pt idx="79">
                  <c:v>0.21944444444444444</c:v>
                </c:pt>
                <c:pt idx="80">
                  <c:v>0.22222222222222224</c:v>
                </c:pt>
                <c:pt idx="81">
                  <c:v>0.22500000000000001</c:v>
                </c:pt>
                <c:pt idx="82">
                  <c:v>0.22777777777777777</c:v>
                </c:pt>
                <c:pt idx="83">
                  <c:v>0.23055555555555557</c:v>
                </c:pt>
                <c:pt idx="84">
                  <c:v>0.23333333333333334</c:v>
                </c:pt>
                <c:pt idx="85">
                  <c:v>0.2361111111111111</c:v>
                </c:pt>
                <c:pt idx="86">
                  <c:v>0.2388888888888889</c:v>
                </c:pt>
                <c:pt idx="87">
                  <c:v>0.24166666666666667</c:v>
                </c:pt>
                <c:pt idx="88">
                  <c:v>0.24444444444444444</c:v>
                </c:pt>
                <c:pt idx="89">
                  <c:v>0.24722222222222223</c:v>
                </c:pt>
                <c:pt idx="90">
                  <c:v>0.25</c:v>
                </c:pt>
                <c:pt idx="91">
                  <c:v>0.25277777777777777</c:v>
                </c:pt>
                <c:pt idx="92">
                  <c:v>0.25555555555555559</c:v>
                </c:pt>
                <c:pt idx="93">
                  <c:v>0.25833333333333336</c:v>
                </c:pt>
                <c:pt idx="94">
                  <c:v>0.26111111111111113</c:v>
                </c:pt>
                <c:pt idx="95">
                  <c:v>0.2638888888888889</c:v>
                </c:pt>
                <c:pt idx="96">
                  <c:v>0.26666666666666666</c:v>
                </c:pt>
                <c:pt idx="97">
                  <c:v>0.26944444444444449</c:v>
                </c:pt>
                <c:pt idx="98">
                  <c:v>0.2722222222222222</c:v>
                </c:pt>
                <c:pt idx="99">
                  <c:v>0.27500000000000002</c:v>
                </c:pt>
                <c:pt idx="100">
                  <c:v>0.27777777777777779</c:v>
                </c:pt>
                <c:pt idx="101">
                  <c:v>0.28055555555555556</c:v>
                </c:pt>
                <c:pt idx="102">
                  <c:v>0.28333333333333333</c:v>
                </c:pt>
                <c:pt idx="103">
                  <c:v>0.28611111111111115</c:v>
                </c:pt>
                <c:pt idx="104">
                  <c:v>0.28888888888888886</c:v>
                </c:pt>
                <c:pt idx="105">
                  <c:v>0.29166666666666669</c:v>
                </c:pt>
                <c:pt idx="106">
                  <c:v>0.29444444444444445</c:v>
                </c:pt>
                <c:pt idx="107">
                  <c:v>0.29722222222222222</c:v>
                </c:pt>
                <c:pt idx="108">
                  <c:v>0.3</c:v>
                </c:pt>
                <c:pt idx="109">
                  <c:v>0.30277777777777781</c:v>
                </c:pt>
                <c:pt idx="110">
                  <c:v>0.30555555555555552</c:v>
                </c:pt>
                <c:pt idx="111">
                  <c:v>0.30833333333333335</c:v>
                </c:pt>
                <c:pt idx="112">
                  <c:v>0.31111111111111112</c:v>
                </c:pt>
                <c:pt idx="113">
                  <c:v>0.31388888888888888</c:v>
                </c:pt>
                <c:pt idx="114">
                  <c:v>0.31666666666666665</c:v>
                </c:pt>
                <c:pt idx="115">
                  <c:v>0.31944444444444448</c:v>
                </c:pt>
                <c:pt idx="116">
                  <c:v>0.32222222222222219</c:v>
                </c:pt>
                <c:pt idx="117">
                  <c:v>0.32500000000000001</c:v>
                </c:pt>
                <c:pt idx="118">
                  <c:v>0.32777777777777778</c:v>
                </c:pt>
                <c:pt idx="119">
                  <c:v>0.33055555555555555</c:v>
                </c:pt>
                <c:pt idx="120">
                  <c:v>0.33333333333333331</c:v>
                </c:pt>
                <c:pt idx="121">
                  <c:v>0.33611111111111114</c:v>
                </c:pt>
                <c:pt idx="122">
                  <c:v>0.33888888888888885</c:v>
                </c:pt>
                <c:pt idx="123">
                  <c:v>0.34166666666666667</c:v>
                </c:pt>
                <c:pt idx="124">
                  <c:v>0.34444444444444444</c:v>
                </c:pt>
                <c:pt idx="125">
                  <c:v>0.34722222222222221</c:v>
                </c:pt>
                <c:pt idx="126">
                  <c:v>0.35</c:v>
                </c:pt>
                <c:pt idx="127">
                  <c:v>0.3527777777777778</c:v>
                </c:pt>
                <c:pt idx="128">
                  <c:v>0.35555555555555551</c:v>
                </c:pt>
                <c:pt idx="129">
                  <c:v>0.35833333333333334</c:v>
                </c:pt>
                <c:pt idx="130">
                  <c:v>0.3611111111111111</c:v>
                </c:pt>
                <c:pt idx="131">
                  <c:v>0.36388888888888887</c:v>
                </c:pt>
                <c:pt idx="132">
                  <c:v>0.36666666666666664</c:v>
                </c:pt>
                <c:pt idx="133">
                  <c:v>0.36944444444444446</c:v>
                </c:pt>
                <c:pt idx="134">
                  <c:v>0.37222222222222218</c:v>
                </c:pt>
                <c:pt idx="135">
                  <c:v>0.375</c:v>
                </c:pt>
                <c:pt idx="136">
                  <c:v>0.37777777777777782</c:v>
                </c:pt>
                <c:pt idx="137">
                  <c:v>0.38055555555555554</c:v>
                </c:pt>
                <c:pt idx="138">
                  <c:v>0.38333333333333336</c:v>
                </c:pt>
                <c:pt idx="139">
                  <c:v>0.38611111111111113</c:v>
                </c:pt>
                <c:pt idx="140">
                  <c:v>0.3888888888888889</c:v>
                </c:pt>
                <c:pt idx="141">
                  <c:v>0.39166666666666666</c:v>
                </c:pt>
                <c:pt idx="142">
                  <c:v>0.39444444444444449</c:v>
                </c:pt>
                <c:pt idx="143">
                  <c:v>0.3972222222222222</c:v>
                </c:pt>
                <c:pt idx="144">
                  <c:v>0.4</c:v>
                </c:pt>
                <c:pt idx="145">
                  <c:v>0.40277777777777779</c:v>
                </c:pt>
                <c:pt idx="146">
                  <c:v>0.40555555555555556</c:v>
                </c:pt>
                <c:pt idx="147">
                  <c:v>0.40833333333333333</c:v>
                </c:pt>
                <c:pt idx="148">
                  <c:v>0.41111111111111115</c:v>
                </c:pt>
                <c:pt idx="149">
                  <c:v>0.41388888888888886</c:v>
                </c:pt>
                <c:pt idx="150">
                  <c:v>0.41666666666666669</c:v>
                </c:pt>
                <c:pt idx="151">
                  <c:v>0.41944444444444445</c:v>
                </c:pt>
                <c:pt idx="152">
                  <c:v>0.42222222222222222</c:v>
                </c:pt>
                <c:pt idx="153">
                  <c:v>0.42499999999999999</c:v>
                </c:pt>
                <c:pt idx="154">
                  <c:v>0.42777777777777781</c:v>
                </c:pt>
                <c:pt idx="155">
                  <c:v>0.43055555555555552</c:v>
                </c:pt>
                <c:pt idx="156">
                  <c:v>0.43333333333333335</c:v>
                </c:pt>
                <c:pt idx="157">
                  <c:v>0.43611111111111112</c:v>
                </c:pt>
                <c:pt idx="158">
                  <c:v>0.43888888888888888</c:v>
                </c:pt>
                <c:pt idx="159">
                  <c:v>0.44166666666666665</c:v>
                </c:pt>
                <c:pt idx="160">
                  <c:v>0.44444444444444448</c:v>
                </c:pt>
                <c:pt idx="161">
                  <c:v>0.44722222222222219</c:v>
                </c:pt>
                <c:pt idx="162">
                  <c:v>0.45</c:v>
                </c:pt>
                <c:pt idx="163">
                  <c:v>0.45277777777777778</c:v>
                </c:pt>
                <c:pt idx="164">
                  <c:v>0.45555555555555555</c:v>
                </c:pt>
                <c:pt idx="165">
                  <c:v>0.45833333333333331</c:v>
                </c:pt>
                <c:pt idx="166">
                  <c:v>0.46111111111111114</c:v>
                </c:pt>
                <c:pt idx="167">
                  <c:v>0.46388888888888885</c:v>
                </c:pt>
                <c:pt idx="168">
                  <c:v>0.46666666666666667</c:v>
                </c:pt>
                <c:pt idx="169">
                  <c:v>0.46944444444444444</c:v>
                </c:pt>
                <c:pt idx="170">
                  <c:v>0.47222222222222221</c:v>
                </c:pt>
                <c:pt idx="171">
                  <c:v>0.47499999999999998</c:v>
                </c:pt>
                <c:pt idx="172">
                  <c:v>0.4777777777777778</c:v>
                </c:pt>
                <c:pt idx="173">
                  <c:v>0.48055555555555551</c:v>
                </c:pt>
                <c:pt idx="174">
                  <c:v>0.48333333333333334</c:v>
                </c:pt>
                <c:pt idx="175">
                  <c:v>0.4861111111111111</c:v>
                </c:pt>
                <c:pt idx="176">
                  <c:v>0.48888888888888887</c:v>
                </c:pt>
                <c:pt idx="177">
                  <c:v>0.49166666666666664</c:v>
                </c:pt>
                <c:pt idx="178">
                  <c:v>0.49444444444444446</c:v>
                </c:pt>
                <c:pt idx="179">
                  <c:v>0.49722222222222218</c:v>
                </c:pt>
                <c:pt idx="180">
                  <c:v>0.5</c:v>
                </c:pt>
                <c:pt idx="181">
                  <c:v>0.50277777777777777</c:v>
                </c:pt>
                <c:pt idx="182">
                  <c:v>0.50555555555555554</c:v>
                </c:pt>
                <c:pt idx="183">
                  <c:v>0.5083333333333333</c:v>
                </c:pt>
                <c:pt idx="184">
                  <c:v>0.51111111111111118</c:v>
                </c:pt>
                <c:pt idx="185">
                  <c:v>0.51388888888888884</c:v>
                </c:pt>
                <c:pt idx="186">
                  <c:v>0.51666666666666672</c:v>
                </c:pt>
                <c:pt idx="187">
                  <c:v>0.51944444444444449</c:v>
                </c:pt>
                <c:pt idx="188">
                  <c:v>0.52222222222222225</c:v>
                </c:pt>
                <c:pt idx="189">
                  <c:v>0.52500000000000002</c:v>
                </c:pt>
                <c:pt idx="190">
                  <c:v>0.52777777777777779</c:v>
                </c:pt>
                <c:pt idx="191">
                  <c:v>0.53055555555555556</c:v>
                </c:pt>
                <c:pt idx="192">
                  <c:v>0.53333333333333333</c:v>
                </c:pt>
                <c:pt idx="193">
                  <c:v>0.53611111111111109</c:v>
                </c:pt>
                <c:pt idx="194">
                  <c:v>0.53888888888888897</c:v>
                </c:pt>
                <c:pt idx="195">
                  <c:v>0.54166666666666663</c:v>
                </c:pt>
                <c:pt idx="196">
                  <c:v>0.5444444444444444</c:v>
                </c:pt>
                <c:pt idx="197">
                  <c:v>0.54722222222222228</c:v>
                </c:pt>
                <c:pt idx="198">
                  <c:v>0.55000000000000004</c:v>
                </c:pt>
                <c:pt idx="199">
                  <c:v>0.5527777777777777</c:v>
                </c:pt>
                <c:pt idx="200">
                  <c:v>0.55555555555555558</c:v>
                </c:pt>
                <c:pt idx="201">
                  <c:v>0.55833333333333335</c:v>
                </c:pt>
                <c:pt idx="202">
                  <c:v>0.56111111111111112</c:v>
                </c:pt>
                <c:pt idx="203">
                  <c:v>0.56388888888888888</c:v>
                </c:pt>
                <c:pt idx="204">
                  <c:v>0.56666666666666665</c:v>
                </c:pt>
                <c:pt idx="205">
                  <c:v>0.56944444444444442</c:v>
                </c:pt>
                <c:pt idx="206">
                  <c:v>0.5722222222222223</c:v>
                </c:pt>
                <c:pt idx="207">
                  <c:v>0.57499999999999996</c:v>
                </c:pt>
                <c:pt idx="208">
                  <c:v>0.57777777777777772</c:v>
                </c:pt>
                <c:pt idx="209">
                  <c:v>0.5805555555555556</c:v>
                </c:pt>
                <c:pt idx="210">
                  <c:v>0.58333333333333337</c:v>
                </c:pt>
                <c:pt idx="211">
                  <c:v>0.58611111111111103</c:v>
                </c:pt>
                <c:pt idx="212">
                  <c:v>0.58888888888888891</c:v>
                </c:pt>
                <c:pt idx="213">
                  <c:v>0.59166666666666667</c:v>
                </c:pt>
                <c:pt idx="214">
                  <c:v>0.59444444444444444</c:v>
                </c:pt>
                <c:pt idx="215">
                  <c:v>0.59722222222222221</c:v>
                </c:pt>
                <c:pt idx="216">
                  <c:v>0.6</c:v>
                </c:pt>
                <c:pt idx="217">
                  <c:v>0.60277777777777775</c:v>
                </c:pt>
                <c:pt idx="218">
                  <c:v>0.60555555555555562</c:v>
                </c:pt>
                <c:pt idx="219">
                  <c:v>0.60833333333333328</c:v>
                </c:pt>
                <c:pt idx="220">
                  <c:v>0.61111111111111105</c:v>
                </c:pt>
                <c:pt idx="221">
                  <c:v>0.61388888888888893</c:v>
                </c:pt>
                <c:pt idx="222">
                  <c:v>0.6166666666666667</c:v>
                </c:pt>
                <c:pt idx="223">
                  <c:v>0.61944444444444435</c:v>
                </c:pt>
                <c:pt idx="224">
                  <c:v>0.62222222222222223</c:v>
                </c:pt>
                <c:pt idx="225">
                  <c:v>0.625</c:v>
                </c:pt>
                <c:pt idx="226">
                  <c:v>0.62777777777777777</c:v>
                </c:pt>
                <c:pt idx="227">
                  <c:v>0.63055555555555565</c:v>
                </c:pt>
                <c:pt idx="228">
                  <c:v>0.6333333333333333</c:v>
                </c:pt>
                <c:pt idx="229">
                  <c:v>0.63611111111111107</c:v>
                </c:pt>
                <c:pt idx="230">
                  <c:v>0.63888888888888895</c:v>
                </c:pt>
                <c:pt idx="231">
                  <c:v>0.64166666666666672</c:v>
                </c:pt>
                <c:pt idx="232">
                  <c:v>0.64444444444444438</c:v>
                </c:pt>
                <c:pt idx="233">
                  <c:v>0.64722222222222225</c:v>
                </c:pt>
                <c:pt idx="234">
                  <c:v>0.65</c:v>
                </c:pt>
                <c:pt idx="235">
                  <c:v>0.65277777777777779</c:v>
                </c:pt>
                <c:pt idx="236">
                  <c:v>0.65555555555555556</c:v>
                </c:pt>
                <c:pt idx="237">
                  <c:v>0.65833333333333333</c:v>
                </c:pt>
                <c:pt idx="238">
                  <c:v>0.66111111111111109</c:v>
                </c:pt>
                <c:pt idx="239">
                  <c:v>0.66388888888888897</c:v>
                </c:pt>
                <c:pt idx="240">
                  <c:v>0.66666666666666663</c:v>
                </c:pt>
                <c:pt idx="241">
                  <c:v>0.6694444444444444</c:v>
                </c:pt>
                <c:pt idx="242">
                  <c:v>0.67222222222222228</c:v>
                </c:pt>
                <c:pt idx="243">
                  <c:v>0.67500000000000004</c:v>
                </c:pt>
                <c:pt idx="244">
                  <c:v>0.6777777777777777</c:v>
                </c:pt>
                <c:pt idx="245">
                  <c:v>0.68055555555555558</c:v>
                </c:pt>
                <c:pt idx="246">
                  <c:v>0.68333333333333335</c:v>
                </c:pt>
                <c:pt idx="247">
                  <c:v>0.68611111111111112</c:v>
                </c:pt>
                <c:pt idx="248">
                  <c:v>0.68888888888888888</c:v>
                </c:pt>
                <c:pt idx="249">
                  <c:v>0.69166666666666665</c:v>
                </c:pt>
                <c:pt idx="250">
                  <c:v>0.69444444444444442</c:v>
                </c:pt>
                <c:pt idx="251">
                  <c:v>0.6972222222222223</c:v>
                </c:pt>
                <c:pt idx="252">
                  <c:v>0.7</c:v>
                </c:pt>
                <c:pt idx="253">
                  <c:v>0.70277777777777772</c:v>
                </c:pt>
                <c:pt idx="254">
                  <c:v>0.7055555555555556</c:v>
                </c:pt>
                <c:pt idx="255">
                  <c:v>0.70833333333333337</c:v>
                </c:pt>
                <c:pt idx="256">
                  <c:v>0.71111111111111103</c:v>
                </c:pt>
                <c:pt idx="257">
                  <c:v>0.71388888888888891</c:v>
                </c:pt>
                <c:pt idx="258">
                  <c:v>0.71666666666666667</c:v>
                </c:pt>
                <c:pt idx="259">
                  <c:v>0.71944444444444444</c:v>
                </c:pt>
                <c:pt idx="260">
                  <c:v>0.72222222222222221</c:v>
                </c:pt>
                <c:pt idx="261">
                  <c:v>0.72499999999999998</c:v>
                </c:pt>
                <c:pt idx="262">
                  <c:v>0.72777777777777775</c:v>
                </c:pt>
                <c:pt idx="263">
                  <c:v>0.73055555555555562</c:v>
                </c:pt>
                <c:pt idx="264">
                  <c:v>0.73333333333333328</c:v>
                </c:pt>
                <c:pt idx="265">
                  <c:v>0.73611111111111105</c:v>
                </c:pt>
                <c:pt idx="266">
                  <c:v>0.73888888888888893</c:v>
                </c:pt>
                <c:pt idx="267">
                  <c:v>0.7416666666666667</c:v>
                </c:pt>
                <c:pt idx="268">
                  <c:v>0.74444444444444435</c:v>
                </c:pt>
                <c:pt idx="269">
                  <c:v>0.74722222222222223</c:v>
                </c:pt>
                <c:pt idx="270">
                  <c:v>0.75</c:v>
                </c:pt>
                <c:pt idx="271">
                  <c:v>0.75277777777777777</c:v>
                </c:pt>
                <c:pt idx="272">
                  <c:v>0.75555555555555565</c:v>
                </c:pt>
                <c:pt idx="273">
                  <c:v>0.7583333333333333</c:v>
                </c:pt>
                <c:pt idx="274">
                  <c:v>0.76111111111111107</c:v>
                </c:pt>
                <c:pt idx="275">
                  <c:v>0.76388888888888895</c:v>
                </c:pt>
                <c:pt idx="276">
                  <c:v>0.76666666666666672</c:v>
                </c:pt>
                <c:pt idx="277">
                  <c:v>0.76944444444444438</c:v>
                </c:pt>
                <c:pt idx="278">
                  <c:v>0.77222222222222225</c:v>
                </c:pt>
                <c:pt idx="279">
                  <c:v>0.77500000000000002</c:v>
                </c:pt>
                <c:pt idx="280">
                  <c:v>0.77777777777777779</c:v>
                </c:pt>
                <c:pt idx="281">
                  <c:v>0.78055555555555556</c:v>
                </c:pt>
                <c:pt idx="282">
                  <c:v>0.78333333333333333</c:v>
                </c:pt>
                <c:pt idx="283">
                  <c:v>0.78611111111111109</c:v>
                </c:pt>
                <c:pt idx="284">
                  <c:v>0.78888888888888897</c:v>
                </c:pt>
                <c:pt idx="285">
                  <c:v>0.79166666666666663</c:v>
                </c:pt>
                <c:pt idx="286">
                  <c:v>0.7944444444444444</c:v>
                </c:pt>
                <c:pt idx="287">
                  <c:v>0.79722222222222228</c:v>
                </c:pt>
                <c:pt idx="288">
                  <c:v>0.8</c:v>
                </c:pt>
                <c:pt idx="289">
                  <c:v>0.8027777777777777</c:v>
                </c:pt>
                <c:pt idx="290">
                  <c:v>0.80555555555555558</c:v>
                </c:pt>
                <c:pt idx="291">
                  <c:v>0.80833333333333335</c:v>
                </c:pt>
                <c:pt idx="292">
                  <c:v>0.81111111111111112</c:v>
                </c:pt>
                <c:pt idx="293">
                  <c:v>0.81388888888888888</c:v>
                </c:pt>
                <c:pt idx="294">
                  <c:v>0.81666666666666665</c:v>
                </c:pt>
                <c:pt idx="295">
                  <c:v>0.81944444444444442</c:v>
                </c:pt>
                <c:pt idx="296">
                  <c:v>0.8222222222222223</c:v>
                </c:pt>
                <c:pt idx="297">
                  <c:v>0.82499999999999996</c:v>
                </c:pt>
                <c:pt idx="298">
                  <c:v>0.82777777777777772</c:v>
                </c:pt>
                <c:pt idx="299">
                  <c:v>0.8305555555555556</c:v>
                </c:pt>
                <c:pt idx="300">
                  <c:v>0.83333333333333337</c:v>
                </c:pt>
                <c:pt idx="301">
                  <c:v>0.83611111111111103</c:v>
                </c:pt>
                <c:pt idx="302">
                  <c:v>0.83888888888888891</c:v>
                </c:pt>
                <c:pt idx="303">
                  <c:v>0.84166666666666667</c:v>
                </c:pt>
                <c:pt idx="304">
                  <c:v>0.84444444444444444</c:v>
                </c:pt>
                <c:pt idx="305">
                  <c:v>0.84722222222222221</c:v>
                </c:pt>
                <c:pt idx="306">
                  <c:v>0.85</c:v>
                </c:pt>
                <c:pt idx="307">
                  <c:v>0.85277777777777775</c:v>
                </c:pt>
                <c:pt idx="308">
                  <c:v>0.85555555555555562</c:v>
                </c:pt>
                <c:pt idx="309">
                  <c:v>0.85833333333333328</c:v>
                </c:pt>
                <c:pt idx="310">
                  <c:v>0.86111111111111105</c:v>
                </c:pt>
                <c:pt idx="311">
                  <c:v>0.86388888888888893</c:v>
                </c:pt>
                <c:pt idx="312">
                  <c:v>0.8666666666666667</c:v>
                </c:pt>
                <c:pt idx="313">
                  <c:v>0.86944444444444435</c:v>
                </c:pt>
                <c:pt idx="314">
                  <c:v>0.87222222222222223</c:v>
                </c:pt>
                <c:pt idx="315">
                  <c:v>0.875</c:v>
                </c:pt>
                <c:pt idx="316">
                  <c:v>0.87777777777777777</c:v>
                </c:pt>
                <c:pt idx="317">
                  <c:v>0.88055555555555565</c:v>
                </c:pt>
                <c:pt idx="318">
                  <c:v>0.8833333333333333</c:v>
                </c:pt>
                <c:pt idx="319">
                  <c:v>0.88611111111111107</c:v>
                </c:pt>
                <c:pt idx="320">
                  <c:v>0.88888888888888895</c:v>
                </c:pt>
                <c:pt idx="321">
                  <c:v>0.89166666666666672</c:v>
                </c:pt>
                <c:pt idx="322">
                  <c:v>0.89444444444444438</c:v>
                </c:pt>
                <c:pt idx="323">
                  <c:v>0.89722222222222225</c:v>
                </c:pt>
                <c:pt idx="324">
                  <c:v>0.9</c:v>
                </c:pt>
                <c:pt idx="325">
                  <c:v>0.90277777777777779</c:v>
                </c:pt>
                <c:pt idx="326">
                  <c:v>0.90555555555555556</c:v>
                </c:pt>
                <c:pt idx="327">
                  <c:v>0.90833333333333333</c:v>
                </c:pt>
                <c:pt idx="328">
                  <c:v>0.91111111111111109</c:v>
                </c:pt>
                <c:pt idx="329">
                  <c:v>0.91388888888888897</c:v>
                </c:pt>
                <c:pt idx="330">
                  <c:v>0.91666666666666663</c:v>
                </c:pt>
                <c:pt idx="331">
                  <c:v>0.9194444444444444</c:v>
                </c:pt>
                <c:pt idx="332">
                  <c:v>0.92222222222222228</c:v>
                </c:pt>
                <c:pt idx="333">
                  <c:v>0.92500000000000004</c:v>
                </c:pt>
                <c:pt idx="334">
                  <c:v>0.9277777777777777</c:v>
                </c:pt>
                <c:pt idx="335">
                  <c:v>0.93055555555555558</c:v>
                </c:pt>
                <c:pt idx="336">
                  <c:v>0.93333333333333335</c:v>
                </c:pt>
                <c:pt idx="337">
                  <c:v>0.93611111111111112</c:v>
                </c:pt>
                <c:pt idx="338">
                  <c:v>0.93888888888888888</c:v>
                </c:pt>
                <c:pt idx="339">
                  <c:v>0.94166666666666665</c:v>
                </c:pt>
                <c:pt idx="340">
                  <c:v>0.94444444444444442</c:v>
                </c:pt>
                <c:pt idx="341">
                  <c:v>0.9472222222222223</c:v>
                </c:pt>
                <c:pt idx="342">
                  <c:v>0.95</c:v>
                </c:pt>
                <c:pt idx="343">
                  <c:v>0.95277777777777772</c:v>
                </c:pt>
                <c:pt idx="344">
                  <c:v>0.9555555555555556</c:v>
                </c:pt>
                <c:pt idx="345">
                  <c:v>0.95833333333333337</c:v>
                </c:pt>
                <c:pt idx="346">
                  <c:v>0.96111111111111103</c:v>
                </c:pt>
                <c:pt idx="347">
                  <c:v>0.96388888888888891</c:v>
                </c:pt>
                <c:pt idx="348">
                  <c:v>0.96666666666666667</c:v>
                </c:pt>
                <c:pt idx="349">
                  <c:v>0.96944444444444444</c:v>
                </c:pt>
                <c:pt idx="350">
                  <c:v>0.97222222222222221</c:v>
                </c:pt>
                <c:pt idx="351">
                  <c:v>0.97499999999999998</c:v>
                </c:pt>
                <c:pt idx="352">
                  <c:v>0.97777777777777775</c:v>
                </c:pt>
                <c:pt idx="353">
                  <c:v>0.98055555555555562</c:v>
                </c:pt>
                <c:pt idx="354">
                  <c:v>0.98333333333333328</c:v>
                </c:pt>
                <c:pt idx="355">
                  <c:v>0.98611111111111105</c:v>
                </c:pt>
                <c:pt idx="356">
                  <c:v>0.98888888888888893</c:v>
                </c:pt>
                <c:pt idx="357">
                  <c:v>0.9916666666666667</c:v>
                </c:pt>
                <c:pt idx="358">
                  <c:v>0.99444444444444435</c:v>
                </c:pt>
                <c:pt idx="359">
                  <c:v>0.99722222222222223</c:v>
                </c:pt>
                <c:pt idx="360">
                  <c:v>1</c:v>
                </c:pt>
                <c:pt idx="361">
                  <c:v>1.0027777777777778</c:v>
                </c:pt>
                <c:pt idx="362">
                  <c:v>1.0055555555555555</c:v>
                </c:pt>
                <c:pt idx="363">
                  <c:v>1.0083333333333333</c:v>
                </c:pt>
                <c:pt idx="364">
                  <c:v>1.0111111111111111</c:v>
                </c:pt>
                <c:pt idx="365">
                  <c:v>1.0138888888888888</c:v>
                </c:pt>
                <c:pt idx="366">
                  <c:v>1.0166666666666666</c:v>
                </c:pt>
                <c:pt idx="367">
                  <c:v>1.0194444444444444</c:v>
                </c:pt>
                <c:pt idx="368">
                  <c:v>1.0222222222222224</c:v>
                </c:pt>
                <c:pt idx="369">
                  <c:v>1.0249999999999999</c:v>
                </c:pt>
                <c:pt idx="370">
                  <c:v>1.0277777777777777</c:v>
                </c:pt>
                <c:pt idx="371">
                  <c:v>1.0305555555555557</c:v>
                </c:pt>
                <c:pt idx="372">
                  <c:v>1.0333333333333334</c:v>
                </c:pt>
                <c:pt idx="373">
                  <c:v>1.036111111111111</c:v>
                </c:pt>
                <c:pt idx="374">
                  <c:v>1.038888888888889</c:v>
                </c:pt>
                <c:pt idx="375">
                  <c:v>1.0416666666666667</c:v>
                </c:pt>
                <c:pt idx="376">
                  <c:v>1.0444444444444445</c:v>
                </c:pt>
                <c:pt idx="377">
                  <c:v>1.0472222222222223</c:v>
                </c:pt>
                <c:pt idx="378">
                  <c:v>1.05</c:v>
                </c:pt>
                <c:pt idx="379">
                  <c:v>1.0527777777777778</c:v>
                </c:pt>
                <c:pt idx="380">
                  <c:v>1.0555555555555556</c:v>
                </c:pt>
                <c:pt idx="381">
                  <c:v>1.0583333333333333</c:v>
                </c:pt>
                <c:pt idx="382">
                  <c:v>1.0611111111111111</c:v>
                </c:pt>
                <c:pt idx="383">
                  <c:v>1.0638888888888889</c:v>
                </c:pt>
                <c:pt idx="384">
                  <c:v>1.0666666666666667</c:v>
                </c:pt>
                <c:pt idx="385">
                  <c:v>1.0694444444444444</c:v>
                </c:pt>
                <c:pt idx="386">
                  <c:v>1.0722222222222222</c:v>
                </c:pt>
                <c:pt idx="387">
                  <c:v>1.075</c:v>
                </c:pt>
                <c:pt idx="388">
                  <c:v>1.0777777777777779</c:v>
                </c:pt>
                <c:pt idx="389">
                  <c:v>1.0805555555555555</c:v>
                </c:pt>
                <c:pt idx="390">
                  <c:v>1.0833333333333333</c:v>
                </c:pt>
                <c:pt idx="391">
                  <c:v>1.0861111111111112</c:v>
                </c:pt>
                <c:pt idx="392">
                  <c:v>1.0888888888888888</c:v>
                </c:pt>
                <c:pt idx="393">
                  <c:v>1.0916666666666666</c:v>
                </c:pt>
                <c:pt idx="394">
                  <c:v>1.0944444444444446</c:v>
                </c:pt>
                <c:pt idx="395">
                  <c:v>1.0972222222222221</c:v>
                </c:pt>
                <c:pt idx="396">
                  <c:v>1.1000000000000001</c:v>
                </c:pt>
                <c:pt idx="397">
                  <c:v>1.1027777777777779</c:v>
                </c:pt>
                <c:pt idx="398">
                  <c:v>1.1055555555555554</c:v>
                </c:pt>
                <c:pt idx="399">
                  <c:v>1.1083333333333334</c:v>
                </c:pt>
                <c:pt idx="400">
                  <c:v>1.1111111111111112</c:v>
                </c:pt>
                <c:pt idx="401">
                  <c:v>1.1138888888888887</c:v>
                </c:pt>
                <c:pt idx="402">
                  <c:v>1.1166666666666667</c:v>
                </c:pt>
                <c:pt idx="403">
                  <c:v>1.1194444444444445</c:v>
                </c:pt>
                <c:pt idx="404">
                  <c:v>1.1222222222222222</c:v>
                </c:pt>
                <c:pt idx="405">
                  <c:v>1.125</c:v>
                </c:pt>
                <c:pt idx="406">
                  <c:v>1.1277777777777778</c:v>
                </c:pt>
                <c:pt idx="407">
                  <c:v>1.1305555555555555</c:v>
                </c:pt>
                <c:pt idx="408">
                  <c:v>1.1333333333333333</c:v>
                </c:pt>
                <c:pt idx="409">
                  <c:v>1.1361111111111113</c:v>
                </c:pt>
                <c:pt idx="410">
                  <c:v>1.1388888888888888</c:v>
                </c:pt>
                <c:pt idx="411">
                  <c:v>1.1416666666666666</c:v>
                </c:pt>
                <c:pt idx="412">
                  <c:v>1.1444444444444446</c:v>
                </c:pt>
                <c:pt idx="413">
                  <c:v>1.1472222222222221</c:v>
                </c:pt>
                <c:pt idx="414">
                  <c:v>1.1499999999999999</c:v>
                </c:pt>
                <c:pt idx="415">
                  <c:v>1.1527777777777779</c:v>
                </c:pt>
                <c:pt idx="416">
                  <c:v>1.1555555555555554</c:v>
                </c:pt>
                <c:pt idx="417">
                  <c:v>1.1583333333333334</c:v>
                </c:pt>
                <c:pt idx="418">
                  <c:v>1.1611111111111112</c:v>
                </c:pt>
                <c:pt idx="419">
                  <c:v>1.1638888888888888</c:v>
                </c:pt>
                <c:pt idx="420">
                  <c:v>1.1666666666666667</c:v>
                </c:pt>
                <c:pt idx="421">
                  <c:v>1.1694444444444445</c:v>
                </c:pt>
                <c:pt idx="422">
                  <c:v>1.1722222222222221</c:v>
                </c:pt>
                <c:pt idx="423">
                  <c:v>1.175</c:v>
                </c:pt>
                <c:pt idx="424">
                  <c:v>1.1777777777777778</c:v>
                </c:pt>
                <c:pt idx="425">
                  <c:v>1.1805555555555556</c:v>
                </c:pt>
                <c:pt idx="426">
                  <c:v>1.1833333333333333</c:v>
                </c:pt>
                <c:pt idx="427">
                  <c:v>1.1861111111111111</c:v>
                </c:pt>
                <c:pt idx="428">
                  <c:v>1.1888888888888889</c:v>
                </c:pt>
                <c:pt idx="429">
                  <c:v>1.1916666666666667</c:v>
                </c:pt>
                <c:pt idx="430">
                  <c:v>1.1944444444444444</c:v>
                </c:pt>
                <c:pt idx="431">
                  <c:v>1.1972222222222222</c:v>
                </c:pt>
                <c:pt idx="432">
                  <c:v>1.2</c:v>
                </c:pt>
                <c:pt idx="433">
                  <c:v>1.2027777777777779</c:v>
                </c:pt>
                <c:pt idx="434">
                  <c:v>1.2055555555555555</c:v>
                </c:pt>
                <c:pt idx="435">
                  <c:v>1.2083333333333333</c:v>
                </c:pt>
                <c:pt idx="436">
                  <c:v>1.2111111111111112</c:v>
                </c:pt>
                <c:pt idx="437">
                  <c:v>1.2138888888888888</c:v>
                </c:pt>
                <c:pt idx="438">
                  <c:v>1.2166666666666666</c:v>
                </c:pt>
                <c:pt idx="439">
                  <c:v>1.2194444444444446</c:v>
                </c:pt>
                <c:pt idx="440">
                  <c:v>1.2222222222222221</c:v>
                </c:pt>
                <c:pt idx="441">
                  <c:v>1.2250000000000001</c:v>
                </c:pt>
                <c:pt idx="442">
                  <c:v>1.2277777777777779</c:v>
                </c:pt>
                <c:pt idx="443">
                  <c:v>1.2305555555555554</c:v>
                </c:pt>
                <c:pt idx="444">
                  <c:v>1.2333333333333334</c:v>
                </c:pt>
                <c:pt idx="445">
                  <c:v>1.2361111111111112</c:v>
                </c:pt>
                <c:pt idx="446">
                  <c:v>1.2388888888888887</c:v>
                </c:pt>
                <c:pt idx="447">
                  <c:v>1.2416666666666667</c:v>
                </c:pt>
                <c:pt idx="448">
                  <c:v>1.2444444444444445</c:v>
                </c:pt>
                <c:pt idx="449">
                  <c:v>1.2472222222222222</c:v>
                </c:pt>
                <c:pt idx="450">
                  <c:v>1.25</c:v>
                </c:pt>
                <c:pt idx="451">
                  <c:v>1.2527777777777778</c:v>
                </c:pt>
                <c:pt idx="452">
                  <c:v>1.2555555555555555</c:v>
                </c:pt>
                <c:pt idx="453">
                  <c:v>1.2583333333333333</c:v>
                </c:pt>
                <c:pt idx="454">
                  <c:v>1.2611111111111113</c:v>
                </c:pt>
                <c:pt idx="455">
                  <c:v>1.2638888888888888</c:v>
                </c:pt>
                <c:pt idx="456">
                  <c:v>1.2666666666666666</c:v>
                </c:pt>
                <c:pt idx="457">
                  <c:v>1.2694444444444446</c:v>
                </c:pt>
                <c:pt idx="458">
                  <c:v>1.2722222222222221</c:v>
                </c:pt>
                <c:pt idx="459">
                  <c:v>1.2749999999999999</c:v>
                </c:pt>
                <c:pt idx="460">
                  <c:v>1.2777777777777779</c:v>
                </c:pt>
                <c:pt idx="461">
                  <c:v>1.2805555555555554</c:v>
                </c:pt>
                <c:pt idx="462">
                  <c:v>1.2833333333333334</c:v>
                </c:pt>
                <c:pt idx="463">
                  <c:v>1.2861111111111112</c:v>
                </c:pt>
                <c:pt idx="464">
                  <c:v>1.2888888888888888</c:v>
                </c:pt>
                <c:pt idx="465">
                  <c:v>1.2916666666666667</c:v>
                </c:pt>
                <c:pt idx="466">
                  <c:v>1.2944444444444445</c:v>
                </c:pt>
                <c:pt idx="467">
                  <c:v>1.2972222222222221</c:v>
                </c:pt>
                <c:pt idx="468">
                  <c:v>1.3</c:v>
                </c:pt>
                <c:pt idx="469">
                  <c:v>1.3027777777777778</c:v>
                </c:pt>
                <c:pt idx="470">
                  <c:v>1.3055555555555556</c:v>
                </c:pt>
                <c:pt idx="471">
                  <c:v>1.3083333333333333</c:v>
                </c:pt>
                <c:pt idx="472">
                  <c:v>1.3111111111111111</c:v>
                </c:pt>
                <c:pt idx="473">
                  <c:v>1.3138888888888889</c:v>
                </c:pt>
                <c:pt idx="474">
                  <c:v>1.3166666666666667</c:v>
                </c:pt>
                <c:pt idx="475">
                  <c:v>1.3194444444444444</c:v>
                </c:pt>
                <c:pt idx="476">
                  <c:v>1.3222222222222222</c:v>
                </c:pt>
                <c:pt idx="477">
                  <c:v>1.325</c:v>
                </c:pt>
                <c:pt idx="478">
                  <c:v>1.3277777777777779</c:v>
                </c:pt>
                <c:pt idx="479">
                  <c:v>1.3305555555555555</c:v>
                </c:pt>
                <c:pt idx="480">
                  <c:v>1.3333333333333333</c:v>
                </c:pt>
                <c:pt idx="481">
                  <c:v>1.3361111111111112</c:v>
                </c:pt>
                <c:pt idx="482">
                  <c:v>1.3388888888888888</c:v>
                </c:pt>
                <c:pt idx="483">
                  <c:v>1.3416666666666666</c:v>
                </c:pt>
                <c:pt idx="484">
                  <c:v>1.3444444444444446</c:v>
                </c:pt>
                <c:pt idx="485">
                  <c:v>1.3472222222222221</c:v>
                </c:pt>
                <c:pt idx="486">
                  <c:v>1.35</c:v>
                </c:pt>
                <c:pt idx="487">
                  <c:v>1.3527777777777779</c:v>
                </c:pt>
                <c:pt idx="488">
                  <c:v>1.3555555555555554</c:v>
                </c:pt>
                <c:pt idx="489">
                  <c:v>1.3583333333333334</c:v>
                </c:pt>
                <c:pt idx="490">
                  <c:v>1.3611111111111112</c:v>
                </c:pt>
                <c:pt idx="491">
                  <c:v>1.3638888888888887</c:v>
                </c:pt>
                <c:pt idx="492">
                  <c:v>1.3666666666666667</c:v>
                </c:pt>
                <c:pt idx="493">
                  <c:v>1.3694444444444445</c:v>
                </c:pt>
                <c:pt idx="494">
                  <c:v>1.3722222222222222</c:v>
                </c:pt>
                <c:pt idx="495">
                  <c:v>1.375</c:v>
                </c:pt>
                <c:pt idx="496">
                  <c:v>1.3777777777777778</c:v>
                </c:pt>
                <c:pt idx="497">
                  <c:v>1.3805555555555555</c:v>
                </c:pt>
                <c:pt idx="498">
                  <c:v>1.3833333333333333</c:v>
                </c:pt>
                <c:pt idx="499">
                  <c:v>1.3861111111111113</c:v>
                </c:pt>
                <c:pt idx="500">
                  <c:v>1.3888888888888888</c:v>
                </c:pt>
                <c:pt idx="501">
                  <c:v>1.3916666666666666</c:v>
                </c:pt>
                <c:pt idx="502">
                  <c:v>1.3944444444444446</c:v>
                </c:pt>
                <c:pt idx="503">
                  <c:v>1.3972222222222221</c:v>
                </c:pt>
                <c:pt idx="504">
                  <c:v>1.4</c:v>
                </c:pt>
                <c:pt idx="505">
                  <c:v>1.4027777777777779</c:v>
                </c:pt>
                <c:pt idx="506">
                  <c:v>1.4055555555555554</c:v>
                </c:pt>
                <c:pt idx="507">
                  <c:v>1.4083333333333334</c:v>
                </c:pt>
                <c:pt idx="508">
                  <c:v>1.4111111111111112</c:v>
                </c:pt>
                <c:pt idx="509">
                  <c:v>1.4138888888888888</c:v>
                </c:pt>
                <c:pt idx="510">
                  <c:v>1.4166666666666667</c:v>
                </c:pt>
                <c:pt idx="511">
                  <c:v>1.4194444444444445</c:v>
                </c:pt>
                <c:pt idx="512">
                  <c:v>1.4222222222222221</c:v>
                </c:pt>
                <c:pt idx="513">
                  <c:v>1.425</c:v>
                </c:pt>
                <c:pt idx="514">
                  <c:v>1.4277777777777778</c:v>
                </c:pt>
                <c:pt idx="515">
                  <c:v>1.4305555555555556</c:v>
                </c:pt>
                <c:pt idx="516">
                  <c:v>1.4333333333333333</c:v>
                </c:pt>
                <c:pt idx="517">
                  <c:v>1.4361111111111111</c:v>
                </c:pt>
                <c:pt idx="518">
                  <c:v>1.4388888888888889</c:v>
                </c:pt>
                <c:pt idx="519">
                  <c:v>1.4416666666666667</c:v>
                </c:pt>
                <c:pt idx="520">
                  <c:v>1.4444444444444444</c:v>
                </c:pt>
                <c:pt idx="521">
                  <c:v>1.4472222222222222</c:v>
                </c:pt>
                <c:pt idx="522">
                  <c:v>1.45</c:v>
                </c:pt>
                <c:pt idx="523">
                  <c:v>1.4527777777777779</c:v>
                </c:pt>
                <c:pt idx="524">
                  <c:v>1.4555555555555555</c:v>
                </c:pt>
                <c:pt idx="525">
                  <c:v>1.4583333333333333</c:v>
                </c:pt>
                <c:pt idx="526">
                  <c:v>1.4611111111111112</c:v>
                </c:pt>
                <c:pt idx="527">
                  <c:v>1.4638888888888888</c:v>
                </c:pt>
                <c:pt idx="528">
                  <c:v>1.4666666666666666</c:v>
                </c:pt>
                <c:pt idx="529">
                  <c:v>1.4694444444444446</c:v>
                </c:pt>
                <c:pt idx="530">
                  <c:v>1.4722222222222221</c:v>
                </c:pt>
                <c:pt idx="531">
                  <c:v>1.4750000000000001</c:v>
                </c:pt>
                <c:pt idx="532">
                  <c:v>1.4777777777777779</c:v>
                </c:pt>
                <c:pt idx="533">
                  <c:v>1.4805555555555554</c:v>
                </c:pt>
                <c:pt idx="534">
                  <c:v>1.4833333333333334</c:v>
                </c:pt>
                <c:pt idx="535">
                  <c:v>1.4861111111111112</c:v>
                </c:pt>
                <c:pt idx="536">
                  <c:v>1.4888888888888887</c:v>
                </c:pt>
                <c:pt idx="537">
                  <c:v>1.4916666666666667</c:v>
                </c:pt>
                <c:pt idx="538">
                  <c:v>1.4944444444444445</c:v>
                </c:pt>
                <c:pt idx="539">
                  <c:v>1.4972222222222222</c:v>
                </c:pt>
                <c:pt idx="540">
                  <c:v>1.5</c:v>
                </c:pt>
                <c:pt idx="541">
                  <c:v>1.5027777777777778</c:v>
                </c:pt>
                <c:pt idx="542">
                  <c:v>1.5055555555555555</c:v>
                </c:pt>
                <c:pt idx="543">
                  <c:v>1.5083333333333333</c:v>
                </c:pt>
                <c:pt idx="544">
                  <c:v>1.5111111111111113</c:v>
                </c:pt>
                <c:pt idx="545">
                  <c:v>1.5138888888888888</c:v>
                </c:pt>
                <c:pt idx="546">
                  <c:v>1.5166666666666666</c:v>
                </c:pt>
                <c:pt idx="547">
                  <c:v>1.5194444444444446</c:v>
                </c:pt>
                <c:pt idx="548">
                  <c:v>1.5222222222222221</c:v>
                </c:pt>
                <c:pt idx="549">
                  <c:v>1.5249999999999999</c:v>
                </c:pt>
                <c:pt idx="550">
                  <c:v>1.5277777777777779</c:v>
                </c:pt>
                <c:pt idx="551">
                  <c:v>1.5305555555555554</c:v>
                </c:pt>
                <c:pt idx="552">
                  <c:v>1.5333333333333334</c:v>
                </c:pt>
                <c:pt idx="553">
                  <c:v>1.5361111111111112</c:v>
                </c:pt>
                <c:pt idx="554">
                  <c:v>1.5388888888888888</c:v>
                </c:pt>
                <c:pt idx="555">
                  <c:v>1.5416666666666667</c:v>
                </c:pt>
                <c:pt idx="556">
                  <c:v>1.5444444444444445</c:v>
                </c:pt>
                <c:pt idx="557">
                  <c:v>1.5472222222222221</c:v>
                </c:pt>
                <c:pt idx="558">
                  <c:v>1.55</c:v>
                </c:pt>
                <c:pt idx="559">
                  <c:v>1.5527777777777778</c:v>
                </c:pt>
                <c:pt idx="560">
                  <c:v>1.5555555555555556</c:v>
                </c:pt>
                <c:pt idx="561">
                  <c:v>1.5583333333333333</c:v>
                </c:pt>
                <c:pt idx="562">
                  <c:v>1.5611111111111111</c:v>
                </c:pt>
                <c:pt idx="563">
                  <c:v>1.5638888888888889</c:v>
                </c:pt>
                <c:pt idx="564">
                  <c:v>1.5666666666666667</c:v>
                </c:pt>
                <c:pt idx="565">
                  <c:v>1.5694444444444444</c:v>
                </c:pt>
                <c:pt idx="566">
                  <c:v>1.5722222222222222</c:v>
                </c:pt>
                <c:pt idx="567">
                  <c:v>1.575</c:v>
                </c:pt>
                <c:pt idx="568">
                  <c:v>1.5777777777777779</c:v>
                </c:pt>
                <c:pt idx="569">
                  <c:v>1.5805555555555555</c:v>
                </c:pt>
                <c:pt idx="570">
                  <c:v>1.5833333333333333</c:v>
                </c:pt>
                <c:pt idx="571">
                  <c:v>1.5861111111111112</c:v>
                </c:pt>
                <c:pt idx="572">
                  <c:v>1.5888888888888888</c:v>
                </c:pt>
                <c:pt idx="573">
                  <c:v>1.5916666666666666</c:v>
                </c:pt>
                <c:pt idx="574">
                  <c:v>1.5944444444444446</c:v>
                </c:pt>
                <c:pt idx="575">
                  <c:v>1.5972222222222221</c:v>
                </c:pt>
                <c:pt idx="576">
                  <c:v>1.6</c:v>
                </c:pt>
                <c:pt idx="577">
                  <c:v>1.6027777777777779</c:v>
                </c:pt>
                <c:pt idx="578">
                  <c:v>1.6055555555555554</c:v>
                </c:pt>
                <c:pt idx="579">
                  <c:v>1.6083333333333334</c:v>
                </c:pt>
                <c:pt idx="580">
                  <c:v>1.6111111111111112</c:v>
                </c:pt>
                <c:pt idx="581">
                  <c:v>1.6138888888888887</c:v>
                </c:pt>
                <c:pt idx="582">
                  <c:v>1.6166666666666667</c:v>
                </c:pt>
                <c:pt idx="583">
                  <c:v>1.6194444444444445</c:v>
                </c:pt>
                <c:pt idx="584">
                  <c:v>1.6222222222222222</c:v>
                </c:pt>
                <c:pt idx="585">
                  <c:v>1.625</c:v>
                </c:pt>
                <c:pt idx="586">
                  <c:v>1.6277777777777778</c:v>
                </c:pt>
                <c:pt idx="587">
                  <c:v>1.6305555555555555</c:v>
                </c:pt>
                <c:pt idx="588">
                  <c:v>1.6333333333333333</c:v>
                </c:pt>
                <c:pt idx="589">
                  <c:v>1.6361111111111113</c:v>
                </c:pt>
                <c:pt idx="590">
                  <c:v>1.6388888888888888</c:v>
                </c:pt>
                <c:pt idx="591">
                  <c:v>1.6416666666666666</c:v>
                </c:pt>
                <c:pt idx="592">
                  <c:v>1.6444444444444446</c:v>
                </c:pt>
                <c:pt idx="593">
                  <c:v>1.6472222222222221</c:v>
                </c:pt>
                <c:pt idx="594">
                  <c:v>1.65</c:v>
                </c:pt>
                <c:pt idx="595">
                  <c:v>1.6527777777777779</c:v>
                </c:pt>
                <c:pt idx="596">
                  <c:v>1.6555555555555554</c:v>
                </c:pt>
                <c:pt idx="597">
                  <c:v>1.6583333333333334</c:v>
                </c:pt>
                <c:pt idx="598">
                  <c:v>1.6611111111111112</c:v>
                </c:pt>
                <c:pt idx="599">
                  <c:v>1.6638888888888888</c:v>
                </c:pt>
                <c:pt idx="600">
                  <c:v>1.6666666666666667</c:v>
                </c:pt>
                <c:pt idx="601">
                  <c:v>1.6694444444444445</c:v>
                </c:pt>
                <c:pt idx="602">
                  <c:v>1.6722222222222221</c:v>
                </c:pt>
                <c:pt idx="603">
                  <c:v>1.675</c:v>
                </c:pt>
                <c:pt idx="604">
                  <c:v>1.6777777777777778</c:v>
                </c:pt>
                <c:pt idx="605">
                  <c:v>1.6805555555555556</c:v>
                </c:pt>
                <c:pt idx="606">
                  <c:v>1.6833333333333333</c:v>
                </c:pt>
                <c:pt idx="607">
                  <c:v>1.6861111111111111</c:v>
                </c:pt>
                <c:pt idx="608">
                  <c:v>1.6888888888888889</c:v>
                </c:pt>
                <c:pt idx="609">
                  <c:v>1.6916666666666667</c:v>
                </c:pt>
                <c:pt idx="610">
                  <c:v>1.6944444444444444</c:v>
                </c:pt>
                <c:pt idx="611">
                  <c:v>1.6972222222222222</c:v>
                </c:pt>
                <c:pt idx="612">
                  <c:v>1.7</c:v>
                </c:pt>
                <c:pt idx="613">
                  <c:v>1.7027777777777779</c:v>
                </c:pt>
                <c:pt idx="614">
                  <c:v>1.7055555555555555</c:v>
                </c:pt>
                <c:pt idx="615">
                  <c:v>1.7083333333333333</c:v>
                </c:pt>
                <c:pt idx="616">
                  <c:v>1.7111111111111112</c:v>
                </c:pt>
                <c:pt idx="617">
                  <c:v>1.7138888888888888</c:v>
                </c:pt>
                <c:pt idx="618">
                  <c:v>1.7166666666666666</c:v>
                </c:pt>
                <c:pt idx="619">
                  <c:v>1.7194444444444446</c:v>
                </c:pt>
                <c:pt idx="620">
                  <c:v>1.7222222222222221</c:v>
                </c:pt>
                <c:pt idx="621">
                  <c:v>1.7250000000000001</c:v>
                </c:pt>
                <c:pt idx="622">
                  <c:v>1.7277777777777779</c:v>
                </c:pt>
                <c:pt idx="623">
                  <c:v>1.7305555555555554</c:v>
                </c:pt>
                <c:pt idx="624">
                  <c:v>1.7333333333333334</c:v>
                </c:pt>
                <c:pt idx="625">
                  <c:v>1.7361111111111112</c:v>
                </c:pt>
                <c:pt idx="626">
                  <c:v>1.7388888888888887</c:v>
                </c:pt>
                <c:pt idx="627">
                  <c:v>1.7416666666666667</c:v>
                </c:pt>
                <c:pt idx="628">
                  <c:v>1.7444444444444445</c:v>
                </c:pt>
                <c:pt idx="629">
                  <c:v>1.7472222222222222</c:v>
                </c:pt>
                <c:pt idx="630">
                  <c:v>1.75</c:v>
                </c:pt>
                <c:pt idx="631">
                  <c:v>1.7527777777777778</c:v>
                </c:pt>
                <c:pt idx="632">
                  <c:v>1.7555555555555555</c:v>
                </c:pt>
                <c:pt idx="633">
                  <c:v>1.7583333333333333</c:v>
                </c:pt>
                <c:pt idx="634">
                  <c:v>1.7611111111111113</c:v>
                </c:pt>
                <c:pt idx="635">
                  <c:v>1.7638888888888888</c:v>
                </c:pt>
                <c:pt idx="636">
                  <c:v>1.7666666666666666</c:v>
                </c:pt>
                <c:pt idx="637">
                  <c:v>1.7694444444444446</c:v>
                </c:pt>
                <c:pt idx="638">
                  <c:v>1.7722222222222221</c:v>
                </c:pt>
                <c:pt idx="639">
                  <c:v>1.7749999999999999</c:v>
                </c:pt>
                <c:pt idx="640">
                  <c:v>1.7777777777777779</c:v>
                </c:pt>
                <c:pt idx="641">
                  <c:v>1.7805555555555554</c:v>
                </c:pt>
                <c:pt idx="642">
                  <c:v>1.7833333333333334</c:v>
                </c:pt>
                <c:pt idx="643">
                  <c:v>1.7861111111111112</c:v>
                </c:pt>
                <c:pt idx="644">
                  <c:v>1.7888888888888888</c:v>
                </c:pt>
                <c:pt idx="645">
                  <c:v>1.7916666666666667</c:v>
                </c:pt>
                <c:pt idx="646">
                  <c:v>1.7944444444444445</c:v>
                </c:pt>
                <c:pt idx="647">
                  <c:v>1.7972222222222221</c:v>
                </c:pt>
                <c:pt idx="648">
                  <c:v>1.8</c:v>
                </c:pt>
                <c:pt idx="649">
                  <c:v>1.8027777777777778</c:v>
                </c:pt>
                <c:pt idx="650">
                  <c:v>1.8055555555555556</c:v>
                </c:pt>
                <c:pt idx="651">
                  <c:v>1.8083333333333333</c:v>
                </c:pt>
                <c:pt idx="652">
                  <c:v>1.8111111111111111</c:v>
                </c:pt>
                <c:pt idx="653">
                  <c:v>1.8138888888888889</c:v>
                </c:pt>
                <c:pt idx="654">
                  <c:v>1.8166666666666667</c:v>
                </c:pt>
                <c:pt idx="655">
                  <c:v>1.8194444444444444</c:v>
                </c:pt>
                <c:pt idx="656">
                  <c:v>1.8222222222222222</c:v>
                </c:pt>
                <c:pt idx="657">
                  <c:v>1.825</c:v>
                </c:pt>
                <c:pt idx="658">
                  <c:v>1.8277777777777779</c:v>
                </c:pt>
                <c:pt idx="659">
                  <c:v>1.8305555555555555</c:v>
                </c:pt>
                <c:pt idx="660">
                  <c:v>1.8333333333333333</c:v>
                </c:pt>
                <c:pt idx="661">
                  <c:v>1.8361111111111112</c:v>
                </c:pt>
                <c:pt idx="662">
                  <c:v>1.8388888888888888</c:v>
                </c:pt>
                <c:pt idx="663">
                  <c:v>1.8416666666666666</c:v>
                </c:pt>
                <c:pt idx="664">
                  <c:v>1.8444444444444446</c:v>
                </c:pt>
                <c:pt idx="665">
                  <c:v>1.8472222222222221</c:v>
                </c:pt>
                <c:pt idx="666">
                  <c:v>1.85</c:v>
                </c:pt>
                <c:pt idx="667">
                  <c:v>1.8527777777777779</c:v>
                </c:pt>
                <c:pt idx="668">
                  <c:v>1.8555555555555554</c:v>
                </c:pt>
                <c:pt idx="669">
                  <c:v>1.8583333333333334</c:v>
                </c:pt>
                <c:pt idx="670">
                  <c:v>1.8611111111111112</c:v>
                </c:pt>
                <c:pt idx="671">
                  <c:v>1.8638888888888887</c:v>
                </c:pt>
                <c:pt idx="672">
                  <c:v>1.8666666666666667</c:v>
                </c:pt>
                <c:pt idx="673">
                  <c:v>1.8694444444444445</c:v>
                </c:pt>
                <c:pt idx="674">
                  <c:v>1.8722222222222222</c:v>
                </c:pt>
                <c:pt idx="675">
                  <c:v>1.875</c:v>
                </c:pt>
                <c:pt idx="676">
                  <c:v>1.8777777777777778</c:v>
                </c:pt>
                <c:pt idx="677">
                  <c:v>1.8805555555555555</c:v>
                </c:pt>
                <c:pt idx="678">
                  <c:v>1.8833333333333333</c:v>
                </c:pt>
                <c:pt idx="679">
                  <c:v>1.8861111111111113</c:v>
                </c:pt>
                <c:pt idx="680">
                  <c:v>1.8888888888888888</c:v>
                </c:pt>
                <c:pt idx="681">
                  <c:v>1.8916666666666666</c:v>
                </c:pt>
                <c:pt idx="682">
                  <c:v>1.8944444444444446</c:v>
                </c:pt>
                <c:pt idx="683">
                  <c:v>1.8972222222222221</c:v>
                </c:pt>
                <c:pt idx="684">
                  <c:v>1.9</c:v>
                </c:pt>
                <c:pt idx="685">
                  <c:v>1.9027777777777779</c:v>
                </c:pt>
                <c:pt idx="686">
                  <c:v>1.9055555555555554</c:v>
                </c:pt>
                <c:pt idx="687">
                  <c:v>1.9083333333333334</c:v>
                </c:pt>
                <c:pt idx="688">
                  <c:v>1.9111111111111112</c:v>
                </c:pt>
                <c:pt idx="689">
                  <c:v>1.9138888888888888</c:v>
                </c:pt>
                <c:pt idx="690">
                  <c:v>1.9166666666666667</c:v>
                </c:pt>
                <c:pt idx="691">
                  <c:v>1.9194444444444445</c:v>
                </c:pt>
                <c:pt idx="692">
                  <c:v>1.9222222222222221</c:v>
                </c:pt>
                <c:pt idx="693">
                  <c:v>1.925</c:v>
                </c:pt>
                <c:pt idx="694">
                  <c:v>1.9277777777777778</c:v>
                </c:pt>
                <c:pt idx="695">
                  <c:v>1.9305555555555556</c:v>
                </c:pt>
                <c:pt idx="696">
                  <c:v>1.9333333333333333</c:v>
                </c:pt>
                <c:pt idx="697">
                  <c:v>1.9361111111111111</c:v>
                </c:pt>
                <c:pt idx="698">
                  <c:v>1.9388888888888889</c:v>
                </c:pt>
                <c:pt idx="699">
                  <c:v>1.9416666666666667</c:v>
                </c:pt>
                <c:pt idx="700">
                  <c:v>1.9444444444444444</c:v>
                </c:pt>
                <c:pt idx="701">
                  <c:v>1.9472222222222222</c:v>
                </c:pt>
                <c:pt idx="702">
                  <c:v>1.95</c:v>
                </c:pt>
                <c:pt idx="703">
                  <c:v>1.9527777777777779</c:v>
                </c:pt>
                <c:pt idx="704">
                  <c:v>1.9555555555555555</c:v>
                </c:pt>
                <c:pt idx="705">
                  <c:v>1.9583333333333333</c:v>
                </c:pt>
                <c:pt idx="706">
                  <c:v>1.9611111111111112</c:v>
                </c:pt>
                <c:pt idx="707">
                  <c:v>1.9638888888888888</c:v>
                </c:pt>
                <c:pt idx="708">
                  <c:v>1.9666666666666666</c:v>
                </c:pt>
                <c:pt idx="709">
                  <c:v>1.9694444444444446</c:v>
                </c:pt>
                <c:pt idx="710">
                  <c:v>1.9722222222222221</c:v>
                </c:pt>
                <c:pt idx="711">
                  <c:v>1.9750000000000001</c:v>
                </c:pt>
                <c:pt idx="712">
                  <c:v>1.9777777777777779</c:v>
                </c:pt>
                <c:pt idx="713">
                  <c:v>1.9805555555555554</c:v>
                </c:pt>
                <c:pt idx="714">
                  <c:v>1.9833333333333334</c:v>
                </c:pt>
                <c:pt idx="715">
                  <c:v>1.9861111111111112</c:v>
                </c:pt>
                <c:pt idx="716">
                  <c:v>1.9888888888888887</c:v>
                </c:pt>
                <c:pt idx="717">
                  <c:v>1.9916666666666667</c:v>
                </c:pt>
                <c:pt idx="718">
                  <c:v>1.9944444444444445</c:v>
                </c:pt>
                <c:pt idx="719">
                  <c:v>1.9972222222222222</c:v>
                </c:pt>
                <c:pt idx="720">
                  <c:v>2</c:v>
                </c:pt>
                <c:pt idx="721">
                  <c:v>2.0027777777777778</c:v>
                </c:pt>
                <c:pt idx="722">
                  <c:v>2.0055555555555555</c:v>
                </c:pt>
                <c:pt idx="723">
                  <c:v>2.0083333333333333</c:v>
                </c:pt>
                <c:pt idx="724">
                  <c:v>2.0111111111111111</c:v>
                </c:pt>
                <c:pt idx="725">
                  <c:v>2.0138888888888888</c:v>
                </c:pt>
                <c:pt idx="726">
                  <c:v>2.0166666666666666</c:v>
                </c:pt>
                <c:pt idx="727">
                  <c:v>2.0194444444444444</c:v>
                </c:pt>
                <c:pt idx="728">
                  <c:v>2.0222222222222221</c:v>
                </c:pt>
                <c:pt idx="729">
                  <c:v>2.0249999999999999</c:v>
                </c:pt>
                <c:pt idx="730">
                  <c:v>2.0277777777777777</c:v>
                </c:pt>
                <c:pt idx="731">
                  <c:v>2.0305555555555554</c:v>
                </c:pt>
                <c:pt idx="732">
                  <c:v>2.0333333333333332</c:v>
                </c:pt>
                <c:pt idx="733">
                  <c:v>2.036111111111111</c:v>
                </c:pt>
                <c:pt idx="734">
                  <c:v>2.0388888888888888</c:v>
                </c:pt>
                <c:pt idx="735">
                  <c:v>2.0416666666666665</c:v>
                </c:pt>
                <c:pt idx="736">
                  <c:v>2.0444444444444447</c:v>
                </c:pt>
                <c:pt idx="737">
                  <c:v>2.0472222222222221</c:v>
                </c:pt>
                <c:pt idx="738">
                  <c:v>2.0499999999999998</c:v>
                </c:pt>
                <c:pt idx="739">
                  <c:v>2.052777777777778</c:v>
                </c:pt>
                <c:pt idx="740">
                  <c:v>2.0555555555555554</c:v>
                </c:pt>
                <c:pt idx="741">
                  <c:v>2.0583333333333331</c:v>
                </c:pt>
                <c:pt idx="742">
                  <c:v>2.0611111111111113</c:v>
                </c:pt>
                <c:pt idx="743">
                  <c:v>2.0638888888888887</c:v>
                </c:pt>
                <c:pt idx="744">
                  <c:v>2.0666666666666669</c:v>
                </c:pt>
                <c:pt idx="745">
                  <c:v>2.0694444444444446</c:v>
                </c:pt>
                <c:pt idx="746">
                  <c:v>2.072222222222222</c:v>
                </c:pt>
                <c:pt idx="747">
                  <c:v>2.0750000000000002</c:v>
                </c:pt>
                <c:pt idx="748">
                  <c:v>2.0777777777777779</c:v>
                </c:pt>
                <c:pt idx="749">
                  <c:v>2.0805555555555553</c:v>
                </c:pt>
                <c:pt idx="750">
                  <c:v>2.0833333333333335</c:v>
                </c:pt>
                <c:pt idx="751">
                  <c:v>2.0861111111111112</c:v>
                </c:pt>
                <c:pt idx="752">
                  <c:v>2.088888888888889</c:v>
                </c:pt>
                <c:pt idx="753">
                  <c:v>2.0916666666666668</c:v>
                </c:pt>
                <c:pt idx="754">
                  <c:v>2.0944444444444446</c:v>
                </c:pt>
                <c:pt idx="755">
                  <c:v>2.0972222222222223</c:v>
                </c:pt>
                <c:pt idx="756">
                  <c:v>2.1</c:v>
                </c:pt>
                <c:pt idx="757">
                  <c:v>2.1027777777777779</c:v>
                </c:pt>
                <c:pt idx="758">
                  <c:v>2.1055555555555556</c:v>
                </c:pt>
                <c:pt idx="759">
                  <c:v>2.1083333333333334</c:v>
                </c:pt>
                <c:pt idx="760">
                  <c:v>2.1111111111111112</c:v>
                </c:pt>
                <c:pt idx="761">
                  <c:v>2.1138888888888889</c:v>
                </c:pt>
                <c:pt idx="762">
                  <c:v>2.1166666666666667</c:v>
                </c:pt>
                <c:pt idx="763">
                  <c:v>2.1194444444444445</c:v>
                </c:pt>
                <c:pt idx="764">
                  <c:v>2.1222222222222222</c:v>
                </c:pt>
                <c:pt idx="765">
                  <c:v>2.125</c:v>
                </c:pt>
                <c:pt idx="766">
                  <c:v>2.1277777777777778</c:v>
                </c:pt>
                <c:pt idx="767">
                  <c:v>2.1305555555555555</c:v>
                </c:pt>
                <c:pt idx="768">
                  <c:v>2.1333333333333333</c:v>
                </c:pt>
                <c:pt idx="769">
                  <c:v>2.1361111111111111</c:v>
                </c:pt>
                <c:pt idx="770">
                  <c:v>2.1388888888888888</c:v>
                </c:pt>
                <c:pt idx="771">
                  <c:v>2.1416666666666666</c:v>
                </c:pt>
                <c:pt idx="772">
                  <c:v>2.1444444444444444</c:v>
                </c:pt>
                <c:pt idx="773">
                  <c:v>2.1472222222222226</c:v>
                </c:pt>
                <c:pt idx="774">
                  <c:v>2.15</c:v>
                </c:pt>
                <c:pt idx="775">
                  <c:v>2.1527777777777777</c:v>
                </c:pt>
                <c:pt idx="776">
                  <c:v>2.1555555555555559</c:v>
                </c:pt>
                <c:pt idx="777">
                  <c:v>2.1583333333333332</c:v>
                </c:pt>
                <c:pt idx="778">
                  <c:v>2.161111111111111</c:v>
                </c:pt>
                <c:pt idx="779">
                  <c:v>2.1638888888888892</c:v>
                </c:pt>
                <c:pt idx="780">
                  <c:v>2.1666666666666665</c:v>
                </c:pt>
                <c:pt idx="781">
                  <c:v>2.1694444444444443</c:v>
                </c:pt>
                <c:pt idx="782">
                  <c:v>2.1722222222222225</c:v>
                </c:pt>
                <c:pt idx="783">
                  <c:v>2.1749999999999998</c:v>
                </c:pt>
                <c:pt idx="784">
                  <c:v>2.1777777777777776</c:v>
                </c:pt>
                <c:pt idx="785">
                  <c:v>2.1805555555555558</c:v>
                </c:pt>
                <c:pt idx="786">
                  <c:v>2.1833333333333331</c:v>
                </c:pt>
                <c:pt idx="787">
                  <c:v>2.1861111111111109</c:v>
                </c:pt>
                <c:pt idx="788">
                  <c:v>2.1888888888888891</c:v>
                </c:pt>
                <c:pt idx="789">
                  <c:v>2.1916666666666669</c:v>
                </c:pt>
                <c:pt idx="790">
                  <c:v>2.1944444444444442</c:v>
                </c:pt>
                <c:pt idx="791">
                  <c:v>2.1972222222222224</c:v>
                </c:pt>
                <c:pt idx="792">
                  <c:v>2.2000000000000002</c:v>
                </c:pt>
                <c:pt idx="793">
                  <c:v>2.2027777777777775</c:v>
                </c:pt>
                <c:pt idx="794">
                  <c:v>2.2055555555555557</c:v>
                </c:pt>
                <c:pt idx="795">
                  <c:v>2.2083333333333335</c:v>
                </c:pt>
                <c:pt idx="796">
                  <c:v>2.2111111111111108</c:v>
                </c:pt>
                <c:pt idx="797">
                  <c:v>2.213888888888889</c:v>
                </c:pt>
                <c:pt idx="798">
                  <c:v>2.2166666666666668</c:v>
                </c:pt>
                <c:pt idx="799">
                  <c:v>2.2194444444444441</c:v>
                </c:pt>
                <c:pt idx="800">
                  <c:v>2.2222222222222223</c:v>
                </c:pt>
                <c:pt idx="801">
                  <c:v>2.2250000000000001</c:v>
                </c:pt>
                <c:pt idx="802">
                  <c:v>2.2277777777777774</c:v>
                </c:pt>
                <c:pt idx="803">
                  <c:v>2.2305555555555556</c:v>
                </c:pt>
                <c:pt idx="804">
                  <c:v>2.2333333333333334</c:v>
                </c:pt>
                <c:pt idx="805">
                  <c:v>2.2361111111111112</c:v>
                </c:pt>
                <c:pt idx="806">
                  <c:v>2.2388888888888889</c:v>
                </c:pt>
                <c:pt idx="807">
                  <c:v>2.2416666666666667</c:v>
                </c:pt>
                <c:pt idx="808">
                  <c:v>2.2444444444444445</c:v>
                </c:pt>
                <c:pt idx="809">
                  <c:v>2.2472222222222222</c:v>
                </c:pt>
                <c:pt idx="810">
                  <c:v>2.25</c:v>
                </c:pt>
                <c:pt idx="811">
                  <c:v>2.2527777777777778</c:v>
                </c:pt>
                <c:pt idx="812">
                  <c:v>2.2555555555555555</c:v>
                </c:pt>
                <c:pt idx="813">
                  <c:v>2.2583333333333333</c:v>
                </c:pt>
                <c:pt idx="814">
                  <c:v>2.2611111111111111</c:v>
                </c:pt>
                <c:pt idx="815">
                  <c:v>2.2638888888888888</c:v>
                </c:pt>
                <c:pt idx="816">
                  <c:v>2.2666666666666666</c:v>
                </c:pt>
                <c:pt idx="817">
                  <c:v>2.2694444444444444</c:v>
                </c:pt>
                <c:pt idx="818">
                  <c:v>2.2722222222222226</c:v>
                </c:pt>
                <c:pt idx="819">
                  <c:v>2.2749999999999999</c:v>
                </c:pt>
                <c:pt idx="820">
                  <c:v>2.2777777777777777</c:v>
                </c:pt>
                <c:pt idx="821">
                  <c:v>2.2805555555555559</c:v>
                </c:pt>
                <c:pt idx="822">
                  <c:v>2.2833333333333332</c:v>
                </c:pt>
                <c:pt idx="823">
                  <c:v>2.286111111111111</c:v>
                </c:pt>
                <c:pt idx="824">
                  <c:v>2.2888888888888892</c:v>
                </c:pt>
                <c:pt idx="825">
                  <c:v>2.2916666666666665</c:v>
                </c:pt>
                <c:pt idx="826">
                  <c:v>2.2944444444444443</c:v>
                </c:pt>
                <c:pt idx="827">
                  <c:v>2.2972222222222225</c:v>
                </c:pt>
                <c:pt idx="828">
                  <c:v>2.2999999999999998</c:v>
                </c:pt>
                <c:pt idx="829">
                  <c:v>2.3027777777777776</c:v>
                </c:pt>
                <c:pt idx="830">
                  <c:v>2.3055555555555558</c:v>
                </c:pt>
                <c:pt idx="831">
                  <c:v>2.3083333333333331</c:v>
                </c:pt>
                <c:pt idx="832">
                  <c:v>2.3111111111111109</c:v>
                </c:pt>
                <c:pt idx="833">
                  <c:v>2.3138888888888891</c:v>
                </c:pt>
                <c:pt idx="834">
                  <c:v>2.3166666666666669</c:v>
                </c:pt>
                <c:pt idx="835">
                  <c:v>2.3194444444444442</c:v>
                </c:pt>
                <c:pt idx="836">
                  <c:v>2.3222222222222224</c:v>
                </c:pt>
                <c:pt idx="837">
                  <c:v>2.3250000000000002</c:v>
                </c:pt>
                <c:pt idx="838">
                  <c:v>2.3277777777777775</c:v>
                </c:pt>
                <c:pt idx="839">
                  <c:v>2.3305555555555557</c:v>
                </c:pt>
                <c:pt idx="840">
                  <c:v>2.3333333333333335</c:v>
                </c:pt>
                <c:pt idx="841">
                  <c:v>2.3361111111111108</c:v>
                </c:pt>
                <c:pt idx="842">
                  <c:v>2.338888888888889</c:v>
                </c:pt>
                <c:pt idx="843">
                  <c:v>2.3416666666666668</c:v>
                </c:pt>
                <c:pt idx="844">
                  <c:v>2.3444444444444441</c:v>
                </c:pt>
                <c:pt idx="845">
                  <c:v>2.3472222222222223</c:v>
                </c:pt>
                <c:pt idx="846">
                  <c:v>2.35</c:v>
                </c:pt>
                <c:pt idx="847">
                  <c:v>2.3527777777777774</c:v>
                </c:pt>
                <c:pt idx="848">
                  <c:v>2.3555555555555556</c:v>
                </c:pt>
                <c:pt idx="849">
                  <c:v>2.3583333333333334</c:v>
                </c:pt>
                <c:pt idx="850">
                  <c:v>2.3611111111111112</c:v>
                </c:pt>
                <c:pt idx="851">
                  <c:v>2.3638888888888889</c:v>
                </c:pt>
                <c:pt idx="852">
                  <c:v>2.3666666666666667</c:v>
                </c:pt>
                <c:pt idx="853">
                  <c:v>2.3694444444444445</c:v>
                </c:pt>
                <c:pt idx="854">
                  <c:v>2.3722222222222222</c:v>
                </c:pt>
                <c:pt idx="855">
                  <c:v>2.375</c:v>
                </c:pt>
                <c:pt idx="856">
                  <c:v>2.3777777777777778</c:v>
                </c:pt>
                <c:pt idx="857">
                  <c:v>2.3805555555555555</c:v>
                </c:pt>
                <c:pt idx="858">
                  <c:v>2.3833333333333333</c:v>
                </c:pt>
                <c:pt idx="859">
                  <c:v>2.3861111111111111</c:v>
                </c:pt>
                <c:pt idx="860">
                  <c:v>2.3888888888888888</c:v>
                </c:pt>
                <c:pt idx="861">
                  <c:v>2.3916666666666666</c:v>
                </c:pt>
                <c:pt idx="862">
                  <c:v>2.3944444444444444</c:v>
                </c:pt>
                <c:pt idx="863">
                  <c:v>2.3972222222222226</c:v>
                </c:pt>
                <c:pt idx="864">
                  <c:v>2.4</c:v>
                </c:pt>
                <c:pt idx="865">
                  <c:v>2.4027777777777777</c:v>
                </c:pt>
                <c:pt idx="866">
                  <c:v>2.4055555555555559</c:v>
                </c:pt>
                <c:pt idx="867">
                  <c:v>2.4083333333333332</c:v>
                </c:pt>
                <c:pt idx="868">
                  <c:v>2.411111111111111</c:v>
                </c:pt>
                <c:pt idx="869">
                  <c:v>2.4138888888888892</c:v>
                </c:pt>
                <c:pt idx="870">
                  <c:v>2.4166666666666665</c:v>
                </c:pt>
                <c:pt idx="871">
                  <c:v>2.4194444444444443</c:v>
                </c:pt>
                <c:pt idx="872">
                  <c:v>2.4222222222222225</c:v>
                </c:pt>
                <c:pt idx="873">
                  <c:v>2.4249999999999998</c:v>
                </c:pt>
                <c:pt idx="874">
                  <c:v>2.4277777777777776</c:v>
                </c:pt>
                <c:pt idx="875">
                  <c:v>2.4305555555555558</c:v>
                </c:pt>
                <c:pt idx="876">
                  <c:v>2.4333333333333331</c:v>
                </c:pt>
                <c:pt idx="877">
                  <c:v>2.4361111111111109</c:v>
                </c:pt>
                <c:pt idx="878">
                  <c:v>2.4388888888888891</c:v>
                </c:pt>
                <c:pt idx="879">
                  <c:v>2.4416666666666669</c:v>
                </c:pt>
                <c:pt idx="880">
                  <c:v>2.4444444444444442</c:v>
                </c:pt>
                <c:pt idx="881">
                  <c:v>2.4472222222222224</c:v>
                </c:pt>
                <c:pt idx="882">
                  <c:v>2.4500000000000002</c:v>
                </c:pt>
                <c:pt idx="883">
                  <c:v>2.4527777777777775</c:v>
                </c:pt>
                <c:pt idx="884">
                  <c:v>2.4555555555555557</c:v>
                </c:pt>
                <c:pt idx="885">
                  <c:v>2.4583333333333335</c:v>
                </c:pt>
                <c:pt idx="886">
                  <c:v>2.4611111111111108</c:v>
                </c:pt>
                <c:pt idx="887">
                  <c:v>2.463888888888889</c:v>
                </c:pt>
                <c:pt idx="888">
                  <c:v>2.4666666666666668</c:v>
                </c:pt>
                <c:pt idx="889">
                  <c:v>2.4694444444444441</c:v>
                </c:pt>
                <c:pt idx="890">
                  <c:v>2.4722222222222223</c:v>
                </c:pt>
                <c:pt idx="891">
                  <c:v>2.4750000000000001</c:v>
                </c:pt>
                <c:pt idx="892">
                  <c:v>2.4777777777777774</c:v>
                </c:pt>
                <c:pt idx="893">
                  <c:v>2.4805555555555556</c:v>
                </c:pt>
                <c:pt idx="894">
                  <c:v>2.4833333333333334</c:v>
                </c:pt>
                <c:pt idx="895">
                  <c:v>2.4861111111111112</c:v>
                </c:pt>
                <c:pt idx="896">
                  <c:v>2.4888888888888889</c:v>
                </c:pt>
                <c:pt idx="897">
                  <c:v>2.4916666666666667</c:v>
                </c:pt>
                <c:pt idx="898">
                  <c:v>2.4944444444444445</c:v>
                </c:pt>
                <c:pt idx="899">
                  <c:v>2.4972222222222222</c:v>
                </c:pt>
                <c:pt idx="900">
                  <c:v>2.5</c:v>
                </c:pt>
                <c:pt idx="901">
                  <c:v>2.5027777777777778</c:v>
                </c:pt>
                <c:pt idx="902">
                  <c:v>2.5055555555555555</c:v>
                </c:pt>
                <c:pt idx="903">
                  <c:v>2.5083333333333333</c:v>
                </c:pt>
                <c:pt idx="904">
                  <c:v>2.5111111111111111</c:v>
                </c:pt>
                <c:pt idx="905">
                  <c:v>2.5138888888888888</c:v>
                </c:pt>
                <c:pt idx="906">
                  <c:v>2.5166666666666666</c:v>
                </c:pt>
                <c:pt idx="907">
                  <c:v>2.5194444444444444</c:v>
                </c:pt>
                <c:pt idx="908">
                  <c:v>2.5222222222222226</c:v>
                </c:pt>
                <c:pt idx="909">
                  <c:v>2.5249999999999999</c:v>
                </c:pt>
                <c:pt idx="910">
                  <c:v>2.5277777777777777</c:v>
                </c:pt>
                <c:pt idx="911">
                  <c:v>2.5305555555555559</c:v>
                </c:pt>
                <c:pt idx="912">
                  <c:v>2.5333333333333332</c:v>
                </c:pt>
                <c:pt idx="913">
                  <c:v>2.536111111111111</c:v>
                </c:pt>
                <c:pt idx="914">
                  <c:v>2.5388888888888892</c:v>
                </c:pt>
                <c:pt idx="915">
                  <c:v>2.5416666666666665</c:v>
                </c:pt>
                <c:pt idx="916">
                  <c:v>2.5444444444444443</c:v>
                </c:pt>
                <c:pt idx="917">
                  <c:v>2.5472222222222225</c:v>
                </c:pt>
                <c:pt idx="918">
                  <c:v>2.5499999999999998</c:v>
                </c:pt>
                <c:pt idx="919">
                  <c:v>2.5527777777777776</c:v>
                </c:pt>
                <c:pt idx="920">
                  <c:v>2.5555555555555558</c:v>
                </c:pt>
                <c:pt idx="921">
                  <c:v>2.5583333333333331</c:v>
                </c:pt>
                <c:pt idx="922">
                  <c:v>2.5611111111111109</c:v>
                </c:pt>
                <c:pt idx="923">
                  <c:v>2.5638888888888891</c:v>
                </c:pt>
                <c:pt idx="924">
                  <c:v>2.5666666666666669</c:v>
                </c:pt>
                <c:pt idx="925">
                  <c:v>2.5694444444444442</c:v>
                </c:pt>
                <c:pt idx="926">
                  <c:v>2.5722222222222224</c:v>
                </c:pt>
                <c:pt idx="927">
                  <c:v>2.5750000000000002</c:v>
                </c:pt>
                <c:pt idx="928">
                  <c:v>2.5777777777777775</c:v>
                </c:pt>
                <c:pt idx="929">
                  <c:v>2.5805555555555557</c:v>
                </c:pt>
                <c:pt idx="930">
                  <c:v>2.5833333333333335</c:v>
                </c:pt>
                <c:pt idx="931">
                  <c:v>2.5861111111111108</c:v>
                </c:pt>
                <c:pt idx="932">
                  <c:v>2.588888888888889</c:v>
                </c:pt>
                <c:pt idx="933">
                  <c:v>2.5916666666666668</c:v>
                </c:pt>
                <c:pt idx="934">
                  <c:v>2.5944444444444441</c:v>
                </c:pt>
                <c:pt idx="935">
                  <c:v>2.5972222222222223</c:v>
                </c:pt>
                <c:pt idx="936">
                  <c:v>2.6</c:v>
                </c:pt>
                <c:pt idx="937">
                  <c:v>2.6027777777777774</c:v>
                </c:pt>
                <c:pt idx="938">
                  <c:v>2.6055555555555556</c:v>
                </c:pt>
                <c:pt idx="939">
                  <c:v>2.6083333333333334</c:v>
                </c:pt>
                <c:pt idx="940">
                  <c:v>2.6111111111111112</c:v>
                </c:pt>
                <c:pt idx="941">
                  <c:v>2.6138888888888889</c:v>
                </c:pt>
                <c:pt idx="942">
                  <c:v>2.6166666666666667</c:v>
                </c:pt>
                <c:pt idx="943">
                  <c:v>2.6194444444444445</c:v>
                </c:pt>
                <c:pt idx="944">
                  <c:v>2.6222222222222222</c:v>
                </c:pt>
                <c:pt idx="945">
                  <c:v>2.625</c:v>
                </c:pt>
                <c:pt idx="946">
                  <c:v>2.6277777777777778</c:v>
                </c:pt>
                <c:pt idx="947">
                  <c:v>2.6305555555555555</c:v>
                </c:pt>
                <c:pt idx="948">
                  <c:v>2.6333333333333333</c:v>
                </c:pt>
                <c:pt idx="949">
                  <c:v>2.6361111111111111</c:v>
                </c:pt>
                <c:pt idx="950">
                  <c:v>2.6388888888888888</c:v>
                </c:pt>
                <c:pt idx="951">
                  <c:v>2.6416666666666666</c:v>
                </c:pt>
                <c:pt idx="952">
                  <c:v>2.6444444444444444</c:v>
                </c:pt>
                <c:pt idx="953">
                  <c:v>2.6472222222222226</c:v>
                </c:pt>
                <c:pt idx="954">
                  <c:v>2.65</c:v>
                </c:pt>
                <c:pt idx="955">
                  <c:v>2.6527777777777777</c:v>
                </c:pt>
                <c:pt idx="956">
                  <c:v>2.6555555555555559</c:v>
                </c:pt>
                <c:pt idx="957">
                  <c:v>2.6583333333333332</c:v>
                </c:pt>
                <c:pt idx="958">
                  <c:v>2.661111111111111</c:v>
                </c:pt>
                <c:pt idx="959">
                  <c:v>2.6638888888888892</c:v>
                </c:pt>
                <c:pt idx="960">
                  <c:v>2.6666666666666665</c:v>
                </c:pt>
                <c:pt idx="961">
                  <c:v>2.6694444444444443</c:v>
                </c:pt>
                <c:pt idx="962">
                  <c:v>2.6722222222222225</c:v>
                </c:pt>
                <c:pt idx="963">
                  <c:v>2.6749999999999998</c:v>
                </c:pt>
                <c:pt idx="964">
                  <c:v>2.6777777777777776</c:v>
                </c:pt>
                <c:pt idx="965">
                  <c:v>2.6805555555555558</c:v>
                </c:pt>
                <c:pt idx="966">
                  <c:v>2.6833333333333331</c:v>
                </c:pt>
                <c:pt idx="967">
                  <c:v>2.6861111111111109</c:v>
                </c:pt>
                <c:pt idx="968">
                  <c:v>2.6888888888888891</c:v>
                </c:pt>
                <c:pt idx="969">
                  <c:v>2.6916666666666669</c:v>
                </c:pt>
                <c:pt idx="970">
                  <c:v>2.6944444444444442</c:v>
                </c:pt>
                <c:pt idx="971">
                  <c:v>2.6972222222222224</c:v>
                </c:pt>
                <c:pt idx="972">
                  <c:v>2.7</c:v>
                </c:pt>
                <c:pt idx="973">
                  <c:v>2.7027777777777775</c:v>
                </c:pt>
                <c:pt idx="974">
                  <c:v>2.7055555555555557</c:v>
                </c:pt>
                <c:pt idx="975">
                  <c:v>2.7083333333333335</c:v>
                </c:pt>
                <c:pt idx="976">
                  <c:v>2.7111111111111108</c:v>
                </c:pt>
                <c:pt idx="977">
                  <c:v>2.713888888888889</c:v>
                </c:pt>
                <c:pt idx="978">
                  <c:v>2.7166666666666668</c:v>
                </c:pt>
                <c:pt idx="979">
                  <c:v>2.7194444444444441</c:v>
                </c:pt>
                <c:pt idx="980">
                  <c:v>2.7222222222222223</c:v>
                </c:pt>
                <c:pt idx="981">
                  <c:v>2.7250000000000001</c:v>
                </c:pt>
                <c:pt idx="982">
                  <c:v>2.7277777777777774</c:v>
                </c:pt>
                <c:pt idx="983">
                  <c:v>2.7305555555555556</c:v>
                </c:pt>
                <c:pt idx="984">
                  <c:v>2.7333333333333334</c:v>
                </c:pt>
                <c:pt idx="985">
                  <c:v>2.7361111111111112</c:v>
                </c:pt>
                <c:pt idx="986">
                  <c:v>2.7388888888888889</c:v>
                </c:pt>
                <c:pt idx="987">
                  <c:v>2.7416666666666667</c:v>
                </c:pt>
                <c:pt idx="988">
                  <c:v>2.7444444444444445</c:v>
                </c:pt>
                <c:pt idx="989">
                  <c:v>2.7472222222222222</c:v>
                </c:pt>
                <c:pt idx="990">
                  <c:v>2.75</c:v>
                </c:pt>
                <c:pt idx="991">
                  <c:v>2.7527777777777778</c:v>
                </c:pt>
                <c:pt idx="992">
                  <c:v>2.7555555555555555</c:v>
                </c:pt>
                <c:pt idx="993">
                  <c:v>2.7583333333333333</c:v>
                </c:pt>
                <c:pt idx="994">
                  <c:v>2.7611111111111111</c:v>
                </c:pt>
                <c:pt idx="995">
                  <c:v>2.7638888888888888</c:v>
                </c:pt>
                <c:pt idx="996">
                  <c:v>2.7666666666666666</c:v>
                </c:pt>
                <c:pt idx="997">
                  <c:v>2.7694444444444444</c:v>
                </c:pt>
                <c:pt idx="998">
                  <c:v>2.7722222222222226</c:v>
                </c:pt>
                <c:pt idx="999">
                  <c:v>2.7749999999999999</c:v>
                </c:pt>
                <c:pt idx="1000">
                  <c:v>2.7777777777777777</c:v>
                </c:pt>
                <c:pt idx="1001">
                  <c:v>2.7805555555555559</c:v>
                </c:pt>
                <c:pt idx="1002">
                  <c:v>2.7833333333333332</c:v>
                </c:pt>
                <c:pt idx="1003">
                  <c:v>2.786111111111111</c:v>
                </c:pt>
                <c:pt idx="1004">
                  <c:v>2.7888888888888892</c:v>
                </c:pt>
                <c:pt idx="1005">
                  <c:v>2.7916666666666665</c:v>
                </c:pt>
                <c:pt idx="1006">
                  <c:v>2.7944444444444443</c:v>
                </c:pt>
                <c:pt idx="1007">
                  <c:v>2.7972222222222225</c:v>
                </c:pt>
                <c:pt idx="1008">
                  <c:v>2.8</c:v>
                </c:pt>
                <c:pt idx="1009">
                  <c:v>2.8027777777777776</c:v>
                </c:pt>
                <c:pt idx="1010">
                  <c:v>2.8055555555555558</c:v>
                </c:pt>
                <c:pt idx="1011">
                  <c:v>2.8083333333333331</c:v>
                </c:pt>
                <c:pt idx="1012">
                  <c:v>2.8111111111111109</c:v>
                </c:pt>
                <c:pt idx="1013">
                  <c:v>2.8138888888888891</c:v>
                </c:pt>
                <c:pt idx="1014">
                  <c:v>2.8166666666666669</c:v>
                </c:pt>
                <c:pt idx="1015">
                  <c:v>2.8194444444444442</c:v>
                </c:pt>
                <c:pt idx="1016">
                  <c:v>2.8222222222222224</c:v>
                </c:pt>
                <c:pt idx="1017">
                  <c:v>2.8250000000000002</c:v>
                </c:pt>
                <c:pt idx="1018">
                  <c:v>2.8277777777777775</c:v>
                </c:pt>
                <c:pt idx="1019">
                  <c:v>2.8305555555555557</c:v>
                </c:pt>
                <c:pt idx="1020">
                  <c:v>2.8333333333333335</c:v>
                </c:pt>
                <c:pt idx="1021">
                  <c:v>2.8361111111111108</c:v>
                </c:pt>
                <c:pt idx="1022">
                  <c:v>2.838888888888889</c:v>
                </c:pt>
                <c:pt idx="1023">
                  <c:v>2.8416666666666668</c:v>
                </c:pt>
                <c:pt idx="1024">
                  <c:v>2.8444444444444441</c:v>
                </c:pt>
                <c:pt idx="1025">
                  <c:v>2.8472222222222223</c:v>
                </c:pt>
                <c:pt idx="1026">
                  <c:v>2.85</c:v>
                </c:pt>
                <c:pt idx="1027">
                  <c:v>2.8527777777777774</c:v>
                </c:pt>
                <c:pt idx="1028">
                  <c:v>2.8555555555555556</c:v>
                </c:pt>
                <c:pt idx="1029">
                  <c:v>2.8583333333333334</c:v>
                </c:pt>
                <c:pt idx="1030">
                  <c:v>2.8611111111111112</c:v>
                </c:pt>
                <c:pt idx="1031">
                  <c:v>2.8638888888888889</c:v>
                </c:pt>
                <c:pt idx="1032">
                  <c:v>2.8666666666666667</c:v>
                </c:pt>
                <c:pt idx="1033">
                  <c:v>2.8694444444444445</c:v>
                </c:pt>
                <c:pt idx="1034">
                  <c:v>2.8722222222222222</c:v>
                </c:pt>
                <c:pt idx="1035">
                  <c:v>2.875</c:v>
                </c:pt>
                <c:pt idx="1036">
                  <c:v>2.8777777777777778</c:v>
                </c:pt>
                <c:pt idx="1037">
                  <c:v>2.8805555555555555</c:v>
                </c:pt>
                <c:pt idx="1038">
                  <c:v>2.8833333333333333</c:v>
                </c:pt>
                <c:pt idx="1039">
                  <c:v>2.8861111111111111</c:v>
                </c:pt>
                <c:pt idx="1040">
                  <c:v>2.8888888888888888</c:v>
                </c:pt>
                <c:pt idx="1041">
                  <c:v>2.8916666666666666</c:v>
                </c:pt>
                <c:pt idx="1042">
                  <c:v>2.8944444444444444</c:v>
                </c:pt>
                <c:pt idx="1043">
                  <c:v>2.8972222222222226</c:v>
                </c:pt>
                <c:pt idx="1044">
                  <c:v>2.9</c:v>
                </c:pt>
                <c:pt idx="1045">
                  <c:v>2.9027777777777777</c:v>
                </c:pt>
                <c:pt idx="1046">
                  <c:v>2.9055555555555559</c:v>
                </c:pt>
                <c:pt idx="1047">
                  <c:v>2.9083333333333332</c:v>
                </c:pt>
                <c:pt idx="1048">
                  <c:v>2.911111111111111</c:v>
                </c:pt>
                <c:pt idx="1049">
                  <c:v>2.9138888888888892</c:v>
                </c:pt>
                <c:pt idx="1050">
                  <c:v>2.9166666666666665</c:v>
                </c:pt>
                <c:pt idx="1051">
                  <c:v>2.9194444444444443</c:v>
                </c:pt>
                <c:pt idx="1052">
                  <c:v>2.9222222222222225</c:v>
                </c:pt>
                <c:pt idx="1053">
                  <c:v>2.9249999999999998</c:v>
                </c:pt>
                <c:pt idx="1054">
                  <c:v>2.9277777777777776</c:v>
                </c:pt>
                <c:pt idx="1055">
                  <c:v>2.9305555555555558</c:v>
                </c:pt>
                <c:pt idx="1056">
                  <c:v>2.9333333333333331</c:v>
                </c:pt>
                <c:pt idx="1057">
                  <c:v>2.9361111111111109</c:v>
                </c:pt>
                <c:pt idx="1058">
                  <c:v>2.9388888888888891</c:v>
                </c:pt>
                <c:pt idx="1059">
                  <c:v>2.9416666666666669</c:v>
                </c:pt>
                <c:pt idx="1060">
                  <c:v>2.9444444444444442</c:v>
                </c:pt>
                <c:pt idx="1061">
                  <c:v>2.9472222222222224</c:v>
                </c:pt>
                <c:pt idx="1062">
                  <c:v>2.95</c:v>
                </c:pt>
                <c:pt idx="1063">
                  <c:v>2.9527777777777775</c:v>
                </c:pt>
                <c:pt idx="1064">
                  <c:v>2.9555555555555557</c:v>
                </c:pt>
                <c:pt idx="1065">
                  <c:v>2.9583333333333335</c:v>
                </c:pt>
                <c:pt idx="1066">
                  <c:v>2.9611111111111108</c:v>
                </c:pt>
                <c:pt idx="1067">
                  <c:v>2.963888888888889</c:v>
                </c:pt>
                <c:pt idx="1068">
                  <c:v>2.9666666666666668</c:v>
                </c:pt>
                <c:pt idx="1069">
                  <c:v>2.9694444444444441</c:v>
                </c:pt>
                <c:pt idx="1070">
                  <c:v>2.9722222222222223</c:v>
                </c:pt>
                <c:pt idx="1071">
                  <c:v>2.9750000000000001</c:v>
                </c:pt>
                <c:pt idx="1072">
                  <c:v>2.9777777777777774</c:v>
                </c:pt>
                <c:pt idx="1073">
                  <c:v>2.9805555555555556</c:v>
                </c:pt>
                <c:pt idx="1074">
                  <c:v>2.9833333333333334</c:v>
                </c:pt>
                <c:pt idx="1075">
                  <c:v>2.9861111111111112</c:v>
                </c:pt>
                <c:pt idx="1076">
                  <c:v>2.9888888888888889</c:v>
                </c:pt>
                <c:pt idx="1077">
                  <c:v>2.9916666666666667</c:v>
                </c:pt>
                <c:pt idx="1078">
                  <c:v>2.9944444444444445</c:v>
                </c:pt>
                <c:pt idx="1079">
                  <c:v>2.9972222222222222</c:v>
                </c:pt>
                <c:pt idx="1080">
                  <c:v>3</c:v>
                </c:pt>
              </c:numCache>
            </c:numRef>
          </c:xVal>
          <c:yVal>
            <c:numRef>
              <c:f>Sheet1!$S$4:$S$1084</c:f>
              <c:numCache>
                <c:formatCode>0.00</c:formatCode>
                <c:ptCount val="1081"/>
                <c:pt idx="0">
                  <c:v>0</c:v>
                </c:pt>
                <c:pt idx="1">
                  <c:v>1.3962707120711976E-137</c:v>
                </c:pt>
                <c:pt idx="2">
                  <c:v>1.4405038582580536E-119</c:v>
                </c:pt>
                <c:pt idx="3">
                  <c:v>4.7395272734462348E-109</c:v>
                </c:pt>
                <c:pt idx="4">
                  <c:v>1.3298549703475732E-101</c:v>
                </c:pt>
                <c:pt idx="5">
                  <c:v>7.7651548170616736E-96</c:v>
                </c:pt>
                <c:pt idx="6">
                  <c:v>3.915344129219657E-91</c:v>
                </c:pt>
                <c:pt idx="7">
                  <c:v>3.6418526877445882E-87</c:v>
                </c:pt>
                <c:pt idx="8">
                  <c:v>9.8306956497816334E-84</c:v>
                </c:pt>
                <c:pt idx="9">
                  <c:v>1.0315271313406253E-80</c:v>
                </c:pt>
                <c:pt idx="10">
                  <c:v>5.1365928928081195E-78</c:v>
                </c:pt>
                <c:pt idx="11">
                  <c:v>1.3995271037475688E-75</c:v>
                </c:pt>
                <c:pt idx="12">
                  <c:v>2.3176082305719419E-73</c:v>
                </c:pt>
                <c:pt idx="13">
                  <c:v>2.5264543626357324E-71</c:v>
                </c:pt>
                <c:pt idx="14">
                  <c:v>1.929023495969407E-69</c:v>
                </c:pt>
                <c:pt idx="15">
                  <c:v>1.0836174191476159E-67</c:v>
                </c:pt>
                <c:pt idx="16">
                  <c:v>4.6595550954713833E-66</c:v>
                </c:pt>
                <c:pt idx="17">
                  <c:v>1.5842577203388969E-64</c:v>
                </c:pt>
                <c:pt idx="18">
                  <c:v>4.375079139539415E-63</c:v>
                </c:pt>
                <c:pt idx="19">
                  <c:v>1.0036833547403773E-61</c:v>
                </c:pt>
                <c:pt idx="20">
                  <c:v>1.9495099766078897E-60</c:v>
                </c:pt>
                <c:pt idx="21">
                  <c:v>3.2585805713815175E-59</c:v>
                </c:pt>
                <c:pt idx="22">
                  <c:v>4.7530971017688058E-58</c:v>
                </c:pt>
                <c:pt idx="23">
                  <c:v>6.1239418182797952E-57</c:v>
                </c:pt>
                <c:pt idx="24">
                  <c:v>7.0433692206560419E-56</c:v>
                </c:pt>
                <c:pt idx="25">
                  <c:v>7.2988011254410381E-55</c:v>
                </c:pt>
                <c:pt idx="26">
                  <c:v>6.8706360824390256E-54</c:v>
                </c:pt>
                <c:pt idx="27">
                  <c:v>5.9178911764072549E-53</c:v>
                </c:pt>
                <c:pt idx="28">
                  <c:v>4.6942699782518533E-52</c:v>
                </c:pt>
                <c:pt idx="29">
                  <c:v>3.449142315562498E-51</c:v>
                </c:pt>
                <c:pt idx="30">
                  <c:v>2.3596716839442116E-50</c:v>
                </c:pt>
                <c:pt idx="31">
                  <c:v>1.5101600788047248E-49</c:v>
                </c:pt>
                <c:pt idx="32">
                  <c:v>9.0795664658818146E-49</c:v>
                </c:pt>
                <c:pt idx="33">
                  <c:v>5.1481105369384685E-48</c:v>
                </c:pt>
                <c:pt idx="34">
                  <c:v>2.7624317100677622E-47</c:v>
                </c:pt>
                <c:pt idx="35">
                  <c:v>1.4072920902509802E-46</c:v>
                </c:pt>
                <c:pt idx="36">
                  <c:v>6.8264779111120656E-46</c:v>
                </c:pt>
                <c:pt idx="37">
                  <c:v>3.1615142585447131E-45</c:v>
                </c:pt>
                <c:pt idx="38">
                  <c:v>1.4013691589355873E-44</c:v>
                </c:pt>
                <c:pt idx="39">
                  <c:v>5.9587921579203035E-44</c:v>
                </c:pt>
                <c:pt idx="40">
                  <c:v>2.4357143411274871E-43</c:v>
                </c:pt>
                <c:pt idx="41">
                  <c:v>9.5896627528687874E-43</c:v>
                </c:pt>
                <c:pt idx="42">
                  <c:v>3.6431278509521797E-42</c:v>
                </c:pt>
                <c:pt idx="43">
                  <c:v>1.3377328162719723E-41</c:v>
                </c:pt>
                <c:pt idx="44">
                  <c:v>4.7551880128701374E-41</c:v>
                </c:pt>
                <c:pt idx="45">
                  <c:v>1.6387133353028666E-40</c:v>
                </c:pt>
                <c:pt idx="46">
                  <c:v>5.482354567516071E-40</c:v>
                </c:pt>
                <c:pt idx="47">
                  <c:v>1.7828456783236829E-39</c:v>
                </c:pt>
                <c:pt idx="48">
                  <c:v>5.6423701928868501E-39</c:v>
                </c:pt>
                <c:pt idx="49">
                  <c:v>1.7397914544093689E-38</c:v>
                </c:pt>
                <c:pt idx="50">
                  <c:v>5.2321201597055046E-38</c:v>
                </c:pt>
                <c:pt idx="51">
                  <c:v>1.5361480454868542E-37</c:v>
                </c:pt>
                <c:pt idx="52">
                  <c:v>4.4072550330498773E-37</c:v>
                </c:pt>
                <c:pt idx="53">
                  <c:v>1.2367012447972908E-36</c:v>
                </c:pt>
                <c:pt idx="54">
                  <c:v>3.3969039639296284E-36</c:v>
                </c:pt>
                <c:pt idx="55">
                  <c:v>9.1403769545851145E-36</c:v>
                </c:pt>
                <c:pt idx="56">
                  <c:v>2.4111787913638242E-35</c:v>
                </c:pt>
                <c:pt idx="57">
                  <c:v>6.2399942931402607E-35</c:v>
                </c:pt>
                <c:pt idx="58">
                  <c:v>1.5853221350009137E-34</c:v>
                </c:pt>
                <c:pt idx="59">
                  <c:v>3.9564316354629203E-34</c:v>
                </c:pt>
                <c:pt idx="60">
                  <c:v>9.7051677827008922E-34</c:v>
                </c:pt>
                <c:pt idx="61">
                  <c:v>2.3413329822468858E-33</c:v>
                </c:pt>
                <c:pt idx="62">
                  <c:v>5.5580123809512288E-33</c:v>
                </c:pt>
                <c:pt idx="63">
                  <c:v>1.2989611577550995E-32</c:v>
                </c:pt>
                <c:pt idx="64">
                  <c:v>2.9902444579356629E-32</c:v>
                </c:pt>
                <c:pt idx="65">
                  <c:v>6.7835137750709655E-32</c:v>
                </c:pt>
                <c:pt idx="66">
                  <c:v>1.5171708951090853E-31</c:v>
                </c:pt>
                <c:pt idx="67">
                  <c:v>3.3468140990218359E-31</c:v>
                </c:pt>
                <c:pt idx="68">
                  <c:v>7.2848941822671429E-31</c:v>
                </c:pt>
                <c:pt idx="69">
                  <c:v>1.5652329696025794E-30</c:v>
                </c:pt>
                <c:pt idx="70">
                  <c:v>3.3209397871605034E-30</c:v>
                </c:pt>
                <c:pt idx="71">
                  <c:v>6.9602458688056871E-30</c:v>
                </c:pt>
                <c:pt idx="72">
                  <c:v>1.4415127947864487E-29</c:v>
                </c:pt>
                <c:pt idx="73">
                  <c:v>2.9511098823762868E-29</c:v>
                </c:pt>
                <c:pt idx="74">
                  <c:v>5.973955932056417E-29</c:v>
                </c:pt>
                <c:pt idx="75">
                  <c:v>1.1961336047748799E-28</c:v>
                </c:pt>
                <c:pt idx="76">
                  <c:v>2.3695423917578185E-28</c:v>
                </c:pt>
                <c:pt idx="77">
                  <c:v>4.645554012094616E-28</c:v>
                </c:pt>
                <c:pt idx="78">
                  <c:v>9.016027391492088E-28</c:v>
                </c:pt>
                <c:pt idx="79">
                  <c:v>1.732645025483869E-27</c:v>
                </c:pt>
                <c:pt idx="80">
                  <c:v>3.2978309967856004E-27</c:v>
                </c:pt>
                <c:pt idx="81">
                  <c:v>6.2183529178142994E-27</c:v>
                </c:pt>
                <c:pt idx="82">
                  <c:v>1.1618509951953322E-26</c:v>
                </c:pt>
                <c:pt idx="83">
                  <c:v>2.1515423126995877E-26</c:v>
                </c:pt>
                <c:pt idx="84">
                  <c:v>3.9497223740783646E-26</c:v>
                </c:pt>
                <c:pt idx="85">
                  <c:v>7.1893562892473962E-26</c:v>
                </c:pt>
                <c:pt idx="86">
                  <c:v>1.2977964928169268E-25</c:v>
                </c:pt>
                <c:pt idx="87">
                  <c:v>2.3238052912560318E-25</c:v>
                </c:pt>
                <c:pt idx="88">
                  <c:v>4.1280976856329759E-25</c:v>
                </c:pt>
                <c:pt idx="89">
                  <c:v>7.2767104307504901E-25</c:v>
                </c:pt>
                <c:pt idx="90">
                  <c:v>1.2730056118884237E-24</c:v>
                </c:pt>
                <c:pt idx="91">
                  <c:v>2.2105907512029075E-24</c:v>
                </c:pt>
                <c:pt idx="92">
                  <c:v>3.8110049046624987E-24</c:v>
                </c:pt>
                <c:pt idx="93">
                  <c:v>6.5236678014794143E-24</c:v>
                </c:pt>
                <c:pt idx="94">
                  <c:v>1.1089991111805669E-23</c:v>
                </c:pt>
                <c:pt idx="95">
                  <c:v>1.8724979762396297E-23</c:v>
                </c:pt>
                <c:pt idx="96">
                  <c:v>3.1406828252674333E-23</c:v>
                </c:pt>
                <c:pt idx="97">
                  <c:v>5.2335841410387915E-23</c:v>
                </c:pt>
                <c:pt idx="98">
                  <c:v>8.665722026732257E-23</c:v>
                </c:pt>
                <c:pt idx="99">
                  <c:v>1.4259258616791128E-22</c:v>
                </c:pt>
                <c:pt idx="100">
                  <c:v>2.3320095655196712E-22</c:v>
                </c:pt>
                <c:pt idx="101">
                  <c:v>3.7910351574305242E-22</c:v>
                </c:pt>
                <c:pt idx="102">
                  <c:v>6.1267583077118724E-22</c:v>
                </c:pt>
                <c:pt idx="103">
                  <c:v>9.8446205751087954E-22</c:v>
                </c:pt>
                <c:pt idx="104">
                  <c:v>1.5729355051988951E-21</c:v>
                </c:pt>
                <c:pt idx="105">
                  <c:v>2.4992722061432016E-21</c:v>
                </c:pt>
                <c:pt idx="106">
                  <c:v>3.949595221569405E-21</c:v>
                </c:pt>
                <c:pt idx="107">
                  <c:v>6.2082956637128818E-21</c:v>
                </c:pt>
                <c:pt idx="108">
                  <c:v>9.7076948702454045E-21</c:v>
                </c:pt>
                <c:pt idx="109">
                  <c:v>1.5101695945736261E-20</c:v>
                </c:pt>
                <c:pt idx="110">
                  <c:v>2.3374482934631311E-20</c:v>
                </c:pt>
                <c:pt idx="111">
                  <c:v>3.6000181300573494E-20</c:v>
                </c:pt>
                <c:pt idx="112">
                  <c:v>5.5176275124553682E-20</c:v>
                </c:pt>
                <c:pt idx="113">
                  <c:v>8.4163286289913126E-20</c:v>
                </c:pt>
                <c:pt idx="114">
                  <c:v>1.2777686061080248E-19</c:v>
                </c:pt>
                <c:pt idx="115">
                  <c:v>1.9309748271585924E-19</c:v>
                </c:pt>
                <c:pt idx="116">
                  <c:v>2.9048960910680747E-19</c:v>
                </c:pt>
                <c:pt idx="117">
                  <c:v>4.3505885336501681E-19</c:v>
                </c:pt>
                <c:pt idx="118">
                  <c:v>6.4872674371054316E-19</c:v>
                </c:pt>
                <c:pt idx="119">
                  <c:v>9.6317256756729099E-19</c:v>
                </c:pt>
                <c:pt idx="120">
                  <c:v>1.4239877120455381E-18</c:v>
                </c:pt>
                <c:pt idx="121">
                  <c:v>2.0965187719625687E-18</c:v>
                </c:pt>
                <c:pt idx="122">
                  <c:v>3.0740535910616213E-18</c:v>
                </c:pt>
                <c:pt idx="123">
                  <c:v>4.4892453128668907E-18</c:v>
                </c:pt>
                <c:pt idx="124">
                  <c:v>6.5299945501799648E-18</c:v>
                </c:pt>
                <c:pt idx="125">
                  <c:v>9.4614466994411275E-18</c:v>
                </c:pt>
                <c:pt idx="126">
                  <c:v>1.365634661796124E-17</c:v>
                </c:pt>
                <c:pt idx="127">
                  <c:v>1.9636773877671029E-17</c:v>
                </c:pt>
                <c:pt idx="128">
                  <c:v>2.8131320471044362E-17</c:v>
                </c:pt>
                <c:pt idx="129">
                  <c:v>4.0153149415472647E-17</c:v>
                </c:pt>
                <c:pt idx="130">
                  <c:v>5.7106190912611599E-17</c:v>
                </c:pt>
                <c:pt idx="131">
                  <c:v>8.0929126218684848E-17</c:v>
                </c:pt>
                <c:pt idx="132">
                  <c:v>1.1428994980243692E-16</c:v>
                </c:pt>
                <c:pt idx="133">
                  <c:v>1.6084800740640989E-16</c:v>
                </c:pt>
                <c:pt idx="134">
                  <c:v>2.2560576160959406E-16</c:v>
                </c:pt>
                <c:pt idx="135">
                  <c:v>3.1537949397633327E-16</c:v>
                </c:pt>
                <c:pt idx="136">
                  <c:v>4.3942716599033854E-16</c:v>
                </c:pt>
                <c:pt idx="137">
                  <c:v>6.1028330125870668E-16</c:v>
                </c:pt>
                <c:pt idx="138">
                  <c:v>8.4486573925764662E-16</c:v>
                </c:pt>
                <c:pt idx="139">
                  <c:v>1.1659383513249724E-15</c:v>
                </c:pt>
                <c:pt idx="140">
                  <c:v>1.6040384367241311E-15</c:v>
                </c:pt>
                <c:pt idx="141">
                  <c:v>2.2000089471072141E-15</c:v>
                </c:pt>
                <c:pt idx="142">
                  <c:v>3.0083156863408666E-15</c:v>
                </c:pt>
                <c:pt idx="143">
                  <c:v>4.1013803915220443E-15</c:v>
                </c:pt>
                <c:pt idx="144">
                  <c:v>5.5752248354379328E-15</c:v>
                </c:pt>
                <c:pt idx="145">
                  <c:v>7.5568021549210355E-15</c:v>
                </c:pt>
                <c:pt idx="146">
                  <c:v>1.0213493635647934E-14</c:v>
                </c:pt>
                <c:pt idx="147">
                  <c:v>1.3765377248701082E-14</c:v>
                </c:pt>
                <c:pt idx="148">
                  <c:v>1.8501034558503054E-14</c:v>
                </c:pt>
                <c:pt idx="149">
                  <c:v>2.4797862808267056E-14</c:v>
                </c:pt>
                <c:pt idx="150">
                  <c:v>3.3148108305345485E-14</c:v>
                </c:pt>
                <c:pt idx="151">
                  <c:v>4.4192146942634045E-14</c:v>
                </c:pt>
                <c:pt idx="152">
                  <c:v>5.8760921468706666E-14</c:v>
                </c:pt>
                <c:pt idx="153">
                  <c:v>7.7929919489789812E-14</c:v>
                </c:pt>
                <c:pt idx="154">
                  <c:v>1.0308766109977054E-13</c:v>
                </c:pt>
                <c:pt idx="155">
                  <c:v>1.3602238450381137E-13</c:v>
                </c:pt>
                <c:pt idx="156">
                  <c:v>1.7903150086404867E-13</c:v>
                </c:pt>
                <c:pt idx="157">
                  <c:v>2.350594703983825E-13</c:v>
                </c:pt>
                <c:pt idx="158">
                  <c:v>3.0787107179289757E-13</c:v>
                </c:pt>
                <c:pt idx="159">
                  <c:v>4.0226864547352086E-13</c:v>
                </c:pt>
                <c:pt idx="160">
                  <c:v>5.2436384678289093E-13</c:v>
                </c:pt>
                <c:pt idx="161">
                  <c:v>6.8191681712408206E-13</c:v>
                </c:pt>
                <c:pt idx="162">
                  <c:v>8.8475855196135118E-13</c:v>
                </c:pt>
                <c:pt idx="163">
                  <c:v>1.1453157114367528E-12</c:v>
                </c:pt>
                <c:pt idx="164">
                  <c:v>1.4792612968865671E-12</c:v>
                </c:pt>
                <c:pt idx="165">
                  <c:v>1.906319639530155E-12</c:v>
                </c:pt>
                <c:pt idx="166">
                  <c:v>2.4512601742702662E-12</c:v>
                </c:pt>
                <c:pt idx="167">
                  <c:v>3.1451216871678119E-12</c:v>
                </c:pt>
                <c:pt idx="168">
                  <c:v>4.026717346240438E-12</c:v>
                </c:pt>
                <c:pt idx="169">
                  <c:v>5.1444811042360215E-12</c:v>
                </c:pt>
                <c:pt idx="170">
                  <c:v>6.5587282927074712E-12</c:v>
                </c:pt>
                <c:pt idx="171">
                  <c:v>8.3444177501342711E-12</c:v>
                </c:pt>
                <c:pt idx="172">
                  <c:v>1.0594520038228201E-11</c:v>
                </c:pt>
                <c:pt idx="173">
                  <c:v>1.3424116656906005E-11</c:v>
                </c:pt>
                <c:pt idx="174">
                  <c:v>1.6975379197064534E-11</c:v>
                </c:pt>
                <c:pt idx="175">
                  <c:v>2.1423605678517996E-11</c:v>
                </c:pt>
                <c:pt idx="176">
                  <c:v>2.698452460621194E-11</c:v>
                </c:pt>
                <c:pt idx="177">
                  <c:v>3.3923116341549802E-11</c:v>
                </c:pt>
                <c:pt idx="178">
                  <c:v>4.2564247143696719E-11</c:v>
                </c:pt>
                <c:pt idx="179">
                  <c:v>5.330546473480819E-11</c:v>
                </c:pt>
                <c:pt idx="180">
                  <c:v>6.6632366676699931E-11</c:v>
                </c:pt>
                <c:pt idx="181">
                  <c:v>8.3137025572657298E-11</c:v>
                </c:pt>
                <c:pt idx="182">
                  <c:v>1.035400396691936E-10</c:v>
                </c:pt>
                <c:pt idx="183">
                  <c:v>1.2871687557683082E-10</c:v>
                </c:pt>
                <c:pt idx="184">
                  <c:v>1.5972928353431727E-10</c:v>
                </c:pt>
                <c:pt idx="185">
                  <c:v>1.9786269714028469E-10</c:v>
                </c:pt>
                <c:pt idx="186">
                  <c:v>2.4467068128724211E-10</c:v>
                </c:pt>
                <c:pt idx="187">
                  <c:v>3.0202766698589271E-10</c:v>
                </c:pt>
                <c:pt idx="188">
                  <c:v>3.7219141304206171E-10</c:v>
                </c:pt>
                <c:pt idx="189">
                  <c:v>4.5787686570565141E-10</c:v>
                </c:pt>
                <c:pt idx="190">
                  <c:v>5.6234335243548109E-10</c:v>
                </c:pt>
                <c:pt idx="191">
                  <c:v>6.8949734926341544E-10</c:v>
                </c:pt>
                <c:pt idx="192">
                  <c:v>8.4401340785247437E-10</c:v>
                </c:pt>
                <c:pt idx="193">
                  <c:v>1.0314762237397321E-9</c:v>
                </c:pt>
                <c:pt idx="194">
                  <c:v>1.2585472775556795E-9</c:v>
                </c:pt>
                <c:pt idx="195">
                  <c:v>1.5331599930004582E-9</c:v>
                </c:pt>
                <c:pt idx="196">
                  <c:v>1.8647479365346667E-9</c:v>
                </c:pt>
                <c:pt idx="197">
                  <c:v>2.2645112423906436E-9</c:v>
                </c:pt>
                <c:pt idx="198">
                  <c:v>2.7457271917563086E-9</c:v>
                </c:pt>
                <c:pt idx="199">
                  <c:v>3.324111716865147E-9</c:v>
                </c:pt>
                <c:pt idx="200">
                  <c:v>4.0182395502654657E-9</c:v>
                </c:pt>
                <c:pt idx="201">
                  <c:v>4.8500318088148988E-9</c:v>
                </c:pt>
                <c:pt idx="202">
                  <c:v>5.8453210041679482E-9</c:v>
                </c:pt>
                <c:pt idx="203">
                  <c:v>7.0345048211086491E-9</c:v>
                </c:pt>
                <c:pt idx="204">
                  <c:v>8.453301517756737E-9</c:v>
                </c:pt>
                <c:pt idx="205">
                  <c:v>1.0143621494525896E-8</c:v>
                </c:pt>
                <c:pt idx="206">
                  <c:v>1.2154571470304199E-8</c:v>
                </c:pt>
                <c:pt idx="207">
                  <c:v>1.4543609814761983E-8</c:v>
                </c:pt>
                <c:pt idx="208">
                  <c:v>1.7377873936729109E-8</c:v>
                </c:pt>
                <c:pt idx="209">
                  <c:v>2.0735703243665871E-8</c:v>
                </c:pt>
                <c:pt idx="210">
                  <c:v>2.4708384091719919E-8</c:v>
                </c:pt>
                <c:pt idx="211">
                  <c:v>2.9402146366842112E-8</c:v>
                </c:pt>
                <c:pt idx="212">
                  <c:v>3.4940444904141937E-8</c:v>
                </c:pt>
                <c:pt idx="213">
                  <c:v>4.1466562896342046E-8</c:v>
                </c:pt>
                <c:pt idx="214">
                  <c:v>4.9146578796194018E-8</c:v>
                </c:pt>
                <c:pt idx="215">
                  <c:v>5.8172743017704135E-8</c:v>
                </c:pt>
                <c:pt idx="216">
                  <c:v>6.8767316024839709E-8</c:v>
                </c:pt>
                <c:pt idx="217">
                  <c:v>8.1186925204345882E-8</c:v>
                </c:pt>
                <c:pt idx="218">
                  <c:v>9.5727504294000632E-8</c:v>
                </c:pt>
                <c:pt idx="219">
                  <c:v>1.127298861242111E-7</c:v>
                </c:pt>
                <c:pt idx="220">
                  <c:v>1.3258612707691864E-7</c:v>
                </c:pt>
                <c:pt idx="221">
                  <c:v>1.5574665002130963E-7</c:v>
                </c:pt>
                <c:pt idx="222">
                  <c:v>1.8272830160358898E-7</c:v>
                </c:pt>
                <c:pt idx="223">
                  <c:v>2.1412342970299691E-7</c:v>
                </c:pt>
                <c:pt idx="224">
                  <c:v>2.506100976760311E-7</c:v>
                </c:pt>
                <c:pt idx="225">
                  <c:v>2.9296356375533719E-7</c:v>
                </c:pt>
                <c:pt idx="226">
                  <c:v>3.4206916671159422E-7</c:v>
                </c:pt>
                <c:pt idx="227">
                  <c:v>3.9893677269007625E-7</c:v>
                </c:pt>
                <c:pt idx="228">
                  <c:v>4.6471695306589012E-7</c:v>
                </c:pt>
                <c:pt idx="229">
                  <c:v>5.4071907929144925E-7</c:v>
                </c:pt>
                <c:pt idx="230">
                  <c:v>6.2843153810732653E-7</c:v>
                </c:pt>
                <c:pt idx="231">
                  <c:v>7.2954428922614912E-7</c:v>
                </c:pt>
                <c:pt idx="232">
                  <c:v>8.4597400775130687E-7</c:v>
                </c:pt>
                <c:pt idx="233">
                  <c:v>9.7989207523443318E-7</c:v>
                </c:pt>
                <c:pt idx="234">
                  <c:v>1.1337557064818901E-6</c:v>
                </c:pt>
                <c:pt idx="235">
                  <c:v>1.3103425240696251E-6</c:v>
                </c:pt>
                <c:pt idx="236">
                  <c:v>1.5127889190912141E-6</c:v>
                </c:pt>
                <c:pt idx="237">
                  <c:v>1.744632565026062E-6</c:v>
                </c:pt>
                <c:pt idx="238">
                  <c:v>2.009859481844515E-6</c:v>
                </c:pt>
                <c:pt idx="239">
                  <c:v>2.3129560796437765E-6</c:v>
                </c:pt>
                <c:pt idx="240">
                  <c:v>2.6589666453010604E-6</c:v>
                </c:pt>
                <c:pt idx="241">
                  <c:v>3.0535567719128668E-6</c:v>
                </c:pt>
                <c:pt idx="242">
                  <c:v>3.503083269226382E-6</c:v>
                </c:pt>
                <c:pt idx="243">
                  <c:v>4.0146711339276731E-6</c:v>
                </c:pt>
                <c:pt idx="244">
                  <c:v>4.5962982015894478E-6</c:v>
                </c:pt>
                <c:pt idx="245">
                  <c:v>5.2568881473551464E-6</c:v>
                </c:pt>
                <c:pt idx="246">
                  <c:v>6.0064125500943457E-6</c:v>
                </c:pt>
                <c:pt idx="247">
                  <c:v>6.8560027848514333E-6</c:v>
                </c:pt>
                <c:pt idx="248">
                  <c:v>7.8180725609591116E-6</c:v>
                </c:pt>
                <c:pt idx="249">
                  <c:v>8.9064519782272186E-6</c:v>
                </c:pt>
                <c:pt idx="250">
                  <c:v>1.013653403116604E-5</c:v>
                </c:pt>
                <c:pt idx="251">
                  <c:v>1.152543455126979E-5</c:v>
                </c:pt>
                <c:pt idx="252">
                  <c:v>1.3092166639958054E-5</c:v>
                </c:pt>
                <c:pt idx="253">
                  <c:v>1.4857830709856779E-5</c:v>
                </c:pt>
                <c:pt idx="254">
                  <c:v>1.6845821319634989E-5</c:v>
                </c:pt>
                <c:pt idx="255">
                  <c:v>1.9082052057592196E-5</c:v>
                </c:pt>
                <c:pt idx="256">
                  <c:v>2.1595199801529013E-5</c:v>
                </c:pt>
                <c:pt idx="257">
                  <c:v>2.441696975706605E-5</c:v>
                </c:pt>
                <c:pt idx="258">
                  <c:v>2.7582382753416731E-5</c:v>
                </c:pt>
                <c:pt idx="259">
                  <c:v>3.1130086354554213E-5</c:v>
                </c:pt>
                <c:pt idx="260">
                  <c:v>3.5102691424605792E-5</c:v>
                </c:pt>
                <c:pt idx="261">
                  <c:v>3.9547135869022236E-5</c:v>
                </c:pt>
                <c:pt idx="262">
                  <c:v>4.4515077357438777E-5</c:v>
                </c:pt>
                <c:pt idx="263">
                  <c:v>5.0063316919939183E-5</c:v>
                </c:pt>
                <c:pt idx="264">
                  <c:v>5.6254255395502686E-5</c:v>
                </c:pt>
                <c:pt idx="265">
                  <c:v>6.3156384799458522E-5</c:v>
                </c:pt>
                <c:pt idx="266">
                  <c:v>7.0844816765543709E-5</c:v>
                </c:pt>
                <c:pt idx="267">
                  <c:v>7.9401850307413138E-5</c:v>
                </c:pt>
                <c:pt idx="268">
                  <c:v>8.891758123378654E-5</c:v>
                </c:pt>
                <c:pt idx="269">
                  <c:v>9.9490555640591817E-5</c:v>
                </c:pt>
                <c:pt idx="270">
                  <c:v>1.1122846999199983E-4</c:v>
                </c:pt>
                <c:pt idx="271">
                  <c:v>1.2424892038988934E-4</c:v>
                </c:pt>
                <c:pt idx="272">
                  <c:v>1.386802037174452E-4</c:v>
                </c:pt>
                <c:pt idx="273">
                  <c:v>1.54662173426955E-4</c:v>
                </c:pt>
                <c:pt idx="274">
                  <c:v>1.7234715282391625E-4</c:v>
                </c:pt>
                <c:pt idx="275">
                  <c:v>1.9190090877878758E-4</c:v>
                </c:pt>
                <c:pt idx="276">
                  <c:v>2.1350368887349477E-4</c:v>
                </c:pt>
                <c:pt idx="277">
                  <c:v>2.3735132506188221E-4</c:v>
                </c:pt>
                <c:pt idx="278">
                  <c:v>2.6365640699060238E-4</c:v>
                </c:pt>
                <c:pt idx="279">
                  <c:v>2.9264952818940137E-4</c:v>
                </c:pt>
                <c:pt idx="280">
                  <c:v>3.2458060839631004E-4</c:v>
                </c:pt>
                <c:pt idx="281">
                  <c:v>3.5972029533358127E-4</c:v>
                </c:pt>
                <c:pt idx="282">
                  <c:v>3.9836144929332988E-4</c:v>
                </c:pt>
                <c:pt idx="283">
                  <c:v>4.4082071392736294E-4</c:v>
                </c:pt>
                <c:pt idx="284">
                  <c:v>4.8744017666273534E-4</c:v>
                </c:pt>
                <c:pt idx="285">
                  <c:v>5.3858912218227506E-4</c:v>
                </c:pt>
                <c:pt idx="286">
                  <c:v>5.9466588241757702E-4</c:v>
                </c:pt>
                <c:pt idx="287">
                  <c:v>6.5609978649893937E-4</c:v>
                </c:pt>
                <c:pt idx="288">
                  <c:v>7.233532140929512E-4</c:v>
                </c:pt>
                <c:pt idx="289">
                  <c:v>7.9692375553201559E-4</c:v>
                </c:pt>
                <c:pt idx="290">
                  <c:v>8.7734648210105069E-4</c:v>
                </c:pt>
                <c:pt idx="291">
                  <c:v>9.6519632979383436E-4</c:v>
                </c:pt>
                <c:pt idx="292">
                  <c:v>1.0610905997843105E-3</c:v>
                </c:pt>
                <c:pt idx="293">
                  <c:v>1.1656915787755494E-3</c:v>
                </c:pt>
                <c:pt idx="294">
                  <c:v>1.2797092822912181E-3</c:v>
                </c:pt>
                <c:pt idx="295">
                  <c:v>1.4039043238594222E-3</c:v>
                </c:pt>
                <c:pt idx="296">
                  <c:v>1.5390909129063095E-3</c:v>
                </c:pt>
                <c:pt idx="297">
                  <c:v>1.6861399840274872E-3</c:v>
                </c:pt>
                <c:pt idx="298">
                  <c:v>1.8459824601360559E-3</c:v>
                </c:pt>
                <c:pt idx="299">
                  <c:v>2.0196126517981246E-3</c:v>
                </c:pt>
                <c:pt idx="300">
                  <c:v>2.2080917948598322E-3</c:v>
                </c:pt>
                <c:pt idx="301">
                  <c:v>2.412551728240904E-3</c:v>
                </c:pt>
                <c:pt idx="302">
                  <c:v>2.6341987135222156E-3</c:v>
                </c:pt>
                <c:pt idx="303">
                  <c:v>2.8743173976835544E-3</c:v>
                </c:pt>
                <c:pt idx="304">
                  <c:v>3.1342749200584021E-3</c:v>
                </c:pt>
                <c:pt idx="305">
                  <c:v>3.4155251642567974E-3</c:v>
                </c:pt>
                <c:pt idx="306">
                  <c:v>3.7196131554743427E-3</c:v>
                </c:pt>
                <c:pt idx="307">
                  <c:v>4.0481796032457093E-3</c:v>
                </c:pt>
                <c:pt idx="308">
                  <c:v>4.4029655893225985E-3</c:v>
                </c:pt>
                <c:pt idx="309">
                  <c:v>4.7858173999525706E-3</c:v>
                </c:pt>
                <c:pt idx="310">
                  <c:v>5.1986915014104376E-3</c:v>
                </c:pt>
                <c:pt idx="311">
                  <c:v>5.643659657188718E-3</c:v>
                </c:pt>
                <c:pt idx="312">
                  <c:v>6.1229141847810049E-3</c:v>
                </c:pt>
                <c:pt idx="313">
                  <c:v>6.6387733495065371E-3</c:v>
                </c:pt>
                <c:pt idx="314">
                  <c:v>7.1936868923077844E-3</c:v>
                </c:pt>
                <c:pt idx="315">
                  <c:v>7.7902416879247326E-3</c:v>
                </c:pt>
                <c:pt idx="316">
                  <c:v>8.4311675292935481E-3</c:v>
                </c:pt>
                <c:pt idx="317">
                  <c:v>9.119343033449346E-3</c:v>
                </c:pt>
                <c:pt idx="318">
                  <c:v>9.85780166361944E-3</c:v>
                </c:pt>
                <c:pt idx="319">
                  <c:v>1.0649737861588621E-2</c:v>
                </c:pt>
                <c:pt idx="320">
                  <c:v>1.1498513283793244E-2</c:v>
                </c:pt>
                <c:pt idx="321">
                  <c:v>1.2407663133961324E-2</c:v>
                </c:pt>
                <c:pt idx="322">
                  <c:v>1.3380902584464057E-2</c:v>
                </c:pt>
                <c:pt idx="323">
                  <c:v>1.4422133277878231E-2</c:v>
                </c:pt>
                <c:pt idx="324">
                  <c:v>1.5535449899581378E-2</c:v>
                </c:pt>
                <c:pt idx="325">
                  <c:v>1.6725146811519976E-2</c:v>
                </c:pt>
                <c:pt idx="326">
                  <c:v>1.7995724736589423E-2</c:v>
                </c:pt>
                <c:pt idx="327">
                  <c:v>1.9351897482375702E-2</c:v>
                </c:pt>
                <c:pt idx="328">
                  <c:v>2.0798598692296697E-2</c:v>
                </c:pt>
                <c:pt idx="329">
                  <c:v>2.234098861147861E-2</c:v>
                </c:pt>
                <c:pt idx="330">
                  <c:v>2.3984460854003378E-2</c:v>
                </c:pt>
                <c:pt idx="331">
                  <c:v>2.5734649157450541E-2</c:v>
                </c:pt>
                <c:pt idx="332">
                  <c:v>2.7597434109970582E-2</c:v>
                </c:pt>
                <c:pt idx="333">
                  <c:v>2.9578949834427243E-2</c:v>
                </c:pt>
                <c:pt idx="334">
                  <c:v>3.1685590613472474E-2</c:v>
                </c:pt>
                <c:pt idx="335">
                  <c:v>3.3924017438746817E-2</c:v>
                </c:pt>
                <c:pt idx="336">
                  <c:v>3.6301164466740421E-2</c:v>
                </c:pt>
                <c:pt idx="337">
                  <c:v>3.8824245363225117E-2</c:v>
                </c:pt>
                <c:pt idx="338">
                  <c:v>4.1500759517533681E-2</c:v>
                </c:pt>
                <c:pt idx="339">
                  <c:v>4.4338498107396686E-2</c:v>
                </c:pt>
                <c:pt idx="340">
                  <c:v>4.7345549994441384E-2</c:v>
                </c:pt>
                <c:pt idx="341">
                  <c:v>5.053030742996422E-2</c:v>
                </c:pt>
                <c:pt idx="342">
                  <c:v>5.3901471550040034E-2</c:v>
                </c:pt>
                <c:pt idx="343">
                  <c:v>5.7468057638579359E-2</c:v>
                </c:pt>
                <c:pt idx="344">
                  <c:v>6.1239400136508165E-2</c:v>
                </c:pt>
                <c:pt idx="345">
                  <c:v>6.5225157374834766E-2</c:v>
                </c:pt>
                <c:pt idx="346">
                  <c:v>6.9435316009028095E-2</c:v>
                </c:pt>
                <c:pt idx="347">
                  <c:v>7.3880195131809989E-2</c:v>
                </c:pt>
                <c:pt idx="348">
                  <c:v>7.8570450041212964E-2</c:v>
                </c:pt>
                <c:pt idx="349">
                  <c:v>8.351707564052957E-2</c:v>
                </c:pt>
                <c:pt idx="350">
                  <c:v>8.8731409446637752E-2</c:v>
                </c:pt>
                <c:pt idx="351">
                  <c:v>9.4225134183061193E-2</c:v>
                </c:pt>
                <c:pt idx="352">
                  <c:v>0.10001027993410488</c:v>
                </c:pt>
                <c:pt idx="353">
                  <c:v>0.10609922583638412</c:v>
                </c:pt>
                <c:pt idx="354">
                  <c:v>0.11250470128418216</c:v>
                </c:pt>
                <c:pt idx="355">
                  <c:v>0.1192397866251677</c:v>
                </c:pt>
                <c:pt idx="356">
                  <c:v>0.12631791332323708</c:v>
                </c:pt>
                <c:pt idx="357">
                  <c:v>0.13375286356552174</c:v>
                </c:pt>
                <c:pt idx="358">
                  <c:v>0.1415587692909076</c:v>
                </c:pt>
                <c:pt idx="359">
                  <c:v>0.14975011061785315</c:v>
                </c:pt>
                <c:pt idx="360">
                  <c:v>0.15834171364977942</c:v>
                </c:pt>
                <c:pt idx="361">
                  <c:v>0.16734874763683294</c:v>
                </c:pt>
                <c:pt idx="362">
                  <c:v>0.17678672147347008</c:v>
                </c:pt>
                <c:pt idx="363">
                  <c:v>0.18667147951198865</c:v>
                </c:pt>
                <c:pt idx="364">
                  <c:v>0.19701919667295731</c:v>
                </c:pt>
                <c:pt idx="365">
                  <c:v>0.20784637283427757</c:v>
                </c:pt>
                <c:pt idx="366">
                  <c:v>0.21916982648156114</c:v>
                </c:pt>
                <c:pt idx="367">
                  <c:v>0.23100668760353127</c:v>
                </c:pt>
                <c:pt idx="368">
                  <c:v>0.24337438981718046</c:v>
                </c:pt>
                <c:pt idx="369">
                  <c:v>0.25629066170855325</c:v>
                </c:pt>
                <c:pt idx="370">
                  <c:v>0.26977351737631144</c:v>
                </c:pt>
                <c:pt idx="371">
                  <c:v>0.28384124616637951</c:v>
                </c:pt>
                <c:pt idx="372">
                  <c:v>0.29851240158749281</c:v>
                </c:pt>
                <c:pt idx="373">
                  <c:v>0.31380578939870951</c:v>
                </c:pt>
                <c:pt idx="374">
                  <c:v>0.32974045486156361</c:v>
                </c:pt>
                <c:pt idx="375">
                  <c:v>0.34633566915098013</c:v>
                </c:pt>
                <c:pt idx="376">
                  <c:v>0.36361091492078562</c:v>
                </c:pt>
                <c:pt idx="377">
                  <c:v>0.38158587102112862</c:v>
                </c:pt>
                <c:pt idx="378">
                  <c:v>0.40028039636703344</c:v>
                </c:pt>
                <c:pt idx="379">
                  <c:v>0.41971451295895035</c:v>
                </c:pt>
                <c:pt idx="380">
                  <c:v>0.43990838805794452</c:v>
                </c:pt>
                <c:pt idx="381">
                  <c:v>0.46088231552018522</c:v>
                </c:pt>
                <c:pt idx="382">
                  <c:v>0.48265669629701924</c:v>
                </c:pt>
                <c:pt idx="383">
                  <c:v>0.5052520181091511</c:v>
                </c:pt>
                <c:pt idx="384">
                  <c:v>0.52868883430512814</c:v>
                </c:pt>
                <c:pt idx="385">
                  <c:v>0.55298774191640432</c:v>
                </c:pt>
                <c:pt idx="386">
                  <c:v>0.57816935892347676</c:v>
                </c:pt>
                <c:pt idx="387">
                  <c:v>0.60425430074912201</c:v>
                </c:pt>
                <c:pt idx="388">
                  <c:v>0.63126315599729854</c:v>
                </c:pt>
                <c:pt idx="389">
                  <c:v>0.65921646145803625</c:v>
                </c:pt>
                <c:pt idx="390">
                  <c:v>0.6881346764007108</c:v>
                </c:pt>
                <c:pt idx="391">
                  <c:v>0.71803815618017452</c:v>
                </c:pt>
                <c:pt idx="392">
                  <c:v>0.74894712518221329</c:v>
                </c:pt>
                <c:pt idx="393">
                  <c:v>0.78088164913692715</c:v>
                </c:pt>
                <c:pt idx="394">
                  <c:v>0.8138616068303246</c:v>
                </c:pt>
                <c:pt idx="395">
                  <c:v>0.84790666124675451</c:v>
                </c:pt>
                <c:pt idx="396">
                  <c:v>0.88303623017657107</c:v>
                </c:pt>
                <c:pt idx="397">
                  <c:v>0.91926945632506507</c:v>
                </c:pt>
                <c:pt idx="398">
                  <c:v>0.95662517696118343</c:v>
                </c:pt>
                <c:pt idx="399">
                  <c:v>0.99512189314565502</c:v>
                </c:pt>
                <c:pt idx="400">
                  <c:v>1.0347777385803765</c:v>
                </c:pt>
                <c:pt idx="401">
                  <c:v>1.0756104481223994</c:v>
                </c:pt>
                <c:pt idx="402">
                  <c:v>1.1176373260076831</c:v>
                </c:pt>
                <c:pt idx="403">
                  <c:v>1.1608752138308351</c:v>
                </c:pt>
                <c:pt idx="404">
                  <c:v>1.2053404583293346</c:v>
                </c:pt>
                <c:pt idx="405">
                  <c:v>1.2510488790215286</c:v>
                </c:pt>
                <c:pt idx="406">
                  <c:v>1.2980157357490554</c:v>
                </c:pt>
                <c:pt idx="407">
                  <c:v>1.346255696175942</c:v>
                </c:pt>
                <c:pt idx="408">
                  <c:v>1.3957828032975479</c:v>
                </c:pt>
                <c:pt idx="409">
                  <c:v>1.4466104430133191</c:v>
                </c:pt>
                <c:pt idx="410">
                  <c:v>1.4987513118187739</c:v>
                </c:pt>
                <c:pt idx="411">
                  <c:v>1.5522173846726344</c:v>
                </c:pt>
                <c:pt idx="412">
                  <c:v>1.6070198830956521</c:v>
                </c:pt>
                <c:pt idx="413">
                  <c:v>1.6631692435587235</c:v>
                </c:pt>
                <c:pt idx="414">
                  <c:v>1.7206750862178584</c:v>
                </c:pt>
                <c:pt idx="415">
                  <c:v>1.779546184054406</c:v>
                </c:pt>
                <c:pt idx="416">
                  <c:v>1.8397904324788068</c:v>
                </c:pt>
                <c:pt idx="417">
                  <c:v>1.9014148194567033</c:v>
                </c:pt>
                <c:pt idx="418">
                  <c:v>1.9644253962156997</c:v>
                </c:pt>
                <c:pt idx="419">
                  <c:v>2.0288272485915231</c:v>
                </c:pt>
                <c:pt idx="420">
                  <c:v>2.0946244690717344</c:v>
                </c:pt>
                <c:pt idx="421">
                  <c:v>2.1618201295948452</c:v>
                </c:pt>
                <c:pt idx="422">
                  <c:v>2.2304162551621269</c:v>
                </c:pt>
                <c:pt idx="423">
                  <c:v>2.3004137983190938</c:v>
                </c:pt>
                <c:pt idx="424">
                  <c:v>2.3718126145623555</c:v>
                </c:pt>
                <c:pt idx="425">
                  <c:v>2.4446114387271134</c:v>
                </c:pt>
                <c:pt idx="426">
                  <c:v>2.5188078624092785</c:v>
                </c:pt>
                <c:pt idx="427">
                  <c:v>2.5943983124752816</c:v>
                </c:pt>
                <c:pt idx="428">
                  <c:v>2.6713780307109198</c:v>
                </c:pt>
                <c:pt idx="429">
                  <c:v>2.7497410546600189</c:v>
                </c:pt>
                <c:pt idx="430">
                  <c:v>2.8294801997009755</c:v>
                </c:pt>
                <c:pt idx="431">
                  <c:v>2.910587042409277</c:v>
                </c:pt>
                <c:pt idx="432">
                  <c:v>2.9930519052501596</c:v>
                </c:pt>
                <c:pt idx="433">
                  <c:v>3.0768638426461026</c:v>
                </c:pt>
                <c:pt idx="434">
                  <c:v>3.1620106284598117</c:v>
                </c:pt>
                <c:pt idx="435">
                  <c:v>3.248478744932807</c:v>
                </c:pt>
                <c:pt idx="436">
                  <c:v>3.3362533731166586</c:v>
                </c:pt>
                <c:pt idx="437">
                  <c:v>3.425318384831507</c:v>
                </c:pt>
                <c:pt idx="438">
                  <c:v>3.5156563361854927</c:v>
                </c:pt>
                <c:pt idx="439">
                  <c:v>3.6072484626844079</c:v>
                </c:pt>
                <c:pt idx="440">
                  <c:v>3.7000746759596783</c:v>
                </c:pt>
                <c:pt idx="441">
                  <c:v>3.7941135621395947</c:v>
                </c:pt>
                <c:pt idx="442">
                  <c:v>3.8893423818864563</c:v>
                </c:pt>
                <c:pt idx="443">
                  <c:v>3.9857370721187699</c:v>
                </c:pt>
                <c:pt idx="444">
                  <c:v>4.0832722494360496</c:v>
                </c:pt>
                <c:pt idx="445">
                  <c:v>4.1819212152592371</c:v>
                </c:pt>
                <c:pt idx="446">
                  <c:v>4.2816559626990198</c:v>
                </c:pt>
                <c:pt idx="447">
                  <c:v>4.3824471851585924</c:v>
                </c:pt>
                <c:pt idx="448">
                  <c:v>4.4842642866779787</c:v>
                </c:pt>
                <c:pt idx="449">
                  <c:v>4.5870753940200544</c:v>
                </c:pt>
                <c:pt idx="450">
                  <c:v>4.6908473704984948</c:v>
                </c:pt>
                <c:pt idx="451">
                  <c:v>4.7955458315439303</c:v>
                </c:pt>
                <c:pt idx="452">
                  <c:v>4.9011351619996919</c:v>
                </c:pt>
                <c:pt idx="453">
                  <c:v>5.0075785351395234</c:v>
                </c:pt>
                <c:pt idx="454">
                  <c:v>5.1148379333917706</c:v>
                </c:pt>
                <c:pt idx="455">
                  <c:v>5.2228741707551762</c:v>
                </c:pt>
                <c:pt idx="456">
                  <c:v>5.3316469168872853</c:v>
                </c:pt>
                <c:pt idx="457">
                  <c:v>5.4411147228418484</c:v>
                </c:pt>
                <c:pt idx="458">
                  <c:v>5.5512350484323036</c:v>
                </c:pt>
                <c:pt idx="459">
                  <c:v>5.6619642911910155</c:v>
                </c:pt>
                <c:pt idx="460">
                  <c:v>5.7732578168949473</c:v>
                </c:pt>
                <c:pt idx="461">
                  <c:v>5.8850699916230225</c:v>
                </c:pt>
                <c:pt idx="462">
                  <c:v>5.9973542153100752</c:v>
                </c:pt>
                <c:pt idx="463">
                  <c:v>6.1100629567555131</c:v>
                </c:pt>
                <c:pt idx="464">
                  <c:v>6.2231477900486212</c:v>
                </c:pt>
                <c:pt idx="465">
                  <c:v>6.3365594323622378</c:v>
                </c:pt>
                <c:pt idx="466">
                  <c:v>6.4502477830708109</c:v>
                </c:pt>
                <c:pt idx="467">
                  <c:v>6.5641619641421602</c:v>
                </c:pt>
                <c:pt idx="468">
                  <c:v>6.6782503617519939</c:v>
                </c:pt>
                <c:pt idx="469">
                  <c:v>6.7924606690669975</c:v>
                </c:pt>
                <c:pt idx="470">
                  <c:v>6.9067399301411552</c:v>
                </c:pt>
                <c:pt idx="471">
                  <c:v>7.0210345848671327</c:v>
                </c:pt>
                <c:pt idx="472">
                  <c:v>7.135290514922997</c:v>
                </c:pt>
                <c:pt idx="473">
                  <c:v>7.2494530906533825</c:v>
                </c:pt>
                <c:pt idx="474">
                  <c:v>7.3634672188212438</c:v>
                </c:pt>
                <c:pt idx="475">
                  <c:v>7.4772773911659964</c:v>
                </c:pt>
                <c:pt idx="476">
                  <c:v>7.5908277337020662</c:v>
                </c:pt>
                <c:pt idx="477">
                  <c:v>7.7040620566898657</c:v>
                </c:pt>
                <c:pt idx="478">
                  <c:v>7.8169239052120378</c:v>
                </c:pt>
                <c:pt idx="479">
                  <c:v>7.929356610284283</c:v>
                </c:pt>
                <c:pt idx="480">
                  <c:v>8.0413033404303818</c:v>
                </c:pt>
                <c:pt idx="481">
                  <c:v>8.1527071536513791</c:v>
                </c:pt>
                <c:pt idx="482">
                  <c:v>8.2635110497159499</c:v>
                </c:pt>
                <c:pt idx="483">
                  <c:v>8.3736580227004893</c:v>
                </c:pt>
                <c:pt idx="484">
                  <c:v>8.4830911137059406</c:v>
                </c:pt>
                <c:pt idx="485">
                  <c:v>8.5917534636785895</c:v>
                </c:pt>
                <c:pt idx="486">
                  <c:v>8.6995883662619082</c:v>
                </c:pt>
                <c:pt idx="487">
                  <c:v>8.8065393206070421</c:v>
                </c:pt>
                <c:pt idx="488">
                  <c:v>8.9125500840680267</c:v>
                </c:pt>
                <c:pt idx="489">
                  <c:v>9.0175647247112813</c:v>
                </c:pt>
                <c:pt idx="490">
                  <c:v>9.1215276735651116</c:v>
                </c:pt>
                <c:pt idx="491">
                  <c:v>9.2243837765410639</c:v>
                </c:pt>
                <c:pt idx="492">
                  <c:v>9.3260783459519949</c:v>
                </c:pt>
                <c:pt idx="493">
                  <c:v>9.4265572115621055</c:v>
                </c:pt>
                <c:pt idx="494">
                  <c:v>9.5257667710964942</c:v>
                </c:pt>
                <c:pt idx="495">
                  <c:v>9.6236540401433182</c:v>
                </c:pt>
                <c:pt idx="496">
                  <c:v>9.7201667013830928</c:v>
                </c:pt>
                <c:pt idx="497">
                  <c:v>9.8152531530782205</c:v>
                </c:pt>
                <c:pt idx="498">
                  <c:v>9.9088625567604574</c:v>
                </c:pt>
                <c:pt idx="499">
                  <c:v>10.000944884051719</c:v>
                </c:pt>
                <c:pt idx="500">
                  <c:v>10.091450962560902</c:v>
                </c:pt>
                <c:pt idx="501">
                  <c:v>10.18033252079351</c:v>
                </c:pt>
                <c:pt idx="502">
                  <c:v>10.267542232020761</c:v>
                </c:pt>
                <c:pt idx="503">
                  <c:v>10.353033757049809</c:v>
                </c:pt>
                <c:pt idx="504">
                  <c:v>10.436761785843803</c:v>
                </c:pt>
                <c:pt idx="505">
                  <c:v>10.518682077939843</c:v>
                </c:pt>
                <c:pt idx="506">
                  <c:v>10.598751501614363</c:v>
                </c:pt>
                <c:pt idx="507">
                  <c:v>10.676928071751982</c:v>
                </c:pt>
                <c:pt idx="508">
                  <c:v>10.753170986370343</c:v>
                </c:pt>
                <c:pt idx="509">
                  <c:v>10.827440661759123</c:v>
                </c:pt>
                <c:pt idx="510">
                  <c:v>10.89969876619608</c:v>
                </c:pt>
                <c:pt idx="511">
                  <c:v>10.969908252197889</c:v>
                </c:pt>
                <c:pt idx="512">
                  <c:v>11.03803338727473</c:v>
                </c:pt>
                <c:pt idx="513">
                  <c:v>11.10403978315504</c:v>
                </c:pt>
                <c:pt idx="514">
                  <c:v>11.167894423448873</c:v>
                </c:pt>
                <c:pt idx="515">
                  <c:v>11.229565689725094</c:v>
                </c:pt>
                <c:pt idx="516">
                  <c:v>11.289023385975948</c:v>
                </c:pt>
                <c:pt idx="517">
                  <c:v>11.346238761447317</c:v>
                </c:pt>
                <c:pt idx="518">
                  <c:v>11.401184531816167</c:v>
                </c:pt>
                <c:pt idx="519">
                  <c:v>11.453834898695689</c:v>
                </c:pt>
                <c:pt idx="520">
                  <c:v>11.50416556745785</c:v>
                </c:pt>
                <c:pt idx="521">
                  <c:v>11.552153763358529</c:v>
                </c:pt>
                <c:pt idx="522">
                  <c:v>11.597778245957731</c:v>
                </c:pt>
                <c:pt idx="523">
                  <c:v>11.641019321828832</c:v>
                </c:pt>
                <c:pt idx="524">
                  <c:v>11.681858855552466</c:v>
                </c:pt>
                <c:pt idx="525">
                  <c:v>11.72028027899443</c:v>
                </c:pt>
                <c:pt idx="526">
                  <c:v>11.756268598869509</c:v>
                </c:pt>
                <c:pt idx="527">
                  <c:v>11.789810402593019</c:v>
                </c:pt>
                <c:pt idx="528">
                  <c:v>11.820893862431269</c:v>
                </c:pt>
                <c:pt idx="529">
                  <c:v>11.849508737953295</c:v>
                </c:pt>
                <c:pt idx="530">
                  <c:v>11.875646376800926</c:v>
                </c:pt>
                <c:pt idx="531">
                  <c:v>11.899299713788855</c:v>
                </c:pt>
                <c:pt idx="532">
                  <c:v>11.920463268348801</c:v>
                </c:pt>
                <c:pt idx="533">
                  <c:v>11.939133140339388</c:v>
                </c:pt>
                <c:pt idx="534">
                  <c:v>11.955307004239648</c:v>
                </c:pt>
                <c:pt idx="535">
                  <c:v>11.968984101749573</c:v>
                </c:pt>
                <c:pt idx="536">
                  <c:v>11.9801652328223</c:v>
                </c:pt>
                <c:pt idx="537">
                  <c:v>11.988852745154631</c:v>
                </c:pt>
                <c:pt idx="538">
                  <c:v>11.995050522163863</c:v>
                </c:pt>
                <c:pt idx="539">
                  <c:v>11.998763969482367</c:v>
                </c:pt>
                <c:pt idx="540">
                  <c:v>12</c:v>
                </c:pt>
                <c:pt idx="541">
                  <c:v>11.998767017490874</c:v>
                </c:pt>
                <c:pt idx="542">
                  <c:v>11.995074898857318</c:v>
                </c:pt>
                <c:pt idx="543">
                  <c:v>11.988934975030265</c:v>
                </c:pt>
                <c:pt idx="544">
                  <c:v>11.980360010562231</c:v>
                </c:pt>
                <c:pt idx="545">
                  <c:v>11.969364181954484</c:v>
                </c:pt>
                <c:pt idx="546">
                  <c:v>11.955963054758669</c:v>
                </c:pt>
                <c:pt idx="547">
                  <c:v>11.940173559494704</c:v>
                </c:pt>
                <c:pt idx="548">
                  <c:v>11.922013966429713</c:v>
                </c:pt>
                <c:pt idx="549">
                  <c:v>11.901503859260403</c:v>
                </c:pt>
                <c:pt idx="550">
                  <c:v>11.878664107745454</c:v>
                </c:pt>
                <c:pt idx="551">
                  <c:v>11.853516839334658</c:v>
                </c:pt>
                <c:pt idx="552">
                  <c:v>11.826085409839189</c:v>
                </c:pt>
                <c:pt idx="553">
                  <c:v>11.79639437319403</c:v>
                </c:pt>
                <c:pt idx="554">
                  <c:v>11.76446945035746</c:v>
                </c:pt>
                <c:pt idx="555">
                  <c:v>11.730337497398406</c:v>
                </c:pt>
                <c:pt idx="556">
                  <c:v>11.694026472819308</c:v>
                </c:pt>
                <c:pt idx="557">
                  <c:v>11.655565404165181</c:v>
                </c:pt>
                <c:pt idx="558">
                  <c:v>11.614984353967616</c:v>
                </c:pt>
                <c:pt idx="559">
                  <c:v>11.572314385073234</c:v>
                </c:pt>
                <c:pt idx="560">
                  <c:v>11.527587525406805</c:v>
                </c:pt>
                <c:pt idx="561">
                  <c:v>11.480836732219988</c:v>
                </c:pt>
                <c:pt idx="562">
                  <c:v>11.432095855872744</c:v>
                </c:pt>
                <c:pt idx="563">
                  <c:v>11.381399603199705</c:v>
                </c:pt>
                <c:pt idx="564">
                  <c:v>11.328783500509227</c:v>
                </c:pt>
                <c:pt idx="565">
                  <c:v>11.274283856265191</c:v>
                </c:pt>
                <c:pt idx="566">
                  <c:v>11.21793772349908</c:v>
                </c:pt>
                <c:pt idx="567">
                  <c:v>11.159782862000892</c:v>
                </c:pt>
                <c:pt idx="568">
                  <c:v>11.099857700338278</c:v>
                </c:pt>
                <c:pt idx="569">
                  <c:v>11.03820129774774</c:v>
                </c:pt>
                <c:pt idx="570">
                  <c:v>10.974853305947391</c:v>
                </c:pt>
                <c:pt idx="571">
                  <c:v>10.909853930915297</c:v>
                </c:pt>
                <c:pt idx="572">
                  <c:v>10.843243894678864</c:v>
                </c:pt>
                <c:pt idx="573">
                  <c:v>10.775064397159781</c:v>
                </c:pt>
                <c:pt idx="574">
                  <c:v>10.70535707811738</c:v>
                </c:pt>
                <c:pt idx="575">
                  <c:v>10.634163979232859</c:v>
                </c:pt>
                <c:pt idx="576">
                  <c:v>10.561527506375928</c:v>
                </c:pt>
                <c:pt idx="577">
                  <c:v>10.487490392094527</c:v>
                </c:pt>
                <c:pt idx="578">
                  <c:v>10.412095658366542</c:v>
                </c:pt>
                <c:pt idx="579">
                  <c:v>10.335386579651722</c:v>
                </c:pt>
                <c:pt idx="580">
                  <c:v>10.257406646281792</c:v>
                </c:pt>
                <c:pt idx="581">
                  <c:v>10.178199528223763</c:v>
                </c:pt>
                <c:pt idx="582">
                  <c:v>10.097809039251407</c:v>
                </c:pt>
                <c:pt idx="583">
                  <c:v>10.016279101559727</c:v>
                </c:pt>
                <c:pt idx="584">
                  <c:v>9.9336537108525285</c:v>
                </c:pt>
                <c:pt idx="585">
                  <c:v>9.8499769019365218</c:v>
                </c:pt>
                <c:pt idx="586">
                  <c:v>9.7652927148496858</c:v>
                </c:pt>
                <c:pt idx="587">
                  <c:v>9.6796451615541308</c:v>
                </c:pt>
                <c:pt idx="588">
                  <c:v>9.5930781932191866</c:v>
                </c:pt>
                <c:pt idx="589">
                  <c:v>9.5056356681219381</c:v>
                </c:pt>
                <c:pt idx="590">
                  <c:v>9.4173613201882489</c:v>
                </c:pt>
                <c:pt idx="591">
                  <c:v>9.3282987281988401</c:v>
                </c:pt>
                <c:pt idx="592">
                  <c:v>9.2384912856808015</c:v>
                </c:pt>
                <c:pt idx="593">
                  <c:v>9.1479821715066869</c:v>
                </c:pt>
                <c:pt idx="594">
                  <c:v>9.056814321218825</c:v>
                </c:pt>
                <c:pt idx="595">
                  <c:v>8.9650303990968663</c:v>
                </c:pt>
                <c:pt idx="596">
                  <c:v>8.8726727709863482</c:v>
                </c:pt>
                <c:pt idx="597">
                  <c:v>8.7797834779007609</c:v>
                </c:pt>
                <c:pt idx="598">
                  <c:v>8.6864042104138104</c:v>
                </c:pt>
                <c:pt idx="599">
                  <c:v>8.5925762838520381</c:v>
                </c:pt>
                <c:pt idx="600">
                  <c:v>8.4983406142996571</c:v>
                </c:pt>
                <c:pt idx="601">
                  <c:v>8.4037376954261909</c:v>
                </c:pt>
                <c:pt idx="602">
                  <c:v>8.3088075761438347</c:v>
                </c:pt>
                <c:pt idx="603">
                  <c:v>8.2135898391038786</c:v>
                </c:pt>
                <c:pt idx="604">
                  <c:v>8.1181235800359133</c:v>
                </c:pt>
                <c:pt idx="605">
                  <c:v>8.0224473879371345</c:v>
                </c:pt>
                <c:pt idx="606">
                  <c:v>7.9265993261130481</c:v>
                </c:pt>
                <c:pt idx="607">
                  <c:v>7.8306169140739552</c:v>
                </c:pt>
                <c:pt idx="608">
                  <c:v>7.7345371102871585</c:v>
                </c:pt>
                <c:pt idx="609">
                  <c:v>7.6383962957861229</c:v>
                </c:pt>
                <c:pt idx="610">
                  <c:v>7.5422302586349144</c:v>
                </c:pt>
                <c:pt idx="611">
                  <c:v>7.4460741792464793</c:v>
                </c:pt>
                <c:pt idx="612">
                  <c:v>7.349962616551621</c:v>
                </c:pt>
                <c:pt idx="613">
                  <c:v>7.2539294950146198</c:v>
                </c:pt>
                <c:pt idx="614">
                  <c:v>7.1580080924906788</c:v>
                </c:pt>
                <c:pt idx="615">
                  <c:v>7.0622310289193955</c:v>
                </c:pt>
                <c:pt idx="616">
                  <c:v>6.9666302558469031</c:v>
                </c:pt>
                <c:pt idx="617">
                  <c:v>6.8712370467699211</c:v>
                </c:pt>
                <c:pt idx="618">
                  <c:v>6.7760819882924084</c:v>
                </c:pt>
                <c:pt idx="619">
                  <c:v>6.681194972085696</c:v>
                </c:pt>
                <c:pt idx="620">
                  <c:v>6.5866051876427694</c:v>
                </c:pt>
                <c:pt idx="621">
                  <c:v>6.4923411158139643</c:v>
                </c:pt>
                <c:pt idx="622">
                  <c:v>6.3984305231155663</c:v>
                </c:pt>
                <c:pt idx="623">
                  <c:v>6.3049004567956324</c:v>
                </c:pt>
                <c:pt idx="624">
                  <c:v>6.2117772406471063</c:v>
                </c:pt>
                <c:pt idx="625">
                  <c:v>6.1190864715533939</c:v>
                </c:pt>
                <c:pt idx="626">
                  <c:v>6.0268530167522281</c:v>
                </c:pt>
                <c:pt idx="627">
                  <c:v>5.9351010118041962</c:v>
                </c:pt>
                <c:pt idx="628">
                  <c:v>5.8438538592507516</c:v>
                </c:pt>
                <c:pt idx="629">
                  <c:v>5.7531342279452904</c:v>
                </c:pt>
                <c:pt idx="630">
                  <c:v>5.6629640530427086</c:v>
                </c:pt>
                <c:pt idx="631">
                  <c:v>5.5733645366304012</c:v>
                </c:pt>
                <c:pt idx="632">
                  <c:v>5.4843561489841157</c:v>
                </c:pt>
                <c:pt idx="633">
                  <c:v>5.3959586304323768</c:v>
                </c:pt>
                <c:pt idx="634">
                  <c:v>5.3081909938111025</c:v>
                </c:pt>
                <c:pt idx="635">
                  <c:v>5.2210715274920476</c:v>
                </c:pt>
                <c:pt idx="636">
                  <c:v>5.1346177989667305</c:v>
                </c:pt>
                <c:pt idx="637">
                  <c:v>5.0488466589680128</c:v>
                </c:pt>
                <c:pt idx="638">
                  <c:v>4.9637742461114733</c:v>
                </c:pt>
                <c:pt idx="639">
                  <c:v>4.8794159920380125</c:v>
                </c:pt>
                <c:pt idx="640">
                  <c:v>4.7957866270399085</c:v>
                </c:pt>
                <c:pt idx="641">
                  <c:v>4.712900186151094</c:v>
                </c:pt>
                <c:pt idx="642">
                  <c:v>4.6307700156842131</c:v>
                </c:pt>
                <c:pt idx="643">
                  <c:v>4.5494087801953205</c:v>
                </c:pt>
                <c:pt idx="644">
                  <c:v>4.4688284698577441</c:v>
                </c:pt>
                <c:pt idx="645">
                  <c:v>4.3890404082272116</c:v>
                </c:pt>
                <c:pt idx="646">
                  <c:v>4.310055260379114</c:v>
                </c:pt>
                <c:pt idx="647">
                  <c:v>4.2318830414003106</c:v>
                </c:pt>
                <c:pt idx="648">
                  <c:v>4.1545331252168172</c:v>
                </c:pt>
                <c:pt idx="649">
                  <c:v>4.0780142537393225</c:v>
                </c:pt>
                <c:pt idx="650">
                  <c:v>4.0023345463089655</c:v>
                </c:pt>
                <c:pt idx="651">
                  <c:v>3.9275015094248875</c:v>
                </c:pt>
                <c:pt idx="652">
                  <c:v>3.8535220467365932</c:v>
                </c:pt>
                <c:pt idx="653">
                  <c:v>3.780402469283783</c:v>
                </c:pt>
                <c:pt idx="654">
                  <c:v>3.7081485059651982</c:v>
                </c:pt>
                <c:pt idx="655">
                  <c:v>3.6367653142217349</c:v>
                </c:pt>
                <c:pt idx="656">
                  <c:v>3.566257490914833</c:v>
                </c:pt>
                <c:pt idx="657">
                  <c:v>3.4966290833852325</c:v>
                </c:pt>
                <c:pt idx="658">
                  <c:v>3.4278836006751714</c:v>
                </c:pt>
                <c:pt idx="659">
                  <c:v>3.360024024898653</c:v>
                </c:pt>
                <c:pt idx="660">
                  <c:v>3.2930528227435136</c:v>
                </c:pt>
                <c:pt idx="661">
                  <c:v>3.2269719570907256</c:v>
                </c:pt>
                <c:pt idx="662">
                  <c:v>3.1617828987356864</c:v>
                </c:pt>
                <c:pt idx="663">
                  <c:v>3.097486638196628</c:v>
                </c:pt>
                <c:pt idx="664">
                  <c:v>3.0340836975963867</c:v>
                </c:pt>
                <c:pt idx="665">
                  <c:v>2.9715741426032931</c:v>
                </c:pt>
                <c:pt idx="666">
                  <c:v>2.9099575944176319</c:v>
                </c:pt>
                <c:pt idx="667">
                  <c:v>2.8492332417904902</c:v>
                </c:pt>
                <c:pt idx="668">
                  <c:v>2.7893998530623949</c:v>
                </c:pt>
                <c:pt idx="669">
                  <c:v>2.7304557882087006</c:v>
                </c:pt>
                <c:pt idx="670">
                  <c:v>2.6723990108804605</c:v>
                </c:pt>
                <c:pt idx="671">
                  <c:v>2.6152271004283842</c:v>
                </c:pt>
                <c:pt idx="672">
                  <c:v>2.5589372638988195</c:v>
                </c:pt>
                <c:pt idx="673">
                  <c:v>2.5035263479911345</c:v>
                </c:pt>
                <c:pt idx="674">
                  <c:v>2.4489908509652634</c:v>
                </c:pt>
                <c:pt idx="675">
                  <c:v>2.3953269344900194</c:v>
                </c:pt>
                <c:pt idx="676">
                  <c:v>2.3425304354219909</c:v>
                </c:pt>
                <c:pt idx="677">
                  <c:v>2.2905968775056618</c:v>
                </c:pt>
                <c:pt idx="678">
                  <c:v>2.2395214829859911</c:v>
                </c:pt>
                <c:pt idx="679">
                  <c:v>2.1892991841245895</c:v>
                </c:pt>
                <c:pt idx="680">
                  <c:v>2.1399246346115679</c:v>
                </c:pt>
                <c:pt idx="681">
                  <c:v>2.0913922208650355</c:v>
                </c:pt>
                <c:pt idx="682">
                  <c:v>2.0436960732107727</c:v>
                </c:pt>
                <c:pt idx="683">
                  <c:v>1.9968300769353409</c:v>
                </c:pt>
                <c:pt idx="684">
                  <c:v>1.9507878832053724</c:v>
                </c:pt>
                <c:pt idx="685">
                  <c:v>1.9055629198473785</c:v>
                </c:pt>
                <c:pt idx="686">
                  <c:v>1.8611484019814788</c:v>
                </c:pt>
                <c:pt idx="687">
                  <c:v>1.81753734250395</c:v>
                </c:pt>
                <c:pt idx="688">
                  <c:v>1.77472256241313</c:v>
                </c:pt>
                <c:pt idx="689">
                  <c:v>1.7326967009736807</c:v>
                </c:pt>
                <c:pt idx="690">
                  <c:v>1.6914522257149174</c:v>
                </c:pt>
                <c:pt idx="691">
                  <c:v>1.650981442258743</c:v>
                </c:pt>
                <c:pt idx="692">
                  <c:v>1.6112765039734727</c:v>
                </c:pt>
                <c:pt idx="693">
                  <c:v>1.5723294214498673</c:v>
                </c:pt>
                <c:pt idx="694">
                  <c:v>1.5341320717962414</c:v>
                </c:pt>
                <c:pt idx="695">
                  <c:v>1.4966762077495894</c:v>
                </c:pt>
                <c:pt idx="696">
                  <c:v>1.4599534666001575</c:v>
                </c:pt>
                <c:pt idx="697">
                  <c:v>1.4239553789271775</c:v>
                </c:pt>
                <c:pt idx="698">
                  <c:v>1.388673377143649</c:v>
                </c:pt>
                <c:pt idx="699">
                  <c:v>1.3540988038482973</c:v>
                </c:pt>
                <c:pt idx="700">
                  <c:v>1.320222919983576</c:v>
                </c:pt>
                <c:pt idx="701">
                  <c:v>1.2870369127978691</c:v>
                </c:pt>
                <c:pt idx="702">
                  <c:v>1.2545319036116336</c:v>
                </c:pt>
                <c:pt idx="703">
                  <c:v>1.222698955386178</c:v>
                </c:pt>
                <c:pt idx="704">
                  <c:v>1.1915290800948839</c:v>
                </c:pt>
                <c:pt idx="705">
                  <c:v>1.1610132458964946</c:v>
                </c:pt>
                <c:pt idx="706">
                  <c:v>1.1311423841106061</c:v>
                </c:pt>
                <c:pt idx="707">
                  <c:v>1.1019073959952679</c:v>
                </c:pt>
                <c:pt idx="708">
                  <c:v>1.0732991593273422</c:v>
                </c:pt>
                <c:pt idx="709">
                  <c:v>1.0453085347861444</c:v>
                </c:pt>
                <c:pt idx="710">
                  <c:v>1.0179263721410623</c:v>
                </c:pt>
                <c:pt idx="711">
                  <c:v>0.9911435162441613</c:v>
                </c:pt>
                <c:pt idx="712">
                  <c:v>0.96495081282911177</c:v>
                </c:pt>
                <c:pt idx="713">
                  <c:v>0.9393391141173757</c:v>
                </c:pt>
                <c:pt idx="714">
                  <c:v>0.91429928423346496</c:v>
                </c:pt>
                <c:pt idx="715">
                  <c:v>0.88982220443077698</c:v>
                </c:pt>
                <c:pt idx="716">
                  <c:v>0.86589877812968696</c:v>
                </c:pt>
                <c:pt idx="717">
                  <c:v>0.84251993576992634</c:v>
                </c:pt>
                <c:pt idx="718">
                  <c:v>0.81967663947931246</c:v>
                </c:pt>
                <c:pt idx="719">
                  <c:v>0.79735988756080411</c:v>
                </c:pt>
                <c:pt idx="720">
                  <c:v>0.77556071880034183</c:v>
                </c:pt>
                <c:pt idx="721">
                  <c:v>0.75427021659780735</c:v>
                </c:pt>
                <c:pt idx="722">
                  <c:v>0.73347951292347136</c:v>
                </c:pt>
                <c:pt idx="723">
                  <c:v>0.71317979210270499</c:v>
                </c:pt>
                <c:pt idx="724">
                  <c:v>0.69336229443145092</c:v>
                </c:pt>
                <c:pt idx="725">
                  <c:v>0.67401831962527947</c:v>
                </c:pt>
                <c:pt idx="726">
                  <c:v>0.65513923010482167</c:v>
                </c:pt>
                <c:pt idx="727">
                  <c:v>0.63671645412047173</c:v>
                </c:pt>
                <c:pt idx="728">
                  <c:v>0.61874148871934831</c:v>
                </c:pt>
                <c:pt idx="729">
                  <c:v>0.60120590255743389</c:v>
                </c:pt>
                <c:pt idx="730">
                  <c:v>0.58410133856000046</c:v>
                </c:pt>
                <c:pt idx="731">
                  <c:v>0.56741951643350186</c:v>
                </c:pt>
                <c:pt idx="732">
                  <c:v>0.55115223503185562</c:v>
                </c:pt>
                <c:pt idx="733">
                  <c:v>0.53529137458051579</c:v>
                </c:pt>
                <c:pt idx="734">
                  <c:v>0.51982889876146277</c:v>
                </c:pt>
                <c:pt idx="735">
                  <c:v>0.50475685666219583</c:v>
                </c:pt>
                <c:pt idx="736">
                  <c:v>0.49006738459224086</c:v>
                </c:pt>
                <c:pt idx="737">
                  <c:v>0.47575270777022471</c:v>
                </c:pt>
                <c:pt idx="738">
                  <c:v>0.46180514188479815</c:v>
                </c:pt>
                <c:pt idx="739">
                  <c:v>0.44821709453285097</c:v>
                </c:pt>
                <c:pt idx="740">
                  <c:v>0.43498106653808755</c:v>
                </c:pt>
                <c:pt idx="741">
                  <c:v>0.42208965315337016</c:v>
                </c:pt>
                <c:pt idx="742">
                  <c:v>0.40953554515004237</c:v>
                </c:pt>
                <c:pt idx="743">
                  <c:v>0.39731152979755546</c:v>
                </c:pt>
                <c:pt idx="744">
                  <c:v>0.38541049173650976</c:v>
                </c:pt>
                <c:pt idx="745">
                  <c:v>0.37382541374854905</c:v>
                </c:pt>
                <c:pt idx="746">
                  <c:v>0.36254937742608306</c:v>
                </c:pt>
                <c:pt idx="747">
                  <c:v>0.35157556374521598</c:v>
                </c:pt>
                <c:pt idx="748">
                  <c:v>0.34089725354496081</c:v>
                </c:pt>
                <c:pt idx="749">
                  <c:v>0.33050782791584155</c:v>
                </c:pt>
                <c:pt idx="750">
                  <c:v>0.32040076850106985</c:v>
                </c:pt>
                <c:pt idx="751">
                  <c:v>0.31056965771332579</c:v>
                </c:pt>
                <c:pt idx="752">
                  <c:v>0.30100817887014103</c:v>
                </c:pt>
                <c:pt idx="753">
                  <c:v>0.29171011625096432</c:v>
                </c:pt>
                <c:pt idx="754">
                  <c:v>0.28266935507879237</c:v>
                </c:pt>
                <c:pt idx="755">
                  <c:v>0.27387988142933889</c:v>
                </c:pt>
                <c:pt idx="756">
                  <c:v>0.26533578207058162</c:v>
                </c:pt>
                <c:pt idx="757">
                  <c:v>0.25703124423553425</c:v>
                </c:pt>
                <c:pt idx="758">
                  <c:v>0.24896055533104061</c:v>
                </c:pt>
                <c:pt idx="759">
                  <c:v>0.24111810258528746</c:v>
                </c:pt>
                <c:pt idx="760">
                  <c:v>0.23349837263679513</c:v>
                </c:pt>
                <c:pt idx="761">
                  <c:v>0.22609595106743657</c:v>
                </c:pt>
                <c:pt idx="762">
                  <c:v>0.21890552188217388</c:v>
                </c:pt>
                <c:pt idx="763">
                  <c:v>0.21192186693796825</c:v>
                </c:pt>
                <c:pt idx="764">
                  <c:v>0.20513986532440623</c:v>
                </c:pt>
                <c:pt idx="765">
                  <c:v>0.19855449269842798</c:v>
                </c:pt>
                <c:pt idx="766">
                  <c:v>0.19216082057560913</c:v>
                </c:pt>
                <c:pt idx="767">
                  <c:v>0.18595401558024011</c:v>
                </c:pt>
                <c:pt idx="768">
                  <c:v>0.17992933865653502</c:v>
                </c:pt>
                <c:pt idx="769">
                  <c:v>0.17408214424317914</c:v>
                </c:pt>
                <c:pt idx="770">
                  <c:v>0.16840787941335605</c:v>
                </c:pt>
                <c:pt idx="771">
                  <c:v>0.16290208298239306</c:v>
                </c:pt>
                <c:pt idx="772">
                  <c:v>0.15756038458505309</c:v>
                </c:pt>
                <c:pt idx="773">
                  <c:v>0.15237850372450665</c:v>
                </c:pt>
                <c:pt idx="774">
                  <c:v>0.14735224879489084</c:v>
                </c:pt>
                <c:pt idx="775">
                  <c:v>0.14247751607936668</c:v>
                </c:pt>
                <c:pt idx="776">
                  <c:v>0.13775028872551504</c:v>
                </c:pt>
                <c:pt idx="777">
                  <c:v>0.13316663569985804</c:v>
                </c:pt>
                <c:pt idx="778">
                  <c:v>0.12872271072318051</c:v>
                </c:pt>
                <c:pt idx="779">
                  <c:v>0.12441475118842452</c:v>
                </c:pt>
                <c:pt idx="780">
                  <c:v>0.12023907706268033</c:v>
                </c:pt>
                <c:pt idx="781">
                  <c:v>0.11619208977489855</c:v>
                </c:pt>
                <c:pt idx="782">
                  <c:v>0.11227027109083826</c:v>
                </c:pt>
                <c:pt idx="783">
                  <c:v>0.10847018197669184</c:v>
                </c:pt>
                <c:pt idx="784">
                  <c:v>0.10478846145280969</c:v>
                </c:pt>
                <c:pt idx="785">
                  <c:v>0.10122182543892125</c:v>
                </c:pt>
                <c:pt idx="786">
                  <c:v>9.7767065592113789E-2</c:v>
                </c:pt>
                <c:pt idx="787">
                  <c:v>9.442104813887342E-2</c:v>
                </c:pt>
                <c:pt idx="788">
                  <c:v>9.1180712702394612E-2</c:v>
                </c:pt>
                <c:pt idx="789">
                  <c:v>8.8043071126336622E-2</c:v>
                </c:pt>
                <c:pt idx="790">
                  <c:v>8.5005206296121488E-2</c:v>
                </c:pt>
                <c:pt idx="791">
                  <c:v>8.2064270958899704E-2</c:v>
                </c:pt>
                <c:pt idx="792">
                  <c:v>7.9217486543175453E-2</c:v>
                </c:pt>
                <c:pt idx="793">
                  <c:v>7.6462141979099812E-2</c:v>
                </c:pt>
                <c:pt idx="794">
                  <c:v>7.3795592520373973E-2</c:v>
                </c:pt>
                <c:pt idx="795">
                  <c:v>7.1215258568672168E-2</c:v>
                </c:pt>
                <c:pt idx="796">
                  <c:v>6.8718624501428557E-2</c:v>
                </c:pt>
                <c:pt idx="797">
                  <c:v>6.6303237503830159E-2</c:v>
                </c:pt>
                <c:pt idx="798">
                  <c:v>6.396670640579441E-2</c:v>
                </c:pt>
                <c:pt idx="799">
                  <c:v>6.1706700524653969E-2</c:v>
                </c:pt>
                <c:pt idx="800">
                  <c:v>5.9520948514280289E-2</c:v>
                </c:pt>
                <c:pt idx="801">
                  <c:v>5.7407237221305973E-2</c:v>
                </c:pt>
                <c:pt idx="802">
                  <c:v>5.5363410549065045E-2</c:v>
                </c:pt>
                <c:pt idx="803">
                  <c:v>5.338736832986761E-2</c:v>
                </c:pt>
                <c:pt idx="804">
                  <c:v>5.1477065206162589E-2</c:v>
                </c:pt>
                <c:pt idx="805">
                  <c:v>4.963050952111632E-2</c:v>
                </c:pt>
                <c:pt idx="806">
                  <c:v>4.7845762219113498E-2</c:v>
                </c:pt>
                <c:pt idx="807">
                  <c:v>4.6120935756636151E-2</c:v>
                </c:pt>
                <c:pt idx="808">
                  <c:v>4.445419302396808E-2</c:v>
                </c:pt>
                <c:pt idx="809">
                  <c:v>4.2843746278118842E-2</c:v>
                </c:pt>
                <c:pt idx="810">
                  <c:v>4.1287856087358486E-2</c:v>
                </c:pt>
                <c:pt idx="811">
                  <c:v>3.9784830287701078E-2</c:v>
                </c:pt>
                <c:pt idx="812">
                  <c:v>3.8333022951669141E-2</c:v>
                </c:pt>
                <c:pt idx="813">
                  <c:v>3.693083336963246E-2</c:v>
                </c:pt>
                <c:pt idx="814">
                  <c:v>3.5576705043990041E-2</c:v>
                </c:pt>
                <c:pt idx="815">
                  <c:v>3.426912469645535E-2</c:v>
                </c:pt>
                <c:pt idx="816">
                  <c:v>3.3006621288654621E-2</c:v>
                </c:pt>
                <c:pt idx="817">
                  <c:v>3.1787765056249903E-2</c:v>
                </c:pt>
                <c:pt idx="818">
                  <c:v>3.0611166556764248E-2</c:v>
                </c:pt>
                <c:pt idx="819">
                  <c:v>2.9475475731272467E-2</c:v>
                </c:pt>
                <c:pt idx="820">
                  <c:v>2.8379380980086931E-2</c:v>
                </c:pt>
                <c:pt idx="821">
                  <c:v>2.7321608252571031E-2</c:v>
                </c:pt>
                <c:pt idx="822">
                  <c:v>2.6300920151175342E-2</c:v>
                </c:pt>
                <c:pt idx="823">
                  <c:v>2.5316115049775857E-2</c:v>
                </c:pt>
                <c:pt idx="824">
                  <c:v>2.436602622639384E-2</c:v>
                </c:pt>
                <c:pt idx="825">
                  <c:v>2.3449521010334262E-2</c:v>
                </c:pt>
                <c:pt idx="826">
                  <c:v>2.2565499943783866E-2</c:v>
                </c:pt>
                <c:pt idx="827">
                  <c:v>2.1712895957890922E-2</c:v>
                </c:pt>
                <c:pt idx="828">
                  <c:v>2.0890673563327571E-2</c:v>
                </c:pt>
                <c:pt idx="829">
                  <c:v>2.0097828055326415E-2</c:v>
                </c:pt>
                <c:pt idx="830">
                  <c:v>1.9333384733176105E-2</c:v>
                </c:pt>
                <c:pt idx="831">
                  <c:v>1.8596398134136619E-2</c:v>
                </c:pt>
                <c:pt idx="832">
                  <c:v>1.7885951281732645E-2</c:v>
                </c:pt>
                <c:pt idx="833">
                  <c:v>1.7201154948366992E-2</c:v>
                </c:pt>
                <c:pt idx="834">
                  <c:v>1.6541146932188461E-2</c:v>
                </c:pt>
                <c:pt idx="835">
                  <c:v>1.5905091348138795E-2</c:v>
                </c:pt>
                <c:pt idx="836">
                  <c:v>1.5292177933088701E-2</c:v>
                </c:pt>
                <c:pt idx="837">
                  <c:v>1.4701621364974165E-2</c:v>
                </c:pt>
                <c:pt idx="838">
                  <c:v>1.4132660595823493E-2</c:v>
                </c:pt>
                <c:pt idx="839">
                  <c:v>1.3584558198568662E-2</c:v>
                </c:pt>
                <c:pt idx="840">
                  <c:v>1.3056599727521583E-2</c:v>
                </c:pt>
                <c:pt idx="841">
                  <c:v>1.2548093092388088E-2</c:v>
                </c:pt>
                <c:pt idx="842">
                  <c:v>1.2058367945689943E-2</c:v>
                </c:pt>
                <c:pt idx="843">
                  <c:v>1.1586775083457601E-2</c:v>
                </c:pt>
                <c:pt idx="844">
                  <c:v>1.1132685859049404E-2</c:v>
                </c:pt>
                <c:pt idx="845">
                  <c:v>1.0695491609947719E-2</c:v>
                </c:pt>
                <c:pt idx="846">
                  <c:v>1.0274603097383369E-2</c:v>
                </c:pt>
                <c:pt idx="847">
                  <c:v>9.8694499586251781E-3</c:v>
                </c:pt>
                <c:pt idx="848">
                  <c:v>9.4794801717784215E-3</c:v>
                </c:pt>
                <c:pt idx="849">
                  <c:v>9.1041595329243302E-3</c:v>
                </c:pt>
                <c:pt idx="850">
                  <c:v>8.7429711454325883E-3</c:v>
                </c:pt>
                <c:pt idx="851">
                  <c:v>8.3954149212773638E-3</c:v>
                </c:pt>
                <c:pt idx="852">
                  <c:v>8.061007094180863E-3</c:v>
                </c:pt>
                <c:pt idx="853">
                  <c:v>7.7392797444103033E-3</c:v>
                </c:pt>
                <c:pt idx="854">
                  <c:v>7.4297803350487999E-3</c:v>
                </c:pt>
                <c:pt idx="855">
                  <c:v>7.1320712595603544E-3</c:v>
                </c:pt>
                <c:pt idx="856">
                  <c:v>6.8457294004689358E-3</c:v>
                </c:pt>
                <c:pt idx="857">
                  <c:v>6.5703456989673129E-3</c:v>
                </c:pt>
                <c:pt idx="858">
                  <c:v>6.305524735273604E-3</c:v>
                </c:pt>
                <c:pt idx="859">
                  <c:v>6.0508843195498842E-3</c:v>
                </c:pt>
                <c:pt idx="860">
                  <c:v>5.806055093198796E-3</c:v>
                </c:pt>
                <c:pt idx="861">
                  <c:v>5.5706801403539487E-3</c:v>
                </c:pt>
                <c:pt idx="862">
                  <c:v>5.3444146093763805E-3</c:v>
                </c:pt>
                <c:pt idx="863">
                  <c:v>5.1269253441747287E-3</c:v>
                </c:pt>
                <c:pt idx="864">
                  <c:v>4.9178905251627625E-3</c:v>
                </c:pt>
                <c:pt idx="865">
                  <c:v>4.7169993196693009E-3</c:v>
                </c:pt>
                <c:pt idx="866">
                  <c:v>4.5239515416187585E-3</c:v>
                </c:pt>
                <c:pt idx="867">
                  <c:v>4.3384573202973811E-3</c:v>
                </c:pt>
                <c:pt idx="868">
                  <c:v>4.1602367780233674E-3</c:v>
                </c:pt>
                <c:pt idx="869">
                  <c:v>3.9890197165413704E-3</c:v>
                </c:pt>
                <c:pt idx="870">
                  <c:v>3.8245453119586685E-3</c:v>
                </c:pt>
                <c:pt idx="871">
                  <c:v>3.6665618180470156E-3</c:v>
                </c:pt>
                <c:pt idx="872">
                  <c:v>3.5148262777316402E-3</c:v>
                </c:pt>
                <c:pt idx="873">
                  <c:v>3.3691042425917856E-3</c:v>
                </c:pt>
                <c:pt idx="874">
                  <c:v>3.2291695001990172E-3</c:v>
                </c:pt>
                <c:pt idx="875">
                  <c:v>3.0948038091205884E-3</c:v>
                </c:pt>
                <c:pt idx="876">
                  <c:v>2.9657966414180312E-3</c:v>
                </c:pt>
                <c:pt idx="877">
                  <c:v>2.8419449324709562E-3</c:v>
                </c:pt>
                <c:pt idx="878">
                  <c:v>2.7230528379606866E-3</c:v>
                </c:pt>
                <c:pt idx="879">
                  <c:v>2.6089314978481092E-3</c:v>
                </c:pt>
                <c:pt idx="880">
                  <c:v>2.4993988071834949E-3</c:v>
                </c:pt>
                <c:pt idx="881">
                  <c:v>2.3942791935872105E-3</c:v>
                </c:pt>
                <c:pt idx="882">
                  <c:v>2.2934034012439424E-3</c:v>
                </c:pt>
                <c:pt idx="883">
                  <c:v>2.1966082812532222E-3</c:v>
                </c:pt>
                <c:pt idx="884">
                  <c:v>2.1037365881830176E-3</c:v>
                </c:pt>
                <c:pt idx="885">
                  <c:v>2.0146367826747837E-3</c:v>
                </c:pt>
                <c:pt idx="886">
                  <c:v>1.9291628399505964E-3</c:v>
                </c:pt>
                <c:pt idx="887">
                  <c:v>1.8471740640754325E-3</c:v>
                </c:pt>
                <c:pt idx="888">
                  <c:v>1.7685349078305997E-3</c:v>
                </c:pt>
                <c:pt idx="889">
                  <c:v>1.6931147980555955E-3</c:v>
                </c:pt>
                <c:pt idx="890">
                  <c:v>1.6207879663192645E-3</c:v>
                </c:pt>
                <c:pt idx="891">
                  <c:v>1.5514332847827894E-3</c:v>
                </c:pt>
                <c:pt idx="892">
                  <c:v>1.4849341071199646E-3</c:v>
                </c:pt>
                <c:pt idx="893">
                  <c:v>1.4211781143620506E-3</c:v>
                </c:pt>
                <c:pt idx="894">
                  <c:v>1.3600571655380527E-3</c:v>
                </c:pt>
                <c:pt idx="895">
                  <c:v>1.3014671529822321E-3</c:v>
                </c:pt>
                <c:pt idx="896">
                  <c:v>1.2453078621843254E-3</c:v>
                </c:pt>
                <c:pt idx="897">
                  <c:v>1.1914828360601879E-3</c:v>
                </c:pt>
                <c:pt idx="898">
                  <c:v>1.1398992435221809E-3</c:v>
                </c:pt>
                <c:pt idx="899">
                  <c:v>1.090467752232318E-3</c:v>
                </c:pt>
                <c:pt idx="900">
                  <c:v>1.043102405422451E-3</c:v>
                </c:pt>
                <c:pt idx="901">
                  <c:v>9.9772050266907315E-4</c:v>
                </c:pt>
                <c:pt idx="902">
                  <c:v>9.5424248451207402E-4</c:v>
                </c:pt>
                <c:pt idx="903">
                  <c:v>9.1259182080946719E-4</c:v>
                </c:pt>
                <c:pt idx="904">
                  <c:v>8.726949027225003E-4</c:v>
                </c:pt>
                <c:pt idx="905">
                  <c:v>8.3448093822756451E-4</c:v>
                </c:pt>
                <c:pt idx="906">
                  <c:v>7.9788185105406821E-4</c:v>
                </c:pt>
                <c:pt idx="907">
                  <c:v>7.6283218294942662E-4</c:v>
                </c:pt>
                <c:pt idx="908">
                  <c:v>7.2926899917454674E-4</c:v>
                </c:pt>
                <c:pt idx="909">
                  <c:v>6.971317971357949E-4</c:v>
                </c:pt>
                <c:pt idx="910">
                  <c:v>6.6636241806103164E-4</c:v>
                </c:pt>
                <c:pt idx="911">
                  <c:v>6.3690496163019972E-4</c:v>
                </c:pt>
                <c:pt idx="912">
                  <c:v>6.0870570347251827E-4</c:v>
                </c:pt>
                <c:pt idx="913">
                  <c:v>5.8171301544462245E-4</c:v>
                </c:pt>
                <c:pt idx="914">
                  <c:v>5.5587728860637001E-4</c:v>
                </c:pt>
                <c:pt idx="915">
                  <c:v>5.3115085881270312E-4</c:v>
                </c:pt>
                <c:pt idx="916">
                  <c:v>5.0748793484205982E-4</c:v>
                </c:pt>
                <c:pt idx="917">
                  <c:v>4.8484452898420069E-4</c:v>
                </c:pt>
                <c:pt idx="918">
                  <c:v>4.631783900117318E-4</c:v>
                </c:pt>
                <c:pt idx="919">
                  <c:v>4.424489384618838E-4</c:v>
                </c:pt>
                <c:pt idx="920">
                  <c:v>4.2261720415701239E-4</c:v>
                </c:pt>
                <c:pt idx="921">
                  <c:v>4.0364576589400723E-4</c:v>
                </c:pt>
                <c:pt idx="922">
                  <c:v>3.8549869323465193E-4</c:v>
                </c:pt>
                <c:pt idx="923">
                  <c:v>3.6814149033094707E-4</c:v>
                </c:pt>
                <c:pt idx="924">
                  <c:v>3.5154104172097441E-4</c:v>
                </c:pt>
                <c:pt idx="925">
                  <c:v>3.3566556003267504E-4</c:v>
                </c:pt>
                <c:pt idx="926">
                  <c:v>3.2048453553473586E-4</c:v>
                </c:pt>
                <c:pt idx="927">
                  <c:v>3.0596868747530205E-4</c:v>
                </c:pt>
                <c:pt idx="928">
                  <c:v>2.9208991715084641E-4</c:v>
                </c:pt>
                <c:pt idx="929">
                  <c:v>2.7882126264932553E-4</c:v>
                </c:pt>
                <c:pt idx="930">
                  <c:v>2.6613685521312464E-4</c:v>
                </c:pt>
                <c:pt idx="931">
                  <c:v>2.5401187716886874E-4</c:v>
                </c:pt>
                <c:pt idx="932">
                  <c:v>2.4242252137277232E-4</c:v>
                </c:pt>
                <c:pt idx="933">
                  <c:v>2.3134595212158802E-4</c:v>
                </c:pt>
                <c:pt idx="934">
                  <c:v>2.2076026748060697E-4</c:v>
                </c:pt>
                <c:pt idx="935">
                  <c:v>2.1064446298171976E-4</c:v>
                </c:pt>
                <c:pt idx="936">
                  <c:v>2.0097839664579397E-4</c:v>
                </c:pt>
                <c:pt idx="937">
                  <c:v>1.917427552849502E-4</c:v>
                </c:pt>
                <c:pt idx="938">
                  <c:v>1.8291902204177284E-4</c:v>
                </c:pt>
                <c:pt idx="939">
                  <c:v>1.7448944512361839E-4</c:v>
                </c:pt>
                <c:pt idx="940">
                  <c:v>1.6643700769149419E-4</c:v>
                </c:pt>
                <c:pt idx="941">
                  <c:v>1.5874539886421874E-4</c:v>
                </c:pt>
                <c:pt idx="942">
                  <c:v>1.5139898579975331E-4</c:v>
                </c:pt>
                <c:pt idx="943">
                  <c:v>1.4438278681669706E-4</c:v>
                </c:pt>
                <c:pt idx="944">
                  <c:v>1.3768244552016837E-4</c:v>
                </c:pt>
                <c:pt idx="945">
                  <c:v>1.3128420589730844E-4</c:v>
                </c:pt>
                <c:pt idx="946">
                  <c:v>1.2517488834878736E-4</c:v>
                </c:pt>
                <c:pt idx="947">
                  <c:v>1.1934186662366416E-4</c:v>
                </c:pt>
                <c:pt idx="948">
                  <c:v>1.1377304562605514E-4</c:v>
                </c:pt>
                <c:pt idx="949">
                  <c:v>1.0845684006299827E-4</c:v>
                </c:pt>
                <c:pt idx="950">
                  <c:v>1.0338215390388341E-4</c:v>
                </c:pt>
                <c:pt idx="951">
                  <c:v>9.8538360622774302E-5</c:v>
                </c:pt>
                <c:pt idx="952">
                  <c:v>9.3915284195844048E-5</c:v>
                </c:pt>
                <c:pt idx="953">
                  <c:v>8.950318082704839E-5</c:v>
                </c:pt>
                <c:pt idx="954">
                  <c:v>8.5292721376028285E-5</c:v>
                </c:pt>
                <c:pt idx="955">
                  <c:v>8.1274974463058159E-5</c:v>
                </c:pt>
                <c:pt idx="956">
                  <c:v>7.7441390226711451E-5</c:v>
                </c:pt>
                <c:pt idx="957">
                  <c:v>7.3783784710671044E-5</c:v>
                </c:pt>
                <c:pt idx="958">
                  <c:v>7.0294324856910837E-5</c:v>
                </c:pt>
                <c:pt idx="959">
                  <c:v>6.6965514083218615E-5</c:v>
                </c:pt>
                <c:pt idx="960">
                  <c:v>6.3790178423779126E-5</c:v>
                </c:pt>
                <c:pt idx="961">
                  <c:v>6.0761453212188051E-5</c:v>
                </c:pt>
                <c:pt idx="962">
                  <c:v>5.7872770287049644E-5</c:v>
                </c:pt>
                <c:pt idx="963">
                  <c:v>5.5117845700889033E-5</c:v>
                </c:pt>
                <c:pt idx="964">
                  <c:v>5.2490667913805542E-5</c:v>
                </c:pt>
                <c:pt idx="965">
                  <c:v>4.9985486453930499E-5</c:v>
                </c:pt>
                <c:pt idx="966">
                  <c:v>4.7596801027330698E-5</c:v>
                </c:pt>
                <c:pt idx="967">
                  <c:v>4.5319351060608715E-5</c:v>
                </c:pt>
                <c:pt idx="968">
                  <c:v>4.3148105660043555E-5</c:v>
                </c:pt>
                <c:pt idx="969">
                  <c:v>4.1078253971637288E-5</c:v>
                </c:pt>
                <c:pt idx="970">
                  <c:v>3.9105195926998725E-5</c:v>
                </c:pt>
                <c:pt idx="971">
                  <c:v>3.722453336050971E-5</c:v>
                </c:pt>
                <c:pt idx="972">
                  <c:v>3.5432061483732916E-5</c:v>
                </c:pt>
                <c:pt idx="973">
                  <c:v>3.3723760703500844E-5</c:v>
                </c:pt>
                <c:pt idx="974">
                  <c:v>3.2095788770609758E-5</c:v>
                </c:pt>
                <c:pt idx="975">
                  <c:v>3.0544473246512451E-5</c:v>
                </c:pt>
                <c:pt idx="976">
                  <c:v>2.9066304275822335E-5</c:v>
                </c:pt>
                <c:pt idx="977">
                  <c:v>2.7657927652907099E-5</c:v>
                </c:pt>
                <c:pt idx="978">
                  <c:v>2.6316138171249456E-5</c:v>
                </c:pt>
                <c:pt idx="979">
                  <c:v>2.5037873244655969E-5</c:v>
                </c:pt>
                <c:pt idx="980">
                  <c:v>2.3820206789799069E-5</c:v>
                </c:pt>
                <c:pt idx="981">
                  <c:v>2.2660343359950745E-5</c:v>
                </c:pt>
                <c:pt idx="982">
                  <c:v>2.1555612520126938E-5</c:v>
                </c:pt>
                <c:pt idx="983">
                  <c:v>2.0503463454228411E-5</c:v>
                </c:pt>
                <c:pt idx="984">
                  <c:v>1.9501459795100491E-5</c:v>
                </c:pt>
                <c:pt idx="985">
                  <c:v>1.8547274668763517E-5</c:v>
                </c:pt>
                <c:pt idx="986">
                  <c:v>1.7638685944392557E-5</c:v>
                </c:pt>
                <c:pt idx="987">
                  <c:v>1.6773571681933597E-5</c:v>
                </c:pt>
                <c:pt idx="988">
                  <c:v>1.5949905769536708E-5</c:v>
                </c:pt>
                <c:pt idx="989">
                  <c:v>1.5165753743288111E-5</c:v>
                </c:pt>
                <c:pt idx="990">
                  <c:v>1.4419268781989868E-5</c:v>
                </c:pt>
                <c:pt idx="991">
                  <c:v>1.3708687870015134E-5</c:v>
                </c:pt>
                <c:pt idx="992">
                  <c:v>1.3032328121526128E-5</c:v>
                </c:pt>
                <c:pt idx="993">
                  <c:v>1.2388583259589337E-5</c:v>
                </c:pt>
                <c:pt idx="994">
                  <c:v>1.1775920243972136E-5</c:v>
                </c:pt>
                <c:pt idx="995">
                  <c:v>1.1192876041635893E-5</c:v>
                </c:pt>
                <c:pt idx="996">
                  <c:v>1.0638054534167887E-5</c:v>
                </c:pt>
                <c:pt idx="997">
                  <c:v>1.0110123556613972E-5</c:v>
                </c:pt>
                <c:pt idx="998">
                  <c:v>9.607812062385863E-6</c:v>
                </c:pt>
                <c:pt idx="999">
                  <c:v>9.1299074091168775E-6</c:v>
                </c:pt>
                <c:pt idx="1000">
                  <c:v>8.6752527605404972E-6</c:v>
                </c:pt>
                <c:pt idx="1001">
                  <c:v>8.2427445996545798E-6</c:v>
                </c:pt>
                <c:pt idx="1002">
                  <c:v>7.831330348615191E-6</c:v>
                </c:pt>
                <c:pt idx="1003">
                  <c:v>7.4400060909799119E-6</c:v>
                </c:pt>
                <c:pt idx="1004">
                  <c:v>7.0678143920959731E-6</c:v>
                </c:pt>
                <c:pt idx="1005">
                  <c:v>6.7138422135829354E-6</c:v>
                </c:pt>
                <c:pt idx="1006">
                  <c:v>6.3772189180255854E-6</c:v>
                </c:pt>
                <c:pt idx="1007">
                  <c:v>6.0571143601415286E-6</c:v>
                </c:pt>
                <c:pt idx="1008">
                  <c:v>5.7527370608335619E-6</c:v>
                </c:pt>
                <c:pt idx="1009">
                  <c:v>5.4633324606799187E-6</c:v>
                </c:pt>
                <c:pt idx="1010">
                  <c:v>5.1881812495514343E-6</c:v>
                </c:pt>
                <c:pt idx="1011">
                  <c:v>4.926597769173786E-6</c:v>
                </c:pt>
                <c:pt idx="1012">
                  <c:v>4.6779284855808753E-6</c:v>
                </c:pt>
                <c:pt idx="1013">
                  <c:v>4.441550528527583E-6</c:v>
                </c:pt>
                <c:pt idx="1014">
                  <c:v>4.216870295043522E-6</c:v>
                </c:pt>
                <c:pt idx="1015">
                  <c:v>4.0033221144268502E-6</c:v>
                </c:pt>
                <c:pt idx="1016">
                  <c:v>3.8003669720807888E-6</c:v>
                </c:pt>
                <c:pt idx="1017">
                  <c:v>3.6074912897045538E-6</c:v>
                </c:pt>
                <c:pt idx="1018">
                  <c:v>3.4242057594457989E-6</c:v>
                </c:pt>
                <c:pt idx="1019">
                  <c:v>3.2500442297222019E-6</c:v>
                </c:pt>
                <c:pt idx="1020">
                  <c:v>3.084562640511464E-6</c:v>
                </c:pt>
                <c:pt idx="1021">
                  <c:v>2.9273380059967211E-6</c:v>
                </c:pt>
                <c:pt idx="1022">
                  <c:v>2.7779674425428945E-6</c:v>
                </c:pt>
                <c:pt idx="1023">
                  <c:v>2.6360672400608303E-6</c:v>
                </c:pt>
                <c:pt idx="1024">
                  <c:v>2.5012719748951184E-6</c:v>
                </c:pt>
                <c:pt idx="1025">
                  <c:v>2.3732336624487969E-6</c:v>
                </c:pt>
                <c:pt idx="1026">
                  <c:v>2.2516209478315132E-6</c:v>
                </c:pt>
                <c:pt idx="1027">
                  <c:v>2.1361183328876996E-6</c:v>
                </c:pt>
                <c:pt idx="1028">
                  <c:v>2.0264254380292641E-6</c:v>
                </c:pt>
                <c:pt idx="1029">
                  <c:v>1.9222562973639107E-6</c:v>
                </c:pt>
                <c:pt idx="1030">
                  <c:v>1.8233386856700679E-6</c:v>
                </c:pt>
                <c:pt idx="1031">
                  <c:v>1.7294134758328987E-6</c:v>
                </c:pt>
                <c:pt idx="1032">
                  <c:v>1.6402340254108174E-6</c:v>
                </c:pt>
                <c:pt idx="1033">
                  <c:v>1.555565591059467E-6</c:v>
                </c:pt>
                <c:pt idx="1034">
                  <c:v>1.4751847695922831E-6</c:v>
                </c:pt>
                <c:pt idx="1035">
                  <c:v>1.398878964508548E-6</c:v>
                </c:pt>
                <c:pt idx="1036">
                  <c:v>1.3264458768691633E-6</c:v>
                </c:pt>
                <c:pt idx="1037">
                  <c:v>1.2576930194466947E-6</c:v>
                </c:pt>
                <c:pt idx="1038">
                  <c:v>1.1924372531229834E-6</c:v>
                </c:pt>
                <c:pt idx="1039">
                  <c:v>1.1305043445496754E-6</c:v>
                </c:pt>
                <c:pt idx="1040">
                  <c:v>1.0717285441298813E-6</c:v>
                </c:pt>
                <c:pt idx="1041">
                  <c:v>1.0159521834187487E-6</c:v>
                </c:pt>
                <c:pt idx="1042">
                  <c:v>9.6302529107919068E-7</c:v>
                </c:pt>
                <c:pt idx="1043">
                  <c:v>9.12805226566083E-7</c:v>
                </c:pt>
                <c:pt idx="1044">
                  <c:v>8.6515633074755049E-7</c:v>
                </c:pt>
                <c:pt idx="1045">
                  <c:v>8.1994959270578415E-7</c:v>
                </c:pt>
                <c:pt idx="1046">
                  <c:v>7.7706233199281662E-7</c:v>
                </c:pt>
                <c:pt idx="1047">
                  <c:v>7.363778956473837E-7</c:v>
                </c:pt>
                <c:pt idx="1048">
                  <c:v>6.9778536930914573E-7</c:v>
                </c:pt>
                <c:pt idx="1049">
                  <c:v>6.6117930179558554E-7</c:v>
                </c:pt>
                <c:pt idx="1050">
                  <c:v>6.2645944253392478E-7</c:v>
                </c:pt>
                <c:pt idx="1051">
                  <c:v>5.9353049126693066E-7</c:v>
                </c:pt>
                <c:pt idx="1052">
                  <c:v>5.623018594771421E-7</c:v>
                </c:pt>
                <c:pt idx="1053">
                  <c:v>5.3268744299776423E-7</c:v>
                </c:pt>
                <c:pt idx="1054">
                  <c:v>5.0460540530193349E-7</c:v>
                </c:pt>
                <c:pt idx="1055">
                  <c:v>4.7797797098450612E-7</c:v>
                </c:pt>
                <c:pt idx="1056">
                  <c:v>4.527312289715305E-7</c:v>
                </c:pt>
                <c:pt idx="1057">
                  <c:v>4.2879494501312415E-7</c:v>
                </c:pt>
                <c:pt idx="1058">
                  <c:v>4.0610238303512178E-7</c:v>
                </c:pt>
                <c:pt idx="1059">
                  <c:v>3.8459013494354906E-7</c:v>
                </c:pt>
                <c:pt idx="1060">
                  <c:v>3.641979584938048E-7</c:v>
                </c:pt>
                <c:pt idx="1061">
                  <c:v>3.4486862285388996E-7</c:v>
                </c:pt>
                <c:pt idx="1062">
                  <c:v>3.2654776150728951E-7</c:v>
                </c:pt>
                <c:pt idx="1063">
                  <c:v>3.0918373215681174E-7</c:v>
                </c:pt>
                <c:pt idx="1064">
                  <c:v>2.9272748330606411E-7</c:v>
                </c:pt>
                <c:pt idx="1065">
                  <c:v>2.7713242720940715E-7</c:v>
                </c:pt>
                <c:pt idx="1066">
                  <c:v>2.6235431889514517E-7</c:v>
                </c:pt>
                <c:pt idx="1067">
                  <c:v>2.4835114098001143E-7</c:v>
                </c:pt>
                <c:pt idx="1068">
                  <c:v>2.3508299400558573E-7</c:v>
                </c:pt>
                <c:pt idx="1069">
                  <c:v>2.2251199203938827E-7</c:v>
                </c:pt>
                <c:pt idx="1070">
                  <c:v>2.1060216329505668E-7</c:v>
                </c:pt>
                <c:pt idx="1071">
                  <c:v>1.9931935553707882E-7</c:v>
                </c:pt>
                <c:pt idx="1072">
                  <c:v>1.8863114604604102E-7</c:v>
                </c:pt>
                <c:pt idx="1073">
                  <c:v>1.7850675593072987E-7</c:v>
                </c:pt>
                <c:pt idx="1074">
                  <c:v>1.6891696858292375E-7</c:v>
                </c:pt>
                <c:pt idx="1075">
                  <c:v>1.5983405208006352E-7</c:v>
                </c:pt>
                <c:pt idx="1076">
                  <c:v>1.5123168534990093E-7</c:v>
                </c:pt>
                <c:pt idx="1077">
                  <c:v>1.4308488791964284E-7</c:v>
                </c:pt>
                <c:pt idx="1078">
                  <c:v>1.35369953080263E-7</c:v>
                </c:pt>
                <c:pt idx="1079">
                  <c:v>1.280643843043928E-7</c:v>
                </c:pt>
                <c:pt idx="1080">
                  <c:v>1.2114683476360962E-7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8-0F27-43CB-B342-0B1853660F7A}"/>
            </c:ext>
          </c:extLst>
        </c:ser>
        <c:ser>
          <c:idx val="9"/>
          <c:order val="9"/>
          <c:tx>
            <c:strRef>
              <c:f>Sheet1!$T$3</c:f>
              <c:strCache>
                <c:ptCount val="1"/>
                <c:pt idx="0">
                  <c:v>Qp = 15.0 L/s</c:v>
                </c:pt>
              </c:strCache>
            </c:strRef>
          </c:tx>
          <c:spPr>
            <a:ln w="19050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xVal>
            <c:numRef>
              <c:f>Sheet1!$J$4:$J$1084</c:f>
              <c:numCache>
                <c:formatCode>General</c:formatCode>
                <c:ptCount val="1081"/>
                <c:pt idx="0">
                  <c:v>0</c:v>
                </c:pt>
                <c:pt idx="1">
                  <c:v>2.7777777777777775E-3</c:v>
                </c:pt>
                <c:pt idx="2">
                  <c:v>5.5555555555555549E-3</c:v>
                </c:pt>
                <c:pt idx="3">
                  <c:v>8.3333333333333332E-3</c:v>
                </c:pt>
                <c:pt idx="4">
                  <c:v>1.111111111111111E-2</c:v>
                </c:pt>
                <c:pt idx="5">
                  <c:v>1.388888888888889E-2</c:v>
                </c:pt>
                <c:pt idx="6">
                  <c:v>1.6666666666666666E-2</c:v>
                </c:pt>
                <c:pt idx="7">
                  <c:v>1.9444444444444445E-2</c:v>
                </c:pt>
                <c:pt idx="8">
                  <c:v>2.222222222222222E-2</c:v>
                </c:pt>
                <c:pt idx="9">
                  <c:v>2.5000000000000001E-2</c:v>
                </c:pt>
                <c:pt idx="10">
                  <c:v>2.777777777777778E-2</c:v>
                </c:pt>
                <c:pt idx="11">
                  <c:v>3.0555555555555555E-2</c:v>
                </c:pt>
                <c:pt idx="12">
                  <c:v>3.3333333333333333E-2</c:v>
                </c:pt>
                <c:pt idx="13">
                  <c:v>3.6111111111111108E-2</c:v>
                </c:pt>
                <c:pt idx="14">
                  <c:v>3.888888888888889E-2</c:v>
                </c:pt>
                <c:pt idx="15">
                  <c:v>4.1666666666666664E-2</c:v>
                </c:pt>
                <c:pt idx="16">
                  <c:v>4.4444444444444439E-2</c:v>
                </c:pt>
                <c:pt idx="17">
                  <c:v>4.7222222222222228E-2</c:v>
                </c:pt>
                <c:pt idx="18">
                  <c:v>0.05</c:v>
                </c:pt>
                <c:pt idx="19">
                  <c:v>5.2777777777777778E-2</c:v>
                </c:pt>
                <c:pt idx="20">
                  <c:v>5.5555555555555559E-2</c:v>
                </c:pt>
                <c:pt idx="21">
                  <c:v>5.8333333333333334E-2</c:v>
                </c:pt>
                <c:pt idx="22">
                  <c:v>6.1111111111111109E-2</c:v>
                </c:pt>
                <c:pt idx="23">
                  <c:v>6.3888888888888898E-2</c:v>
                </c:pt>
                <c:pt idx="24">
                  <c:v>6.6666666666666666E-2</c:v>
                </c:pt>
                <c:pt idx="25">
                  <c:v>6.9444444444444448E-2</c:v>
                </c:pt>
                <c:pt idx="26">
                  <c:v>7.2222222222222215E-2</c:v>
                </c:pt>
                <c:pt idx="27">
                  <c:v>7.4999999999999997E-2</c:v>
                </c:pt>
                <c:pt idx="28">
                  <c:v>7.7777777777777779E-2</c:v>
                </c:pt>
                <c:pt idx="29">
                  <c:v>8.0555555555555547E-2</c:v>
                </c:pt>
                <c:pt idx="30">
                  <c:v>8.3333333333333329E-2</c:v>
                </c:pt>
                <c:pt idx="31">
                  <c:v>8.611111111111111E-2</c:v>
                </c:pt>
                <c:pt idx="32">
                  <c:v>8.8888888888888878E-2</c:v>
                </c:pt>
                <c:pt idx="33">
                  <c:v>9.166666666666666E-2</c:v>
                </c:pt>
                <c:pt idx="34">
                  <c:v>9.4444444444444456E-2</c:v>
                </c:pt>
                <c:pt idx="35">
                  <c:v>9.7222222222222224E-2</c:v>
                </c:pt>
                <c:pt idx="36">
                  <c:v>0.1</c:v>
                </c:pt>
                <c:pt idx="37">
                  <c:v>0.10277777777777779</c:v>
                </c:pt>
                <c:pt idx="38">
                  <c:v>0.10555555555555556</c:v>
                </c:pt>
                <c:pt idx="39">
                  <c:v>0.10833333333333334</c:v>
                </c:pt>
                <c:pt idx="40">
                  <c:v>0.11111111111111112</c:v>
                </c:pt>
                <c:pt idx="41">
                  <c:v>0.11388888888888889</c:v>
                </c:pt>
                <c:pt idx="42">
                  <c:v>0.11666666666666667</c:v>
                </c:pt>
                <c:pt idx="43">
                  <c:v>0.11944444444444445</c:v>
                </c:pt>
                <c:pt idx="44">
                  <c:v>0.12222222222222222</c:v>
                </c:pt>
                <c:pt idx="45">
                  <c:v>0.125</c:v>
                </c:pt>
                <c:pt idx="46">
                  <c:v>0.1277777777777778</c:v>
                </c:pt>
                <c:pt idx="47">
                  <c:v>0.13055555555555556</c:v>
                </c:pt>
                <c:pt idx="48">
                  <c:v>0.13333333333333333</c:v>
                </c:pt>
                <c:pt idx="49">
                  <c:v>0.1361111111111111</c:v>
                </c:pt>
                <c:pt idx="50">
                  <c:v>0.1388888888888889</c:v>
                </c:pt>
                <c:pt idx="51">
                  <c:v>0.14166666666666666</c:v>
                </c:pt>
                <c:pt idx="52">
                  <c:v>0.14444444444444443</c:v>
                </c:pt>
                <c:pt idx="53">
                  <c:v>0.14722222222222223</c:v>
                </c:pt>
                <c:pt idx="54">
                  <c:v>0.15</c:v>
                </c:pt>
                <c:pt idx="55">
                  <c:v>0.15277777777777776</c:v>
                </c:pt>
                <c:pt idx="56">
                  <c:v>0.15555555555555556</c:v>
                </c:pt>
                <c:pt idx="57">
                  <c:v>0.15833333333333333</c:v>
                </c:pt>
                <c:pt idx="58">
                  <c:v>0.16111111111111109</c:v>
                </c:pt>
                <c:pt idx="59">
                  <c:v>0.16388888888888889</c:v>
                </c:pt>
                <c:pt idx="60">
                  <c:v>0.16666666666666666</c:v>
                </c:pt>
                <c:pt idx="61">
                  <c:v>0.16944444444444443</c:v>
                </c:pt>
                <c:pt idx="62">
                  <c:v>0.17222222222222222</c:v>
                </c:pt>
                <c:pt idx="63">
                  <c:v>0.17499999999999999</c:v>
                </c:pt>
                <c:pt idx="64">
                  <c:v>0.17777777777777776</c:v>
                </c:pt>
                <c:pt idx="65">
                  <c:v>0.18055555555555555</c:v>
                </c:pt>
                <c:pt idx="66">
                  <c:v>0.18333333333333332</c:v>
                </c:pt>
                <c:pt idx="67">
                  <c:v>0.18611111111111109</c:v>
                </c:pt>
                <c:pt idx="68">
                  <c:v>0.18888888888888891</c:v>
                </c:pt>
                <c:pt idx="69">
                  <c:v>0.19166666666666668</c:v>
                </c:pt>
                <c:pt idx="70">
                  <c:v>0.19444444444444445</c:v>
                </c:pt>
                <c:pt idx="71">
                  <c:v>0.19722222222222224</c:v>
                </c:pt>
                <c:pt idx="72">
                  <c:v>0.2</c:v>
                </c:pt>
                <c:pt idx="73">
                  <c:v>0.20277777777777778</c:v>
                </c:pt>
                <c:pt idx="74">
                  <c:v>0.20555555555555557</c:v>
                </c:pt>
                <c:pt idx="75">
                  <c:v>0.20833333333333334</c:v>
                </c:pt>
                <c:pt idx="76">
                  <c:v>0.21111111111111111</c:v>
                </c:pt>
                <c:pt idx="77">
                  <c:v>0.21388888888888891</c:v>
                </c:pt>
                <c:pt idx="78">
                  <c:v>0.21666666666666667</c:v>
                </c:pt>
                <c:pt idx="79">
                  <c:v>0.21944444444444444</c:v>
                </c:pt>
                <c:pt idx="80">
                  <c:v>0.22222222222222224</c:v>
                </c:pt>
                <c:pt idx="81">
                  <c:v>0.22500000000000001</c:v>
                </c:pt>
                <c:pt idx="82">
                  <c:v>0.22777777777777777</c:v>
                </c:pt>
                <c:pt idx="83">
                  <c:v>0.23055555555555557</c:v>
                </c:pt>
                <c:pt idx="84">
                  <c:v>0.23333333333333334</c:v>
                </c:pt>
                <c:pt idx="85">
                  <c:v>0.2361111111111111</c:v>
                </c:pt>
                <c:pt idx="86">
                  <c:v>0.2388888888888889</c:v>
                </c:pt>
                <c:pt idx="87">
                  <c:v>0.24166666666666667</c:v>
                </c:pt>
                <c:pt idx="88">
                  <c:v>0.24444444444444444</c:v>
                </c:pt>
                <c:pt idx="89">
                  <c:v>0.24722222222222223</c:v>
                </c:pt>
                <c:pt idx="90">
                  <c:v>0.25</c:v>
                </c:pt>
                <c:pt idx="91">
                  <c:v>0.25277777777777777</c:v>
                </c:pt>
                <c:pt idx="92">
                  <c:v>0.25555555555555559</c:v>
                </c:pt>
                <c:pt idx="93">
                  <c:v>0.25833333333333336</c:v>
                </c:pt>
                <c:pt idx="94">
                  <c:v>0.26111111111111113</c:v>
                </c:pt>
                <c:pt idx="95">
                  <c:v>0.2638888888888889</c:v>
                </c:pt>
                <c:pt idx="96">
                  <c:v>0.26666666666666666</c:v>
                </c:pt>
                <c:pt idx="97">
                  <c:v>0.26944444444444449</c:v>
                </c:pt>
                <c:pt idx="98">
                  <c:v>0.2722222222222222</c:v>
                </c:pt>
                <c:pt idx="99">
                  <c:v>0.27500000000000002</c:v>
                </c:pt>
                <c:pt idx="100">
                  <c:v>0.27777777777777779</c:v>
                </c:pt>
                <c:pt idx="101">
                  <c:v>0.28055555555555556</c:v>
                </c:pt>
                <c:pt idx="102">
                  <c:v>0.28333333333333333</c:v>
                </c:pt>
                <c:pt idx="103">
                  <c:v>0.28611111111111115</c:v>
                </c:pt>
                <c:pt idx="104">
                  <c:v>0.28888888888888886</c:v>
                </c:pt>
                <c:pt idx="105">
                  <c:v>0.29166666666666669</c:v>
                </c:pt>
                <c:pt idx="106">
                  <c:v>0.29444444444444445</c:v>
                </c:pt>
                <c:pt idx="107">
                  <c:v>0.29722222222222222</c:v>
                </c:pt>
                <c:pt idx="108">
                  <c:v>0.3</c:v>
                </c:pt>
                <c:pt idx="109">
                  <c:v>0.30277777777777781</c:v>
                </c:pt>
                <c:pt idx="110">
                  <c:v>0.30555555555555552</c:v>
                </c:pt>
                <c:pt idx="111">
                  <c:v>0.30833333333333335</c:v>
                </c:pt>
                <c:pt idx="112">
                  <c:v>0.31111111111111112</c:v>
                </c:pt>
                <c:pt idx="113">
                  <c:v>0.31388888888888888</c:v>
                </c:pt>
                <c:pt idx="114">
                  <c:v>0.31666666666666665</c:v>
                </c:pt>
                <c:pt idx="115">
                  <c:v>0.31944444444444448</c:v>
                </c:pt>
                <c:pt idx="116">
                  <c:v>0.32222222222222219</c:v>
                </c:pt>
                <c:pt idx="117">
                  <c:v>0.32500000000000001</c:v>
                </c:pt>
                <c:pt idx="118">
                  <c:v>0.32777777777777778</c:v>
                </c:pt>
                <c:pt idx="119">
                  <c:v>0.33055555555555555</c:v>
                </c:pt>
                <c:pt idx="120">
                  <c:v>0.33333333333333331</c:v>
                </c:pt>
                <c:pt idx="121">
                  <c:v>0.33611111111111114</c:v>
                </c:pt>
                <c:pt idx="122">
                  <c:v>0.33888888888888885</c:v>
                </c:pt>
                <c:pt idx="123">
                  <c:v>0.34166666666666667</c:v>
                </c:pt>
                <c:pt idx="124">
                  <c:v>0.34444444444444444</c:v>
                </c:pt>
                <c:pt idx="125">
                  <c:v>0.34722222222222221</c:v>
                </c:pt>
                <c:pt idx="126">
                  <c:v>0.35</c:v>
                </c:pt>
                <c:pt idx="127">
                  <c:v>0.3527777777777778</c:v>
                </c:pt>
                <c:pt idx="128">
                  <c:v>0.35555555555555551</c:v>
                </c:pt>
                <c:pt idx="129">
                  <c:v>0.35833333333333334</c:v>
                </c:pt>
                <c:pt idx="130">
                  <c:v>0.3611111111111111</c:v>
                </c:pt>
                <c:pt idx="131">
                  <c:v>0.36388888888888887</c:v>
                </c:pt>
                <c:pt idx="132">
                  <c:v>0.36666666666666664</c:v>
                </c:pt>
                <c:pt idx="133">
                  <c:v>0.36944444444444446</c:v>
                </c:pt>
                <c:pt idx="134">
                  <c:v>0.37222222222222218</c:v>
                </c:pt>
                <c:pt idx="135">
                  <c:v>0.375</c:v>
                </c:pt>
                <c:pt idx="136">
                  <c:v>0.37777777777777782</c:v>
                </c:pt>
                <c:pt idx="137">
                  <c:v>0.38055555555555554</c:v>
                </c:pt>
                <c:pt idx="138">
                  <c:v>0.38333333333333336</c:v>
                </c:pt>
                <c:pt idx="139">
                  <c:v>0.38611111111111113</c:v>
                </c:pt>
                <c:pt idx="140">
                  <c:v>0.3888888888888889</c:v>
                </c:pt>
                <c:pt idx="141">
                  <c:v>0.39166666666666666</c:v>
                </c:pt>
                <c:pt idx="142">
                  <c:v>0.39444444444444449</c:v>
                </c:pt>
                <c:pt idx="143">
                  <c:v>0.3972222222222222</c:v>
                </c:pt>
                <c:pt idx="144">
                  <c:v>0.4</c:v>
                </c:pt>
                <c:pt idx="145">
                  <c:v>0.40277777777777779</c:v>
                </c:pt>
                <c:pt idx="146">
                  <c:v>0.40555555555555556</c:v>
                </c:pt>
                <c:pt idx="147">
                  <c:v>0.40833333333333333</c:v>
                </c:pt>
                <c:pt idx="148">
                  <c:v>0.41111111111111115</c:v>
                </c:pt>
                <c:pt idx="149">
                  <c:v>0.41388888888888886</c:v>
                </c:pt>
                <c:pt idx="150">
                  <c:v>0.41666666666666669</c:v>
                </c:pt>
                <c:pt idx="151">
                  <c:v>0.41944444444444445</c:v>
                </c:pt>
                <c:pt idx="152">
                  <c:v>0.42222222222222222</c:v>
                </c:pt>
                <c:pt idx="153">
                  <c:v>0.42499999999999999</c:v>
                </c:pt>
                <c:pt idx="154">
                  <c:v>0.42777777777777781</c:v>
                </c:pt>
                <c:pt idx="155">
                  <c:v>0.43055555555555552</c:v>
                </c:pt>
                <c:pt idx="156">
                  <c:v>0.43333333333333335</c:v>
                </c:pt>
                <c:pt idx="157">
                  <c:v>0.43611111111111112</c:v>
                </c:pt>
                <c:pt idx="158">
                  <c:v>0.43888888888888888</c:v>
                </c:pt>
                <c:pt idx="159">
                  <c:v>0.44166666666666665</c:v>
                </c:pt>
                <c:pt idx="160">
                  <c:v>0.44444444444444448</c:v>
                </c:pt>
                <c:pt idx="161">
                  <c:v>0.44722222222222219</c:v>
                </c:pt>
                <c:pt idx="162">
                  <c:v>0.45</c:v>
                </c:pt>
                <c:pt idx="163">
                  <c:v>0.45277777777777778</c:v>
                </c:pt>
                <c:pt idx="164">
                  <c:v>0.45555555555555555</c:v>
                </c:pt>
                <c:pt idx="165">
                  <c:v>0.45833333333333331</c:v>
                </c:pt>
                <c:pt idx="166">
                  <c:v>0.46111111111111114</c:v>
                </c:pt>
                <c:pt idx="167">
                  <c:v>0.46388888888888885</c:v>
                </c:pt>
                <c:pt idx="168">
                  <c:v>0.46666666666666667</c:v>
                </c:pt>
                <c:pt idx="169">
                  <c:v>0.46944444444444444</c:v>
                </c:pt>
                <c:pt idx="170">
                  <c:v>0.47222222222222221</c:v>
                </c:pt>
                <c:pt idx="171">
                  <c:v>0.47499999999999998</c:v>
                </c:pt>
                <c:pt idx="172">
                  <c:v>0.4777777777777778</c:v>
                </c:pt>
                <c:pt idx="173">
                  <c:v>0.48055555555555551</c:v>
                </c:pt>
                <c:pt idx="174">
                  <c:v>0.48333333333333334</c:v>
                </c:pt>
                <c:pt idx="175">
                  <c:v>0.4861111111111111</c:v>
                </c:pt>
                <c:pt idx="176">
                  <c:v>0.48888888888888887</c:v>
                </c:pt>
                <c:pt idx="177">
                  <c:v>0.49166666666666664</c:v>
                </c:pt>
                <c:pt idx="178">
                  <c:v>0.49444444444444446</c:v>
                </c:pt>
                <c:pt idx="179">
                  <c:v>0.49722222222222218</c:v>
                </c:pt>
                <c:pt idx="180">
                  <c:v>0.5</c:v>
                </c:pt>
                <c:pt idx="181">
                  <c:v>0.50277777777777777</c:v>
                </c:pt>
                <c:pt idx="182">
                  <c:v>0.50555555555555554</c:v>
                </c:pt>
                <c:pt idx="183">
                  <c:v>0.5083333333333333</c:v>
                </c:pt>
                <c:pt idx="184">
                  <c:v>0.51111111111111118</c:v>
                </c:pt>
                <c:pt idx="185">
                  <c:v>0.51388888888888884</c:v>
                </c:pt>
                <c:pt idx="186">
                  <c:v>0.51666666666666672</c:v>
                </c:pt>
                <c:pt idx="187">
                  <c:v>0.51944444444444449</c:v>
                </c:pt>
                <c:pt idx="188">
                  <c:v>0.52222222222222225</c:v>
                </c:pt>
                <c:pt idx="189">
                  <c:v>0.52500000000000002</c:v>
                </c:pt>
                <c:pt idx="190">
                  <c:v>0.52777777777777779</c:v>
                </c:pt>
                <c:pt idx="191">
                  <c:v>0.53055555555555556</c:v>
                </c:pt>
                <c:pt idx="192">
                  <c:v>0.53333333333333333</c:v>
                </c:pt>
                <c:pt idx="193">
                  <c:v>0.53611111111111109</c:v>
                </c:pt>
                <c:pt idx="194">
                  <c:v>0.53888888888888897</c:v>
                </c:pt>
                <c:pt idx="195">
                  <c:v>0.54166666666666663</c:v>
                </c:pt>
                <c:pt idx="196">
                  <c:v>0.5444444444444444</c:v>
                </c:pt>
                <c:pt idx="197">
                  <c:v>0.54722222222222228</c:v>
                </c:pt>
                <c:pt idx="198">
                  <c:v>0.55000000000000004</c:v>
                </c:pt>
                <c:pt idx="199">
                  <c:v>0.5527777777777777</c:v>
                </c:pt>
                <c:pt idx="200">
                  <c:v>0.55555555555555558</c:v>
                </c:pt>
                <c:pt idx="201">
                  <c:v>0.55833333333333335</c:v>
                </c:pt>
                <c:pt idx="202">
                  <c:v>0.56111111111111112</c:v>
                </c:pt>
                <c:pt idx="203">
                  <c:v>0.56388888888888888</c:v>
                </c:pt>
                <c:pt idx="204">
                  <c:v>0.56666666666666665</c:v>
                </c:pt>
                <c:pt idx="205">
                  <c:v>0.56944444444444442</c:v>
                </c:pt>
                <c:pt idx="206">
                  <c:v>0.5722222222222223</c:v>
                </c:pt>
                <c:pt idx="207">
                  <c:v>0.57499999999999996</c:v>
                </c:pt>
                <c:pt idx="208">
                  <c:v>0.57777777777777772</c:v>
                </c:pt>
                <c:pt idx="209">
                  <c:v>0.5805555555555556</c:v>
                </c:pt>
                <c:pt idx="210">
                  <c:v>0.58333333333333337</c:v>
                </c:pt>
                <c:pt idx="211">
                  <c:v>0.58611111111111103</c:v>
                </c:pt>
                <c:pt idx="212">
                  <c:v>0.58888888888888891</c:v>
                </c:pt>
                <c:pt idx="213">
                  <c:v>0.59166666666666667</c:v>
                </c:pt>
                <c:pt idx="214">
                  <c:v>0.59444444444444444</c:v>
                </c:pt>
                <c:pt idx="215">
                  <c:v>0.59722222222222221</c:v>
                </c:pt>
                <c:pt idx="216">
                  <c:v>0.6</c:v>
                </c:pt>
                <c:pt idx="217">
                  <c:v>0.60277777777777775</c:v>
                </c:pt>
                <c:pt idx="218">
                  <c:v>0.60555555555555562</c:v>
                </c:pt>
                <c:pt idx="219">
                  <c:v>0.60833333333333328</c:v>
                </c:pt>
                <c:pt idx="220">
                  <c:v>0.61111111111111105</c:v>
                </c:pt>
                <c:pt idx="221">
                  <c:v>0.61388888888888893</c:v>
                </c:pt>
                <c:pt idx="222">
                  <c:v>0.6166666666666667</c:v>
                </c:pt>
                <c:pt idx="223">
                  <c:v>0.61944444444444435</c:v>
                </c:pt>
                <c:pt idx="224">
                  <c:v>0.62222222222222223</c:v>
                </c:pt>
                <c:pt idx="225">
                  <c:v>0.625</c:v>
                </c:pt>
                <c:pt idx="226">
                  <c:v>0.62777777777777777</c:v>
                </c:pt>
                <c:pt idx="227">
                  <c:v>0.63055555555555565</c:v>
                </c:pt>
                <c:pt idx="228">
                  <c:v>0.6333333333333333</c:v>
                </c:pt>
                <c:pt idx="229">
                  <c:v>0.63611111111111107</c:v>
                </c:pt>
                <c:pt idx="230">
                  <c:v>0.63888888888888895</c:v>
                </c:pt>
                <c:pt idx="231">
                  <c:v>0.64166666666666672</c:v>
                </c:pt>
                <c:pt idx="232">
                  <c:v>0.64444444444444438</c:v>
                </c:pt>
                <c:pt idx="233">
                  <c:v>0.64722222222222225</c:v>
                </c:pt>
                <c:pt idx="234">
                  <c:v>0.65</c:v>
                </c:pt>
                <c:pt idx="235">
                  <c:v>0.65277777777777779</c:v>
                </c:pt>
                <c:pt idx="236">
                  <c:v>0.65555555555555556</c:v>
                </c:pt>
                <c:pt idx="237">
                  <c:v>0.65833333333333333</c:v>
                </c:pt>
                <c:pt idx="238">
                  <c:v>0.66111111111111109</c:v>
                </c:pt>
                <c:pt idx="239">
                  <c:v>0.66388888888888897</c:v>
                </c:pt>
                <c:pt idx="240">
                  <c:v>0.66666666666666663</c:v>
                </c:pt>
                <c:pt idx="241">
                  <c:v>0.6694444444444444</c:v>
                </c:pt>
                <c:pt idx="242">
                  <c:v>0.67222222222222228</c:v>
                </c:pt>
                <c:pt idx="243">
                  <c:v>0.67500000000000004</c:v>
                </c:pt>
                <c:pt idx="244">
                  <c:v>0.6777777777777777</c:v>
                </c:pt>
                <c:pt idx="245">
                  <c:v>0.68055555555555558</c:v>
                </c:pt>
                <c:pt idx="246">
                  <c:v>0.68333333333333335</c:v>
                </c:pt>
                <c:pt idx="247">
                  <c:v>0.68611111111111112</c:v>
                </c:pt>
                <c:pt idx="248">
                  <c:v>0.68888888888888888</c:v>
                </c:pt>
                <c:pt idx="249">
                  <c:v>0.69166666666666665</c:v>
                </c:pt>
                <c:pt idx="250">
                  <c:v>0.69444444444444442</c:v>
                </c:pt>
                <c:pt idx="251">
                  <c:v>0.6972222222222223</c:v>
                </c:pt>
                <c:pt idx="252">
                  <c:v>0.7</c:v>
                </c:pt>
                <c:pt idx="253">
                  <c:v>0.70277777777777772</c:v>
                </c:pt>
                <c:pt idx="254">
                  <c:v>0.7055555555555556</c:v>
                </c:pt>
                <c:pt idx="255">
                  <c:v>0.70833333333333337</c:v>
                </c:pt>
                <c:pt idx="256">
                  <c:v>0.71111111111111103</c:v>
                </c:pt>
                <c:pt idx="257">
                  <c:v>0.71388888888888891</c:v>
                </c:pt>
                <c:pt idx="258">
                  <c:v>0.71666666666666667</c:v>
                </c:pt>
                <c:pt idx="259">
                  <c:v>0.71944444444444444</c:v>
                </c:pt>
                <c:pt idx="260">
                  <c:v>0.72222222222222221</c:v>
                </c:pt>
                <c:pt idx="261">
                  <c:v>0.72499999999999998</c:v>
                </c:pt>
                <c:pt idx="262">
                  <c:v>0.72777777777777775</c:v>
                </c:pt>
                <c:pt idx="263">
                  <c:v>0.73055555555555562</c:v>
                </c:pt>
                <c:pt idx="264">
                  <c:v>0.73333333333333328</c:v>
                </c:pt>
                <c:pt idx="265">
                  <c:v>0.73611111111111105</c:v>
                </c:pt>
                <c:pt idx="266">
                  <c:v>0.73888888888888893</c:v>
                </c:pt>
                <c:pt idx="267">
                  <c:v>0.7416666666666667</c:v>
                </c:pt>
                <c:pt idx="268">
                  <c:v>0.74444444444444435</c:v>
                </c:pt>
                <c:pt idx="269">
                  <c:v>0.74722222222222223</c:v>
                </c:pt>
                <c:pt idx="270">
                  <c:v>0.75</c:v>
                </c:pt>
                <c:pt idx="271">
                  <c:v>0.75277777777777777</c:v>
                </c:pt>
                <c:pt idx="272">
                  <c:v>0.75555555555555565</c:v>
                </c:pt>
                <c:pt idx="273">
                  <c:v>0.7583333333333333</c:v>
                </c:pt>
                <c:pt idx="274">
                  <c:v>0.76111111111111107</c:v>
                </c:pt>
                <c:pt idx="275">
                  <c:v>0.76388888888888895</c:v>
                </c:pt>
                <c:pt idx="276">
                  <c:v>0.76666666666666672</c:v>
                </c:pt>
                <c:pt idx="277">
                  <c:v>0.76944444444444438</c:v>
                </c:pt>
                <c:pt idx="278">
                  <c:v>0.77222222222222225</c:v>
                </c:pt>
                <c:pt idx="279">
                  <c:v>0.77500000000000002</c:v>
                </c:pt>
                <c:pt idx="280">
                  <c:v>0.77777777777777779</c:v>
                </c:pt>
                <c:pt idx="281">
                  <c:v>0.78055555555555556</c:v>
                </c:pt>
                <c:pt idx="282">
                  <c:v>0.78333333333333333</c:v>
                </c:pt>
                <c:pt idx="283">
                  <c:v>0.78611111111111109</c:v>
                </c:pt>
                <c:pt idx="284">
                  <c:v>0.78888888888888897</c:v>
                </c:pt>
                <c:pt idx="285">
                  <c:v>0.79166666666666663</c:v>
                </c:pt>
                <c:pt idx="286">
                  <c:v>0.7944444444444444</c:v>
                </c:pt>
                <c:pt idx="287">
                  <c:v>0.79722222222222228</c:v>
                </c:pt>
                <c:pt idx="288">
                  <c:v>0.8</c:v>
                </c:pt>
                <c:pt idx="289">
                  <c:v>0.8027777777777777</c:v>
                </c:pt>
                <c:pt idx="290">
                  <c:v>0.80555555555555558</c:v>
                </c:pt>
                <c:pt idx="291">
                  <c:v>0.80833333333333335</c:v>
                </c:pt>
                <c:pt idx="292">
                  <c:v>0.81111111111111112</c:v>
                </c:pt>
                <c:pt idx="293">
                  <c:v>0.81388888888888888</c:v>
                </c:pt>
                <c:pt idx="294">
                  <c:v>0.81666666666666665</c:v>
                </c:pt>
                <c:pt idx="295">
                  <c:v>0.81944444444444442</c:v>
                </c:pt>
                <c:pt idx="296">
                  <c:v>0.8222222222222223</c:v>
                </c:pt>
                <c:pt idx="297">
                  <c:v>0.82499999999999996</c:v>
                </c:pt>
                <c:pt idx="298">
                  <c:v>0.82777777777777772</c:v>
                </c:pt>
                <c:pt idx="299">
                  <c:v>0.8305555555555556</c:v>
                </c:pt>
                <c:pt idx="300">
                  <c:v>0.83333333333333337</c:v>
                </c:pt>
                <c:pt idx="301">
                  <c:v>0.83611111111111103</c:v>
                </c:pt>
                <c:pt idx="302">
                  <c:v>0.83888888888888891</c:v>
                </c:pt>
                <c:pt idx="303">
                  <c:v>0.84166666666666667</c:v>
                </c:pt>
                <c:pt idx="304">
                  <c:v>0.84444444444444444</c:v>
                </c:pt>
                <c:pt idx="305">
                  <c:v>0.84722222222222221</c:v>
                </c:pt>
                <c:pt idx="306">
                  <c:v>0.85</c:v>
                </c:pt>
                <c:pt idx="307">
                  <c:v>0.85277777777777775</c:v>
                </c:pt>
                <c:pt idx="308">
                  <c:v>0.85555555555555562</c:v>
                </c:pt>
                <c:pt idx="309">
                  <c:v>0.85833333333333328</c:v>
                </c:pt>
                <c:pt idx="310">
                  <c:v>0.86111111111111105</c:v>
                </c:pt>
                <c:pt idx="311">
                  <c:v>0.86388888888888893</c:v>
                </c:pt>
                <c:pt idx="312">
                  <c:v>0.8666666666666667</c:v>
                </c:pt>
                <c:pt idx="313">
                  <c:v>0.86944444444444435</c:v>
                </c:pt>
                <c:pt idx="314">
                  <c:v>0.87222222222222223</c:v>
                </c:pt>
                <c:pt idx="315">
                  <c:v>0.875</c:v>
                </c:pt>
                <c:pt idx="316">
                  <c:v>0.87777777777777777</c:v>
                </c:pt>
                <c:pt idx="317">
                  <c:v>0.88055555555555565</c:v>
                </c:pt>
                <c:pt idx="318">
                  <c:v>0.8833333333333333</c:v>
                </c:pt>
                <c:pt idx="319">
                  <c:v>0.88611111111111107</c:v>
                </c:pt>
                <c:pt idx="320">
                  <c:v>0.88888888888888895</c:v>
                </c:pt>
                <c:pt idx="321">
                  <c:v>0.89166666666666672</c:v>
                </c:pt>
                <c:pt idx="322">
                  <c:v>0.89444444444444438</c:v>
                </c:pt>
                <c:pt idx="323">
                  <c:v>0.89722222222222225</c:v>
                </c:pt>
                <c:pt idx="324">
                  <c:v>0.9</c:v>
                </c:pt>
                <c:pt idx="325">
                  <c:v>0.90277777777777779</c:v>
                </c:pt>
                <c:pt idx="326">
                  <c:v>0.90555555555555556</c:v>
                </c:pt>
                <c:pt idx="327">
                  <c:v>0.90833333333333333</c:v>
                </c:pt>
                <c:pt idx="328">
                  <c:v>0.91111111111111109</c:v>
                </c:pt>
                <c:pt idx="329">
                  <c:v>0.91388888888888897</c:v>
                </c:pt>
                <c:pt idx="330">
                  <c:v>0.91666666666666663</c:v>
                </c:pt>
                <c:pt idx="331">
                  <c:v>0.9194444444444444</c:v>
                </c:pt>
                <c:pt idx="332">
                  <c:v>0.92222222222222228</c:v>
                </c:pt>
                <c:pt idx="333">
                  <c:v>0.92500000000000004</c:v>
                </c:pt>
                <c:pt idx="334">
                  <c:v>0.9277777777777777</c:v>
                </c:pt>
                <c:pt idx="335">
                  <c:v>0.93055555555555558</c:v>
                </c:pt>
                <c:pt idx="336">
                  <c:v>0.93333333333333335</c:v>
                </c:pt>
                <c:pt idx="337">
                  <c:v>0.93611111111111112</c:v>
                </c:pt>
                <c:pt idx="338">
                  <c:v>0.93888888888888888</c:v>
                </c:pt>
                <c:pt idx="339">
                  <c:v>0.94166666666666665</c:v>
                </c:pt>
                <c:pt idx="340">
                  <c:v>0.94444444444444442</c:v>
                </c:pt>
                <c:pt idx="341">
                  <c:v>0.9472222222222223</c:v>
                </c:pt>
                <c:pt idx="342">
                  <c:v>0.95</c:v>
                </c:pt>
                <c:pt idx="343">
                  <c:v>0.95277777777777772</c:v>
                </c:pt>
                <c:pt idx="344">
                  <c:v>0.9555555555555556</c:v>
                </c:pt>
                <c:pt idx="345">
                  <c:v>0.95833333333333337</c:v>
                </c:pt>
                <c:pt idx="346">
                  <c:v>0.96111111111111103</c:v>
                </c:pt>
                <c:pt idx="347">
                  <c:v>0.96388888888888891</c:v>
                </c:pt>
                <c:pt idx="348">
                  <c:v>0.96666666666666667</c:v>
                </c:pt>
                <c:pt idx="349">
                  <c:v>0.96944444444444444</c:v>
                </c:pt>
                <c:pt idx="350">
                  <c:v>0.97222222222222221</c:v>
                </c:pt>
                <c:pt idx="351">
                  <c:v>0.97499999999999998</c:v>
                </c:pt>
                <c:pt idx="352">
                  <c:v>0.97777777777777775</c:v>
                </c:pt>
                <c:pt idx="353">
                  <c:v>0.98055555555555562</c:v>
                </c:pt>
                <c:pt idx="354">
                  <c:v>0.98333333333333328</c:v>
                </c:pt>
                <c:pt idx="355">
                  <c:v>0.98611111111111105</c:v>
                </c:pt>
                <c:pt idx="356">
                  <c:v>0.98888888888888893</c:v>
                </c:pt>
                <c:pt idx="357">
                  <c:v>0.9916666666666667</c:v>
                </c:pt>
                <c:pt idx="358">
                  <c:v>0.99444444444444435</c:v>
                </c:pt>
                <c:pt idx="359">
                  <c:v>0.99722222222222223</c:v>
                </c:pt>
                <c:pt idx="360">
                  <c:v>1</c:v>
                </c:pt>
                <c:pt idx="361">
                  <c:v>1.0027777777777778</c:v>
                </c:pt>
                <c:pt idx="362">
                  <c:v>1.0055555555555555</c:v>
                </c:pt>
                <c:pt idx="363">
                  <c:v>1.0083333333333333</c:v>
                </c:pt>
                <c:pt idx="364">
                  <c:v>1.0111111111111111</c:v>
                </c:pt>
                <c:pt idx="365">
                  <c:v>1.0138888888888888</c:v>
                </c:pt>
                <c:pt idx="366">
                  <c:v>1.0166666666666666</c:v>
                </c:pt>
                <c:pt idx="367">
                  <c:v>1.0194444444444444</c:v>
                </c:pt>
                <c:pt idx="368">
                  <c:v>1.0222222222222224</c:v>
                </c:pt>
                <c:pt idx="369">
                  <c:v>1.0249999999999999</c:v>
                </c:pt>
                <c:pt idx="370">
                  <c:v>1.0277777777777777</c:v>
                </c:pt>
                <c:pt idx="371">
                  <c:v>1.0305555555555557</c:v>
                </c:pt>
                <c:pt idx="372">
                  <c:v>1.0333333333333334</c:v>
                </c:pt>
                <c:pt idx="373">
                  <c:v>1.036111111111111</c:v>
                </c:pt>
                <c:pt idx="374">
                  <c:v>1.038888888888889</c:v>
                </c:pt>
                <c:pt idx="375">
                  <c:v>1.0416666666666667</c:v>
                </c:pt>
                <c:pt idx="376">
                  <c:v>1.0444444444444445</c:v>
                </c:pt>
                <c:pt idx="377">
                  <c:v>1.0472222222222223</c:v>
                </c:pt>
                <c:pt idx="378">
                  <c:v>1.05</c:v>
                </c:pt>
                <c:pt idx="379">
                  <c:v>1.0527777777777778</c:v>
                </c:pt>
                <c:pt idx="380">
                  <c:v>1.0555555555555556</c:v>
                </c:pt>
                <c:pt idx="381">
                  <c:v>1.0583333333333333</c:v>
                </c:pt>
                <c:pt idx="382">
                  <c:v>1.0611111111111111</c:v>
                </c:pt>
                <c:pt idx="383">
                  <c:v>1.0638888888888889</c:v>
                </c:pt>
                <c:pt idx="384">
                  <c:v>1.0666666666666667</c:v>
                </c:pt>
                <c:pt idx="385">
                  <c:v>1.0694444444444444</c:v>
                </c:pt>
                <c:pt idx="386">
                  <c:v>1.0722222222222222</c:v>
                </c:pt>
                <c:pt idx="387">
                  <c:v>1.075</c:v>
                </c:pt>
                <c:pt idx="388">
                  <c:v>1.0777777777777779</c:v>
                </c:pt>
                <c:pt idx="389">
                  <c:v>1.0805555555555555</c:v>
                </c:pt>
                <c:pt idx="390">
                  <c:v>1.0833333333333333</c:v>
                </c:pt>
                <c:pt idx="391">
                  <c:v>1.0861111111111112</c:v>
                </c:pt>
                <c:pt idx="392">
                  <c:v>1.0888888888888888</c:v>
                </c:pt>
                <c:pt idx="393">
                  <c:v>1.0916666666666666</c:v>
                </c:pt>
                <c:pt idx="394">
                  <c:v>1.0944444444444446</c:v>
                </c:pt>
                <c:pt idx="395">
                  <c:v>1.0972222222222221</c:v>
                </c:pt>
                <c:pt idx="396">
                  <c:v>1.1000000000000001</c:v>
                </c:pt>
                <c:pt idx="397">
                  <c:v>1.1027777777777779</c:v>
                </c:pt>
                <c:pt idx="398">
                  <c:v>1.1055555555555554</c:v>
                </c:pt>
                <c:pt idx="399">
                  <c:v>1.1083333333333334</c:v>
                </c:pt>
                <c:pt idx="400">
                  <c:v>1.1111111111111112</c:v>
                </c:pt>
                <c:pt idx="401">
                  <c:v>1.1138888888888887</c:v>
                </c:pt>
                <c:pt idx="402">
                  <c:v>1.1166666666666667</c:v>
                </c:pt>
                <c:pt idx="403">
                  <c:v>1.1194444444444445</c:v>
                </c:pt>
                <c:pt idx="404">
                  <c:v>1.1222222222222222</c:v>
                </c:pt>
                <c:pt idx="405">
                  <c:v>1.125</c:v>
                </c:pt>
                <c:pt idx="406">
                  <c:v>1.1277777777777778</c:v>
                </c:pt>
                <c:pt idx="407">
                  <c:v>1.1305555555555555</c:v>
                </c:pt>
                <c:pt idx="408">
                  <c:v>1.1333333333333333</c:v>
                </c:pt>
                <c:pt idx="409">
                  <c:v>1.1361111111111113</c:v>
                </c:pt>
                <c:pt idx="410">
                  <c:v>1.1388888888888888</c:v>
                </c:pt>
                <c:pt idx="411">
                  <c:v>1.1416666666666666</c:v>
                </c:pt>
                <c:pt idx="412">
                  <c:v>1.1444444444444446</c:v>
                </c:pt>
                <c:pt idx="413">
                  <c:v>1.1472222222222221</c:v>
                </c:pt>
                <c:pt idx="414">
                  <c:v>1.1499999999999999</c:v>
                </c:pt>
                <c:pt idx="415">
                  <c:v>1.1527777777777779</c:v>
                </c:pt>
                <c:pt idx="416">
                  <c:v>1.1555555555555554</c:v>
                </c:pt>
                <c:pt idx="417">
                  <c:v>1.1583333333333334</c:v>
                </c:pt>
                <c:pt idx="418">
                  <c:v>1.1611111111111112</c:v>
                </c:pt>
                <c:pt idx="419">
                  <c:v>1.1638888888888888</c:v>
                </c:pt>
                <c:pt idx="420">
                  <c:v>1.1666666666666667</c:v>
                </c:pt>
                <c:pt idx="421">
                  <c:v>1.1694444444444445</c:v>
                </c:pt>
                <c:pt idx="422">
                  <c:v>1.1722222222222221</c:v>
                </c:pt>
                <c:pt idx="423">
                  <c:v>1.175</c:v>
                </c:pt>
                <c:pt idx="424">
                  <c:v>1.1777777777777778</c:v>
                </c:pt>
                <c:pt idx="425">
                  <c:v>1.1805555555555556</c:v>
                </c:pt>
                <c:pt idx="426">
                  <c:v>1.1833333333333333</c:v>
                </c:pt>
                <c:pt idx="427">
                  <c:v>1.1861111111111111</c:v>
                </c:pt>
                <c:pt idx="428">
                  <c:v>1.1888888888888889</c:v>
                </c:pt>
                <c:pt idx="429">
                  <c:v>1.1916666666666667</c:v>
                </c:pt>
                <c:pt idx="430">
                  <c:v>1.1944444444444444</c:v>
                </c:pt>
                <c:pt idx="431">
                  <c:v>1.1972222222222222</c:v>
                </c:pt>
                <c:pt idx="432">
                  <c:v>1.2</c:v>
                </c:pt>
                <c:pt idx="433">
                  <c:v>1.2027777777777779</c:v>
                </c:pt>
                <c:pt idx="434">
                  <c:v>1.2055555555555555</c:v>
                </c:pt>
                <c:pt idx="435">
                  <c:v>1.2083333333333333</c:v>
                </c:pt>
                <c:pt idx="436">
                  <c:v>1.2111111111111112</c:v>
                </c:pt>
                <c:pt idx="437">
                  <c:v>1.2138888888888888</c:v>
                </c:pt>
                <c:pt idx="438">
                  <c:v>1.2166666666666666</c:v>
                </c:pt>
                <c:pt idx="439">
                  <c:v>1.2194444444444446</c:v>
                </c:pt>
                <c:pt idx="440">
                  <c:v>1.2222222222222221</c:v>
                </c:pt>
                <c:pt idx="441">
                  <c:v>1.2250000000000001</c:v>
                </c:pt>
                <c:pt idx="442">
                  <c:v>1.2277777777777779</c:v>
                </c:pt>
                <c:pt idx="443">
                  <c:v>1.2305555555555554</c:v>
                </c:pt>
                <c:pt idx="444">
                  <c:v>1.2333333333333334</c:v>
                </c:pt>
                <c:pt idx="445">
                  <c:v>1.2361111111111112</c:v>
                </c:pt>
                <c:pt idx="446">
                  <c:v>1.2388888888888887</c:v>
                </c:pt>
                <c:pt idx="447">
                  <c:v>1.2416666666666667</c:v>
                </c:pt>
                <c:pt idx="448">
                  <c:v>1.2444444444444445</c:v>
                </c:pt>
                <c:pt idx="449">
                  <c:v>1.2472222222222222</c:v>
                </c:pt>
                <c:pt idx="450">
                  <c:v>1.25</c:v>
                </c:pt>
                <c:pt idx="451">
                  <c:v>1.2527777777777778</c:v>
                </c:pt>
                <c:pt idx="452">
                  <c:v>1.2555555555555555</c:v>
                </c:pt>
                <c:pt idx="453">
                  <c:v>1.2583333333333333</c:v>
                </c:pt>
                <c:pt idx="454">
                  <c:v>1.2611111111111113</c:v>
                </c:pt>
                <c:pt idx="455">
                  <c:v>1.2638888888888888</c:v>
                </c:pt>
                <c:pt idx="456">
                  <c:v>1.2666666666666666</c:v>
                </c:pt>
                <c:pt idx="457">
                  <c:v>1.2694444444444446</c:v>
                </c:pt>
                <c:pt idx="458">
                  <c:v>1.2722222222222221</c:v>
                </c:pt>
                <c:pt idx="459">
                  <c:v>1.2749999999999999</c:v>
                </c:pt>
                <c:pt idx="460">
                  <c:v>1.2777777777777779</c:v>
                </c:pt>
                <c:pt idx="461">
                  <c:v>1.2805555555555554</c:v>
                </c:pt>
                <c:pt idx="462">
                  <c:v>1.2833333333333334</c:v>
                </c:pt>
                <c:pt idx="463">
                  <c:v>1.2861111111111112</c:v>
                </c:pt>
                <c:pt idx="464">
                  <c:v>1.2888888888888888</c:v>
                </c:pt>
                <c:pt idx="465">
                  <c:v>1.2916666666666667</c:v>
                </c:pt>
                <c:pt idx="466">
                  <c:v>1.2944444444444445</c:v>
                </c:pt>
                <c:pt idx="467">
                  <c:v>1.2972222222222221</c:v>
                </c:pt>
                <c:pt idx="468">
                  <c:v>1.3</c:v>
                </c:pt>
                <c:pt idx="469">
                  <c:v>1.3027777777777778</c:v>
                </c:pt>
                <c:pt idx="470">
                  <c:v>1.3055555555555556</c:v>
                </c:pt>
                <c:pt idx="471">
                  <c:v>1.3083333333333333</c:v>
                </c:pt>
                <c:pt idx="472">
                  <c:v>1.3111111111111111</c:v>
                </c:pt>
                <c:pt idx="473">
                  <c:v>1.3138888888888889</c:v>
                </c:pt>
                <c:pt idx="474">
                  <c:v>1.3166666666666667</c:v>
                </c:pt>
                <c:pt idx="475">
                  <c:v>1.3194444444444444</c:v>
                </c:pt>
                <c:pt idx="476">
                  <c:v>1.3222222222222222</c:v>
                </c:pt>
                <c:pt idx="477">
                  <c:v>1.325</c:v>
                </c:pt>
                <c:pt idx="478">
                  <c:v>1.3277777777777779</c:v>
                </c:pt>
                <c:pt idx="479">
                  <c:v>1.3305555555555555</c:v>
                </c:pt>
                <c:pt idx="480">
                  <c:v>1.3333333333333333</c:v>
                </c:pt>
                <c:pt idx="481">
                  <c:v>1.3361111111111112</c:v>
                </c:pt>
                <c:pt idx="482">
                  <c:v>1.3388888888888888</c:v>
                </c:pt>
                <c:pt idx="483">
                  <c:v>1.3416666666666666</c:v>
                </c:pt>
                <c:pt idx="484">
                  <c:v>1.3444444444444446</c:v>
                </c:pt>
                <c:pt idx="485">
                  <c:v>1.3472222222222221</c:v>
                </c:pt>
                <c:pt idx="486">
                  <c:v>1.35</c:v>
                </c:pt>
                <c:pt idx="487">
                  <c:v>1.3527777777777779</c:v>
                </c:pt>
                <c:pt idx="488">
                  <c:v>1.3555555555555554</c:v>
                </c:pt>
                <c:pt idx="489">
                  <c:v>1.3583333333333334</c:v>
                </c:pt>
                <c:pt idx="490">
                  <c:v>1.3611111111111112</c:v>
                </c:pt>
                <c:pt idx="491">
                  <c:v>1.3638888888888887</c:v>
                </c:pt>
                <c:pt idx="492">
                  <c:v>1.3666666666666667</c:v>
                </c:pt>
                <c:pt idx="493">
                  <c:v>1.3694444444444445</c:v>
                </c:pt>
                <c:pt idx="494">
                  <c:v>1.3722222222222222</c:v>
                </c:pt>
                <c:pt idx="495">
                  <c:v>1.375</c:v>
                </c:pt>
                <c:pt idx="496">
                  <c:v>1.3777777777777778</c:v>
                </c:pt>
                <c:pt idx="497">
                  <c:v>1.3805555555555555</c:v>
                </c:pt>
                <c:pt idx="498">
                  <c:v>1.3833333333333333</c:v>
                </c:pt>
                <c:pt idx="499">
                  <c:v>1.3861111111111113</c:v>
                </c:pt>
                <c:pt idx="500">
                  <c:v>1.3888888888888888</c:v>
                </c:pt>
                <c:pt idx="501">
                  <c:v>1.3916666666666666</c:v>
                </c:pt>
                <c:pt idx="502">
                  <c:v>1.3944444444444446</c:v>
                </c:pt>
                <c:pt idx="503">
                  <c:v>1.3972222222222221</c:v>
                </c:pt>
                <c:pt idx="504">
                  <c:v>1.4</c:v>
                </c:pt>
                <c:pt idx="505">
                  <c:v>1.4027777777777779</c:v>
                </c:pt>
                <c:pt idx="506">
                  <c:v>1.4055555555555554</c:v>
                </c:pt>
                <c:pt idx="507">
                  <c:v>1.4083333333333334</c:v>
                </c:pt>
                <c:pt idx="508">
                  <c:v>1.4111111111111112</c:v>
                </c:pt>
                <c:pt idx="509">
                  <c:v>1.4138888888888888</c:v>
                </c:pt>
                <c:pt idx="510">
                  <c:v>1.4166666666666667</c:v>
                </c:pt>
                <c:pt idx="511">
                  <c:v>1.4194444444444445</c:v>
                </c:pt>
                <c:pt idx="512">
                  <c:v>1.4222222222222221</c:v>
                </c:pt>
                <c:pt idx="513">
                  <c:v>1.425</c:v>
                </c:pt>
                <c:pt idx="514">
                  <c:v>1.4277777777777778</c:v>
                </c:pt>
                <c:pt idx="515">
                  <c:v>1.4305555555555556</c:v>
                </c:pt>
                <c:pt idx="516">
                  <c:v>1.4333333333333333</c:v>
                </c:pt>
                <c:pt idx="517">
                  <c:v>1.4361111111111111</c:v>
                </c:pt>
                <c:pt idx="518">
                  <c:v>1.4388888888888889</c:v>
                </c:pt>
                <c:pt idx="519">
                  <c:v>1.4416666666666667</c:v>
                </c:pt>
                <c:pt idx="520">
                  <c:v>1.4444444444444444</c:v>
                </c:pt>
                <c:pt idx="521">
                  <c:v>1.4472222222222222</c:v>
                </c:pt>
                <c:pt idx="522">
                  <c:v>1.45</c:v>
                </c:pt>
                <c:pt idx="523">
                  <c:v>1.4527777777777779</c:v>
                </c:pt>
                <c:pt idx="524">
                  <c:v>1.4555555555555555</c:v>
                </c:pt>
                <c:pt idx="525">
                  <c:v>1.4583333333333333</c:v>
                </c:pt>
                <c:pt idx="526">
                  <c:v>1.4611111111111112</c:v>
                </c:pt>
                <c:pt idx="527">
                  <c:v>1.4638888888888888</c:v>
                </c:pt>
                <c:pt idx="528">
                  <c:v>1.4666666666666666</c:v>
                </c:pt>
                <c:pt idx="529">
                  <c:v>1.4694444444444446</c:v>
                </c:pt>
                <c:pt idx="530">
                  <c:v>1.4722222222222221</c:v>
                </c:pt>
                <c:pt idx="531">
                  <c:v>1.4750000000000001</c:v>
                </c:pt>
                <c:pt idx="532">
                  <c:v>1.4777777777777779</c:v>
                </c:pt>
                <c:pt idx="533">
                  <c:v>1.4805555555555554</c:v>
                </c:pt>
                <c:pt idx="534">
                  <c:v>1.4833333333333334</c:v>
                </c:pt>
                <c:pt idx="535">
                  <c:v>1.4861111111111112</c:v>
                </c:pt>
                <c:pt idx="536">
                  <c:v>1.4888888888888887</c:v>
                </c:pt>
                <c:pt idx="537">
                  <c:v>1.4916666666666667</c:v>
                </c:pt>
                <c:pt idx="538">
                  <c:v>1.4944444444444445</c:v>
                </c:pt>
                <c:pt idx="539">
                  <c:v>1.4972222222222222</c:v>
                </c:pt>
                <c:pt idx="540">
                  <c:v>1.5</c:v>
                </c:pt>
                <c:pt idx="541">
                  <c:v>1.5027777777777778</c:v>
                </c:pt>
                <c:pt idx="542">
                  <c:v>1.5055555555555555</c:v>
                </c:pt>
                <c:pt idx="543">
                  <c:v>1.5083333333333333</c:v>
                </c:pt>
                <c:pt idx="544">
                  <c:v>1.5111111111111113</c:v>
                </c:pt>
                <c:pt idx="545">
                  <c:v>1.5138888888888888</c:v>
                </c:pt>
                <c:pt idx="546">
                  <c:v>1.5166666666666666</c:v>
                </c:pt>
                <c:pt idx="547">
                  <c:v>1.5194444444444446</c:v>
                </c:pt>
                <c:pt idx="548">
                  <c:v>1.5222222222222221</c:v>
                </c:pt>
                <c:pt idx="549">
                  <c:v>1.5249999999999999</c:v>
                </c:pt>
                <c:pt idx="550">
                  <c:v>1.5277777777777779</c:v>
                </c:pt>
                <c:pt idx="551">
                  <c:v>1.5305555555555554</c:v>
                </c:pt>
                <c:pt idx="552">
                  <c:v>1.5333333333333334</c:v>
                </c:pt>
                <c:pt idx="553">
                  <c:v>1.5361111111111112</c:v>
                </c:pt>
                <c:pt idx="554">
                  <c:v>1.5388888888888888</c:v>
                </c:pt>
                <c:pt idx="555">
                  <c:v>1.5416666666666667</c:v>
                </c:pt>
                <c:pt idx="556">
                  <c:v>1.5444444444444445</c:v>
                </c:pt>
                <c:pt idx="557">
                  <c:v>1.5472222222222221</c:v>
                </c:pt>
                <c:pt idx="558">
                  <c:v>1.55</c:v>
                </c:pt>
                <c:pt idx="559">
                  <c:v>1.5527777777777778</c:v>
                </c:pt>
                <c:pt idx="560">
                  <c:v>1.5555555555555556</c:v>
                </c:pt>
                <c:pt idx="561">
                  <c:v>1.5583333333333333</c:v>
                </c:pt>
                <c:pt idx="562">
                  <c:v>1.5611111111111111</c:v>
                </c:pt>
                <c:pt idx="563">
                  <c:v>1.5638888888888889</c:v>
                </c:pt>
                <c:pt idx="564">
                  <c:v>1.5666666666666667</c:v>
                </c:pt>
                <c:pt idx="565">
                  <c:v>1.5694444444444444</c:v>
                </c:pt>
                <c:pt idx="566">
                  <c:v>1.5722222222222222</c:v>
                </c:pt>
                <c:pt idx="567">
                  <c:v>1.575</c:v>
                </c:pt>
                <c:pt idx="568">
                  <c:v>1.5777777777777779</c:v>
                </c:pt>
                <c:pt idx="569">
                  <c:v>1.5805555555555555</c:v>
                </c:pt>
                <c:pt idx="570">
                  <c:v>1.5833333333333333</c:v>
                </c:pt>
                <c:pt idx="571">
                  <c:v>1.5861111111111112</c:v>
                </c:pt>
                <c:pt idx="572">
                  <c:v>1.5888888888888888</c:v>
                </c:pt>
                <c:pt idx="573">
                  <c:v>1.5916666666666666</c:v>
                </c:pt>
                <c:pt idx="574">
                  <c:v>1.5944444444444446</c:v>
                </c:pt>
                <c:pt idx="575">
                  <c:v>1.5972222222222221</c:v>
                </c:pt>
                <c:pt idx="576">
                  <c:v>1.6</c:v>
                </c:pt>
                <c:pt idx="577">
                  <c:v>1.6027777777777779</c:v>
                </c:pt>
                <c:pt idx="578">
                  <c:v>1.6055555555555554</c:v>
                </c:pt>
                <c:pt idx="579">
                  <c:v>1.6083333333333334</c:v>
                </c:pt>
                <c:pt idx="580">
                  <c:v>1.6111111111111112</c:v>
                </c:pt>
                <c:pt idx="581">
                  <c:v>1.6138888888888887</c:v>
                </c:pt>
                <c:pt idx="582">
                  <c:v>1.6166666666666667</c:v>
                </c:pt>
                <c:pt idx="583">
                  <c:v>1.6194444444444445</c:v>
                </c:pt>
                <c:pt idx="584">
                  <c:v>1.6222222222222222</c:v>
                </c:pt>
                <c:pt idx="585">
                  <c:v>1.625</c:v>
                </c:pt>
                <c:pt idx="586">
                  <c:v>1.6277777777777778</c:v>
                </c:pt>
                <c:pt idx="587">
                  <c:v>1.6305555555555555</c:v>
                </c:pt>
                <c:pt idx="588">
                  <c:v>1.6333333333333333</c:v>
                </c:pt>
                <c:pt idx="589">
                  <c:v>1.6361111111111113</c:v>
                </c:pt>
                <c:pt idx="590">
                  <c:v>1.6388888888888888</c:v>
                </c:pt>
                <c:pt idx="591">
                  <c:v>1.6416666666666666</c:v>
                </c:pt>
                <c:pt idx="592">
                  <c:v>1.6444444444444446</c:v>
                </c:pt>
                <c:pt idx="593">
                  <c:v>1.6472222222222221</c:v>
                </c:pt>
                <c:pt idx="594">
                  <c:v>1.65</c:v>
                </c:pt>
                <c:pt idx="595">
                  <c:v>1.6527777777777779</c:v>
                </c:pt>
                <c:pt idx="596">
                  <c:v>1.6555555555555554</c:v>
                </c:pt>
                <c:pt idx="597">
                  <c:v>1.6583333333333334</c:v>
                </c:pt>
                <c:pt idx="598">
                  <c:v>1.6611111111111112</c:v>
                </c:pt>
                <c:pt idx="599">
                  <c:v>1.6638888888888888</c:v>
                </c:pt>
                <c:pt idx="600">
                  <c:v>1.6666666666666667</c:v>
                </c:pt>
                <c:pt idx="601">
                  <c:v>1.6694444444444445</c:v>
                </c:pt>
                <c:pt idx="602">
                  <c:v>1.6722222222222221</c:v>
                </c:pt>
                <c:pt idx="603">
                  <c:v>1.675</c:v>
                </c:pt>
                <c:pt idx="604">
                  <c:v>1.6777777777777778</c:v>
                </c:pt>
                <c:pt idx="605">
                  <c:v>1.6805555555555556</c:v>
                </c:pt>
                <c:pt idx="606">
                  <c:v>1.6833333333333333</c:v>
                </c:pt>
                <c:pt idx="607">
                  <c:v>1.6861111111111111</c:v>
                </c:pt>
                <c:pt idx="608">
                  <c:v>1.6888888888888889</c:v>
                </c:pt>
                <c:pt idx="609">
                  <c:v>1.6916666666666667</c:v>
                </c:pt>
                <c:pt idx="610">
                  <c:v>1.6944444444444444</c:v>
                </c:pt>
                <c:pt idx="611">
                  <c:v>1.6972222222222222</c:v>
                </c:pt>
                <c:pt idx="612">
                  <c:v>1.7</c:v>
                </c:pt>
                <c:pt idx="613">
                  <c:v>1.7027777777777779</c:v>
                </c:pt>
                <c:pt idx="614">
                  <c:v>1.7055555555555555</c:v>
                </c:pt>
                <c:pt idx="615">
                  <c:v>1.7083333333333333</c:v>
                </c:pt>
                <c:pt idx="616">
                  <c:v>1.7111111111111112</c:v>
                </c:pt>
                <c:pt idx="617">
                  <c:v>1.7138888888888888</c:v>
                </c:pt>
                <c:pt idx="618">
                  <c:v>1.7166666666666666</c:v>
                </c:pt>
                <c:pt idx="619">
                  <c:v>1.7194444444444446</c:v>
                </c:pt>
                <c:pt idx="620">
                  <c:v>1.7222222222222221</c:v>
                </c:pt>
                <c:pt idx="621">
                  <c:v>1.7250000000000001</c:v>
                </c:pt>
                <c:pt idx="622">
                  <c:v>1.7277777777777779</c:v>
                </c:pt>
                <c:pt idx="623">
                  <c:v>1.7305555555555554</c:v>
                </c:pt>
                <c:pt idx="624">
                  <c:v>1.7333333333333334</c:v>
                </c:pt>
                <c:pt idx="625">
                  <c:v>1.7361111111111112</c:v>
                </c:pt>
                <c:pt idx="626">
                  <c:v>1.7388888888888887</c:v>
                </c:pt>
                <c:pt idx="627">
                  <c:v>1.7416666666666667</c:v>
                </c:pt>
                <c:pt idx="628">
                  <c:v>1.7444444444444445</c:v>
                </c:pt>
                <c:pt idx="629">
                  <c:v>1.7472222222222222</c:v>
                </c:pt>
                <c:pt idx="630">
                  <c:v>1.75</c:v>
                </c:pt>
                <c:pt idx="631">
                  <c:v>1.7527777777777778</c:v>
                </c:pt>
                <c:pt idx="632">
                  <c:v>1.7555555555555555</c:v>
                </c:pt>
                <c:pt idx="633">
                  <c:v>1.7583333333333333</c:v>
                </c:pt>
                <c:pt idx="634">
                  <c:v>1.7611111111111113</c:v>
                </c:pt>
                <c:pt idx="635">
                  <c:v>1.7638888888888888</c:v>
                </c:pt>
                <c:pt idx="636">
                  <c:v>1.7666666666666666</c:v>
                </c:pt>
                <c:pt idx="637">
                  <c:v>1.7694444444444446</c:v>
                </c:pt>
                <c:pt idx="638">
                  <c:v>1.7722222222222221</c:v>
                </c:pt>
                <c:pt idx="639">
                  <c:v>1.7749999999999999</c:v>
                </c:pt>
                <c:pt idx="640">
                  <c:v>1.7777777777777779</c:v>
                </c:pt>
                <c:pt idx="641">
                  <c:v>1.7805555555555554</c:v>
                </c:pt>
                <c:pt idx="642">
                  <c:v>1.7833333333333334</c:v>
                </c:pt>
                <c:pt idx="643">
                  <c:v>1.7861111111111112</c:v>
                </c:pt>
                <c:pt idx="644">
                  <c:v>1.7888888888888888</c:v>
                </c:pt>
                <c:pt idx="645">
                  <c:v>1.7916666666666667</c:v>
                </c:pt>
                <c:pt idx="646">
                  <c:v>1.7944444444444445</c:v>
                </c:pt>
                <c:pt idx="647">
                  <c:v>1.7972222222222221</c:v>
                </c:pt>
                <c:pt idx="648">
                  <c:v>1.8</c:v>
                </c:pt>
                <c:pt idx="649">
                  <c:v>1.8027777777777778</c:v>
                </c:pt>
                <c:pt idx="650">
                  <c:v>1.8055555555555556</c:v>
                </c:pt>
                <c:pt idx="651">
                  <c:v>1.8083333333333333</c:v>
                </c:pt>
                <c:pt idx="652">
                  <c:v>1.8111111111111111</c:v>
                </c:pt>
                <c:pt idx="653">
                  <c:v>1.8138888888888889</c:v>
                </c:pt>
                <c:pt idx="654">
                  <c:v>1.8166666666666667</c:v>
                </c:pt>
                <c:pt idx="655">
                  <c:v>1.8194444444444444</c:v>
                </c:pt>
                <c:pt idx="656">
                  <c:v>1.8222222222222222</c:v>
                </c:pt>
                <c:pt idx="657">
                  <c:v>1.825</c:v>
                </c:pt>
                <c:pt idx="658">
                  <c:v>1.8277777777777779</c:v>
                </c:pt>
                <c:pt idx="659">
                  <c:v>1.8305555555555555</c:v>
                </c:pt>
                <c:pt idx="660">
                  <c:v>1.8333333333333333</c:v>
                </c:pt>
                <c:pt idx="661">
                  <c:v>1.8361111111111112</c:v>
                </c:pt>
                <c:pt idx="662">
                  <c:v>1.8388888888888888</c:v>
                </c:pt>
                <c:pt idx="663">
                  <c:v>1.8416666666666666</c:v>
                </c:pt>
                <c:pt idx="664">
                  <c:v>1.8444444444444446</c:v>
                </c:pt>
                <c:pt idx="665">
                  <c:v>1.8472222222222221</c:v>
                </c:pt>
                <c:pt idx="666">
                  <c:v>1.85</c:v>
                </c:pt>
                <c:pt idx="667">
                  <c:v>1.8527777777777779</c:v>
                </c:pt>
                <c:pt idx="668">
                  <c:v>1.8555555555555554</c:v>
                </c:pt>
                <c:pt idx="669">
                  <c:v>1.8583333333333334</c:v>
                </c:pt>
                <c:pt idx="670">
                  <c:v>1.8611111111111112</c:v>
                </c:pt>
                <c:pt idx="671">
                  <c:v>1.8638888888888887</c:v>
                </c:pt>
                <c:pt idx="672">
                  <c:v>1.8666666666666667</c:v>
                </c:pt>
                <c:pt idx="673">
                  <c:v>1.8694444444444445</c:v>
                </c:pt>
                <c:pt idx="674">
                  <c:v>1.8722222222222222</c:v>
                </c:pt>
                <c:pt idx="675">
                  <c:v>1.875</c:v>
                </c:pt>
                <c:pt idx="676">
                  <c:v>1.8777777777777778</c:v>
                </c:pt>
                <c:pt idx="677">
                  <c:v>1.8805555555555555</c:v>
                </c:pt>
                <c:pt idx="678">
                  <c:v>1.8833333333333333</c:v>
                </c:pt>
                <c:pt idx="679">
                  <c:v>1.8861111111111113</c:v>
                </c:pt>
                <c:pt idx="680">
                  <c:v>1.8888888888888888</c:v>
                </c:pt>
                <c:pt idx="681">
                  <c:v>1.8916666666666666</c:v>
                </c:pt>
                <c:pt idx="682">
                  <c:v>1.8944444444444446</c:v>
                </c:pt>
                <c:pt idx="683">
                  <c:v>1.8972222222222221</c:v>
                </c:pt>
                <c:pt idx="684">
                  <c:v>1.9</c:v>
                </c:pt>
                <c:pt idx="685">
                  <c:v>1.9027777777777779</c:v>
                </c:pt>
                <c:pt idx="686">
                  <c:v>1.9055555555555554</c:v>
                </c:pt>
                <c:pt idx="687">
                  <c:v>1.9083333333333334</c:v>
                </c:pt>
                <c:pt idx="688">
                  <c:v>1.9111111111111112</c:v>
                </c:pt>
                <c:pt idx="689">
                  <c:v>1.9138888888888888</c:v>
                </c:pt>
                <c:pt idx="690">
                  <c:v>1.9166666666666667</c:v>
                </c:pt>
                <c:pt idx="691">
                  <c:v>1.9194444444444445</c:v>
                </c:pt>
                <c:pt idx="692">
                  <c:v>1.9222222222222221</c:v>
                </c:pt>
                <c:pt idx="693">
                  <c:v>1.925</c:v>
                </c:pt>
                <c:pt idx="694">
                  <c:v>1.9277777777777778</c:v>
                </c:pt>
                <c:pt idx="695">
                  <c:v>1.9305555555555556</c:v>
                </c:pt>
                <c:pt idx="696">
                  <c:v>1.9333333333333333</c:v>
                </c:pt>
                <c:pt idx="697">
                  <c:v>1.9361111111111111</c:v>
                </c:pt>
                <c:pt idx="698">
                  <c:v>1.9388888888888889</c:v>
                </c:pt>
                <c:pt idx="699">
                  <c:v>1.9416666666666667</c:v>
                </c:pt>
                <c:pt idx="700">
                  <c:v>1.9444444444444444</c:v>
                </c:pt>
                <c:pt idx="701">
                  <c:v>1.9472222222222222</c:v>
                </c:pt>
                <c:pt idx="702">
                  <c:v>1.95</c:v>
                </c:pt>
                <c:pt idx="703">
                  <c:v>1.9527777777777779</c:v>
                </c:pt>
                <c:pt idx="704">
                  <c:v>1.9555555555555555</c:v>
                </c:pt>
                <c:pt idx="705">
                  <c:v>1.9583333333333333</c:v>
                </c:pt>
                <c:pt idx="706">
                  <c:v>1.9611111111111112</c:v>
                </c:pt>
                <c:pt idx="707">
                  <c:v>1.9638888888888888</c:v>
                </c:pt>
                <c:pt idx="708">
                  <c:v>1.9666666666666666</c:v>
                </c:pt>
                <c:pt idx="709">
                  <c:v>1.9694444444444446</c:v>
                </c:pt>
                <c:pt idx="710">
                  <c:v>1.9722222222222221</c:v>
                </c:pt>
                <c:pt idx="711">
                  <c:v>1.9750000000000001</c:v>
                </c:pt>
                <c:pt idx="712">
                  <c:v>1.9777777777777779</c:v>
                </c:pt>
                <c:pt idx="713">
                  <c:v>1.9805555555555554</c:v>
                </c:pt>
                <c:pt idx="714">
                  <c:v>1.9833333333333334</c:v>
                </c:pt>
                <c:pt idx="715">
                  <c:v>1.9861111111111112</c:v>
                </c:pt>
                <c:pt idx="716">
                  <c:v>1.9888888888888887</c:v>
                </c:pt>
                <c:pt idx="717">
                  <c:v>1.9916666666666667</c:v>
                </c:pt>
                <c:pt idx="718">
                  <c:v>1.9944444444444445</c:v>
                </c:pt>
                <c:pt idx="719">
                  <c:v>1.9972222222222222</c:v>
                </c:pt>
                <c:pt idx="720">
                  <c:v>2</c:v>
                </c:pt>
                <c:pt idx="721">
                  <c:v>2.0027777777777778</c:v>
                </c:pt>
                <c:pt idx="722">
                  <c:v>2.0055555555555555</c:v>
                </c:pt>
                <c:pt idx="723">
                  <c:v>2.0083333333333333</c:v>
                </c:pt>
                <c:pt idx="724">
                  <c:v>2.0111111111111111</c:v>
                </c:pt>
                <c:pt idx="725">
                  <c:v>2.0138888888888888</c:v>
                </c:pt>
                <c:pt idx="726">
                  <c:v>2.0166666666666666</c:v>
                </c:pt>
                <c:pt idx="727">
                  <c:v>2.0194444444444444</c:v>
                </c:pt>
                <c:pt idx="728">
                  <c:v>2.0222222222222221</c:v>
                </c:pt>
                <c:pt idx="729">
                  <c:v>2.0249999999999999</c:v>
                </c:pt>
                <c:pt idx="730">
                  <c:v>2.0277777777777777</c:v>
                </c:pt>
                <c:pt idx="731">
                  <c:v>2.0305555555555554</c:v>
                </c:pt>
                <c:pt idx="732">
                  <c:v>2.0333333333333332</c:v>
                </c:pt>
                <c:pt idx="733">
                  <c:v>2.036111111111111</c:v>
                </c:pt>
                <c:pt idx="734">
                  <c:v>2.0388888888888888</c:v>
                </c:pt>
                <c:pt idx="735">
                  <c:v>2.0416666666666665</c:v>
                </c:pt>
                <c:pt idx="736">
                  <c:v>2.0444444444444447</c:v>
                </c:pt>
                <c:pt idx="737">
                  <c:v>2.0472222222222221</c:v>
                </c:pt>
                <c:pt idx="738">
                  <c:v>2.0499999999999998</c:v>
                </c:pt>
                <c:pt idx="739">
                  <c:v>2.052777777777778</c:v>
                </c:pt>
                <c:pt idx="740">
                  <c:v>2.0555555555555554</c:v>
                </c:pt>
                <c:pt idx="741">
                  <c:v>2.0583333333333331</c:v>
                </c:pt>
                <c:pt idx="742">
                  <c:v>2.0611111111111113</c:v>
                </c:pt>
                <c:pt idx="743">
                  <c:v>2.0638888888888887</c:v>
                </c:pt>
                <c:pt idx="744">
                  <c:v>2.0666666666666669</c:v>
                </c:pt>
                <c:pt idx="745">
                  <c:v>2.0694444444444446</c:v>
                </c:pt>
                <c:pt idx="746">
                  <c:v>2.072222222222222</c:v>
                </c:pt>
                <c:pt idx="747">
                  <c:v>2.0750000000000002</c:v>
                </c:pt>
                <c:pt idx="748">
                  <c:v>2.0777777777777779</c:v>
                </c:pt>
                <c:pt idx="749">
                  <c:v>2.0805555555555553</c:v>
                </c:pt>
                <c:pt idx="750">
                  <c:v>2.0833333333333335</c:v>
                </c:pt>
                <c:pt idx="751">
                  <c:v>2.0861111111111112</c:v>
                </c:pt>
                <c:pt idx="752">
                  <c:v>2.088888888888889</c:v>
                </c:pt>
                <c:pt idx="753">
                  <c:v>2.0916666666666668</c:v>
                </c:pt>
                <c:pt idx="754">
                  <c:v>2.0944444444444446</c:v>
                </c:pt>
                <c:pt idx="755">
                  <c:v>2.0972222222222223</c:v>
                </c:pt>
                <c:pt idx="756">
                  <c:v>2.1</c:v>
                </c:pt>
                <c:pt idx="757">
                  <c:v>2.1027777777777779</c:v>
                </c:pt>
                <c:pt idx="758">
                  <c:v>2.1055555555555556</c:v>
                </c:pt>
                <c:pt idx="759">
                  <c:v>2.1083333333333334</c:v>
                </c:pt>
                <c:pt idx="760">
                  <c:v>2.1111111111111112</c:v>
                </c:pt>
                <c:pt idx="761">
                  <c:v>2.1138888888888889</c:v>
                </c:pt>
                <c:pt idx="762">
                  <c:v>2.1166666666666667</c:v>
                </c:pt>
                <c:pt idx="763">
                  <c:v>2.1194444444444445</c:v>
                </c:pt>
                <c:pt idx="764">
                  <c:v>2.1222222222222222</c:v>
                </c:pt>
                <c:pt idx="765">
                  <c:v>2.125</c:v>
                </c:pt>
                <c:pt idx="766">
                  <c:v>2.1277777777777778</c:v>
                </c:pt>
                <c:pt idx="767">
                  <c:v>2.1305555555555555</c:v>
                </c:pt>
                <c:pt idx="768">
                  <c:v>2.1333333333333333</c:v>
                </c:pt>
                <c:pt idx="769">
                  <c:v>2.1361111111111111</c:v>
                </c:pt>
                <c:pt idx="770">
                  <c:v>2.1388888888888888</c:v>
                </c:pt>
                <c:pt idx="771">
                  <c:v>2.1416666666666666</c:v>
                </c:pt>
                <c:pt idx="772">
                  <c:v>2.1444444444444444</c:v>
                </c:pt>
                <c:pt idx="773">
                  <c:v>2.1472222222222226</c:v>
                </c:pt>
                <c:pt idx="774">
                  <c:v>2.15</c:v>
                </c:pt>
                <c:pt idx="775">
                  <c:v>2.1527777777777777</c:v>
                </c:pt>
                <c:pt idx="776">
                  <c:v>2.1555555555555559</c:v>
                </c:pt>
                <c:pt idx="777">
                  <c:v>2.1583333333333332</c:v>
                </c:pt>
                <c:pt idx="778">
                  <c:v>2.161111111111111</c:v>
                </c:pt>
                <c:pt idx="779">
                  <c:v>2.1638888888888892</c:v>
                </c:pt>
                <c:pt idx="780">
                  <c:v>2.1666666666666665</c:v>
                </c:pt>
                <c:pt idx="781">
                  <c:v>2.1694444444444443</c:v>
                </c:pt>
                <c:pt idx="782">
                  <c:v>2.1722222222222225</c:v>
                </c:pt>
                <c:pt idx="783">
                  <c:v>2.1749999999999998</c:v>
                </c:pt>
                <c:pt idx="784">
                  <c:v>2.1777777777777776</c:v>
                </c:pt>
                <c:pt idx="785">
                  <c:v>2.1805555555555558</c:v>
                </c:pt>
                <c:pt idx="786">
                  <c:v>2.1833333333333331</c:v>
                </c:pt>
                <c:pt idx="787">
                  <c:v>2.1861111111111109</c:v>
                </c:pt>
                <c:pt idx="788">
                  <c:v>2.1888888888888891</c:v>
                </c:pt>
                <c:pt idx="789">
                  <c:v>2.1916666666666669</c:v>
                </c:pt>
                <c:pt idx="790">
                  <c:v>2.1944444444444442</c:v>
                </c:pt>
                <c:pt idx="791">
                  <c:v>2.1972222222222224</c:v>
                </c:pt>
                <c:pt idx="792">
                  <c:v>2.2000000000000002</c:v>
                </c:pt>
                <c:pt idx="793">
                  <c:v>2.2027777777777775</c:v>
                </c:pt>
                <c:pt idx="794">
                  <c:v>2.2055555555555557</c:v>
                </c:pt>
                <c:pt idx="795">
                  <c:v>2.2083333333333335</c:v>
                </c:pt>
                <c:pt idx="796">
                  <c:v>2.2111111111111108</c:v>
                </c:pt>
                <c:pt idx="797">
                  <c:v>2.213888888888889</c:v>
                </c:pt>
                <c:pt idx="798">
                  <c:v>2.2166666666666668</c:v>
                </c:pt>
                <c:pt idx="799">
                  <c:v>2.2194444444444441</c:v>
                </c:pt>
                <c:pt idx="800">
                  <c:v>2.2222222222222223</c:v>
                </c:pt>
                <c:pt idx="801">
                  <c:v>2.2250000000000001</c:v>
                </c:pt>
                <c:pt idx="802">
                  <c:v>2.2277777777777774</c:v>
                </c:pt>
                <c:pt idx="803">
                  <c:v>2.2305555555555556</c:v>
                </c:pt>
                <c:pt idx="804">
                  <c:v>2.2333333333333334</c:v>
                </c:pt>
                <c:pt idx="805">
                  <c:v>2.2361111111111112</c:v>
                </c:pt>
                <c:pt idx="806">
                  <c:v>2.2388888888888889</c:v>
                </c:pt>
                <c:pt idx="807">
                  <c:v>2.2416666666666667</c:v>
                </c:pt>
                <c:pt idx="808">
                  <c:v>2.2444444444444445</c:v>
                </c:pt>
                <c:pt idx="809">
                  <c:v>2.2472222222222222</c:v>
                </c:pt>
                <c:pt idx="810">
                  <c:v>2.25</c:v>
                </c:pt>
                <c:pt idx="811">
                  <c:v>2.2527777777777778</c:v>
                </c:pt>
                <c:pt idx="812">
                  <c:v>2.2555555555555555</c:v>
                </c:pt>
                <c:pt idx="813">
                  <c:v>2.2583333333333333</c:v>
                </c:pt>
                <c:pt idx="814">
                  <c:v>2.2611111111111111</c:v>
                </c:pt>
                <c:pt idx="815">
                  <c:v>2.2638888888888888</c:v>
                </c:pt>
                <c:pt idx="816">
                  <c:v>2.2666666666666666</c:v>
                </c:pt>
                <c:pt idx="817">
                  <c:v>2.2694444444444444</c:v>
                </c:pt>
                <c:pt idx="818">
                  <c:v>2.2722222222222226</c:v>
                </c:pt>
                <c:pt idx="819">
                  <c:v>2.2749999999999999</c:v>
                </c:pt>
                <c:pt idx="820">
                  <c:v>2.2777777777777777</c:v>
                </c:pt>
                <c:pt idx="821">
                  <c:v>2.2805555555555559</c:v>
                </c:pt>
                <c:pt idx="822">
                  <c:v>2.2833333333333332</c:v>
                </c:pt>
                <c:pt idx="823">
                  <c:v>2.286111111111111</c:v>
                </c:pt>
                <c:pt idx="824">
                  <c:v>2.2888888888888892</c:v>
                </c:pt>
                <c:pt idx="825">
                  <c:v>2.2916666666666665</c:v>
                </c:pt>
                <c:pt idx="826">
                  <c:v>2.2944444444444443</c:v>
                </c:pt>
                <c:pt idx="827">
                  <c:v>2.2972222222222225</c:v>
                </c:pt>
                <c:pt idx="828">
                  <c:v>2.2999999999999998</c:v>
                </c:pt>
                <c:pt idx="829">
                  <c:v>2.3027777777777776</c:v>
                </c:pt>
                <c:pt idx="830">
                  <c:v>2.3055555555555558</c:v>
                </c:pt>
                <c:pt idx="831">
                  <c:v>2.3083333333333331</c:v>
                </c:pt>
                <c:pt idx="832">
                  <c:v>2.3111111111111109</c:v>
                </c:pt>
                <c:pt idx="833">
                  <c:v>2.3138888888888891</c:v>
                </c:pt>
                <c:pt idx="834">
                  <c:v>2.3166666666666669</c:v>
                </c:pt>
                <c:pt idx="835">
                  <c:v>2.3194444444444442</c:v>
                </c:pt>
                <c:pt idx="836">
                  <c:v>2.3222222222222224</c:v>
                </c:pt>
                <c:pt idx="837">
                  <c:v>2.3250000000000002</c:v>
                </c:pt>
                <c:pt idx="838">
                  <c:v>2.3277777777777775</c:v>
                </c:pt>
                <c:pt idx="839">
                  <c:v>2.3305555555555557</c:v>
                </c:pt>
                <c:pt idx="840">
                  <c:v>2.3333333333333335</c:v>
                </c:pt>
                <c:pt idx="841">
                  <c:v>2.3361111111111108</c:v>
                </c:pt>
                <c:pt idx="842">
                  <c:v>2.338888888888889</c:v>
                </c:pt>
                <c:pt idx="843">
                  <c:v>2.3416666666666668</c:v>
                </c:pt>
                <c:pt idx="844">
                  <c:v>2.3444444444444441</c:v>
                </c:pt>
                <c:pt idx="845">
                  <c:v>2.3472222222222223</c:v>
                </c:pt>
                <c:pt idx="846">
                  <c:v>2.35</c:v>
                </c:pt>
                <c:pt idx="847">
                  <c:v>2.3527777777777774</c:v>
                </c:pt>
                <c:pt idx="848">
                  <c:v>2.3555555555555556</c:v>
                </c:pt>
                <c:pt idx="849">
                  <c:v>2.3583333333333334</c:v>
                </c:pt>
                <c:pt idx="850">
                  <c:v>2.3611111111111112</c:v>
                </c:pt>
                <c:pt idx="851">
                  <c:v>2.3638888888888889</c:v>
                </c:pt>
                <c:pt idx="852">
                  <c:v>2.3666666666666667</c:v>
                </c:pt>
                <c:pt idx="853">
                  <c:v>2.3694444444444445</c:v>
                </c:pt>
                <c:pt idx="854">
                  <c:v>2.3722222222222222</c:v>
                </c:pt>
                <c:pt idx="855">
                  <c:v>2.375</c:v>
                </c:pt>
                <c:pt idx="856">
                  <c:v>2.3777777777777778</c:v>
                </c:pt>
                <c:pt idx="857">
                  <c:v>2.3805555555555555</c:v>
                </c:pt>
                <c:pt idx="858">
                  <c:v>2.3833333333333333</c:v>
                </c:pt>
                <c:pt idx="859">
                  <c:v>2.3861111111111111</c:v>
                </c:pt>
                <c:pt idx="860">
                  <c:v>2.3888888888888888</c:v>
                </c:pt>
                <c:pt idx="861">
                  <c:v>2.3916666666666666</c:v>
                </c:pt>
                <c:pt idx="862">
                  <c:v>2.3944444444444444</c:v>
                </c:pt>
                <c:pt idx="863">
                  <c:v>2.3972222222222226</c:v>
                </c:pt>
                <c:pt idx="864">
                  <c:v>2.4</c:v>
                </c:pt>
                <c:pt idx="865">
                  <c:v>2.4027777777777777</c:v>
                </c:pt>
                <c:pt idx="866">
                  <c:v>2.4055555555555559</c:v>
                </c:pt>
                <c:pt idx="867">
                  <c:v>2.4083333333333332</c:v>
                </c:pt>
                <c:pt idx="868">
                  <c:v>2.411111111111111</c:v>
                </c:pt>
                <c:pt idx="869">
                  <c:v>2.4138888888888892</c:v>
                </c:pt>
                <c:pt idx="870">
                  <c:v>2.4166666666666665</c:v>
                </c:pt>
                <c:pt idx="871">
                  <c:v>2.4194444444444443</c:v>
                </c:pt>
                <c:pt idx="872">
                  <c:v>2.4222222222222225</c:v>
                </c:pt>
                <c:pt idx="873">
                  <c:v>2.4249999999999998</c:v>
                </c:pt>
                <c:pt idx="874">
                  <c:v>2.4277777777777776</c:v>
                </c:pt>
                <c:pt idx="875">
                  <c:v>2.4305555555555558</c:v>
                </c:pt>
                <c:pt idx="876">
                  <c:v>2.4333333333333331</c:v>
                </c:pt>
                <c:pt idx="877">
                  <c:v>2.4361111111111109</c:v>
                </c:pt>
                <c:pt idx="878">
                  <c:v>2.4388888888888891</c:v>
                </c:pt>
                <c:pt idx="879">
                  <c:v>2.4416666666666669</c:v>
                </c:pt>
                <c:pt idx="880">
                  <c:v>2.4444444444444442</c:v>
                </c:pt>
                <c:pt idx="881">
                  <c:v>2.4472222222222224</c:v>
                </c:pt>
                <c:pt idx="882">
                  <c:v>2.4500000000000002</c:v>
                </c:pt>
                <c:pt idx="883">
                  <c:v>2.4527777777777775</c:v>
                </c:pt>
                <c:pt idx="884">
                  <c:v>2.4555555555555557</c:v>
                </c:pt>
                <c:pt idx="885">
                  <c:v>2.4583333333333335</c:v>
                </c:pt>
                <c:pt idx="886">
                  <c:v>2.4611111111111108</c:v>
                </c:pt>
                <c:pt idx="887">
                  <c:v>2.463888888888889</c:v>
                </c:pt>
                <c:pt idx="888">
                  <c:v>2.4666666666666668</c:v>
                </c:pt>
                <c:pt idx="889">
                  <c:v>2.4694444444444441</c:v>
                </c:pt>
                <c:pt idx="890">
                  <c:v>2.4722222222222223</c:v>
                </c:pt>
                <c:pt idx="891">
                  <c:v>2.4750000000000001</c:v>
                </c:pt>
                <c:pt idx="892">
                  <c:v>2.4777777777777774</c:v>
                </c:pt>
                <c:pt idx="893">
                  <c:v>2.4805555555555556</c:v>
                </c:pt>
                <c:pt idx="894">
                  <c:v>2.4833333333333334</c:v>
                </c:pt>
                <c:pt idx="895">
                  <c:v>2.4861111111111112</c:v>
                </c:pt>
                <c:pt idx="896">
                  <c:v>2.4888888888888889</c:v>
                </c:pt>
                <c:pt idx="897">
                  <c:v>2.4916666666666667</c:v>
                </c:pt>
                <c:pt idx="898">
                  <c:v>2.4944444444444445</c:v>
                </c:pt>
                <c:pt idx="899">
                  <c:v>2.4972222222222222</c:v>
                </c:pt>
                <c:pt idx="900">
                  <c:v>2.5</c:v>
                </c:pt>
                <c:pt idx="901">
                  <c:v>2.5027777777777778</c:v>
                </c:pt>
                <c:pt idx="902">
                  <c:v>2.5055555555555555</c:v>
                </c:pt>
                <c:pt idx="903">
                  <c:v>2.5083333333333333</c:v>
                </c:pt>
                <c:pt idx="904">
                  <c:v>2.5111111111111111</c:v>
                </c:pt>
                <c:pt idx="905">
                  <c:v>2.5138888888888888</c:v>
                </c:pt>
                <c:pt idx="906">
                  <c:v>2.5166666666666666</c:v>
                </c:pt>
                <c:pt idx="907">
                  <c:v>2.5194444444444444</c:v>
                </c:pt>
                <c:pt idx="908">
                  <c:v>2.5222222222222226</c:v>
                </c:pt>
                <c:pt idx="909">
                  <c:v>2.5249999999999999</c:v>
                </c:pt>
                <c:pt idx="910">
                  <c:v>2.5277777777777777</c:v>
                </c:pt>
                <c:pt idx="911">
                  <c:v>2.5305555555555559</c:v>
                </c:pt>
                <c:pt idx="912">
                  <c:v>2.5333333333333332</c:v>
                </c:pt>
                <c:pt idx="913">
                  <c:v>2.536111111111111</c:v>
                </c:pt>
                <c:pt idx="914">
                  <c:v>2.5388888888888892</c:v>
                </c:pt>
                <c:pt idx="915">
                  <c:v>2.5416666666666665</c:v>
                </c:pt>
                <c:pt idx="916">
                  <c:v>2.5444444444444443</c:v>
                </c:pt>
                <c:pt idx="917">
                  <c:v>2.5472222222222225</c:v>
                </c:pt>
                <c:pt idx="918">
                  <c:v>2.5499999999999998</c:v>
                </c:pt>
                <c:pt idx="919">
                  <c:v>2.5527777777777776</c:v>
                </c:pt>
                <c:pt idx="920">
                  <c:v>2.5555555555555558</c:v>
                </c:pt>
                <c:pt idx="921">
                  <c:v>2.5583333333333331</c:v>
                </c:pt>
                <c:pt idx="922">
                  <c:v>2.5611111111111109</c:v>
                </c:pt>
                <c:pt idx="923">
                  <c:v>2.5638888888888891</c:v>
                </c:pt>
                <c:pt idx="924">
                  <c:v>2.5666666666666669</c:v>
                </c:pt>
                <c:pt idx="925">
                  <c:v>2.5694444444444442</c:v>
                </c:pt>
                <c:pt idx="926">
                  <c:v>2.5722222222222224</c:v>
                </c:pt>
                <c:pt idx="927">
                  <c:v>2.5750000000000002</c:v>
                </c:pt>
                <c:pt idx="928">
                  <c:v>2.5777777777777775</c:v>
                </c:pt>
                <c:pt idx="929">
                  <c:v>2.5805555555555557</c:v>
                </c:pt>
                <c:pt idx="930">
                  <c:v>2.5833333333333335</c:v>
                </c:pt>
                <c:pt idx="931">
                  <c:v>2.5861111111111108</c:v>
                </c:pt>
                <c:pt idx="932">
                  <c:v>2.588888888888889</c:v>
                </c:pt>
                <c:pt idx="933">
                  <c:v>2.5916666666666668</c:v>
                </c:pt>
                <c:pt idx="934">
                  <c:v>2.5944444444444441</c:v>
                </c:pt>
                <c:pt idx="935">
                  <c:v>2.5972222222222223</c:v>
                </c:pt>
                <c:pt idx="936">
                  <c:v>2.6</c:v>
                </c:pt>
                <c:pt idx="937">
                  <c:v>2.6027777777777774</c:v>
                </c:pt>
                <c:pt idx="938">
                  <c:v>2.6055555555555556</c:v>
                </c:pt>
                <c:pt idx="939">
                  <c:v>2.6083333333333334</c:v>
                </c:pt>
                <c:pt idx="940">
                  <c:v>2.6111111111111112</c:v>
                </c:pt>
                <c:pt idx="941">
                  <c:v>2.6138888888888889</c:v>
                </c:pt>
                <c:pt idx="942">
                  <c:v>2.6166666666666667</c:v>
                </c:pt>
                <c:pt idx="943">
                  <c:v>2.6194444444444445</c:v>
                </c:pt>
                <c:pt idx="944">
                  <c:v>2.6222222222222222</c:v>
                </c:pt>
                <c:pt idx="945">
                  <c:v>2.625</c:v>
                </c:pt>
                <c:pt idx="946">
                  <c:v>2.6277777777777778</c:v>
                </c:pt>
                <c:pt idx="947">
                  <c:v>2.6305555555555555</c:v>
                </c:pt>
                <c:pt idx="948">
                  <c:v>2.6333333333333333</c:v>
                </c:pt>
                <c:pt idx="949">
                  <c:v>2.6361111111111111</c:v>
                </c:pt>
                <c:pt idx="950">
                  <c:v>2.6388888888888888</c:v>
                </c:pt>
                <c:pt idx="951">
                  <c:v>2.6416666666666666</c:v>
                </c:pt>
                <c:pt idx="952">
                  <c:v>2.6444444444444444</c:v>
                </c:pt>
                <c:pt idx="953">
                  <c:v>2.6472222222222226</c:v>
                </c:pt>
                <c:pt idx="954">
                  <c:v>2.65</c:v>
                </c:pt>
                <c:pt idx="955">
                  <c:v>2.6527777777777777</c:v>
                </c:pt>
                <c:pt idx="956">
                  <c:v>2.6555555555555559</c:v>
                </c:pt>
                <c:pt idx="957">
                  <c:v>2.6583333333333332</c:v>
                </c:pt>
                <c:pt idx="958">
                  <c:v>2.661111111111111</c:v>
                </c:pt>
                <c:pt idx="959">
                  <c:v>2.6638888888888892</c:v>
                </c:pt>
                <c:pt idx="960">
                  <c:v>2.6666666666666665</c:v>
                </c:pt>
                <c:pt idx="961">
                  <c:v>2.6694444444444443</c:v>
                </c:pt>
                <c:pt idx="962">
                  <c:v>2.6722222222222225</c:v>
                </c:pt>
                <c:pt idx="963">
                  <c:v>2.6749999999999998</c:v>
                </c:pt>
                <c:pt idx="964">
                  <c:v>2.6777777777777776</c:v>
                </c:pt>
                <c:pt idx="965">
                  <c:v>2.6805555555555558</c:v>
                </c:pt>
                <c:pt idx="966">
                  <c:v>2.6833333333333331</c:v>
                </c:pt>
                <c:pt idx="967">
                  <c:v>2.6861111111111109</c:v>
                </c:pt>
                <c:pt idx="968">
                  <c:v>2.6888888888888891</c:v>
                </c:pt>
                <c:pt idx="969">
                  <c:v>2.6916666666666669</c:v>
                </c:pt>
                <c:pt idx="970">
                  <c:v>2.6944444444444442</c:v>
                </c:pt>
                <c:pt idx="971">
                  <c:v>2.6972222222222224</c:v>
                </c:pt>
                <c:pt idx="972">
                  <c:v>2.7</c:v>
                </c:pt>
                <c:pt idx="973">
                  <c:v>2.7027777777777775</c:v>
                </c:pt>
                <c:pt idx="974">
                  <c:v>2.7055555555555557</c:v>
                </c:pt>
                <c:pt idx="975">
                  <c:v>2.7083333333333335</c:v>
                </c:pt>
                <c:pt idx="976">
                  <c:v>2.7111111111111108</c:v>
                </c:pt>
                <c:pt idx="977">
                  <c:v>2.713888888888889</c:v>
                </c:pt>
                <c:pt idx="978">
                  <c:v>2.7166666666666668</c:v>
                </c:pt>
                <c:pt idx="979">
                  <c:v>2.7194444444444441</c:v>
                </c:pt>
                <c:pt idx="980">
                  <c:v>2.7222222222222223</c:v>
                </c:pt>
                <c:pt idx="981">
                  <c:v>2.7250000000000001</c:v>
                </c:pt>
                <c:pt idx="982">
                  <c:v>2.7277777777777774</c:v>
                </c:pt>
                <c:pt idx="983">
                  <c:v>2.7305555555555556</c:v>
                </c:pt>
                <c:pt idx="984">
                  <c:v>2.7333333333333334</c:v>
                </c:pt>
                <c:pt idx="985">
                  <c:v>2.7361111111111112</c:v>
                </c:pt>
                <c:pt idx="986">
                  <c:v>2.7388888888888889</c:v>
                </c:pt>
                <c:pt idx="987">
                  <c:v>2.7416666666666667</c:v>
                </c:pt>
                <c:pt idx="988">
                  <c:v>2.7444444444444445</c:v>
                </c:pt>
                <c:pt idx="989">
                  <c:v>2.7472222222222222</c:v>
                </c:pt>
                <c:pt idx="990">
                  <c:v>2.75</c:v>
                </c:pt>
                <c:pt idx="991">
                  <c:v>2.7527777777777778</c:v>
                </c:pt>
                <c:pt idx="992">
                  <c:v>2.7555555555555555</c:v>
                </c:pt>
                <c:pt idx="993">
                  <c:v>2.7583333333333333</c:v>
                </c:pt>
                <c:pt idx="994">
                  <c:v>2.7611111111111111</c:v>
                </c:pt>
                <c:pt idx="995">
                  <c:v>2.7638888888888888</c:v>
                </c:pt>
                <c:pt idx="996">
                  <c:v>2.7666666666666666</c:v>
                </c:pt>
                <c:pt idx="997">
                  <c:v>2.7694444444444444</c:v>
                </c:pt>
                <c:pt idx="998">
                  <c:v>2.7722222222222226</c:v>
                </c:pt>
                <c:pt idx="999">
                  <c:v>2.7749999999999999</c:v>
                </c:pt>
                <c:pt idx="1000">
                  <c:v>2.7777777777777777</c:v>
                </c:pt>
                <c:pt idx="1001">
                  <c:v>2.7805555555555559</c:v>
                </c:pt>
                <c:pt idx="1002">
                  <c:v>2.7833333333333332</c:v>
                </c:pt>
                <c:pt idx="1003">
                  <c:v>2.786111111111111</c:v>
                </c:pt>
                <c:pt idx="1004">
                  <c:v>2.7888888888888892</c:v>
                </c:pt>
                <c:pt idx="1005">
                  <c:v>2.7916666666666665</c:v>
                </c:pt>
                <c:pt idx="1006">
                  <c:v>2.7944444444444443</c:v>
                </c:pt>
                <c:pt idx="1007">
                  <c:v>2.7972222222222225</c:v>
                </c:pt>
                <c:pt idx="1008">
                  <c:v>2.8</c:v>
                </c:pt>
                <c:pt idx="1009">
                  <c:v>2.8027777777777776</c:v>
                </c:pt>
                <c:pt idx="1010">
                  <c:v>2.8055555555555558</c:v>
                </c:pt>
                <c:pt idx="1011">
                  <c:v>2.8083333333333331</c:v>
                </c:pt>
                <c:pt idx="1012">
                  <c:v>2.8111111111111109</c:v>
                </c:pt>
                <c:pt idx="1013">
                  <c:v>2.8138888888888891</c:v>
                </c:pt>
                <c:pt idx="1014">
                  <c:v>2.8166666666666669</c:v>
                </c:pt>
                <c:pt idx="1015">
                  <c:v>2.8194444444444442</c:v>
                </c:pt>
                <c:pt idx="1016">
                  <c:v>2.8222222222222224</c:v>
                </c:pt>
                <c:pt idx="1017">
                  <c:v>2.8250000000000002</c:v>
                </c:pt>
                <c:pt idx="1018">
                  <c:v>2.8277777777777775</c:v>
                </c:pt>
                <c:pt idx="1019">
                  <c:v>2.8305555555555557</c:v>
                </c:pt>
                <c:pt idx="1020">
                  <c:v>2.8333333333333335</c:v>
                </c:pt>
                <c:pt idx="1021">
                  <c:v>2.8361111111111108</c:v>
                </c:pt>
                <c:pt idx="1022">
                  <c:v>2.838888888888889</c:v>
                </c:pt>
                <c:pt idx="1023">
                  <c:v>2.8416666666666668</c:v>
                </c:pt>
                <c:pt idx="1024">
                  <c:v>2.8444444444444441</c:v>
                </c:pt>
                <c:pt idx="1025">
                  <c:v>2.8472222222222223</c:v>
                </c:pt>
                <c:pt idx="1026">
                  <c:v>2.85</c:v>
                </c:pt>
                <c:pt idx="1027">
                  <c:v>2.8527777777777774</c:v>
                </c:pt>
                <c:pt idx="1028">
                  <c:v>2.8555555555555556</c:v>
                </c:pt>
                <c:pt idx="1029">
                  <c:v>2.8583333333333334</c:v>
                </c:pt>
                <c:pt idx="1030">
                  <c:v>2.8611111111111112</c:v>
                </c:pt>
                <c:pt idx="1031">
                  <c:v>2.8638888888888889</c:v>
                </c:pt>
                <c:pt idx="1032">
                  <c:v>2.8666666666666667</c:v>
                </c:pt>
                <c:pt idx="1033">
                  <c:v>2.8694444444444445</c:v>
                </c:pt>
                <c:pt idx="1034">
                  <c:v>2.8722222222222222</c:v>
                </c:pt>
                <c:pt idx="1035">
                  <c:v>2.875</c:v>
                </c:pt>
                <c:pt idx="1036">
                  <c:v>2.8777777777777778</c:v>
                </c:pt>
                <c:pt idx="1037">
                  <c:v>2.8805555555555555</c:v>
                </c:pt>
                <c:pt idx="1038">
                  <c:v>2.8833333333333333</c:v>
                </c:pt>
                <c:pt idx="1039">
                  <c:v>2.8861111111111111</c:v>
                </c:pt>
                <c:pt idx="1040">
                  <c:v>2.8888888888888888</c:v>
                </c:pt>
                <c:pt idx="1041">
                  <c:v>2.8916666666666666</c:v>
                </c:pt>
                <c:pt idx="1042">
                  <c:v>2.8944444444444444</c:v>
                </c:pt>
                <c:pt idx="1043">
                  <c:v>2.8972222222222226</c:v>
                </c:pt>
                <c:pt idx="1044">
                  <c:v>2.9</c:v>
                </c:pt>
                <c:pt idx="1045">
                  <c:v>2.9027777777777777</c:v>
                </c:pt>
                <c:pt idx="1046">
                  <c:v>2.9055555555555559</c:v>
                </c:pt>
                <c:pt idx="1047">
                  <c:v>2.9083333333333332</c:v>
                </c:pt>
                <c:pt idx="1048">
                  <c:v>2.911111111111111</c:v>
                </c:pt>
                <c:pt idx="1049">
                  <c:v>2.9138888888888892</c:v>
                </c:pt>
                <c:pt idx="1050">
                  <c:v>2.9166666666666665</c:v>
                </c:pt>
                <c:pt idx="1051">
                  <c:v>2.9194444444444443</c:v>
                </c:pt>
                <c:pt idx="1052">
                  <c:v>2.9222222222222225</c:v>
                </c:pt>
                <c:pt idx="1053">
                  <c:v>2.9249999999999998</c:v>
                </c:pt>
                <c:pt idx="1054">
                  <c:v>2.9277777777777776</c:v>
                </c:pt>
                <c:pt idx="1055">
                  <c:v>2.9305555555555558</c:v>
                </c:pt>
                <c:pt idx="1056">
                  <c:v>2.9333333333333331</c:v>
                </c:pt>
                <c:pt idx="1057">
                  <c:v>2.9361111111111109</c:v>
                </c:pt>
                <c:pt idx="1058">
                  <c:v>2.9388888888888891</c:v>
                </c:pt>
                <c:pt idx="1059">
                  <c:v>2.9416666666666669</c:v>
                </c:pt>
                <c:pt idx="1060">
                  <c:v>2.9444444444444442</c:v>
                </c:pt>
                <c:pt idx="1061">
                  <c:v>2.9472222222222224</c:v>
                </c:pt>
                <c:pt idx="1062">
                  <c:v>2.95</c:v>
                </c:pt>
                <c:pt idx="1063">
                  <c:v>2.9527777777777775</c:v>
                </c:pt>
                <c:pt idx="1064">
                  <c:v>2.9555555555555557</c:v>
                </c:pt>
                <c:pt idx="1065">
                  <c:v>2.9583333333333335</c:v>
                </c:pt>
                <c:pt idx="1066">
                  <c:v>2.9611111111111108</c:v>
                </c:pt>
                <c:pt idx="1067">
                  <c:v>2.963888888888889</c:v>
                </c:pt>
                <c:pt idx="1068">
                  <c:v>2.9666666666666668</c:v>
                </c:pt>
                <c:pt idx="1069">
                  <c:v>2.9694444444444441</c:v>
                </c:pt>
                <c:pt idx="1070">
                  <c:v>2.9722222222222223</c:v>
                </c:pt>
                <c:pt idx="1071">
                  <c:v>2.9750000000000001</c:v>
                </c:pt>
                <c:pt idx="1072">
                  <c:v>2.9777777777777774</c:v>
                </c:pt>
                <c:pt idx="1073">
                  <c:v>2.9805555555555556</c:v>
                </c:pt>
                <c:pt idx="1074">
                  <c:v>2.9833333333333334</c:v>
                </c:pt>
                <c:pt idx="1075">
                  <c:v>2.9861111111111112</c:v>
                </c:pt>
                <c:pt idx="1076">
                  <c:v>2.9888888888888889</c:v>
                </c:pt>
                <c:pt idx="1077">
                  <c:v>2.9916666666666667</c:v>
                </c:pt>
                <c:pt idx="1078">
                  <c:v>2.9944444444444445</c:v>
                </c:pt>
                <c:pt idx="1079">
                  <c:v>2.9972222222222222</c:v>
                </c:pt>
                <c:pt idx="1080">
                  <c:v>3</c:v>
                </c:pt>
              </c:numCache>
            </c:numRef>
          </c:xVal>
          <c:yVal>
            <c:numRef>
              <c:f>Sheet1!$T$4:$T$1084</c:f>
              <c:numCache>
                <c:formatCode>0.00</c:formatCode>
                <c:ptCount val="1081"/>
                <c:pt idx="0">
                  <c:v>0</c:v>
                </c:pt>
                <c:pt idx="1">
                  <c:v>1.7453383900889972E-137</c:v>
                </c:pt>
                <c:pt idx="2">
                  <c:v>1.8006298228225669E-119</c:v>
                </c:pt>
                <c:pt idx="3">
                  <c:v>5.9244090918077931E-109</c:v>
                </c:pt>
                <c:pt idx="4">
                  <c:v>1.6623187129344663E-101</c:v>
                </c:pt>
                <c:pt idx="5">
                  <c:v>9.7064435213270911E-96</c:v>
                </c:pt>
                <c:pt idx="6">
                  <c:v>4.8941801615245718E-91</c:v>
                </c:pt>
                <c:pt idx="7">
                  <c:v>4.5523158596807346E-87</c:v>
                </c:pt>
                <c:pt idx="8">
                  <c:v>1.2288369562227042E-83</c:v>
                </c:pt>
                <c:pt idx="9">
                  <c:v>1.2894089141757816E-80</c:v>
                </c:pt>
                <c:pt idx="10">
                  <c:v>6.4207411160101496E-78</c:v>
                </c:pt>
                <c:pt idx="11">
                  <c:v>1.749408879684461E-75</c:v>
                </c:pt>
                <c:pt idx="12">
                  <c:v>2.8970102882149276E-73</c:v>
                </c:pt>
                <c:pt idx="13">
                  <c:v>3.1580679532946652E-71</c:v>
                </c:pt>
                <c:pt idx="14">
                  <c:v>2.4112793699617589E-69</c:v>
                </c:pt>
                <c:pt idx="15">
                  <c:v>1.3545217739345199E-67</c:v>
                </c:pt>
                <c:pt idx="16">
                  <c:v>5.8244438693392299E-66</c:v>
                </c:pt>
                <c:pt idx="17">
                  <c:v>1.9803221504236213E-64</c:v>
                </c:pt>
                <c:pt idx="18">
                  <c:v>5.4688489244242688E-63</c:v>
                </c:pt>
                <c:pt idx="19">
                  <c:v>1.2546041934254716E-61</c:v>
                </c:pt>
                <c:pt idx="20">
                  <c:v>2.4368874707598621E-60</c:v>
                </c:pt>
                <c:pt idx="21">
                  <c:v>4.0732257142268962E-59</c:v>
                </c:pt>
                <c:pt idx="22">
                  <c:v>5.9413713772110072E-58</c:v>
                </c:pt>
                <c:pt idx="23">
                  <c:v>7.6549272728497437E-57</c:v>
                </c:pt>
                <c:pt idx="24">
                  <c:v>8.8042115258200528E-56</c:v>
                </c:pt>
                <c:pt idx="25">
                  <c:v>9.1235014068012983E-55</c:v>
                </c:pt>
                <c:pt idx="26">
                  <c:v>8.5882951030487826E-54</c:v>
                </c:pt>
                <c:pt idx="27">
                  <c:v>7.3973639705090691E-53</c:v>
                </c:pt>
                <c:pt idx="28">
                  <c:v>5.8678374728148163E-52</c:v>
                </c:pt>
                <c:pt idx="29">
                  <c:v>4.3114278944531219E-51</c:v>
                </c:pt>
                <c:pt idx="30">
                  <c:v>2.9495896049302642E-50</c:v>
                </c:pt>
                <c:pt idx="31">
                  <c:v>1.8877000985059058E-49</c:v>
                </c:pt>
                <c:pt idx="32">
                  <c:v>1.1349458082352269E-48</c:v>
                </c:pt>
                <c:pt idx="33">
                  <c:v>6.4351381711730858E-48</c:v>
                </c:pt>
                <c:pt idx="34">
                  <c:v>3.453039637584703E-47</c:v>
                </c:pt>
                <c:pt idx="35">
                  <c:v>1.7591151128137252E-46</c:v>
                </c:pt>
                <c:pt idx="36">
                  <c:v>8.533097388890082E-46</c:v>
                </c:pt>
                <c:pt idx="37">
                  <c:v>3.9518928231808912E-45</c:v>
                </c:pt>
                <c:pt idx="38">
                  <c:v>1.7517114486694842E-44</c:v>
                </c:pt>
                <c:pt idx="39">
                  <c:v>7.4484901974003801E-44</c:v>
                </c:pt>
                <c:pt idx="40">
                  <c:v>3.0446429264093591E-43</c:v>
                </c:pt>
                <c:pt idx="41">
                  <c:v>1.1987078441085984E-42</c:v>
                </c:pt>
                <c:pt idx="42">
                  <c:v>4.5539098136902251E-42</c:v>
                </c:pt>
                <c:pt idx="43">
                  <c:v>1.6721660203399652E-41</c:v>
                </c:pt>
                <c:pt idx="44">
                  <c:v>5.9439850160876718E-41</c:v>
                </c:pt>
                <c:pt idx="45">
                  <c:v>2.0483916691285831E-40</c:v>
                </c:pt>
                <c:pt idx="46">
                  <c:v>6.8529432093950892E-40</c:v>
                </c:pt>
                <c:pt idx="47">
                  <c:v>2.2285570979046035E-39</c:v>
                </c:pt>
                <c:pt idx="48">
                  <c:v>7.0529627411085621E-39</c:v>
                </c:pt>
                <c:pt idx="49">
                  <c:v>2.1747393180117112E-38</c:v>
                </c:pt>
                <c:pt idx="50">
                  <c:v>6.5401501996318815E-38</c:v>
                </c:pt>
                <c:pt idx="51">
                  <c:v>1.9201850568585676E-37</c:v>
                </c:pt>
                <c:pt idx="52">
                  <c:v>5.5090687913123462E-37</c:v>
                </c:pt>
                <c:pt idx="53">
                  <c:v>1.5458765559966135E-36</c:v>
                </c:pt>
                <c:pt idx="54">
                  <c:v>4.2461299549120359E-36</c:v>
                </c:pt>
                <c:pt idx="55">
                  <c:v>1.1425471193231393E-35</c:v>
                </c:pt>
                <c:pt idx="56">
                  <c:v>3.0139734892047805E-35</c:v>
                </c:pt>
                <c:pt idx="57">
                  <c:v>7.7999928664253259E-35</c:v>
                </c:pt>
                <c:pt idx="58">
                  <c:v>1.9816526687511425E-34</c:v>
                </c:pt>
                <c:pt idx="59">
                  <c:v>4.9455395443286503E-34</c:v>
                </c:pt>
                <c:pt idx="60">
                  <c:v>1.2131459728376115E-33</c:v>
                </c:pt>
                <c:pt idx="61">
                  <c:v>2.9266662278086074E-33</c:v>
                </c:pt>
                <c:pt idx="62">
                  <c:v>6.9475154761890361E-33</c:v>
                </c:pt>
                <c:pt idx="63">
                  <c:v>1.6237014471938744E-32</c:v>
                </c:pt>
                <c:pt idx="64">
                  <c:v>3.7378055724195788E-32</c:v>
                </c:pt>
                <c:pt idx="65">
                  <c:v>8.4793922188387069E-32</c:v>
                </c:pt>
                <c:pt idx="66">
                  <c:v>1.8964636188863565E-31</c:v>
                </c:pt>
                <c:pt idx="67">
                  <c:v>4.1835176237772947E-31</c:v>
                </c:pt>
                <c:pt idx="68">
                  <c:v>9.1061177278339286E-31</c:v>
                </c:pt>
                <c:pt idx="69">
                  <c:v>1.9565412120032242E-30</c:v>
                </c:pt>
                <c:pt idx="70">
                  <c:v>4.1511747339506296E-30</c:v>
                </c:pt>
                <c:pt idx="71">
                  <c:v>8.7003073360071099E-30</c:v>
                </c:pt>
                <c:pt idx="72">
                  <c:v>1.8018909934830611E-29</c:v>
                </c:pt>
                <c:pt idx="73">
                  <c:v>3.6888873529703585E-29</c:v>
                </c:pt>
                <c:pt idx="74">
                  <c:v>7.4674449150705215E-29</c:v>
                </c:pt>
                <c:pt idx="75">
                  <c:v>1.4951670059686E-28</c:v>
                </c:pt>
                <c:pt idx="76">
                  <c:v>2.9619279896972734E-28</c:v>
                </c:pt>
                <c:pt idx="77">
                  <c:v>5.80694251511827E-28</c:v>
                </c:pt>
                <c:pt idx="78">
                  <c:v>1.1270034239365108E-27</c:v>
                </c:pt>
                <c:pt idx="79">
                  <c:v>2.165806281854836E-27</c:v>
                </c:pt>
                <c:pt idx="80">
                  <c:v>4.1222887459820001E-27</c:v>
                </c:pt>
                <c:pt idx="81">
                  <c:v>7.7729411472678746E-27</c:v>
                </c:pt>
                <c:pt idx="82">
                  <c:v>1.4523137439941653E-26</c:v>
                </c:pt>
                <c:pt idx="83">
                  <c:v>2.6894278908744846E-26</c:v>
                </c:pt>
                <c:pt idx="84">
                  <c:v>4.9371529675979551E-26</c:v>
                </c:pt>
                <c:pt idx="85">
                  <c:v>8.9866953615592464E-26</c:v>
                </c:pt>
                <c:pt idx="86">
                  <c:v>1.6222456160211585E-25</c:v>
                </c:pt>
                <c:pt idx="87">
                  <c:v>2.9047566140700401E-25</c:v>
                </c:pt>
                <c:pt idx="88">
                  <c:v>5.1601221070412201E-25</c:v>
                </c:pt>
                <c:pt idx="89">
                  <c:v>9.0958880384381128E-25</c:v>
                </c:pt>
                <c:pt idx="90">
                  <c:v>1.5912570148605297E-24</c:v>
                </c:pt>
                <c:pt idx="91">
                  <c:v>2.7632384390036342E-24</c:v>
                </c:pt>
                <c:pt idx="92">
                  <c:v>4.7637561308281238E-24</c:v>
                </c:pt>
                <c:pt idx="93">
                  <c:v>8.1545847518492679E-24</c:v>
                </c:pt>
                <c:pt idx="94">
                  <c:v>1.3862488889757087E-23</c:v>
                </c:pt>
                <c:pt idx="95">
                  <c:v>2.3406224702995375E-23</c:v>
                </c:pt>
                <c:pt idx="96">
                  <c:v>3.9258535315842916E-23</c:v>
                </c:pt>
                <c:pt idx="97">
                  <c:v>6.5419801762984898E-23</c:v>
                </c:pt>
                <c:pt idx="98">
                  <c:v>1.0832152533415322E-22</c:v>
                </c:pt>
                <c:pt idx="99">
                  <c:v>1.782407327098891E-22</c:v>
                </c:pt>
                <c:pt idx="100">
                  <c:v>2.915011956899589E-22</c:v>
                </c:pt>
                <c:pt idx="101">
                  <c:v>4.7387939467881555E-22</c:v>
                </c:pt>
                <c:pt idx="102">
                  <c:v>7.6584478846398395E-22</c:v>
                </c:pt>
                <c:pt idx="103">
                  <c:v>1.2305775718885992E-21</c:v>
                </c:pt>
                <c:pt idx="104">
                  <c:v>1.9661693814986186E-21</c:v>
                </c:pt>
                <c:pt idx="105">
                  <c:v>3.1240902576790018E-21</c:v>
                </c:pt>
                <c:pt idx="106">
                  <c:v>4.9369940269617569E-21</c:v>
                </c:pt>
                <c:pt idx="107">
                  <c:v>7.7603695796411034E-21</c:v>
                </c:pt>
                <c:pt idx="108">
                  <c:v>1.2134618587806756E-20</c:v>
                </c:pt>
                <c:pt idx="109">
                  <c:v>1.8877119932170328E-20</c:v>
                </c:pt>
                <c:pt idx="110">
                  <c:v>2.9218103668289134E-20</c:v>
                </c:pt>
                <c:pt idx="111">
                  <c:v>4.5000226625716862E-20</c:v>
                </c:pt>
                <c:pt idx="112">
                  <c:v>6.8970343905692093E-20</c:v>
                </c:pt>
                <c:pt idx="113">
                  <c:v>1.0520410786239139E-19</c:v>
                </c:pt>
                <c:pt idx="114">
                  <c:v>1.5972107576350311E-19</c:v>
                </c:pt>
                <c:pt idx="115">
                  <c:v>2.4137185339482407E-19</c:v>
                </c:pt>
                <c:pt idx="116">
                  <c:v>3.6311201138350937E-19</c:v>
                </c:pt>
                <c:pt idx="117">
                  <c:v>5.4382356670627106E-19</c:v>
                </c:pt>
                <c:pt idx="118">
                  <c:v>8.1090842963817888E-19</c:v>
                </c:pt>
                <c:pt idx="119">
                  <c:v>1.2039657094591139E-18</c:v>
                </c:pt>
                <c:pt idx="120">
                  <c:v>1.7799846400569224E-18</c:v>
                </c:pt>
                <c:pt idx="121">
                  <c:v>2.6206484649532107E-18</c:v>
                </c:pt>
                <c:pt idx="122">
                  <c:v>3.8425669888270269E-18</c:v>
                </c:pt>
                <c:pt idx="123">
                  <c:v>5.6115566410836136E-18</c:v>
                </c:pt>
                <c:pt idx="124">
                  <c:v>8.1624931877249552E-18</c:v>
                </c:pt>
                <c:pt idx="125">
                  <c:v>1.1826808374301409E-17</c:v>
                </c:pt>
                <c:pt idx="126">
                  <c:v>1.7070433272451552E-17</c:v>
                </c:pt>
                <c:pt idx="127">
                  <c:v>2.4545967347088784E-17</c:v>
                </c:pt>
                <c:pt idx="128">
                  <c:v>3.5164150588805452E-17</c:v>
                </c:pt>
                <c:pt idx="129">
                  <c:v>5.019143676934081E-17</c:v>
                </c:pt>
                <c:pt idx="130">
                  <c:v>7.1382738640764508E-17</c:v>
                </c:pt>
                <c:pt idx="131">
                  <c:v>1.0116140777335606E-16</c:v>
                </c:pt>
                <c:pt idx="132">
                  <c:v>1.4286243725304613E-16</c:v>
                </c:pt>
                <c:pt idx="133">
                  <c:v>2.0106000925801238E-16</c:v>
                </c:pt>
                <c:pt idx="134">
                  <c:v>2.8200720201199263E-16</c:v>
                </c:pt>
                <c:pt idx="135">
                  <c:v>3.9422436747041656E-16</c:v>
                </c:pt>
                <c:pt idx="136">
                  <c:v>5.4928395748792313E-16</c:v>
                </c:pt>
                <c:pt idx="137">
                  <c:v>7.6285412657338338E-16</c:v>
                </c:pt>
                <c:pt idx="138">
                  <c:v>1.0560821740720582E-15</c:v>
                </c:pt>
                <c:pt idx="139">
                  <c:v>1.4574229391562156E-15</c:v>
                </c:pt>
                <c:pt idx="140">
                  <c:v>2.0050480459051639E-15</c:v>
                </c:pt>
                <c:pt idx="141">
                  <c:v>2.7500111838840175E-15</c:v>
                </c:pt>
                <c:pt idx="142">
                  <c:v>3.7603946079260834E-15</c:v>
                </c:pt>
                <c:pt idx="143">
                  <c:v>5.126725489402555E-15</c:v>
                </c:pt>
                <c:pt idx="144">
                  <c:v>6.9690310442974162E-15</c:v>
                </c:pt>
                <c:pt idx="145">
                  <c:v>9.4460026936512951E-15</c:v>
                </c:pt>
                <c:pt idx="146">
                  <c:v>1.2766867044559917E-14</c:v>
                </c:pt>
                <c:pt idx="147">
                  <c:v>1.7206721560876352E-14</c:v>
                </c:pt>
                <c:pt idx="148">
                  <c:v>2.3126293198128819E-14</c:v>
                </c:pt>
                <c:pt idx="149">
                  <c:v>3.0997328510333818E-14</c:v>
                </c:pt>
                <c:pt idx="150">
                  <c:v>4.1435135381681851E-14</c:v>
                </c:pt>
                <c:pt idx="151">
                  <c:v>5.5240183678292563E-14</c:v>
                </c:pt>
                <c:pt idx="152">
                  <c:v>7.345115183588332E-14</c:v>
                </c:pt>
                <c:pt idx="153">
                  <c:v>9.7412399362237268E-14</c:v>
                </c:pt>
                <c:pt idx="154">
                  <c:v>1.2885957637471319E-13</c:v>
                </c:pt>
                <c:pt idx="155">
                  <c:v>1.7002798062976421E-13</c:v>
                </c:pt>
                <c:pt idx="156">
                  <c:v>2.2378937608006081E-13</c:v>
                </c:pt>
                <c:pt idx="157">
                  <c:v>2.9382433799797816E-13</c:v>
                </c:pt>
                <c:pt idx="158">
                  <c:v>3.8483883974112191E-13</c:v>
                </c:pt>
                <c:pt idx="159">
                  <c:v>5.0283580684190105E-13</c:v>
                </c:pt>
                <c:pt idx="160">
                  <c:v>6.5545480847861374E-13</c:v>
                </c:pt>
                <c:pt idx="161">
                  <c:v>8.5239602140510255E-13</c:v>
                </c:pt>
                <c:pt idx="162">
                  <c:v>1.1059481899516889E-12</c:v>
                </c:pt>
                <c:pt idx="163">
                  <c:v>1.431644639295941E-12</c:v>
                </c:pt>
                <c:pt idx="164">
                  <c:v>1.849076621108209E-12</c:v>
                </c:pt>
                <c:pt idx="165">
                  <c:v>2.3828995494126937E-12</c:v>
                </c:pt>
                <c:pt idx="166">
                  <c:v>3.0640752178378329E-12</c:v>
                </c:pt>
                <c:pt idx="167">
                  <c:v>3.9314021089597647E-12</c:v>
                </c:pt>
                <c:pt idx="168">
                  <c:v>5.0333966828005471E-12</c:v>
                </c:pt>
                <c:pt idx="169">
                  <c:v>6.4306013802950267E-12</c:v>
                </c:pt>
                <c:pt idx="170">
                  <c:v>8.1984103658843394E-12</c:v>
                </c:pt>
                <c:pt idx="171">
                  <c:v>1.0430522187667838E-11</c:v>
                </c:pt>
                <c:pt idx="172">
                  <c:v>1.3243150047785252E-11</c:v>
                </c:pt>
                <c:pt idx="173">
                  <c:v>1.6780145821132506E-11</c:v>
                </c:pt>
                <c:pt idx="174">
                  <c:v>2.1219223996330666E-11</c:v>
                </c:pt>
                <c:pt idx="175">
                  <c:v>2.6779507098147493E-11</c:v>
                </c:pt>
                <c:pt idx="176">
                  <c:v>3.3730655757764927E-11</c:v>
                </c:pt>
                <c:pt idx="177">
                  <c:v>4.2403895426937256E-11</c:v>
                </c:pt>
                <c:pt idx="178">
                  <c:v>5.3205308929620898E-11</c:v>
                </c:pt>
                <c:pt idx="179">
                  <c:v>6.6631830918510235E-11</c:v>
                </c:pt>
                <c:pt idx="180">
                  <c:v>8.329045834587492E-11</c:v>
                </c:pt>
                <c:pt idx="181">
                  <c:v>1.0392128196582163E-10</c:v>
                </c:pt>
                <c:pt idx="182">
                  <c:v>1.2942504958649201E-10</c:v>
                </c:pt>
                <c:pt idx="183">
                  <c:v>1.6089609447103853E-10</c:v>
                </c:pt>
                <c:pt idx="184">
                  <c:v>1.9966160441789659E-10</c:v>
                </c:pt>
                <c:pt idx="185">
                  <c:v>2.4732837142535585E-10</c:v>
                </c:pt>
                <c:pt idx="186">
                  <c:v>3.0583835160905266E-10</c:v>
                </c:pt>
                <c:pt idx="187">
                  <c:v>3.7753458373236587E-10</c:v>
                </c:pt>
                <c:pt idx="188">
                  <c:v>4.6523926630257715E-10</c:v>
                </c:pt>
                <c:pt idx="189">
                  <c:v>5.7234608213206424E-10</c:v>
                </c:pt>
                <c:pt idx="190">
                  <c:v>7.0292919054435141E-10</c:v>
                </c:pt>
                <c:pt idx="191">
                  <c:v>8.6187168657926925E-10</c:v>
                </c:pt>
                <c:pt idx="192">
                  <c:v>1.0550167598155929E-9</c:v>
                </c:pt>
                <c:pt idx="193">
                  <c:v>1.2893452796746651E-9</c:v>
                </c:pt>
                <c:pt idx="194">
                  <c:v>1.5731840969445995E-9</c:v>
                </c:pt>
                <c:pt idx="195">
                  <c:v>1.9164499912505727E-9</c:v>
                </c:pt>
                <c:pt idx="196">
                  <c:v>2.3309349206683337E-9</c:v>
                </c:pt>
                <c:pt idx="197">
                  <c:v>2.8306390529883043E-9</c:v>
                </c:pt>
                <c:pt idx="198">
                  <c:v>3.4321589896953859E-9</c:v>
                </c:pt>
                <c:pt idx="199">
                  <c:v>4.1551396460814333E-9</c:v>
                </c:pt>
                <c:pt idx="200">
                  <c:v>5.0227994378318327E-9</c:v>
                </c:pt>
                <c:pt idx="201">
                  <c:v>6.0625397610186231E-9</c:v>
                </c:pt>
                <c:pt idx="202">
                  <c:v>7.3066512552099361E-9</c:v>
                </c:pt>
                <c:pt idx="203">
                  <c:v>8.793131026385811E-9</c:v>
                </c:pt>
                <c:pt idx="204">
                  <c:v>1.056662689719592E-8</c:v>
                </c:pt>
                <c:pt idx="205">
                  <c:v>1.2679526868157368E-8</c:v>
                </c:pt>
                <c:pt idx="206">
                  <c:v>1.5193214337880249E-8</c:v>
                </c:pt>
                <c:pt idx="207">
                  <c:v>1.8179512268452479E-8</c:v>
                </c:pt>
                <c:pt idx="208">
                  <c:v>2.1722342420911385E-8</c:v>
                </c:pt>
                <c:pt idx="209">
                  <c:v>2.5919629054582341E-8</c:v>
                </c:pt>
                <c:pt idx="210">
                  <c:v>3.0885480114649902E-8</c:v>
                </c:pt>
                <c:pt idx="211">
                  <c:v>3.675268295855264E-8</c:v>
                </c:pt>
                <c:pt idx="212">
                  <c:v>4.3675556130177421E-8</c:v>
                </c:pt>
                <c:pt idx="213">
                  <c:v>5.1833203620427553E-8</c:v>
                </c:pt>
                <c:pt idx="214">
                  <c:v>6.1433223495242515E-8</c:v>
                </c:pt>
                <c:pt idx="215">
                  <c:v>7.2715928772130159E-8</c:v>
                </c:pt>
                <c:pt idx="216">
                  <c:v>8.5959145031049639E-8</c:v>
                </c:pt>
                <c:pt idx="217">
                  <c:v>1.0148365650543236E-7</c:v>
                </c:pt>
                <c:pt idx="218">
                  <c:v>1.1965938036750078E-7</c:v>
                </c:pt>
                <c:pt idx="219">
                  <c:v>1.4091235765526385E-7</c:v>
                </c:pt>
                <c:pt idx="220">
                  <c:v>1.6573265884614832E-7</c:v>
                </c:pt>
                <c:pt idx="221">
                  <c:v>1.9468331252663706E-7</c:v>
                </c:pt>
                <c:pt idx="222">
                  <c:v>2.2841037700448624E-7</c:v>
                </c:pt>
                <c:pt idx="223">
                  <c:v>2.6765428712874613E-7</c:v>
                </c:pt>
                <c:pt idx="224">
                  <c:v>3.1326262209503887E-7</c:v>
                </c:pt>
                <c:pt idx="225">
                  <c:v>3.662044546941715E-7</c:v>
                </c:pt>
                <c:pt idx="226">
                  <c:v>4.275864583894928E-7</c:v>
                </c:pt>
                <c:pt idx="227">
                  <c:v>4.9867096586259528E-7</c:v>
                </c:pt>
                <c:pt idx="228">
                  <c:v>5.8089619133236267E-7</c:v>
                </c:pt>
                <c:pt idx="229">
                  <c:v>6.7589884911431156E-7</c:v>
                </c:pt>
                <c:pt idx="230">
                  <c:v>7.8553942263415821E-7</c:v>
                </c:pt>
                <c:pt idx="231">
                  <c:v>9.1193036153268634E-7</c:v>
                </c:pt>
                <c:pt idx="232">
                  <c:v>1.0574675096891335E-6</c:v>
                </c:pt>
                <c:pt idx="233">
                  <c:v>1.2248650940430413E-6</c:v>
                </c:pt>
                <c:pt idx="234">
                  <c:v>1.4171946331023625E-6</c:v>
                </c:pt>
                <c:pt idx="235">
                  <c:v>1.6379281550870313E-6</c:v>
                </c:pt>
                <c:pt idx="236">
                  <c:v>1.8909861488640176E-6</c:v>
                </c:pt>
                <c:pt idx="237">
                  <c:v>2.1807907062825773E-6</c:v>
                </c:pt>
                <c:pt idx="238">
                  <c:v>2.5123243523056437E-6</c:v>
                </c:pt>
                <c:pt idx="239">
                  <c:v>2.8911950995547207E-6</c:v>
                </c:pt>
                <c:pt idx="240">
                  <c:v>3.3237083066263253E-6</c:v>
                </c:pt>
                <c:pt idx="241">
                  <c:v>3.8169459648910839E-6</c:v>
                </c:pt>
                <c:pt idx="242">
                  <c:v>4.3788540865329779E-6</c:v>
                </c:pt>
                <c:pt idx="243">
                  <c:v>5.0183389174095907E-6</c:v>
                </c:pt>
                <c:pt idx="244">
                  <c:v>5.7453727519868103E-6</c:v>
                </c:pt>
                <c:pt idx="245">
                  <c:v>6.5711101841939334E-6</c:v>
                </c:pt>
                <c:pt idx="246">
                  <c:v>7.5080156876179323E-6</c:v>
                </c:pt>
                <c:pt idx="247">
                  <c:v>8.570003481064291E-6</c:v>
                </c:pt>
                <c:pt idx="248">
                  <c:v>9.7725907011988896E-6</c:v>
                </c:pt>
                <c:pt idx="249">
                  <c:v>1.1133064972784023E-5</c:v>
                </c:pt>
                <c:pt idx="250">
                  <c:v>1.2670667538957551E-5</c:v>
                </c:pt>
                <c:pt idx="251">
                  <c:v>1.4406793189087237E-5</c:v>
                </c:pt>
                <c:pt idx="252">
                  <c:v>1.6365208299947566E-5</c:v>
                </c:pt>
                <c:pt idx="253">
                  <c:v>1.8572288387320972E-5</c:v>
                </c:pt>
                <c:pt idx="254">
                  <c:v>2.1057276649543733E-5</c:v>
                </c:pt>
                <c:pt idx="255">
                  <c:v>2.3852565071990245E-5</c:v>
                </c:pt>
                <c:pt idx="256">
                  <c:v>2.6993999751911262E-5</c:v>
                </c:pt>
                <c:pt idx="257">
                  <c:v>3.0521212196332562E-5</c:v>
                </c:pt>
                <c:pt idx="258">
                  <c:v>3.4477978441770912E-5</c:v>
                </c:pt>
                <c:pt idx="259">
                  <c:v>3.8912607943192766E-5</c:v>
                </c:pt>
                <c:pt idx="260">
                  <c:v>4.3878364280757247E-5</c:v>
                </c:pt>
                <c:pt idx="261">
                  <c:v>4.9433919836277797E-5</c:v>
                </c:pt>
                <c:pt idx="262">
                  <c:v>5.5643846696798464E-5</c:v>
                </c:pt>
                <c:pt idx="263">
                  <c:v>6.2579146149923976E-5</c:v>
                </c:pt>
                <c:pt idx="264">
                  <c:v>7.0317819244378348E-5</c:v>
                </c:pt>
                <c:pt idx="265">
                  <c:v>7.8945480999323159E-5</c:v>
                </c:pt>
                <c:pt idx="266">
                  <c:v>8.855602095692963E-5</c:v>
                </c:pt>
                <c:pt idx="267">
                  <c:v>9.9252312884266433E-5</c:v>
                </c:pt>
                <c:pt idx="268">
                  <c:v>1.1114697654223318E-4</c:v>
                </c:pt>
                <c:pt idx="269">
                  <c:v>1.2436319455073975E-4</c:v>
                </c:pt>
                <c:pt idx="270">
                  <c:v>1.3903558748999979E-4</c:v>
                </c:pt>
                <c:pt idx="271">
                  <c:v>1.5531115048736166E-4</c:v>
                </c:pt>
                <c:pt idx="272">
                  <c:v>1.733502546468065E-4</c:v>
                </c:pt>
                <c:pt idx="273">
                  <c:v>1.9332771678369376E-4</c:v>
                </c:pt>
                <c:pt idx="274">
                  <c:v>2.1543394102989532E-4</c:v>
                </c:pt>
                <c:pt idx="275">
                  <c:v>2.3987613597348448E-4</c:v>
                </c:pt>
                <c:pt idx="276">
                  <c:v>2.6687961109186844E-4</c:v>
                </c:pt>
                <c:pt idx="277">
                  <c:v>2.966891563273528E-4</c:v>
                </c:pt>
                <c:pt idx="278">
                  <c:v>3.2957050873825297E-4</c:v>
                </c:pt>
                <c:pt idx="279">
                  <c:v>3.6581191023675176E-4</c:v>
                </c:pt>
                <c:pt idx="280">
                  <c:v>4.0572576049538759E-4</c:v>
                </c:pt>
                <c:pt idx="281">
                  <c:v>4.4965036916697656E-4</c:v>
                </c:pt>
                <c:pt idx="282">
                  <c:v>4.9795181161666239E-4</c:v>
                </c:pt>
                <c:pt idx="283">
                  <c:v>5.5102589240920373E-4</c:v>
                </c:pt>
                <c:pt idx="284">
                  <c:v>6.0930022082841915E-4</c:v>
                </c:pt>
                <c:pt idx="285">
                  <c:v>6.7323640272784393E-4</c:v>
                </c:pt>
                <c:pt idx="286">
                  <c:v>7.4333235302197133E-4</c:v>
                </c:pt>
                <c:pt idx="287">
                  <c:v>8.2012473312367416E-4</c:v>
                </c:pt>
                <c:pt idx="288">
                  <c:v>9.04191517616189E-4</c:v>
                </c:pt>
                <c:pt idx="289">
                  <c:v>9.9615469441501937E-4</c:v>
                </c:pt>
                <c:pt idx="290">
                  <c:v>1.0966831026263135E-3</c:v>
                </c:pt>
                <c:pt idx="291">
                  <c:v>1.206495412242293E-3</c:v>
                </c:pt>
                <c:pt idx="292">
                  <c:v>1.3263632497303882E-3</c:v>
                </c:pt>
                <c:pt idx="293">
                  <c:v>1.4571144734694366E-3</c:v>
                </c:pt>
                <c:pt idx="294">
                  <c:v>1.5996366028640226E-3</c:v>
                </c:pt>
                <c:pt idx="295">
                  <c:v>1.7548804048242779E-3</c:v>
                </c:pt>
                <c:pt idx="296">
                  <c:v>1.9238636411328871E-3</c:v>
                </c:pt>
                <c:pt idx="297">
                  <c:v>2.1076749800343587E-3</c:v>
                </c:pt>
                <c:pt idx="298">
                  <c:v>2.3074780751700698E-3</c:v>
                </c:pt>
                <c:pt idx="299">
                  <c:v>2.5245158147476558E-3</c:v>
                </c:pt>
                <c:pt idx="300">
                  <c:v>2.7601147435747904E-3</c:v>
                </c:pt>
                <c:pt idx="301">
                  <c:v>3.01568966030113E-3</c:v>
                </c:pt>
                <c:pt idx="302">
                  <c:v>3.2927483919027696E-3</c:v>
                </c:pt>
                <c:pt idx="303">
                  <c:v>3.5928967471044429E-3</c:v>
                </c:pt>
                <c:pt idx="304">
                  <c:v>3.9178436500730022E-3</c:v>
                </c:pt>
                <c:pt idx="305">
                  <c:v>4.2694064553209969E-3</c:v>
                </c:pt>
                <c:pt idx="306">
                  <c:v>4.6495164443429281E-3</c:v>
                </c:pt>
                <c:pt idx="307">
                  <c:v>5.0602245040571366E-3</c:v>
                </c:pt>
                <c:pt idx="308">
                  <c:v>5.5037069866532484E-3</c:v>
                </c:pt>
                <c:pt idx="309">
                  <c:v>5.9822717499407128E-3</c:v>
                </c:pt>
                <c:pt idx="310">
                  <c:v>6.4983643767630474E-3</c:v>
                </c:pt>
                <c:pt idx="311">
                  <c:v>7.0545745714858978E-3</c:v>
                </c:pt>
                <c:pt idx="312">
                  <c:v>7.6536427309762557E-3</c:v>
                </c:pt>
                <c:pt idx="313">
                  <c:v>8.298466686883171E-3</c:v>
                </c:pt>
                <c:pt idx="314">
                  <c:v>8.9921086153847314E-3</c:v>
                </c:pt>
                <c:pt idx="315">
                  <c:v>9.7378021099059162E-3</c:v>
                </c:pt>
                <c:pt idx="316">
                  <c:v>1.0538959411616934E-2</c:v>
                </c:pt>
                <c:pt idx="317">
                  <c:v>1.1399178791811683E-2</c:v>
                </c:pt>
                <c:pt idx="318">
                  <c:v>1.2322252079524299E-2</c:v>
                </c:pt>
                <c:pt idx="319">
                  <c:v>1.3312172326985776E-2</c:v>
                </c:pt>
                <c:pt idx="320">
                  <c:v>1.4373141604741554E-2</c:v>
                </c:pt>
                <c:pt idx="321">
                  <c:v>1.5509578917451656E-2</c:v>
                </c:pt>
                <c:pt idx="322">
                  <c:v>1.6726128230580072E-2</c:v>
                </c:pt>
                <c:pt idx="323">
                  <c:v>1.8027666597347791E-2</c:v>
                </c:pt>
                <c:pt idx="324">
                  <c:v>1.9419312374476725E-2</c:v>
                </c:pt>
                <c:pt idx="325">
                  <c:v>2.0906433514399969E-2</c:v>
                </c:pt>
                <c:pt idx="326">
                  <c:v>2.2494655920736777E-2</c:v>
                </c:pt>
                <c:pt idx="327">
                  <c:v>2.4189871852969627E-2</c:v>
                </c:pt>
                <c:pt idx="328">
                  <c:v>2.5998248365370871E-2</c:v>
                </c:pt>
                <c:pt idx="329">
                  <c:v>2.7926235764348262E-2</c:v>
                </c:pt>
                <c:pt idx="330">
                  <c:v>2.9980576067504223E-2</c:v>
                </c:pt>
                <c:pt idx="331">
                  <c:v>3.2168311446813175E-2</c:v>
                </c:pt>
                <c:pt idx="332">
                  <c:v>3.4496792637463226E-2</c:v>
                </c:pt>
                <c:pt idx="333">
                  <c:v>3.6973687293034053E-2</c:v>
                </c:pt>
                <c:pt idx="334">
                  <c:v>3.9606988266840594E-2</c:v>
                </c:pt>
                <c:pt idx="335">
                  <c:v>4.2405021798433522E-2</c:v>
                </c:pt>
                <c:pt idx="336">
                  <c:v>4.5376455583425526E-2</c:v>
                </c:pt>
                <c:pt idx="337">
                  <c:v>4.8530306704031391E-2</c:v>
                </c:pt>
                <c:pt idx="338">
                  <c:v>5.1875949396917094E-2</c:v>
                </c:pt>
                <c:pt idx="339">
                  <c:v>5.5423122634245856E-2</c:v>
                </c:pt>
                <c:pt idx="340">
                  <c:v>5.9181937493051728E-2</c:v>
                </c:pt>
                <c:pt idx="341">
                  <c:v>6.316288428745527E-2</c:v>
                </c:pt>
                <c:pt idx="342">
                  <c:v>6.7376839437550046E-2</c:v>
                </c:pt>
                <c:pt idx="343">
                  <c:v>7.1835072048224188E-2</c:v>
                </c:pt>
                <c:pt idx="344">
                  <c:v>7.6549250170635214E-2</c:v>
                </c:pt>
                <c:pt idx="345">
                  <c:v>8.1531446718543454E-2</c:v>
                </c:pt>
                <c:pt idx="346">
                  <c:v>8.6794145011285129E-2</c:v>
                </c:pt>
                <c:pt idx="347">
                  <c:v>9.2350243914762487E-2</c:v>
                </c:pt>
                <c:pt idx="348">
                  <c:v>9.8213062551516211E-2</c:v>
                </c:pt>
                <c:pt idx="349">
                  <c:v>0.10439634455066196</c:v>
                </c:pt>
                <c:pt idx="350">
                  <c:v>0.11091426180829718</c:v>
                </c:pt>
                <c:pt idx="351">
                  <c:v>0.1177814177288265</c:v>
                </c:pt>
                <c:pt idx="352">
                  <c:v>0.12501284991763109</c:v>
                </c:pt>
                <c:pt idx="353">
                  <c:v>0.13262403229548014</c:v>
                </c:pt>
                <c:pt idx="354">
                  <c:v>0.14063087660522769</c:v>
                </c:pt>
                <c:pt idx="355">
                  <c:v>0.14904973328145962</c:v>
                </c:pt>
                <c:pt idx="356">
                  <c:v>0.15789739165404634</c:v>
                </c:pt>
                <c:pt idx="357">
                  <c:v>0.16719107945690218</c:v>
                </c:pt>
                <c:pt idx="358">
                  <c:v>0.17694846161363451</c:v>
                </c:pt>
                <c:pt idx="359">
                  <c:v>0.18718763827231646</c:v>
                </c:pt>
                <c:pt idx="360">
                  <c:v>0.19792714206222425</c:v>
                </c:pt>
                <c:pt idx="361">
                  <c:v>0.20918593454604115</c:v>
                </c:pt>
                <c:pt idx="362">
                  <c:v>0.22098340184183757</c:v>
                </c:pt>
                <c:pt idx="363">
                  <c:v>0.2333393493899858</c:v>
                </c:pt>
                <c:pt idx="364">
                  <c:v>0.24627399584119666</c:v>
                </c:pt>
                <c:pt idx="365">
                  <c:v>0.25980796604284695</c:v>
                </c:pt>
                <c:pt idx="366">
                  <c:v>0.27396228310195142</c:v>
                </c:pt>
                <c:pt idx="367">
                  <c:v>0.28875835950441409</c:v>
                </c:pt>
                <c:pt idx="368">
                  <c:v>0.30421798727147553</c:v>
                </c:pt>
                <c:pt idx="369">
                  <c:v>0.3203633271356916</c:v>
                </c:pt>
                <c:pt idx="370">
                  <c:v>0.33721689672038929</c:v>
                </c:pt>
                <c:pt idx="371">
                  <c:v>0.35480155770797434</c:v>
                </c:pt>
                <c:pt idx="372">
                  <c:v>0.37314050198436599</c:v>
                </c:pt>
                <c:pt idx="373">
                  <c:v>0.39225723674838686</c:v>
                </c:pt>
                <c:pt idx="374">
                  <c:v>0.41217556857695453</c:v>
                </c:pt>
                <c:pt idx="375">
                  <c:v>0.43291958643872519</c:v>
                </c:pt>
                <c:pt idx="376">
                  <c:v>0.45451364365098201</c:v>
                </c:pt>
                <c:pt idx="377">
                  <c:v>0.47698233877641083</c:v>
                </c:pt>
                <c:pt idx="378">
                  <c:v>0.50035049545879184</c:v>
                </c:pt>
                <c:pt idx="379">
                  <c:v>0.52464314119868793</c:v>
                </c:pt>
                <c:pt idx="380">
                  <c:v>0.54988548507243062</c:v>
                </c:pt>
                <c:pt idx="381">
                  <c:v>0.57610289440023155</c:v>
                </c:pt>
                <c:pt idx="382">
                  <c:v>0.60332087037127413</c:v>
                </c:pt>
                <c:pt idx="383">
                  <c:v>0.63156502263643888</c:v>
                </c:pt>
                <c:pt idx="384">
                  <c:v>0.66086104288141012</c:v>
                </c:pt>
                <c:pt idx="385">
                  <c:v>0.69123467739550537</c:v>
                </c:pt>
                <c:pt idx="386">
                  <c:v>0.72271169865434604</c:v>
                </c:pt>
                <c:pt idx="387">
                  <c:v>0.75531787593640243</c:v>
                </c:pt>
                <c:pt idx="388">
                  <c:v>0.78907894499662323</c:v>
                </c:pt>
                <c:pt idx="389">
                  <c:v>0.82402057682254526</c:v>
                </c:pt>
                <c:pt idx="390">
                  <c:v>0.86016834550088861</c:v>
                </c:pt>
                <c:pt idx="391">
                  <c:v>0.89754769522521805</c:v>
                </c:pt>
                <c:pt idx="392">
                  <c:v>0.93618390647776661</c:v>
                </c:pt>
                <c:pt idx="393">
                  <c:v>0.97610206142115896</c:v>
                </c:pt>
                <c:pt idx="394">
                  <c:v>1.0173270085379058</c:v>
                </c:pt>
                <c:pt idx="395">
                  <c:v>1.0598833265584433</c:v>
                </c:pt>
                <c:pt idx="396">
                  <c:v>1.1037952877207138</c:v>
                </c:pt>
                <c:pt idx="397">
                  <c:v>1.1490868204063314</c:v>
                </c:pt>
                <c:pt idx="398">
                  <c:v>1.1957814712014794</c:v>
                </c:pt>
                <c:pt idx="399">
                  <c:v>1.2439023664320688</c:v>
                </c:pt>
                <c:pt idx="400">
                  <c:v>1.2934721732254708</c:v>
                </c:pt>
                <c:pt idx="401">
                  <c:v>1.3445130601529991</c:v>
                </c:pt>
                <c:pt idx="402">
                  <c:v>1.3970466575096037</c:v>
                </c:pt>
                <c:pt idx="403">
                  <c:v>1.451094017288544</c:v>
                </c:pt>
                <c:pt idx="404">
                  <c:v>1.5066755729116683</c:v>
                </c:pt>
                <c:pt idx="405">
                  <c:v>1.5638110987769107</c:v>
                </c:pt>
                <c:pt idx="406">
                  <c:v>1.6225196696863193</c:v>
                </c:pt>
                <c:pt idx="407">
                  <c:v>1.6828196202199273</c:v>
                </c:pt>
                <c:pt idx="408">
                  <c:v>1.7447285041219349</c:v>
                </c:pt>
                <c:pt idx="409">
                  <c:v>1.8082630537666486</c:v>
                </c:pt>
                <c:pt idx="410">
                  <c:v>1.8734391397734671</c:v>
                </c:pt>
                <c:pt idx="411">
                  <c:v>1.9402717308407929</c:v>
                </c:pt>
                <c:pt idx="412">
                  <c:v>2.0087748538695651</c:v>
                </c:pt>
                <c:pt idx="413">
                  <c:v>2.0789615544484046</c:v>
                </c:pt>
                <c:pt idx="414">
                  <c:v>2.150843857772323</c:v>
                </c:pt>
                <c:pt idx="415">
                  <c:v>2.2244327300680076</c:v>
                </c:pt>
                <c:pt idx="416">
                  <c:v>2.2997380405985086</c:v>
                </c:pt>
                <c:pt idx="417">
                  <c:v>2.3767685243208789</c:v>
                </c:pt>
                <c:pt idx="418">
                  <c:v>2.4555317452696244</c:v>
                </c:pt>
                <c:pt idx="419">
                  <c:v>2.5360340607394041</c:v>
                </c:pt>
                <c:pt idx="420">
                  <c:v>2.6182805863396679</c:v>
                </c:pt>
                <c:pt idx="421">
                  <c:v>2.7022751619935561</c:v>
                </c:pt>
                <c:pt idx="422">
                  <c:v>2.7880203189526584</c:v>
                </c:pt>
                <c:pt idx="423">
                  <c:v>2.8755172478988671</c:v>
                </c:pt>
                <c:pt idx="424">
                  <c:v>2.9647657682029447</c:v>
                </c:pt>
                <c:pt idx="425">
                  <c:v>3.0557642984088917</c:v>
                </c:pt>
                <c:pt idx="426">
                  <c:v>3.1485098280115977</c:v>
                </c:pt>
                <c:pt idx="427">
                  <c:v>3.2429978905941024</c:v>
                </c:pt>
                <c:pt idx="428">
                  <c:v>3.3392225383886496</c:v>
                </c:pt>
                <c:pt idx="429">
                  <c:v>3.4371763183250237</c:v>
                </c:pt>
                <c:pt idx="430">
                  <c:v>3.5368502496262191</c:v>
                </c:pt>
                <c:pt idx="431">
                  <c:v>3.6382338030115964</c:v>
                </c:pt>
                <c:pt idx="432">
                  <c:v>3.7413148815626998</c:v>
                </c:pt>
                <c:pt idx="433">
                  <c:v>3.846079803307628</c:v>
                </c:pt>
                <c:pt idx="434">
                  <c:v>3.9525132855747644</c:v>
                </c:pt>
                <c:pt idx="435">
                  <c:v>4.0605984311660084</c:v>
                </c:pt>
                <c:pt idx="436">
                  <c:v>4.1703167163958232</c:v>
                </c:pt>
                <c:pt idx="437">
                  <c:v>4.2816479810393835</c:v>
                </c:pt>
                <c:pt idx="438">
                  <c:v>4.3945704202318652</c:v>
                </c:pt>
                <c:pt idx="439">
                  <c:v>4.50906057835551</c:v>
                </c:pt>
                <c:pt idx="440">
                  <c:v>4.6250933449495975</c:v>
                </c:pt>
                <c:pt idx="441">
                  <c:v>4.742641952674493</c:v>
                </c:pt>
                <c:pt idx="442">
                  <c:v>4.8616779773580703</c:v>
                </c:pt>
                <c:pt idx="443">
                  <c:v>4.9821713401484624</c:v>
                </c:pt>
                <c:pt idx="444">
                  <c:v>5.1040903117950611</c:v>
                </c:pt>
                <c:pt idx="445">
                  <c:v>5.2274015190740464</c:v>
                </c:pt>
                <c:pt idx="446">
                  <c:v>5.3520699533737757</c:v>
                </c:pt>
                <c:pt idx="447">
                  <c:v>5.4780589814482408</c:v>
                </c:pt>
                <c:pt idx="448">
                  <c:v>5.605330358347473</c:v>
                </c:pt>
                <c:pt idx="449">
                  <c:v>5.733844242525068</c:v>
                </c:pt>
                <c:pt idx="450">
                  <c:v>5.8635592131231187</c:v>
                </c:pt>
                <c:pt idx="451">
                  <c:v>5.9944322894299127</c:v>
                </c:pt>
                <c:pt idx="452">
                  <c:v>6.1264189524996153</c:v>
                </c:pt>
                <c:pt idx="453">
                  <c:v>6.259473168924405</c:v>
                </c:pt>
                <c:pt idx="454">
                  <c:v>6.3935474167397128</c:v>
                </c:pt>
                <c:pt idx="455">
                  <c:v>6.5285927134439703</c:v>
                </c:pt>
                <c:pt idx="456">
                  <c:v>6.6645586461091062</c:v>
                </c:pt>
                <c:pt idx="457">
                  <c:v>6.8013934035523107</c:v>
                </c:pt>
                <c:pt idx="458">
                  <c:v>6.9390438105403787</c:v>
                </c:pt>
                <c:pt idx="459">
                  <c:v>7.0774553639887694</c:v>
                </c:pt>
                <c:pt idx="460">
                  <c:v>7.2165722711186842</c:v>
                </c:pt>
                <c:pt idx="461">
                  <c:v>7.3563374895287783</c:v>
                </c:pt>
                <c:pt idx="462">
                  <c:v>7.4966927691375949</c:v>
                </c:pt>
                <c:pt idx="463">
                  <c:v>7.6375786959443905</c:v>
                </c:pt>
                <c:pt idx="464">
                  <c:v>7.7789347375607765</c:v>
                </c:pt>
                <c:pt idx="465">
                  <c:v>7.9206992904527969</c:v>
                </c:pt>
                <c:pt idx="466">
                  <c:v>8.0628097288385128</c:v>
                </c:pt>
                <c:pt idx="467">
                  <c:v>8.2052024551776999</c:v>
                </c:pt>
                <c:pt idx="468">
                  <c:v>8.347812952189992</c:v>
                </c:pt>
                <c:pt idx="469">
                  <c:v>8.4905758363337469</c:v>
                </c:pt>
                <c:pt idx="470">
                  <c:v>8.6334249126764444</c:v>
                </c:pt>
                <c:pt idx="471">
                  <c:v>8.7762932310839155</c:v>
                </c:pt>
                <c:pt idx="472">
                  <c:v>8.9191131436537461</c:v>
                </c:pt>
                <c:pt idx="473">
                  <c:v>9.0618163633167281</c:v>
                </c:pt>
                <c:pt idx="474">
                  <c:v>9.2043340235265561</c:v>
                </c:pt>
                <c:pt idx="475">
                  <c:v>9.346596738957496</c:v>
                </c:pt>
                <c:pt idx="476">
                  <c:v>9.488534667127583</c:v>
                </c:pt>
                <c:pt idx="477">
                  <c:v>9.6300775708623316</c:v>
                </c:pt>
                <c:pt idx="478">
                  <c:v>9.7711548815150486</c:v>
                </c:pt>
                <c:pt idx="479">
                  <c:v>9.9116957628553539</c:v>
                </c:pt>
                <c:pt idx="480">
                  <c:v>10.051629175537979</c:v>
                </c:pt>
                <c:pt idx="481">
                  <c:v>10.190883942064223</c:v>
                </c:pt>
                <c:pt idx="482">
                  <c:v>10.329388812144936</c:v>
                </c:pt>
                <c:pt idx="483">
                  <c:v>10.467072528375612</c:v>
                </c:pt>
                <c:pt idx="484">
                  <c:v>10.603863892132427</c:v>
                </c:pt>
                <c:pt idx="485">
                  <c:v>10.739691829598238</c:v>
                </c:pt>
                <c:pt idx="486">
                  <c:v>10.874485457827385</c:v>
                </c:pt>
                <c:pt idx="487">
                  <c:v>11.008174150758801</c:v>
                </c:pt>
                <c:pt idx="488">
                  <c:v>11.140687605085033</c:v>
                </c:pt>
                <c:pt idx="489">
                  <c:v>11.271955905889101</c:v>
                </c:pt>
                <c:pt idx="490">
                  <c:v>11.401909591956388</c:v>
                </c:pt>
                <c:pt idx="491">
                  <c:v>11.530479720676331</c:v>
                </c:pt>
                <c:pt idx="492">
                  <c:v>11.657597932439993</c:v>
                </c:pt>
                <c:pt idx="493">
                  <c:v>11.783196514452632</c:v>
                </c:pt>
                <c:pt idx="494">
                  <c:v>11.907208463870619</c:v>
                </c:pt>
                <c:pt idx="495">
                  <c:v>12.029567550179149</c:v>
                </c:pt>
                <c:pt idx="496">
                  <c:v>12.150208376728866</c:v>
                </c:pt>
                <c:pt idx="497">
                  <c:v>12.269066441347777</c:v>
                </c:pt>
                <c:pt idx="498">
                  <c:v>12.386078195950573</c:v>
                </c:pt>
                <c:pt idx="499">
                  <c:v>12.501181105064649</c:v>
                </c:pt>
                <c:pt idx="500">
                  <c:v>12.614313703201129</c:v>
                </c:pt>
                <c:pt idx="501">
                  <c:v>12.725415650991886</c:v>
                </c:pt>
                <c:pt idx="502">
                  <c:v>12.83442779002595</c:v>
                </c:pt>
                <c:pt idx="503">
                  <c:v>12.941292196312261</c:v>
                </c:pt>
                <c:pt idx="504">
                  <c:v>13.045952232304755</c:v>
                </c:pt>
                <c:pt idx="505">
                  <c:v>13.148352597424806</c:v>
                </c:pt>
                <c:pt idx="506">
                  <c:v>13.248439377017952</c:v>
                </c:pt>
                <c:pt idx="507">
                  <c:v>13.346160089689979</c:v>
                </c:pt>
                <c:pt idx="508">
                  <c:v>13.441463732962928</c:v>
                </c:pt>
                <c:pt idx="509">
                  <c:v>13.534300827198905</c:v>
                </c:pt>
                <c:pt idx="510">
                  <c:v>13.6246234577451</c:v>
                </c:pt>
                <c:pt idx="511">
                  <c:v>13.712385315247362</c:v>
                </c:pt>
                <c:pt idx="512">
                  <c:v>13.797541734093414</c:v>
                </c:pt>
                <c:pt idx="513">
                  <c:v>13.880049728943799</c:v>
                </c:pt>
                <c:pt idx="514">
                  <c:v>13.959868029311091</c:v>
                </c:pt>
                <c:pt idx="515">
                  <c:v>14.036957112156369</c:v>
                </c:pt>
                <c:pt idx="516">
                  <c:v>14.111279232469936</c:v>
                </c:pt>
                <c:pt idx="517">
                  <c:v>14.182798451809147</c:v>
                </c:pt>
                <c:pt idx="518">
                  <c:v>14.251480664770209</c:v>
                </c:pt>
                <c:pt idx="519">
                  <c:v>14.317293623369611</c:v>
                </c:pt>
                <c:pt idx="520">
                  <c:v>14.380206959322313</c:v>
                </c:pt>
                <c:pt idx="521">
                  <c:v>14.44019220419816</c:v>
                </c:pt>
                <c:pt idx="522">
                  <c:v>14.497222807447164</c:v>
                </c:pt>
                <c:pt idx="523">
                  <c:v>14.551274152286041</c:v>
                </c:pt>
                <c:pt idx="524">
                  <c:v>14.602323569440584</c:v>
                </c:pt>
                <c:pt idx="525">
                  <c:v>14.650350348743038</c:v>
                </c:pt>
                <c:pt idx="526">
                  <c:v>14.695335748586887</c:v>
                </c:pt>
                <c:pt idx="527">
                  <c:v>14.737263003241274</c:v>
                </c:pt>
                <c:pt idx="528">
                  <c:v>14.776117328039085</c:v>
                </c:pt>
                <c:pt idx="529">
                  <c:v>14.81188592244162</c:v>
                </c:pt>
                <c:pt idx="530">
                  <c:v>14.844557971001157</c:v>
                </c:pt>
                <c:pt idx="531">
                  <c:v>14.874124642236067</c:v>
                </c:pt>
                <c:pt idx="532">
                  <c:v>14.900579085436</c:v>
                </c:pt>
                <c:pt idx="533">
                  <c:v>14.923916425424235</c:v>
                </c:pt>
                <c:pt idx="534">
                  <c:v>14.944133755299561</c:v>
                </c:pt>
                <c:pt idx="535">
                  <c:v>14.961230127186967</c:v>
                </c:pt>
                <c:pt idx="536">
                  <c:v>14.975206541027875</c:v>
                </c:pt>
                <c:pt idx="537">
                  <c:v>14.986065931443289</c:v>
                </c:pt>
                <c:pt idx="538">
                  <c:v>14.99381315270483</c:v>
                </c:pt>
                <c:pt idx="539">
                  <c:v>14.998454961852959</c:v>
                </c:pt>
                <c:pt idx="540">
                  <c:v>15</c:v>
                </c:pt>
                <c:pt idx="541">
                  <c:v>14.998458771863593</c:v>
                </c:pt>
                <c:pt idx="542">
                  <c:v>14.993843623571648</c:v>
                </c:pt>
                <c:pt idx="543">
                  <c:v>14.98616871878783</c:v>
                </c:pt>
                <c:pt idx="544">
                  <c:v>14.97545001320279</c:v>
                </c:pt>
                <c:pt idx="545">
                  <c:v>14.961705227443106</c:v>
                </c:pt>
                <c:pt idx="546">
                  <c:v>14.944953818448337</c:v>
                </c:pt>
                <c:pt idx="547">
                  <c:v>14.92521694936838</c:v>
                </c:pt>
                <c:pt idx="548">
                  <c:v>14.90251745803714</c:v>
                </c:pt>
                <c:pt idx="549">
                  <c:v>14.876879824075504</c:v>
                </c:pt>
                <c:pt idx="550">
                  <c:v>14.848330134681817</c:v>
                </c:pt>
                <c:pt idx="551">
                  <c:v>14.816896049168323</c:v>
                </c:pt>
                <c:pt idx="552">
                  <c:v>14.782606762298988</c:v>
                </c:pt>
                <c:pt idx="553">
                  <c:v>14.745492966492538</c:v>
                </c:pt>
                <c:pt idx="554">
                  <c:v>14.705586812946823</c:v>
                </c:pt>
                <c:pt idx="555">
                  <c:v>14.662921871748008</c:v>
                </c:pt>
                <c:pt idx="556">
                  <c:v>14.617533091024134</c:v>
                </c:pt>
                <c:pt idx="557">
                  <c:v>14.569456755206474</c:v>
                </c:pt>
                <c:pt idx="558">
                  <c:v>14.518730442459519</c:v>
                </c:pt>
                <c:pt idx="559">
                  <c:v>14.465392981341544</c:v>
                </c:pt>
                <c:pt idx="560">
                  <c:v>14.409484406758507</c:v>
                </c:pt>
                <c:pt idx="561">
                  <c:v>14.351045915274984</c:v>
                </c:pt>
                <c:pt idx="562">
                  <c:v>14.290119819840928</c:v>
                </c:pt>
                <c:pt idx="563">
                  <c:v>14.226749503999631</c:v>
                </c:pt>
                <c:pt idx="564">
                  <c:v>14.160979375636535</c:v>
                </c:pt>
                <c:pt idx="565">
                  <c:v>14.092854820331487</c:v>
                </c:pt>
                <c:pt idx="566">
                  <c:v>14.022422154373851</c:v>
                </c:pt>
                <c:pt idx="567">
                  <c:v>13.949728577501114</c:v>
                </c:pt>
                <c:pt idx="568">
                  <c:v>13.874822125422849</c:v>
                </c:pt>
                <c:pt idx="569">
                  <c:v>13.797751622184673</c:v>
                </c:pt>
                <c:pt idx="570">
                  <c:v>13.718566632434237</c:v>
                </c:pt>
                <c:pt idx="571">
                  <c:v>13.637317413644123</c:v>
                </c:pt>
                <c:pt idx="572">
                  <c:v>13.55405486834858</c:v>
                </c:pt>
                <c:pt idx="573">
                  <c:v>13.468830496449726</c:v>
                </c:pt>
                <c:pt idx="574">
                  <c:v>13.381696347646727</c:v>
                </c:pt>
                <c:pt idx="575">
                  <c:v>13.292704974041076</c:v>
                </c:pt>
                <c:pt idx="576">
                  <c:v>13.201909382969911</c:v>
                </c:pt>
                <c:pt idx="577">
                  <c:v>13.109362990118159</c:v>
                </c:pt>
                <c:pt idx="578">
                  <c:v>13.015119572958179</c:v>
                </c:pt>
                <c:pt idx="579">
                  <c:v>12.919233224564653</c:v>
                </c:pt>
                <c:pt idx="580">
                  <c:v>12.821758307852239</c:v>
                </c:pt>
                <c:pt idx="581">
                  <c:v>12.722749410279704</c:v>
                </c:pt>
                <c:pt idx="582">
                  <c:v>12.62226129906426</c:v>
                </c:pt>
                <c:pt idx="583">
                  <c:v>12.520348876949658</c:v>
                </c:pt>
                <c:pt idx="584">
                  <c:v>12.41706713856566</c:v>
                </c:pt>
                <c:pt idx="585">
                  <c:v>12.312471127420652</c:v>
                </c:pt>
                <c:pt idx="586">
                  <c:v>12.206615893562109</c:v>
                </c:pt>
                <c:pt idx="587">
                  <c:v>12.099556451942664</c:v>
                </c:pt>
                <c:pt idx="588">
                  <c:v>11.991347741523983</c:v>
                </c:pt>
                <c:pt idx="589">
                  <c:v>11.882044585152421</c:v>
                </c:pt>
                <c:pt idx="590">
                  <c:v>11.771701650235313</c:v>
                </c:pt>
                <c:pt idx="591">
                  <c:v>11.66037341024855</c:v>
                </c:pt>
                <c:pt idx="592">
                  <c:v>11.548114107101002</c:v>
                </c:pt>
                <c:pt idx="593">
                  <c:v>11.434977714383358</c:v>
                </c:pt>
                <c:pt idx="594">
                  <c:v>11.321017901523531</c:v>
                </c:pt>
                <c:pt idx="595">
                  <c:v>11.206287998871083</c:v>
                </c:pt>
                <c:pt idx="596">
                  <c:v>11.090840963732935</c:v>
                </c:pt>
                <c:pt idx="597">
                  <c:v>10.974729347375952</c:v>
                </c:pt>
                <c:pt idx="598">
                  <c:v>10.858005263017263</c:v>
                </c:pt>
                <c:pt idx="599">
                  <c:v>10.740720354815048</c:v>
                </c:pt>
                <c:pt idx="600">
                  <c:v>10.622925767874573</c:v>
                </c:pt>
                <c:pt idx="601">
                  <c:v>10.504672119282738</c:v>
                </c:pt>
                <c:pt idx="602">
                  <c:v>10.386009470179792</c:v>
                </c:pt>
                <c:pt idx="603">
                  <c:v>10.266987298879849</c:v>
                </c:pt>
                <c:pt idx="604">
                  <c:v>10.14765447504489</c:v>
                </c:pt>
                <c:pt idx="605">
                  <c:v>10.028059234921418</c:v>
                </c:pt>
                <c:pt idx="606">
                  <c:v>9.9082491576413094</c:v>
                </c:pt>
                <c:pt idx="607">
                  <c:v>9.7882711425924445</c:v>
                </c:pt>
                <c:pt idx="608">
                  <c:v>9.6681713878589477</c:v>
                </c:pt>
                <c:pt idx="609">
                  <c:v>9.5479953697326536</c:v>
                </c:pt>
                <c:pt idx="610">
                  <c:v>9.4277878232936434</c:v>
                </c:pt>
                <c:pt idx="611">
                  <c:v>9.3075927240580985</c:v>
                </c:pt>
                <c:pt idx="612">
                  <c:v>9.1874532706895256</c:v>
                </c:pt>
                <c:pt idx="613">
                  <c:v>9.067411868768275</c:v>
                </c:pt>
                <c:pt idx="614">
                  <c:v>8.9475101156133494</c:v>
                </c:pt>
                <c:pt idx="615">
                  <c:v>8.8277887861492452</c:v>
                </c:pt>
                <c:pt idx="616">
                  <c:v>8.7082878198086284</c:v>
                </c:pt>
                <c:pt idx="617">
                  <c:v>8.589046308462402</c:v>
                </c:pt>
                <c:pt idx="618">
                  <c:v>8.4701024853655102</c:v>
                </c:pt>
                <c:pt idx="619">
                  <c:v>8.3514937151071198</c:v>
                </c:pt>
                <c:pt idx="620">
                  <c:v>8.2332564845534613</c:v>
                </c:pt>
                <c:pt idx="621">
                  <c:v>8.1154263947674554</c:v>
                </c:pt>
                <c:pt idx="622">
                  <c:v>7.9980381538944574</c:v>
                </c:pt>
                <c:pt idx="623">
                  <c:v>7.8811255709945405</c:v>
                </c:pt>
                <c:pt idx="624">
                  <c:v>7.7647215508088827</c:v>
                </c:pt>
                <c:pt idx="625">
                  <c:v>7.6488580894417426</c:v>
                </c:pt>
                <c:pt idx="626">
                  <c:v>7.5335662709402849</c:v>
                </c:pt>
                <c:pt idx="627">
                  <c:v>7.4188762647552453</c:v>
                </c:pt>
                <c:pt idx="628">
                  <c:v>7.30481732406344</c:v>
                </c:pt>
                <c:pt idx="629">
                  <c:v>7.1914177849316134</c:v>
                </c:pt>
                <c:pt idx="630">
                  <c:v>7.0787050663033861</c:v>
                </c:pt>
                <c:pt idx="631">
                  <c:v>6.9667056707880022</c:v>
                </c:pt>
                <c:pt idx="632">
                  <c:v>6.8554451862301446</c:v>
                </c:pt>
                <c:pt idx="633">
                  <c:v>6.7449482880404714</c:v>
                </c:pt>
                <c:pt idx="634">
                  <c:v>6.635238742263879</c:v>
                </c:pt>
                <c:pt idx="635">
                  <c:v>6.5263394093650602</c:v>
                </c:pt>
                <c:pt idx="636">
                  <c:v>6.418272248708413</c:v>
                </c:pt>
                <c:pt idx="637">
                  <c:v>6.3110583237100162</c:v>
                </c:pt>
                <c:pt idx="638">
                  <c:v>6.2047178076393426</c:v>
                </c:pt>
                <c:pt idx="639">
                  <c:v>6.0992699900475156</c:v>
                </c:pt>
                <c:pt idx="640">
                  <c:v>5.9947332837998859</c:v>
                </c:pt>
                <c:pt idx="641">
                  <c:v>5.8911252326888679</c:v>
                </c:pt>
                <c:pt idx="642">
                  <c:v>5.7884625196052664</c:v>
                </c:pt>
                <c:pt idx="643">
                  <c:v>5.6867609752441508</c:v>
                </c:pt>
                <c:pt idx="644">
                  <c:v>5.5860355873221801</c:v>
                </c:pt>
                <c:pt idx="645">
                  <c:v>5.486300510284015</c:v>
                </c:pt>
                <c:pt idx="646">
                  <c:v>5.387569075473893</c:v>
                </c:pt>
                <c:pt idx="647">
                  <c:v>5.2898538017503878</c:v>
                </c:pt>
                <c:pt idx="648">
                  <c:v>5.1931664065210219</c:v>
                </c:pt>
                <c:pt idx="649">
                  <c:v>5.0975178171741531</c:v>
                </c:pt>
                <c:pt idx="650">
                  <c:v>5.0029181828862068</c:v>
                </c:pt>
                <c:pt idx="651">
                  <c:v>4.909376886781109</c:v>
                </c:pt>
                <c:pt idx="652">
                  <c:v>4.8169025584207414</c:v>
                </c:pt>
                <c:pt idx="653">
                  <c:v>4.7255030866047285</c:v>
                </c:pt>
                <c:pt idx="654">
                  <c:v>4.6351856324564977</c:v>
                </c:pt>
                <c:pt idx="655">
                  <c:v>4.5459566427771687</c:v>
                </c:pt>
                <c:pt idx="656">
                  <c:v>4.4578218636435416</c:v>
                </c:pt>
                <c:pt idx="657">
                  <c:v>4.3707863542315408</c:v>
                </c:pt>
                <c:pt idx="658">
                  <c:v>4.2848545008439647</c:v>
                </c:pt>
                <c:pt idx="659">
                  <c:v>4.2000300311233163</c:v>
                </c:pt>
                <c:pt idx="660">
                  <c:v>4.1163160284293916</c:v>
                </c:pt>
                <c:pt idx="661">
                  <c:v>4.033714946363407</c:v>
                </c:pt>
                <c:pt idx="662">
                  <c:v>3.9522286234196078</c:v>
                </c:pt>
                <c:pt idx="663">
                  <c:v>3.8718582977457854</c:v>
                </c:pt>
                <c:pt idx="664">
                  <c:v>3.792604621995483</c:v>
                </c:pt>
                <c:pt idx="665">
                  <c:v>3.7144676782541168</c:v>
                </c:pt>
                <c:pt idx="666">
                  <c:v>3.6374469930220394</c:v>
                </c:pt>
                <c:pt idx="667">
                  <c:v>3.5615415522381126</c:v>
                </c:pt>
                <c:pt idx="668">
                  <c:v>3.4867498163279933</c:v>
                </c:pt>
                <c:pt idx="669">
                  <c:v>3.4130697352608759</c:v>
                </c:pt>
                <c:pt idx="670">
                  <c:v>3.3404987636005758</c:v>
                </c:pt>
                <c:pt idx="671">
                  <c:v>3.26903387553548</c:v>
                </c:pt>
                <c:pt idx="672">
                  <c:v>3.1986715798735239</c:v>
                </c:pt>
                <c:pt idx="673">
                  <c:v>3.1294079349889183</c:v>
                </c:pt>
                <c:pt idx="674">
                  <c:v>3.0612385637065791</c:v>
                </c:pt>
                <c:pt idx="675">
                  <c:v>2.9941586681125245</c:v>
                </c:pt>
                <c:pt idx="676">
                  <c:v>2.9281630442774884</c:v>
                </c:pt>
                <c:pt idx="677">
                  <c:v>2.8632460968820772</c:v>
                </c:pt>
                <c:pt idx="678">
                  <c:v>2.7994018537324887</c:v>
                </c:pt>
                <c:pt idx="679">
                  <c:v>2.7366239801557368</c:v>
                </c:pt>
                <c:pt idx="680">
                  <c:v>2.6749057932644598</c:v>
                </c:pt>
                <c:pt idx="681">
                  <c:v>2.6142402760812939</c:v>
                </c:pt>
                <c:pt idx="682">
                  <c:v>2.5546200915134656</c:v>
                </c:pt>
                <c:pt idx="683">
                  <c:v>2.4960375961691761</c:v>
                </c:pt>
                <c:pt idx="684">
                  <c:v>2.4384848540067154</c:v>
                </c:pt>
                <c:pt idx="685">
                  <c:v>2.3819536498092231</c:v>
                </c:pt>
                <c:pt idx="686">
                  <c:v>2.3264355024768482</c:v>
                </c:pt>
                <c:pt idx="687">
                  <c:v>2.2719216781299374</c:v>
                </c:pt>
                <c:pt idx="688">
                  <c:v>2.2184032030164125</c:v>
                </c:pt>
                <c:pt idx="689">
                  <c:v>2.1658708762171006</c:v>
                </c:pt>
                <c:pt idx="690">
                  <c:v>2.1143152821436466</c:v>
                </c:pt>
                <c:pt idx="691">
                  <c:v>2.0637268028234286</c:v>
                </c:pt>
                <c:pt idx="692">
                  <c:v>2.0140956299668407</c:v>
                </c:pt>
                <c:pt idx="693">
                  <c:v>1.9654117768123343</c:v>
                </c:pt>
                <c:pt idx="694">
                  <c:v>1.9176650897453016</c:v>
                </c:pt>
                <c:pt idx="695">
                  <c:v>1.8708452596869869</c:v>
                </c:pt>
                <c:pt idx="696">
                  <c:v>1.824941833250197</c:v>
                </c:pt>
                <c:pt idx="697">
                  <c:v>1.779944223658972</c:v>
                </c:pt>
                <c:pt idx="698">
                  <c:v>1.7358417214295612</c:v>
                </c:pt>
                <c:pt idx="699">
                  <c:v>1.6926235048103717</c:v>
                </c:pt>
                <c:pt idx="700">
                  <c:v>1.6502786499794702</c:v>
                </c:pt>
                <c:pt idx="701">
                  <c:v>1.6087961409973364</c:v>
                </c:pt>
                <c:pt idx="702">
                  <c:v>1.568164879514542</c:v>
                </c:pt>
                <c:pt idx="703">
                  <c:v>1.5283736942327224</c:v>
                </c:pt>
                <c:pt idx="704">
                  <c:v>1.489411350118605</c:v>
                </c:pt>
                <c:pt idx="705">
                  <c:v>1.451266557370618</c:v>
                </c:pt>
                <c:pt idx="706">
                  <c:v>1.4139279801382578</c:v>
                </c:pt>
                <c:pt idx="707">
                  <c:v>1.377384244994085</c:v>
                </c:pt>
                <c:pt idx="708">
                  <c:v>1.3416239491591777</c:v>
                </c:pt>
                <c:pt idx="709">
                  <c:v>1.3066356684826805</c:v>
                </c:pt>
                <c:pt idx="710">
                  <c:v>1.2724079651763278</c:v>
                </c:pt>
                <c:pt idx="711">
                  <c:v>1.2389293953052016</c:v>
                </c:pt>
                <c:pt idx="712">
                  <c:v>1.2061885160363899</c:v>
                </c:pt>
                <c:pt idx="713">
                  <c:v>1.1741738926467196</c:v>
                </c:pt>
                <c:pt idx="714">
                  <c:v>1.1428741052918312</c:v>
                </c:pt>
                <c:pt idx="715">
                  <c:v>1.1122777555384713</c:v>
                </c:pt>
                <c:pt idx="716">
                  <c:v>1.0823734726621086</c:v>
                </c:pt>
                <c:pt idx="717">
                  <c:v>1.0531499197124079</c:v>
                </c:pt>
                <c:pt idx="718">
                  <c:v>1.0245957993491406</c:v>
                </c:pt>
                <c:pt idx="719">
                  <c:v>0.99669985945100503</c:v>
                </c:pt>
                <c:pt idx="720">
                  <c:v>0.96945089850042732</c:v>
                </c:pt>
                <c:pt idx="721">
                  <c:v>0.94283777074725916</c:v>
                </c:pt>
                <c:pt idx="722">
                  <c:v>0.91684939115433917</c:v>
                </c:pt>
                <c:pt idx="723">
                  <c:v>0.89147474012838124</c:v>
                </c:pt>
                <c:pt idx="724">
                  <c:v>0.86670286803931362</c:v>
                </c:pt>
                <c:pt idx="725">
                  <c:v>0.84252289953159931</c:v>
                </c:pt>
                <c:pt idx="726">
                  <c:v>0.81892403763102717</c:v>
                </c:pt>
                <c:pt idx="727">
                  <c:v>0.79589556765058977</c:v>
                </c:pt>
                <c:pt idx="728">
                  <c:v>0.77342686089918533</c:v>
                </c:pt>
                <c:pt idx="729">
                  <c:v>0.75150737819679236</c:v>
                </c:pt>
                <c:pt idx="730">
                  <c:v>0.73012667320000058</c:v>
                </c:pt>
                <c:pt idx="731">
                  <c:v>0.70927439554187743</c:v>
                </c:pt>
                <c:pt idx="732">
                  <c:v>0.68894029378981947</c:v>
                </c:pt>
                <c:pt idx="733">
                  <c:v>0.66911421822564465</c:v>
                </c:pt>
                <c:pt idx="734">
                  <c:v>0.64978612345182851</c:v>
                </c:pt>
                <c:pt idx="735">
                  <c:v>0.63094607082774479</c:v>
                </c:pt>
                <c:pt idx="736">
                  <c:v>0.61258423074030099</c:v>
                </c:pt>
                <c:pt idx="737">
                  <c:v>0.59469088471278087</c:v>
                </c:pt>
                <c:pt idx="738">
                  <c:v>0.57725642735599769</c:v>
                </c:pt>
                <c:pt idx="739">
                  <c:v>0.56027136816606371</c:v>
                </c:pt>
                <c:pt idx="740">
                  <c:v>0.54372633317260943</c:v>
                </c:pt>
                <c:pt idx="741">
                  <c:v>0.52761206644171266</c:v>
                </c:pt>
                <c:pt idx="742">
                  <c:v>0.51191943143755292</c:v>
                </c:pt>
                <c:pt idx="743">
                  <c:v>0.49663941224694436</c:v>
                </c:pt>
                <c:pt idx="744">
                  <c:v>0.4817631146706372</c:v>
                </c:pt>
                <c:pt idx="745">
                  <c:v>0.46728176718568631</c:v>
                </c:pt>
                <c:pt idx="746">
                  <c:v>0.45318672178260383</c:v>
                </c:pt>
                <c:pt idx="747">
                  <c:v>0.43946945468151993</c:v>
                </c:pt>
                <c:pt idx="748">
                  <c:v>0.42612156693120096</c:v>
                </c:pt>
                <c:pt idx="749">
                  <c:v>0.41313478489480188</c:v>
                </c:pt>
                <c:pt idx="750">
                  <c:v>0.40050096062633728</c:v>
                </c:pt>
                <c:pt idx="751">
                  <c:v>0.38821207214165721</c:v>
                </c:pt>
                <c:pt idx="752">
                  <c:v>0.37626022358767625</c:v>
                </c:pt>
                <c:pt idx="753">
                  <c:v>0.36463764531370546</c:v>
                </c:pt>
                <c:pt idx="754">
                  <c:v>0.35333669384849048</c:v>
                </c:pt>
                <c:pt idx="755">
                  <c:v>0.3423498517866736</c:v>
                </c:pt>
                <c:pt idx="756">
                  <c:v>0.33166972758822699</c:v>
                </c:pt>
                <c:pt idx="757">
                  <c:v>0.32128905529441776</c:v>
                </c:pt>
                <c:pt idx="758">
                  <c:v>0.31120069416380075</c:v>
                </c:pt>
                <c:pt idx="759">
                  <c:v>0.30139762823160932</c:v>
                </c:pt>
                <c:pt idx="760">
                  <c:v>0.29187296579599387</c:v>
                </c:pt>
                <c:pt idx="761">
                  <c:v>0.2826199388342957</c:v>
                </c:pt>
                <c:pt idx="762">
                  <c:v>0.27363190235271734</c:v>
                </c:pt>
                <c:pt idx="763">
                  <c:v>0.2649023336724603</c:v>
                </c:pt>
                <c:pt idx="764">
                  <c:v>0.25642483165550778</c:v>
                </c:pt>
                <c:pt idx="765">
                  <c:v>0.24819311587303497</c:v>
                </c:pt>
                <c:pt idx="766">
                  <c:v>0.24020102571951144</c:v>
                </c:pt>
                <c:pt idx="767">
                  <c:v>0.23244251947530015</c:v>
                </c:pt>
                <c:pt idx="768">
                  <c:v>0.22491167332066878</c:v>
                </c:pt>
                <c:pt idx="769">
                  <c:v>0.21760268030397395</c:v>
                </c:pt>
                <c:pt idx="770">
                  <c:v>0.21050984926669508</c:v>
                </c:pt>
                <c:pt idx="771">
                  <c:v>0.20362760372799135</c:v>
                </c:pt>
                <c:pt idx="772">
                  <c:v>0.19695048073131635</c:v>
                </c:pt>
                <c:pt idx="773">
                  <c:v>0.19047312965563332</c:v>
                </c:pt>
                <c:pt idx="774">
                  <c:v>0.18419031099361355</c:v>
                </c:pt>
                <c:pt idx="775">
                  <c:v>0.17809689509920834</c:v>
                </c:pt>
                <c:pt idx="776">
                  <c:v>0.17218786090689378</c:v>
                </c:pt>
                <c:pt idx="777">
                  <c:v>0.16645829462482256</c:v>
                </c:pt>
                <c:pt idx="778">
                  <c:v>0.16090338840397564</c:v>
                </c:pt>
                <c:pt idx="779">
                  <c:v>0.15551843898553067</c:v>
                </c:pt>
                <c:pt idx="780">
                  <c:v>0.15029884632835042</c:v>
                </c:pt>
                <c:pt idx="781">
                  <c:v>0.14524011221862318</c:v>
                </c:pt>
                <c:pt idx="782">
                  <c:v>0.14033783886354784</c:v>
                </c:pt>
                <c:pt idx="783">
                  <c:v>0.13558772747086478</c:v>
                </c:pt>
                <c:pt idx="784">
                  <c:v>0.13098557681601211</c:v>
                </c:pt>
                <c:pt idx="785">
                  <c:v>0.12652728179865155</c:v>
                </c:pt>
                <c:pt idx="786">
                  <c:v>0.12220883199014222</c:v>
                </c:pt>
                <c:pt idx="787">
                  <c:v>0.11802631017359178</c:v>
                </c:pt>
                <c:pt idx="788">
                  <c:v>0.11397589087799327</c:v>
                </c:pt>
                <c:pt idx="789">
                  <c:v>0.11005383890792078</c:v>
                </c:pt>
                <c:pt idx="790">
                  <c:v>0.10625650787015185</c:v>
                </c:pt>
                <c:pt idx="791">
                  <c:v>0.10258033869862462</c:v>
                </c:pt>
                <c:pt idx="792">
                  <c:v>9.902185817896933E-2</c:v>
                </c:pt>
                <c:pt idx="793">
                  <c:v>9.5577677473874773E-2</c:v>
                </c:pt>
                <c:pt idx="794">
                  <c:v>9.224449065046747E-2</c:v>
                </c:pt>
                <c:pt idx="795">
                  <c:v>8.9019073210840197E-2</c:v>
                </c:pt>
                <c:pt idx="796">
                  <c:v>8.58982806267857E-2</c:v>
                </c:pt>
                <c:pt idx="797">
                  <c:v>8.2879046879787699E-2</c:v>
                </c:pt>
                <c:pt idx="798">
                  <c:v>7.9958383007243006E-2</c:v>
                </c:pt>
                <c:pt idx="799">
                  <c:v>7.713337565581746E-2</c:v>
                </c:pt>
                <c:pt idx="800">
                  <c:v>7.4401185642850351E-2</c:v>
                </c:pt>
                <c:pt idx="801">
                  <c:v>7.1759046526632467E-2</c:v>
                </c:pt>
                <c:pt idx="802">
                  <c:v>6.92042631863313E-2</c:v>
                </c:pt>
                <c:pt idx="803">
                  <c:v>6.6734210412334516E-2</c:v>
                </c:pt>
                <c:pt idx="804">
                  <c:v>6.4346331507703233E-2</c:v>
                </c:pt>
                <c:pt idx="805">
                  <c:v>6.2038136901395396E-2</c:v>
                </c:pt>
                <c:pt idx="806">
                  <c:v>5.9807202773891871E-2</c:v>
                </c:pt>
                <c:pt idx="807">
                  <c:v>5.7651169695795187E-2</c:v>
                </c:pt>
                <c:pt idx="808">
                  <c:v>5.5567741279960101E-2</c:v>
                </c:pt>
                <c:pt idx="809">
                  <c:v>5.3554682847648555E-2</c:v>
                </c:pt>
                <c:pt idx="810">
                  <c:v>5.160982010919811E-2</c:v>
                </c:pt>
                <c:pt idx="811">
                  <c:v>4.9731037859626355E-2</c:v>
                </c:pt>
                <c:pt idx="812">
                  <c:v>4.7916278689586422E-2</c:v>
                </c:pt>
                <c:pt idx="813">
                  <c:v>4.6163541712040582E-2</c:v>
                </c:pt>
                <c:pt idx="814">
                  <c:v>4.4470881304987546E-2</c:v>
                </c:pt>
                <c:pt idx="815">
                  <c:v>4.2836405870569187E-2</c:v>
                </c:pt>
                <c:pt idx="816">
                  <c:v>4.1258276610818274E-2</c:v>
                </c:pt>
                <c:pt idx="817">
                  <c:v>3.9734706320312382E-2</c:v>
                </c:pt>
                <c:pt idx="818">
                  <c:v>3.8263958195955315E-2</c:v>
                </c:pt>
                <c:pt idx="819">
                  <c:v>3.6844344664090582E-2</c:v>
                </c:pt>
                <c:pt idx="820">
                  <c:v>3.5474226225108665E-2</c:v>
                </c:pt>
                <c:pt idx="821">
                  <c:v>3.4152010315713785E-2</c:v>
                </c:pt>
                <c:pt idx="822">
                  <c:v>3.2876150188969173E-2</c:v>
                </c:pt>
                <c:pt idx="823">
                  <c:v>3.1645143812219827E-2</c:v>
                </c:pt>
                <c:pt idx="824">
                  <c:v>3.0457532782992298E-2</c:v>
                </c:pt>
                <c:pt idx="825">
                  <c:v>2.9311901262917824E-2</c:v>
                </c:pt>
                <c:pt idx="826">
                  <c:v>2.8206874929729831E-2</c:v>
                </c:pt>
                <c:pt idx="827">
                  <c:v>2.7141119947363651E-2</c:v>
                </c:pt>
                <c:pt idx="828">
                  <c:v>2.6113341954159461E-2</c:v>
                </c:pt>
                <c:pt idx="829">
                  <c:v>2.5122285069158017E-2</c:v>
                </c:pt>
                <c:pt idx="830">
                  <c:v>2.416673091647013E-2</c:v>
                </c:pt>
                <c:pt idx="831">
                  <c:v>2.3245497667670773E-2</c:v>
                </c:pt>
                <c:pt idx="832">
                  <c:v>2.2357439102165807E-2</c:v>
                </c:pt>
                <c:pt idx="833">
                  <c:v>2.1501443685458737E-2</c:v>
                </c:pt>
                <c:pt idx="834">
                  <c:v>2.0676433665235576E-2</c:v>
                </c:pt>
                <c:pt idx="835">
                  <c:v>1.9881364185173493E-2</c:v>
                </c:pt>
                <c:pt idx="836">
                  <c:v>1.9115222416360874E-2</c:v>
                </c:pt>
                <c:pt idx="837">
                  <c:v>1.8377026706217707E-2</c:v>
                </c:pt>
                <c:pt idx="838">
                  <c:v>1.7665825744779366E-2</c:v>
                </c:pt>
                <c:pt idx="839">
                  <c:v>1.6980697748210826E-2</c:v>
                </c:pt>
                <c:pt idx="840">
                  <c:v>1.632074965940198E-2</c:v>
                </c:pt>
                <c:pt idx="841">
                  <c:v>1.568511636548511E-2</c:v>
                </c:pt>
                <c:pt idx="842">
                  <c:v>1.5072959932112431E-2</c:v>
                </c:pt>
                <c:pt idx="843">
                  <c:v>1.4483468854322001E-2</c:v>
                </c:pt>
                <c:pt idx="844">
                  <c:v>1.3915857323811755E-2</c:v>
                </c:pt>
                <c:pt idx="845">
                  <c:v>1.3369364512434647E-2</c:v>
                </c:pt>
                <c:pt idx="846">
                  <c:v>1.284325387172921E-2</c:v>
                </c:pt>
                <c:pt idx="847">
                  <c:v>1.2336812448281472E-2</c:v>
                </c:pt>
                <c:pt idx="848">
                  <c:v>1.1849350214723027E-2</c:v>
                </c:pt>
                <c:pt idx="849">
                  <c:v>1.1380199416155413E-2</c:v>
                </c:pt>
                <c:pt idx="850">
                  <c:v>1.0928713931790736E-2</c:v>
                </c:pt>
                <c:pt idx="851">
                  <c:v>1.0494268651596705E-2</c:v>
                </c:pt>
                <c:pt idx="852">
                  <c:v>1.007625886772608E-2</c:v>
                </c:pt>
                <c:pt idx="853">
                  <c:v>9.6740996805128789E-3</c:v>
                </c:pt>
                <c:pt idx="854">
                  <c:v>9.2872254188109994E-3</c:v>
                </c:pt>
                <c:pt idx="855">
                  <c:v>8.9150890744504416E-3</c:v>
                </c:pt>
                <c:pt idx="856">
                  <c:v>8.5571617505861685E-3</c:v>
                </c:pt>
                <c:pt idx="857">
                  <c:v>8.2129321237091411E-3</c:v>
                </c:pt>
                <c:pt idx="858">
                  <c:v>7.8819059190920037E-3</c:v>
                </c:pt>
                <c:pt idx="859">
                  <c:v>7.5636053994373557E-3</c:v>
                </c:pt>
                <c:pt idx="860">
                  <c:v>7.2575688664984952E-3</c:v>
                </c:pt>
                <c:pt idx="861">
                  <c:v>6.963350175442435E-3</c:v>
                </c:pt>
                <c:pt idx="862">
                  <c:v>6.6805182617204759E-3</c:v>
                </c:pt>
                <c:pt idx="863">
                  <c:v>6.4086566802184115E-3</c:v>
                </c:pt>
                <c:pt idx="864">
                  <c:v>6.1473631564534529E-3</c:v>
                </c:pt>
                <c:pt idx="865">
                  <c:v>5.896249149586627E-3</c:v>
                </c:pt>
                <c:pt idx="866">
                  <c:v>5.6549394270234482E-3</c:v>
                </c:pt>
                <c:pt idx="867">
                  <c:v>5.4230716503717259E-3</c:v>
                </c:pt>
                <c:pt idx="868">
                  <c:v>5.2002959725292088E-3</c:v>
                </c:pt>
                <c:pt idx="869">
                  <c:v>4.9862746456767132E-3</c:v>
                </c:pt>
                <c:pt idx="870">
                  <c:v>4.7806816399483349E-3</c:v>
                </c:pt>
                <c:pt idx="871">
                  <c:v>4.5832022725587696E-3</c:v>
                </c:pt>
                <c:pt idx="872">
                  <c:v>4.3935328471645498E-3</c:v>
                </c:pt>
                <c:pt idx="873">
                  <c:v>4.2113803032397317E-3</c:v>
                </c:pt>
                <c:pt idx="874">
                  <c:v>4.0364618752487718E-3</c:v>
                </c:pt>
                <c:pt idx="875">
                  <c:v>3.8685047614007355E-3</c:v>
                </c:pt>
                <c:pt idx="876">
                  <c:v>3.7072458017725386E-3</c:v>
                </c:pt>
                <c:pt idx="877">
                  <c:v>3.5524311655886951E-3</c:v>
                </c:pt>
                <c:pt idx="878">
                  <c:v>3.4038160474508584E-3</c:v>
                </c:pt>
                <c:pt idx="879">
                  <c:v>3.2611643723101367E-3</c:v>
                </c:pt>
                <c:pt idx="880">
                  <c:v>3.1242485089793682E-3</c:v>
                </c:pt>
                <c:pt idx="881">
                  <c:v>2.9928489919840134E-3</c:v>
                </c:pt>
                <c:pt idx="882">
                  <c:v>2.8667542515549279E-3</c:v>
                </c:pt>
                <c:pt idx="883">
                  <c:v>2.7457603515665279E-3</c:v>
                </c:pt>
                <c:pt idx="884">
                  <c:v>2.6296707352287721E-3</c:v>
                </c:pt>
                <c:pt idx="885">
                  <c:v>2.5182959783434794E-3</c:v>
                </c:pt>
                <c:pt idx="886">
                  <c:v>2.4114535499382456E-3</c:v>
                </c:pt>
                <c:pt idx="887">
                  <c:v>2.3089675800942906E-3</c:v>
                </c:pt>
                <c:pt idx="888">
                  <c:v>2.2106686347882496E-3</c:v>
                </c:pt>
                <c:pt idx="889">
                  <c:v>2.1163934975694946E-3</c:v>
                </c:pt>
                <c:pt idx="890">
                  <c:v>2.0259849578990806E-3</c:v>
                </c:pt>
                <c:pt idx="891">
                  <c:v>1.9392916059784869E-3</c:v>
                </c:pt>
                <c:pt idx="892">
                  <c:v>1.8561676338999557E-3</c:v>
                </c:pt>
                <c:pt idx="893">
                  <c:v>1.7764726429525632E-3</c:v>
                </c:pt>
                <c:pt idx="894">
                  <c:v>1.7000714569225658E-3</c:v>
                </c:pt>
                <c:pt idx="895">
                  <c:v>1.62683394122779E-3</c:v>
                </c:pt>
                <c:pt idx="896">
                  <c:v>1.5566348277304067E-3</c:v>
                </c:pt>
                <c:pt idx="897">
                  <c:v>1.4893535450752348E-3</c:v>
                </c:pt>
                <c:pt idx="898">
                  <c:v>1.424874054402726E-3</c:v>
                </c:pt>
                <c:pt idx="899">
                  <c:v>1.3630846902903976E-3</c:v>
                </c:pt>
                <c:pt idx="900">
                  <c:v>1.3038780067780636E-3</c:v>
                </c:pt>
                <c:pt idx="901">
                  <c:v>1.2471506283363413E-3</c:v>
                </c:pt>
                <c:pt idx="902">
                  <c:v>1.1928031056400927E-3</c:v>
                </c:pt>
                <c:pt idx="903">
                  <c:v>1.140739776011834E-3</c:v>
                </c:pt>
                <c:pt idx="904">
                  <c:v>1.0908686284031254E-3</c:v>
                </c:pt>
                <c:pt idx="905">
                  <c:v>1.0431011727844556E-3</c:v>
                </c:pt>
                <c:pt idx="906">
                  <c:v>9.9735231381758538E-4</c:v>
                </c:pt>
                <c:pt idx="907">
                  <c:v>9.5354022868678328E-4</c:v>
                </c:pt>
                <c:pt idx="908">
                  <c:v>9.1158624896818345E-4</c:v>
                </c:pt>
                <c:pt idx="909">
                  <c:v>8.7141474641974355E-4</c:v>
                </c:pt>
                <c:pt idx="910">
                  <c:v>8.3295302257628957E-4</c:v>
                </c:pt>
                <c:pt idx="911">
                  <c:v>7.9613120203774965E-4</c:v>
                </c:pt>
                <c:pt idx="912">
                  <c:v>7.6088212934064794E-4</c:v>
                </c:pt>
                <c:pt idx="913">
                  <c:v>7.2714126930577803E-4</c:v>
                </c:pt>
                <c:pt idx="914">
                  <c:v>6.9484661075796248E-4</c:v>
                </c:pt>
                <c:pt idx="915">
                  <c:v>6.6393857351587898E-4</c:v>
                </c:pt>
                <c:pt idx="916">
                  <c:v>6.3435991855257474E-4</c:v>
                </c:pt>
                <c:pt idx="917">
                  <c:v>6.0605566123025088E-4</c:v>
                </c:pt>
                <c:pt idx="918">
                  <c:v>5.7897298751466474E-4</c:v>
                </c:pt>
                <c:pt idx="919">
                  <c:v>5.5306117307735473E-4</c:v>
                </c:pt>
                <c:pt idx="920">
                  <c:v>5.2827150519626554E-4</c:v>
                </c:pt>
                <c:pt idx="921">
                  <c:v>5.04557207367509E-4</c:v>
                </c:pt>
                <c:pt idx="922">
                  <c:v>4.8187336654331486E-4</c:v>
                </c:pt>
                <c:pt idx="923">
                  <c:v>4.6017686291368378E-4</c:v>
                </c:pt>
                <c:pt idx="924">
                  <c:v>4.3942630215121803E-4</c:v>
                </c:pt>
                <c:pt idx="925">
                  <c:v>4.1958195004084377E-4</c:v>
                </c:pt>
                <c:pt idx="926">
                  <c:v>4.0060566941841984E-4</c:v>
                </c:pt>
                <c:pt idx="927">
                  <c:v>3.8246085934412759E-4</c:v>
                </c:pt>
                <c:pt idx="928">
                  <c:v>3.6511239643855799E-4</c:v>
                </c:pt>
                <c:pt idx="929">
                  <c:v>3.4852657831165691E-4</c:v>
                </c:pt>
                <c:pt idx="930">
                  <c:v>3.326710690164058E-4</c:v>
                </c:pt>
                <c:pt idx="931">
                  <c:v>3.1751484646108593E-4</c:v>
                </c:pt>
                <c:pt idx="932">
                  <c:v>3.0302815171596537E-4</c:v>
                </c:pt>
                <c:pt idx="933">
                  <c:v>2.8918244015198503E-4</c:v>
                </c:pt>
                <c:pt idx="934">
                  <c:v>2.7595033435075868E-4</c:v>
                </c:pt>
                <c:pt idx="935">
                  <c:v>2.6330557872714967E-4</c:v>
                </c:pt>
                <c:pt idx="936">
                  <c:v>2.5122299580724244E-4</c:v>
                </c:pt>
                <c:pt idx="937">
                  <c:v>2.3967844410618778E-4</c:v>
                </c:pt>
                <c:pt idx="938">
                  <c:v>2.2864877755221602E-4</c:v>
                </c:pt>
                <c:pt idx="939">
                  <c:v>2.1811180640452296E-4</c:v>
                </c:pt>
                <c:pt idx="940">
                  <c:v>2.0804625961436774E-4</c:v>
                </c:pt>
                <c:pt idx="941">
                  <c:v>1.9843174858027342E-4</c:v>
                </c:pt>
                <c:pt idx="942">
                  <c:v>1.8924873224969164E-4</c:v>
                </c:pt>
                <c:pt idx="943">
                  <c:v>1.8047848352087132E-4</c:v>
                </c:pt>
                <c:pt idx="944">
                  <c:v>1.7210305690021046E-4</c:v>
                </c:pt>
                <c:pt idx="945">
                  <c:v>1.6410525737163556E-4</c:v>
                </c:pt>
                <c:pt idx="946">
                  <c:v>1.5646861043598417E-4</c:v>
                </c:pt>
                <c:pt idx="947">
                  <c:v>1.4917733327958019E-4</c:v>
                </c:pt>
                <c:pt idx="948">
                  <c:v>1.4221630703256893E-4</c:v>
                </c:pt>
                <c:pt idx="949">
                  <c:v>1.3557105007874784E-4</c:v>
                </c:pt>
                <c:pt idx="950">
                  <c:v>1.2922769237985426E-4</c:v>
                </c:pt>
                <c:pt idx="951">
                  <c:v>1.231729507784679E-4</c:v>
                </c:pt>
                <c:pt idx="952">
                  <c:v>1.1739410524480505E-4</c:v>
                </c:pt>
                <c:pt idx="953">
                  <c:v>1.118789760338105E-4</c:v>
                </c:pt>
                <c:pt idx="954">
                  <c:v>1.0661590172003536E-4</c:v>
                </c:pt>
                <c:pt idx="955">
                  <c:v>1.015937180788227E-4</c:v>
                </c:pt>
                <c:pt idx="956">
                  <c:v>9.680173778338931E-5</c:v>
                </c:pt>
                <c:pt idx="957">
                  <c:v>9.2229730888338798E-5</c:v>
                </c:pt>
                <c:pt idx="958">
                  <c:v>8.7867906071138546E-5</c:v>
                </c:pt>
                <c:pt idx="959">
                  <c:v>8.3706892604023262E-5</c:v>
                </c:pt>
                <c:pt idx="960">
                  <c:v>7.9737723029723901E-5</c:v>
                </c:pt>
                <c:pt idx="961">
                  <c:v>7.5951816515235069E-5</c:v>
                </c:pt>
                <c:pt idx="962">
                  <c:v>7.2340962858812052E-5</c:v>
                </c:pt>
                <c:pt idx="963">
                  <c:v>6.8897307126111287E-5</c:v>
                </c:pt>
                <c:pt idx="964">
                  <c:v>6.5613334892256935E-5</c:v>
                </c:pt>
                <c:pt idx="965">
                  <c:v>6.248185806741313E-5</c:v>
                </c:pt>
                <c:pt idx="966">
                  <c:v>5.9496001284163369E-5</c:v>
                </c:pt>
                <c:pt idx="967">
                  <c:v>5.6649188825760894E-5</c:v>
                </c:pt>
                <c:pt idx="968">
                  <c:v>5.3935132075054443E-5</c:v>
                </c:pt>
                <c:pt idx="969">
                  <c:v>5.134781746454661E-5</c:v>
                </c:pt>
                <c:pt idx="970">
                  <c:v>4.8881494908748404E-5</c:v>
                </c:pt>
                <c:pt idx="971">
                  <c:v>4.6530666700637138E-5</c:v>
                </c:pt>
                <c:pt idx="972">
                  <c:v>4.4290076854666143E-5</c:v>
                </c:pt>
                <c:pt idx="973">
                  <c:v>4.2154700879376051E-5</c:v>
                </c:pt>
                <c:pt idx="974">
                  <c:v>4.0119735963262196E-5</c:v>
                </c:pt>
                <c:pt idx="975">
                  <c:v>3.818059155814057E-5</c:v>
                </c:pt>
                <c:pt idx="976">
                  <c:v>3.6332880344777915E-5</c:v>
                </c:pt>
                <c:pt idx="977">
                  <c:v>3.4572409566133877E-5</c:v>
                </c:pt>
                <c:pt idx="978">
                  <c:v>3.2895172714061819E-5</c:v>
                </c:pt>
                <c:pt idx="979">
                  <c:v>3.1297341555819959E-5</c:v>
                </c:pt>
                <c:pt idx="980">
                  <c:v>2.977525848724884E-5</c:v>
                </c:pt>
                <c:pt idx="981">
                  <c:v>2.8325429199938432E-5</c:v>
                </c:pt>
                <c:pt idx="982">
                  <c:v>2.6944515650158672E-5</c:v>
                </c:pt>
                <c:pt idx="983">
                  <c:v>2.5629329317785516E-5</c:v>
                </c:pt>
                <c:pt idx="984">
                  <c:v>2.4376824743875612E-5</c:v>
                </c:pt>
                <c:pt idx="985">
                  <c:v>2.3184093335954393E-5</c:v>
                </c:pt>
                <c:pt idx="986">
                  <c:v>2.2048357430490695E-5</c:v>
                </c:pt>
                <c:pt idx="987">
                  <c:v>2.0966964602416997E-5</c:v>
                </c:pt>
                <c:pt idx="988">
                  <c:v>1.9937382211920888E-5</c:v>
                </c:pt>
                <c:pt idx="989">
                  <c:v>1.8957192179110138E-5</c:v>
                </c:pt>
                <c:pt idx="990">
                  <c:v>1.8024085977487336E-5</c:v>
                </c:pt>
                <c:pt idx="991">
                  <c:v>1.7135859837518915E-5</c:v>
                </c:pt>
                <c:pt idx="992">
                  <c:v>1.6290410151907661E-5</c:v>
                </c:pt>
                <c:pt idx="993">
                  <c:v>1.548572907448667E-5</c:v>
                </c:pt>
                <c:pt idx="994">
                  <c:v>1.4719900304965171E-5</c:v>
                </c:pt>
                <c:pt idx="995">
                  <c:v>1.3991095052044867E-5</c:v>
                </c:pt>
                <c:pt idx="996">
                  <c:v>1.3297568167709859E-5</c:v>
                </c:pt>
                <c:pt idx="997">
                  <c:v>1.2637654445767467E-5</c:v>
                </c:pt>
                <c:pt idx="998">
                  <c:v>1.2009765077982328E-5</c:v>
                </c:pt>
                <c:pt idx="999">
                  <c:v>1.1412384261396096E-5</c:v>
                </c:pt>
                <c:pt idx="1000">
                  <c:v>1.0844065950675622E-5</c:v>
                </c:pt>
                <c:pt idx="1001">
                  <c:v>1.0303430749568224E-5</c:v>
                </c:pt>
                <c:pt idx="1002">
                  <c:v>9.7891629357689883E-6</c:v>
                </c:pt>
                <c:pt idx="1003">
                  <c:v>9.3000076137248911E-6</c:v>
                </c:pt>
                <c:pt idx="1004">
                  <c:v>8.8347679901199651E-6</c:v>
                </c:pt>
                <c:pt idx="1005">
                  <c:v>8.3923027669786688E-6</c:v>
                </c:pt>
                <c:pt idx="1006">
                  <c:v>7.9715236475319813E-6</c:v>
                </c:pt>
                <c:pt idx="1007">
                  <c:v>7.5713929501769106E-6</c:v>
                </c:pt>
                <c:pt idx="1008">
                  <c:v>7.1909213260419532E-6</c:v>
                </c:pt>
                <c:pt idx="1009">
                  <c:v>6.8291655758498984E-6</c:v>
                </c:pt>
                <c:pt idx="1010">
                  <c:v>6.4852265619392938E-6</c:v>
                </c:pt>
                <c:pt idx="1011">
                  <c:v>6.1582472114672327E-6</c:v>
                </c:pt>
                <c:pt idx="1012">
                  <c:v>5.8474106069760935E-6</c:v>
                </c:pt>
                <c:pt idx="1013">
                  <c:v>5.5519381606594792E-6</c:v>
                </c:pt>
                <c:pt idx="1014">
                  <c:v>5.2710878688044016E-6</c:v>
                </c:pt>
                <c:pt idx="1015">
                  <c:v>5.0041526430335626E-6</c:v>
                </c:pt>
                <c:pt idx="1016">
                  <c:v>4.7504587151009857E-6</c:v>
                </c:pt>
                <c:pt idx="1017">
                  <c:v>4.5093641121306919E-6</c:v>
                </c:pt>
                <c:pt idx="1018">
                  <c:v>4.2802571993072483E-6</c:v>
                </c:pt>
                <c:pt idx="1019">
                  <c:v>4.0625552871527522E-6</c:v>
                </c:pt>
                <c:pt idx="1020">
                  <c:v>3.8557033006393302E-6</c:v>
                </c:pt>
                <c:pt idx="1021">
                  <c:v>3.6591725074959013E-6</c:v>
                </c:pt>
                <c:pt idx="1022">
                  <c:v>3.4724593031786177E-6</c:v>
                </c:pt>
                <c:pt idx="1023">
                  <c:v>3.2950840500760381E-6</c:v>
                </c:pt>
                <c:pt idx="1024">
                  <c:v>3.1265899686188981E-6</c:v>
                </c:pt>
                <c:pt idx="1025">
                  <c:v>2.9665420780609964E-6</c:v>
                </c:pt>
                <c:pt idx="1026">
                  <c:v>2.8145261847893915E-6</c:v>
                </c:pt>
                <c:pt idx="1027">
                  <c:v>2.6701479161096241E-6</c:v>
                </c:pt>
                <c:pt idx="1028">
                  <c:v>2.5330317975365803E-6</c:v>
                </c:pt>
                <c:pt idx="1029">
                  <c:v>2.4028203717048881E-6</c:v>
                </c:pt>
                <c:pt idx="1030">
                  <c:v>2.2791733570875848E-6</c:v>
                </c:pt>
                <c:pt idx="1031">
                  <c:v>2.1617668447911235E-6</c:v>
                </c:pt>
                <c:pt idx="1032">
                  <c:v>2.0502925317635216E-6</c:v>
                </c:pt>
                <c:pt idx="1033">
                  <c:v>1.9444569888243337E-6</c:v>
                </c:pt>
                <c:pt idx="1034">
                  <c:v>1.8439809619903538E-6</c:v>
                </c:pt>
                <c:pt idx="1035">
                  <c:v>1.7485987056356848E-6</c:v>
                </c:pt>
                <c:pt idx="1036">
                  <c:v>1.658057346086454E-6</c:v>
                </c:pt>
                <c:pt idx="1037">
                  <c:v>1.5721162743083684E-6</c:v>
                </c:pt>
                <c:pt idx="1038">
                  <c:v>1.4905465664037293E-6</c:v>
                </c:pt>
                <c:pt idx="1039">
                  <c:v>1.4131304306870944E-6</c:v>
                </c:pt>
                <c:pt idx="1040">
                  <c:v>1.3396606801623516E-6</c:v>
                </c:pt>
                <c:pt idx="1041">
                  <c:v>1.2699402292734358E-6</c:v>
                </c:pt>
                <c:pt idx="1042">
                  <c:v>1.2037816138489882E-6</c:v>
                </c:pt>
                <c:pt idx="1043">
                  <c:v>1.1410065332076036E-6</c:v>
                </c:pt>
                <c:pt idx="1044">
                  <c:v>1.0814454134344381E-6</c:v>
                </c:pt>
                <c:pt idx="1045">
                  <c:v>1.0249369908822302E-6</c:v>
                </c:pt>
                <c:pt idx="1046">
                  <c:v>9.7132791499102067E-7</c:v>
                </c:pt>
                <c:pt idx="1047">
                  <c:v>9.2047236955922952E-7</c:v>
                </c:pt>
                <c:pt idx="1048">
                  <c:v>8.7223171163643211E-7</c:v>
                </c:pt>
                <c:pt idx="1049">
                  <c:v>8.2647412724448198E-7</c:v>
                </c:pt>
                <c:pt idx="1050">
                  <c:v>7.8307430316740593E-7</c:v>
                </c:pt>
                <c:pt idx="1051">
                  <c:v>7.4191311408366343E-7</c:v>
                </c:pt>
                <c:pt idx="1052">
                  <c:v>7.0287732434642757E-7</c:v>
                </c:pt>
                <c:pt idx="1053">
                  <c:v>6.6585930374720537E-7</c:v>
                </c:pt>
                <c:pt idx="1054">
                  <c:v>6.3075675662741689E-7</c:v>
                </c:pt>
                <c:pt idx="1055">
                  <c:v>5.9747246373063257E-7</c:v>
                </c:pt>
                <c:pt idx="1056">
                  <c:v>5.659140362144131E-7</c:v>
                </c:pt>
                <c:pt idx="1057">
                  <c:v>5.3599368126640519E-7</c:v>
                </c:pt>
                <c:pt idx="1058">
                  <c:v>5.0762797879390225E-7</c:v>
                </c:pt>
                <c:pt idx="1059">
                  <c:v>4.8073766867943632E-7</c:v>
                </c:pt>
                <c:pt idx="1060">
                  <c:v>4.5524744811725605E-7</c:v>
                </c:pt>
                <c:pt idx="1061">
                  <c:v>4.3108577856736248E-7</c:v>
                </c:pt>
                <c:pt idx="1062">
                  <c:v>4.0818470188411187E-7</c:v>
                </c:pt>
                <c:pt idx="1063">
                  <c:v>3.8647966519601471E-7</c:v>
                </c:pt>
                <c:pt idx="1064">
                  <c:v>3.659093541325801E-7</c:v>
                </c:pt>
                <c:pt idx="1065">
                  <c:v>3.4641553401175899E-7</c:v>
                </c:pt>
                <c:pt idx="1066">
                  <c:v>3.2794289861893152E-7</c:v>
                </c:pt>
                <c:pt idx="1067">
                  <c:v>3.1043892622501429E-7</c:v>
                </c:pt>
                <c:pt idx="1068">
                  <c:v>2.9385374250698217E-7</c:v>
                </c:pt>
                <c:pt idx="1069">
                  <c:v>2.7813999004923537E-7</c:v>
                </c:pt>
                <c:pt idx="1070">
                  <c:v>2.6325270411882088E-7</c:v>
                </c:pt>
                <c:pt idx="1071">
                  <c:v>2.4914919442134851E-7</c:v>
                </c:pt>
                <c:pt idx="1072">
                  <c:v>2.3578893255755127E-7</c:v>
                </c:pt>
                <c:pt idx="1073">
                  <c:v>2.2313344491341236E-7</c:v>
                </c:pt>
                <c:pt idx="1074">
                  <c:v>2.1114621072865466E-7</c:v>
                </c:pt>
                <c:pt idx="1075">
                  <c:v>1.9979256510007941E-7</c:v>
                </c:pt>
                <c:pt idx="1076">
                  <c:v>1.8903960668737616E-7</c:v>
                </c:pt>
                <c:pt idx="1077">
                  <c:v>1.7885610989955356E-7</c:v>
                </c:pt>
                <c:pt idx="1078">
                  <c:v>1.6921244135032878E-7</c:v>
                </c:pt>
                <c:pt idx="1079">
                  <c:v>1.6008048038049102E-7</c:v>
                </c:pt>
                <c:pt idx="1080">
                  <c:v>1.5143354345451202E-7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9-0F27-43CB-B342-0B1853660F7A}"/>
            </c:ext>
          </c:extLst>
        </c:ser>
        <c:ser>
          <c:idx val="10"/>
          <c:order val="10"/>
          <c:tx>
            <c:strRef>
              <c:f>Sheet1!$U$3</c:f>
              <c:strCache>
                <c:ptCount val="1"/>
                <c:pt idx="0">
                  <c:v>Qp = 20.0 L/s</c:v>
                </c:pt>
              </c:strCache>
            </c:strRef>
          </c:tx>
          <c:spPr>
            <a:ln w="19050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xVal>
            <c:numRef>
              <c:f>Sheet1!$J$4:$J$1084</c:f>
              <c:numCache>
                <c:formatCode>General</c:formatCode>
                <c:ptCount val="1081"/>
                <c:pt idx="0">
                  <c:v>0</c:v>
                </c:pt>
                <c:pt idx="1">
                  <c:v>2.7777777777777775E-3</c:v>
                </c:pt>
                <c:pt idx="2">
                  <c:v>5.5555555555555549E-3</c:v>
                </c:pt>
                <c:pt idx="3">
                  <c:v>8.3333333333333332E-3</c:v>
                </c:pt>
                <c:pt idx="4">
                  <c:v>1.111111111111111E-2</c:v>
                </c:pt>
                <c:pt idx="5">
                  <c:v>1.388888888888889E-2</c:v>
                </c:pt>
                <c:pt idx="6">
                  <c:v>1.6666666666666666E-2</c:v>
                </c:pt>
                <c:pt idx="7">
                  <c:v>1.9444444444444445E-2</c:v>
                </c:pt>
                <c:pt idx="8">
                  <c:v>2.222222222222222E-2</c:v>
                </c:pt>
                <c:pt idx="9">
                  <c:v>2.5000000000000001E-2</c:v>
                </c:pt>
                <c:pt idx="10">
                  <c:v>2.777777777777778E-2</c:v>
                </c:pt>
                <c:pt idx="11">
                  <c:v>3.0555555555555555E-2</c:v>
                </c:pt>
                <c:pt idx="12">
                  <c:v>3.3333333333333333E-2</c:v>
                </c:pt>
                <c:pt idx="13">
                  <c:v>3.6111111111111108E-2</c:v>
                </c:pt>
                <c:pt idx="14">
                  <c:v>3.888888888888889E-2</c:v>
                </c:pt>
                <c:pt idx="15">
                  <c:v>4.1666666666666664E-2</c:v>
                </c:pt>
                <c:pt idx="16">
                  <c:v>4.4444444444444439E-2</c:v>
                </c:pt>
                <c:pt idx="17">
                  <c:v>4.7222222222222228E-2</c:v>
                </c:pt>
                <c:pt idx="18">
                  <c:v>0.05</c:v>
                </c:pt>
                <c:pt idx="19">
                  <c:v>5.2777777777777778E-2</c:v>
                </c:pt>
                <c:pt idx="20">
                  <c:v>5.5555555555555559E-2</c:v>
                </c:pt>
                <c:pt idx="21">
                  <c:v>5.8333333333333334E-2</c:v>
                </c:pt>
                <c:pt idx="22">
                  <c:v>6.1111111111111109E-2</c:v>
                </c:pt>
                <c:pt idx="23">
                  <c:v>6.3888888888888898E-2</c:v>
                </c:pt>
                <c:pt idx="24">
                  <c:v>6.6666666666666666E-2</c:v>
                </c:pt>
                <c:pt idx="25">
                  <c:v>6.9444444444444448E-2</c:v>
                </c:pt>
                <c:pt idx="26">
                  <c:v>7.2222222222222215E-2</c:v>
                </c:pt>
                <c:pt idx="27">
                  <c:v>7.4999999999999997E-2</c:v>
                </c:pt>
                <c:pt idx="28">
                  <c:v>7.7777777777777779E-2</c:v>
                </c:pt>
                <c:pt idx="29">
                  <c:v>8.0555555555555547E-2</c:v>
                </c:pt>
                <c:pt idx="30">
                  <c:v>8.3333333333333329E-2</c:v>
                </c:pt>
                <c:pt idx="31">
                  <c:v>8.611111111111111E-2</c:v>
                </c:pt>
                <c:pt idx="32">
                  <c:v>8.8888888888888878E-2</c:v>
                </c:pt>
                <c:pt idx="33">
                  <c:v>9.166666666666666E-2</c:v>
                </c:pt>
                <c:pt idx="34">
                  <c:v>9.4444444444444456E-2</c:v>
                </c:pt>
                <c:pt idx="35">
                  <c:v>9.7222222222222224E-2</c:v>
                </c:pt>
                <c:pt idx="36">
                  <c:v>0.1</c:v>
                </c:pt>
                <c:pt idx="37">
                  <c:v>0.10277777777777779</c:v>
                </c:pt>
                <c:pt idx="38">
                  <c:v>0.10555555555555556</c:v>
                </c:pt>
                <c:pt idx="39">
                  <c:v>0.10833333333333334</c:v>
                </c:pt>
                <c:pt idx="40">
                  <c:v>0.11111111111111112</c:v>
                </c:pt>
                <c:pt idx="41">
                  <c:v>0.11388888888888889</c:v>
                </c:pt>
                <c:pt idx="42">
                  <c:v>0.11666666666666667</c:v>
                </c:pt>
                <c:pt idx="43">
                  <c:v>0.11944444444444445</c:v>
                </c:pt>
                <c:pt idx="44">
                  <c:v>0.12222222222222222</c:v>
                </c:pt>
                <c:pt idx="45">
                  <c:v>0.125</c:v>
                </c:pt>
                <c:pt idx="46">
                  <c:v>0.1277777777777778</c:v>
                </c:pt>
                <c:pt idx="47">
                  <c:v>0.13055555555555556</c:v>
                </c:pt>
                <c:pt idx="48">
                  <c:v>0.13333333333333333</c:v>
                </c:pt>
                <c:pt idx="49">
                  <c:v>0.1361111111111111</c:v>
                </c:pt>
                <c:pt idx="50">
                  <c:v>0.1388888888888889</c:v>
                </c:pt>
                <c:pt idx="51">
                  <c:v>0.14166666666666666</c:v>
                </c:pt>
                <c:pt idx="52">
                  <c:v>0.14444444444444443</c:v>
                </c:pt>
                <c:pt idx="53">
                  <c:v>0.14722222222222223</c:v>
                </c:pt>
                <c:pt idx="54">
                  <c:v>0.15</c:v>
                </c:pt>
                <c:pt idx="55">
                  <c:v>0.15277777777777776</c:v>
                </c:pt>
                <c:pt idx="56">
                  <c:v>0.15555555555555556</c:v>
                </c:pt>
                <c:pt idx="57">
                  <c:v>0.15833333333333333</c:v>
                </c:pt>
                <c:pt idx="58">
                  <c:v>0.16111111111111109</c:v>
                </c:pt>
                <c:pt idx="59">
                  <c:v>0.16388888888888889</c:v>
                </c:pt>
                <c:pt idx="60">
                  <c:v>0.16666666666666666</c:v>
                </c:pt>
                <c:pt idx="61">
                  <c:v>0.16944444444444443</c:v>
                </c:pt>
                <c:pt idx="62">
                  <c:v>0.17222222222222222</c:v>
                </c:pt>
                <c:pt idx="63">
                  <c:v>0.17499999999999999</c:v>
                </c:pt>
                <c:pt idx="64">
                  <c:v>0.17777777777777776</c:v>
                </c:pt>
                <c:pt idx="65">
                  <c:v>0.18055555555555555</c:v>
                </c:pt>
                <c:pt idx="66">
                  <c:v>0.18333333333333332</c:v>
                </c:pt>
                <c:pt idx="67">
                  <c:v>0.18611111111111109</c:v>
                </c:pt>
                <c:pt idx="68">
                  <c:v>0.18888888888888891</c:v>
                </c:pt>
                <c:pt idx="69">
                  <c:v>0.19166666666666668</c:v>
                </c:pt>
                <c:pt idx="70">
                  <c:v>0.19444444444444445</c:v>
                </c:pt>
                <c:pt idx="71">
                  <c:v>0.19722222222222224</c:v>
                </c:pt>
                <c:pt idx="72">
                  <c:v>0.2</c:v>
                </c:pt>
                <c:pt idx="73">
                  <c:v>0.20277777777777778</c:v>
                </c:pt>
                <c:pt idx="74">
                  <c:v>0.20555555555555557</c:v>
                </c:pt>
                <c:pt idx="75">
                  <c:v>0.20833333333333334</c:v>
                </c:pt>
                <c:pt idx="76">
                  <c:v>0.21111111111111111</c:v>
                </c:pt>
                <c:pt idx="77">
                  <c:v>0.21388888888888891</c:v>
                </c:pt>
                <c:pt idx="78">
                  <c:v>0.21666666666666667</c:v>
                </c:pt>
                <c:pt idx="79">
                  <c:v>0.21944444444444444</c:v>
                </c:pt>
                <c:pt idx="80">
                  <c:v>0.22222222222222224</c:v>
                </c:pt>
                <c:pt idx="81">
                  <c:v>0.22500000000000001</c:v>
                </c:pt>
                <c:pt idx="82">
                  <c:v>0.22777777777777777</c:v>
                </c:pt>
                <c:pt idx="83">
                  <c:v>0.23055555555555557</c:v>
                </c:pt>
                <c:pt idx="84">
                  <c:v>0.23333333333333334</c:v>
                </c:pt>
                <c:pt idx="85">
                  <c:v>0.2361111111111111</c:v>
                </c:pt>
                <c:pt idx="86">
                  <c:v>0.2388888888888889</c:v>
                </c:pt>
                <c:pt idx="87">
                  <c:v>0.24166666666666667</c:v>
                </c:pt>
                <c:pt idx="88">
                  <c:v>0.24444444444444444</c:v>
                </c:pt>
                <c:pt idx="89">
                  <c:v>0.24722222222222223</c:v>
                </c:pt>
                <c:pt idx="90">
                  <c:v>0.25</c:v>
                </c:pt>
                <c:pt idx="91">
                  <c:v>0.25277777777777777</c:v>
                </c:pt>
                <c:pt idx="92">
                  <c:v>0.25555555555555559</c:v>
                </c:pt>
                <c:pt idx="93">
                  <c:v>0.25833333333333336</c:v>
                </c:pt>
                <c:pt idx="94">
                  <c:v>0.26111111111111113</c:v>
                </c:pt>
                <c:pt idx="95">
                  <c:v>0.2638888888888889</c:v>
                </c:pt>
                <c:pt idx="96">
                  <c:v>0.26666666666666666</c:v>
                </c:pt>
                <c:pt idx="97">
                  <c:v>0.26944444444444449</c:v>
                </c:pt>
                <c:pt idx="98">
                  <c:v>0.2722222222222222</c:v>
                </c:pt>
                <c:pt idx="99">
                  <c:v>0.27500000000000002</c:v>
                </c:pt>
                <c:pt idx="100">
                  <c:v>0.27777777777777779</c:v>
                </c:pt>
                <c:pt idx="101">
                  <c:v>0.28055555555555556</c:v>
                </c:pt>
                <c:pt idx="102">
                  <c:v>0.28333333333333333</c:v>
                </c:pt>
                <c:pt idx="103">
                  <c:v>0.28611111111111115</c:v>
                </c:pt>
                <c:pt idx="104">
                  <c:v>0.28888888888888886</c:v>
                </c:pt>
                <c:pt idx="105">
                  <c:v>0.29166666666666669</c:v>
                </c:pt>
                <c:pt idx="106">
                  <c:v>0.29444444444444445</c:v>
                </c:pt>
                <c:pt idx="107">
                  <c:v>0.29722222222222222</c:v>
                </c:pt>
                <c:pt idx="108">
                  <c:v>0.3</c:v>
                </c:pt>
                <c:pt idx="109">
                  <c:v>0.30277777777777781</c:v>
                </c:pt>
                <c:pt idx="110">
                  <c:v>0.30555555555555552</c:v>
                </c:pt>
                <c:pt idx="111">
                  <c:v>0.30833333333333335</c:v>
                </c:pt>
                <c:pt idx="112">
                  <c:v>0.31111111111111112</c:v>
                </c:pt>
                <c:pt idx="113">
                  <c:v>0.31388888888888888</c:v>
                </c:pt>
                <c:pt idx="114">
                  <c:v>0.31666666666666665</c:v>
                </c:pt>
                <c:pt idx="115">
                  <c:v>0.31944444444444448</c:v>
                </c:pt>
                <c:pt idx="116">
                  <c:v>0.32222222222222219</c:v>
                </c:pt>
                <c:pt idx="117">
                  <c:v>0.32500000000000001</c:v>
                </c:pt>
                <c:pt idx="118">
                  <c:v>0.32777777777777778</c:v>
                </c:pt>
                <c:pt idx="119">
                  <c:v>0.33055555555555555</c:v>
                </c:pt>
                <c:pt idx="120">
                  <c:v>0.33333333333333331</c:v>
                </c:pt>
                <c:pt idx="121">
                  <c:v>0.33611111111111114</c:v>
                </c:pt>
                <c:pt idx="122">
                  <c:v>0.33888888888888885</c:v>
                </c:pt>
                <c:pt idx="123">
                  <c:v>0.34166666666666667</c:v>
                </c:pt>
                <c:pt idx="124">
                  <c:v>0.34444444444444444</c:v>
                </c:pt>
                <c:pt idx="125">
                  <c:v>0.34722222222222221</c:v>
                </c:pt>
                <c:pt idx="126">
                  <c:v>0.35</c:v>
                </c:pt>
                <c:pt idx="127">
                  <c:v>0.3527777777777778</c:v>
                </c:pt>
                <c:pt idx="128">
                  <c:v>0.35555555555555551</c:v>
                </c:pt>
                <c:pt idx="129">
                  <c:v>0.35833333333333334</c:v>
                </c:pt>
                <c:pt idx="130">
                  <c:v>0.3611111111111111</c:v>
                </c:pt>
                <c:pt idx="131">
                  <c:v>0.36388888888888887</c:v>
                </c:pt>
                <c:pt idx="132">
                  <c:v>0.36666666666666664</c:v>
                </c:pt>
                <c:pt idx="133">
                  <c:v>0.36944444444444446</c:v>
                </c:pt>
                <c:pt idx="134">
                  <c:v>0.37222222222222218</c:v>
                </c:pt>
                <c:pt idx="135">
                  <c:v>0.375</c:v>
                </c:pt>
                <c:pt idx="136">
                  <c:v>0.37777777777777782</c:v>
                </c:pt>
                <c:pt idx="137">
                  <c:v>0.38055555555555554</c:v>
                </c:pt>
                <c:pt idx="138">
                  <c:v>0.38333333333333336</c:v>
                </c:pt>
                <c:pt idx="139">
                  <c:v>0.38611111111111113</c:v>
                </c:pt>
                <c:pt idx="140">
                  <c:v>0.3888888888888889</c:v>
                </c:pt>
                <c:pt idx="141">
                  <c:v>0.39166666666666666</c:v>
                </c:pt>
                <c:pt idx="142">
                  <c:v>0.39444444444444449</c:v>
                </c:pt>
                <c:pt idx="143">
                  <c:v>0.3972222222222222</c:v>
                </c:pt>
                <c:pt idx="144">
                  <c:v>0.4</c:v>
                </c:pt>
                <c:pt idx="145">
                  <c:v>0.40277777777777779</c:v>
                </c:pt>
                <c:pt idx="146">
                  <c:v>0.40555555555555556</c:v>
                </c:pt>
                <c:pt idx="147">
                  <c:v>0.40833333333333333</c:v>
                </c:pt>
                <c:pt idx="148">
                  <c:v>0.41111111111111115</c:v>
                </c:pt>
                <c:pt idx="149">
                  <c:v>0.41388888888888886</c:v>
                </c:pt>
                <c:pt idx="150">
                  <c:v>0.41666666666666669</c:v>
                </c:pt>
                <c:pt idx="151">
                  <c:v>0.41944444444444445</c:v>
                </c:pt>
                <c:pt idx="152">
                  <c:v>0.42222222222222222</c:v>
                </c:pt>
                <c:pt idx="153">
                  <c:v>0.42499999999999999</c:v>
                </c:pt>
                <c:pt idx="154">
                  <c:v>0.42777777777777781</c:v>
                </c:pt>
                <c:pt idx="155">
                  <c:v>0.43055555555555552</c:v>
                </c:pt>
                <c:pt idx="156">
                  <c:v>0.43333333333333335</c:v>
                </c:pt>
                <c:pt idx="157">
                  <c:v>0.43611111111111112</c:v>
                </c:pt>
                <c:pt idx="158">
                  <c:v>0.43888888888888888</c:v>
                </c:pt>
                <c:pt idx="159">
                  <c:v>0.44166666666666665</c:v>
                </c:pt>
                <c:pt idx="160">
                  <c:v>0.44444444444444448</c:v>
                </c:pt>
                <c:pt idx="161">
                  <c:v>0.44722222222222219</c:v>
                </c:pt>
                <c:pt idx="162">
                  <c:v>0.45</c:v>
                </c:pt>
                <c:pt idx="163">
                  <c:v>0.45277777777777778</c:v>
                </c:pt>
                <c:pt idx="164">
                  <c:v>0.45555555555555555</c:v>
                </c:pt>
                <c:pt idx="165">
                  <c:v>0.45833333333333331</c:v>
                </c:pt>
                <c:pt idx="166">
                  <c:v>0.46111111111111114</c:v>
                </c:pt>
                <c:pt idx="167">
                  <c:v>0.46388888888888885</c:v>
                </c:pt>
                <c:pt idx="168">
                  <c:v>0.46666666666666667</c:v>
                </c:pt>
                <c:pt idx="169">
                  <c:v>0.46944444444444444</c:v>
                </c:pt>
                <c:pt idx="170">
                  <c:v>0.47222222222222221</c:v>
                </c:pt>
                <c:pt idx="171">
                  <c:v>0.47499999999999998</c:v>
                </c:pt>
                <c:pt idx="172">
                  <c:v>0.4777777777777778</c:v>
                </c:pt>
                <c:pt idx="173">
                  <c:v>0.48055555555555551</c:v>
                </c:pt>
                <c:pt idx="174">
                  <c:v>0.48333333333333334</c:v>
                </c:pt>
                <c:pt idx="175">
                  <c:v>0.4861111111111111</c:v>
                </c:pt>
                <c:pt idx="176">
                  <c:v>0.48888888888888887</c:v>
                </c:pt>
                <c:pt idx="177">
                  <c:v>0.49166666666666664</c:v>
                </c:pt>
                <c:pt idx="178">
                  <c:v>0.49444444444444446</c:v>
                </c:pt>
                <c:pt idx="179">
                  <c:v>0.49722222222222218</c:v>
                </c:pt>
                <c:pt idx="180">
                  <c:v>0.5</c:v>
                </c:pt>
                <c:pt idx="181">
                  <c:v>0.50277777777777777</c:v>
                </c:pt>
                <c:pt idx="182">
                  <c:v>0.50555555555555554</c:v>
                </c:pt>
                <c:pt idx="183">
                  <c:v>0.5083333333333333</c:v>
                </c:pt>
                <c:pt idx="184">
                  <c:v>0.51111111111111118</c:v>
                </c:pt>
                <c:pt idx="185">
                  <c:v>0.51388888888888884</c:v>
                </c:pt>
                <c:pt idx="186">
                  <c:v>0.51666666666666672</c:v>
                </c:pt>
                <c:pt idx="187">
                  <c:v>0.51944444444444449</c:v>
                </c:pt>
                <c:pt idx="188">
                  <c:v>0.52222222222222225</c:v>
                </c:pt>
                <c:pt idx="189">
                  <c:v>0.52500000000000002</c:v>
                </c:pt>
                <c:pt idx="190">
                  <c:v>0.52777777777777779</c:v>
                </c:pt>
                <c:pt idx="191">
                  <c:v>0.53055555555555556</c:v>
                </c:pt>
                <c:pt idx="192">
                  <c:v>0.53333333333333333</c:v>
                </c:pt>
                <c:pt idx="193">
                  <c:v>0.53611111111111109</c:v>
                </c:pt>
                <c:pt idx="194">
                  <c:v>0.53888888888888897</c:v>
                </c:pt>
                <c:pt idx="195">
                  <c:v>0.54166666666666663</c:v>
                </c:pt>
                <c:pt idx="196">
                  <c:v>0.5444444444444444</c:v>
                </c:pt>
                <c:pt idx="197">
                  <c:v>0.54722222222222228</c:v>
                </c:pt>
                <c:pt idx="198">
                  <c:v>0.55000000000000004</c:v>
                </c:pt>
                <c:pt idx="199">
                  <c:v>0.5527777777777777</c:v>
                </c:pt>
                <c:pt idx="200">
                  <c:v>0.55555555555555558</c:v>
                </c:pt>
                <c:pt idx="201">
                  <c:v>0.55833333333333335</c:v>
                </c:pt>
                <c:pt idx="202">
                  <c:v>0.56111111111111112</c:v>
                </c:pt>
                <c:pt idx="203">
                  <c:v>0.56388888888888888</c:v>
                </c:pt>
                <c:pt idx="204">
                  <c:v>0.56666666666666665</c:v>
                </c:pt>
                <c:pt idx="205">
                  <c:v>0.56944444444444442</c:v>
                </c:pt>
                <c:pt idx="206">
                  <c:v>0.5722222222222223</c:v>
                </c:pt>
                <c:pt idx="207">
                  <c:v>0.57499999999999996</c:v>
                </c:pt>
                <c:pt idx="208">
                  <c:v>0.57777777777777772</c:v>
                </c:pt>
                <c:pt idx="209">
                  <c:v>0.5805555555555556</c:v>
                </c:pt>
                <c:pt idx="210">
                  <c:v>0.58333333333333337</c:v>
                </c:pt>
                <c:pt idx="211">
                  <c:v>0.58611111111111103</c:v>
                </c:pt>
                <c:pt idx="212">
                  <c:v>0.58888888888888891</c:v>
                </c:pt>
                <c:pt idx="213">
                  <c:v>0.59166666666666667</c:v>
                </c:pt>
                <c:pt idx="214">
                  <c:v>0.59444444444444444</c:v>
                </c:pt>
                <c:pt idx="215">
                  <c:v>0.59722222222222221</c:v>
                </c:pt>
                <c:pt idx="216">
                  <c:v>0.6</c:v>
                </c:pt>
                <c:pt idx="217">
                  <c:v>0.60277777777777775</c:v>
                </c:pt>
                <c:pt idx="218">
                  <c:v>0.60555555555555562</c:v>
                </c:pt>
                <c:pt idx="219">
                  <c:v>0.60833333333333328</c:v>
                </c:pt>
                <c:pt idx="220">
                  <c:v>0.61111111111111105</c:v>
                </c:pt>
                <c:pt idx="221">
                  <c:v>0.61388888888888893</c:v>
                </c:pt>
                <c:pt idx="222">
                  <c:v>0.6166666666666667</c:v>
                </c:pt>
                <c:pt idx="223">
                  <c:v>0.61944444444444435</c:v>
                </c:pt>
                <c:pt idx="224">
                  <c:v>0.62222222222222223</c:v>
                </c:pt>
                <c:pt idx="225">
                  <c:v>0.625</c:v>
                </c:pt>
                <c:pt idx="226">
                  <c:v>0.62777777777777777</c:v>
                </c:pt>
                <c:pt idx="227">
                  <c:v>0.63055555555555565</c:v>
                </c:pt>
                <c:pt idx="228">
                  <c:v>0.6333333333333333</c:v>
                </c:pt>
                <c:pt idx="229">
                  <c:v>0.63611111111111107</c:v>
                </c:pt>
                <c:pt idx="230">
                  <c:v>0.63888888888888895</c:v>
                </c:pt>
                <c:pt idx="231">
                  <c:v>0.64166666666666672</c:v>
                </c:pt>
                <c:pt idx="232">
                  <c:v>0.64444444444444438</c:v>
                </c:pt>
                <c:pt idx="233">
                  <c:v>0.64722222222222225</c:v>
                </c:pt>
                <c:pt idx="234">
                  <c:v>0.65</c:v>
                </c:pt>
                <c:pt idx="235">
                  <c:v>0.65277777777777779</c:v>
                </c:pt>
                <c:pt idx="236">
                  <c:v>0.65555555555555556</c:v>
                </c:pt>
                <c:pt idx="237">
                  <c:v>0.65833333333333333</c:v>
                </c:pt>
                <c:pt idx="238">
                  <c:v>0.66111111111111109</c:v>
                </c:pt>
                <c:pt idx="239">
                  <c:v>0.66388888888888897</c:v>
                </c:pt>
                <c:pt idx="240">
                  <c:v>0.66666666666666663</c:v>
                </c:pt>
                <c:pt idx="241">
                  <c:v>0.6694444444444444</c:v>
                </c:pt>
                <c:pt idx="242">
                  <c:v>0.67222222222222228</c:v>
                </c:pt>
                <c:pt idx="243">
                  <c:v>0.67500000000000004</c:v>
                </c:pt>
                <c:pt idx="244">
                  <c:v>0.6777777777777777</c:v>
                </c:pt>
                <c:pt idx="245">
                  <c:v>0.68055555555555558</c:v>
                </c:pt>
                <c:pt idx="246">
                  <c:v>0.68333333333333335</c:v>
                </c:pt>
                <c:pt idx="247">
                  <c:v>0.68611111111111112</c:v>
                </c:pt>
                <c:pt idx="248">
                  <c:v>0.68888888888888888</c:v>
                </c:pt>
                <c:pt idx="249">
                  <c:v>0.69166666666666665</c:v>
                </c:pt>
                <c:pt idx="250">
                  <c:v>0.69444444444444442</c:v>
                </c:pt>
                <c:pt idx="251">
                  <c:v>0.6972222222222223</c:v>
                </c:pt>
                <c:pt idx="252">
                  <c:v>0.7</c:v>
                </c:pt>
                <c:pt idx="253">
                  <c:v>0.70277777777777772</c:v>
                </c:pt>
                <c:pt idx="254">
                  <c:v>0.7055555555555556</c:v>
                </c:pt>
                <c:pt idx="255">
                  <c:v>0.70833333333333337</c:v>
                </c:pt>
                <c:pt idx="256">
                  <c:v>0.71111111111111103</c:v>
                </c:pt>
                <c:pt idx="257">
                  <c:v>0.71388888888888891</c:v>
                </c:pt>
                <c:pt idx="258">
                  <c:v>0.71666666666666667</c:v>
                </c:pt>
                <c:pt idx="259">
                  <c:v>0.71944444444444444</c:v>
                </c:pt>
                <c:pt idx="260">
                  <c:v>0.72222222222222221</c:v>
                </c:pt>
                <c:pt idx="261">
                  <c:v>0.72499999999999998</c:v>
                </c:pt>
                <c:pt idx="262">
                  <c:v>0.72777777777777775</c:v>
                </c:pt>
                <c:pt idx="263">
                  <c:v>0.73055555555555562</c:v>
                </c:pt>
                <c:pt idx="264">
                  <c:v>0.73333333333333328</c:v>
                </c:pt>
                <c:pt idx="265">
                  <c:v>0.73611111111111105</c:v>
                </c:pt>
                <c:pt idx="266">
                  <c:v>0.73888888888888893</c:v>
                </c:pt>
                <c:pt idx="267">
                  <c:v>0.7416666666666667</c:v>
                </c:pt>
                <c:pt idx="268">
                  <c:v>0.74444444444444435</c:v>
                </c:pt>
                <c:pt idx="269">
                  <c:v>0.74722222222222223</c:v>
                </c:pt>
                <c:pt idx="270">
                  <c:v>0.75</c:v>
                </c:pt>
                <c:pt idx="271">
                  <c:v>0.75277777777777777</c:v>
                </c:pt>
                <c:pt idx="272">
                  <c:v>0.75555555555555565</c:v>
                </c:pt>
                <c:pt idx="273">
                  <c:v>0.7583333333333333</c:v>
                </c:pt>
                <c:pt idx="274">
                  <c:v>0.76111111111111107</c:v>
                </c:pt>
                <c:pt idx="275">
                  <c:v>0.76388888888888895</c:v>
                </c:pt>
                <c:pt idx="276">
                  <c:v>0.76666666666666672</c:v>
                </c:pt>
                <c:pt idx="277">
                  <c:v>0.76944444444444438</c:v>
                </c:pt>
                <c:pt idx="278">
                  <c:v>0.77222222222222225</c:v>
                </c:pt>
                <c:pt idx="279">
                  <c:v>0.77500000000000002</c:v>
                </c:pt>
                <c:pt idx="280">
                  <c:v>0.77777777777777779</c:v>
                </c:pt>
                <c:pt idx="281">
                  <c:v>0.78055555555555556</c:v>
                </c:pt>
                <c:pt idx="282">
                  <c:v>0.78333333333333333</c:v>
                </c:pt>
                <c:pt idx="283">
                  <c:v>0.78611111111111109</c:v>
                </c:pt>
                <c:pt idx="284">
                  <c:v>0.78888888888888897</c:v>
                </c:pt>
                <c:pt idx="285">
                  <c:v>0.79166666666666663</c:v>
                </c:pt>
                <c:pt idx="286">
                  <c:v>0.7944444444444444</c:v>
                </c:pt>
                <c:pt idx="287">
                  <c:v>0.79722222222222228</c:v>
                </c:pt>
                <c:pt idx="288">
                  <c:v>0.8</c:v>
                </c:pt>
                <c:pt idx="289">
                  <c:v>0.8027777777777777</c:v>
                </c:pt>
                <c:pt idx="290">
                  <c:v>0.80555555555555558</c:v>
                </c:pt>
                <c:pt idx="291">
                  <c:v>0.80833333333333335</c:v>
                </c:pt>
                <c:pt idx="292">
                  <c:v>0.81111111111111112</c:v>
                </c:pt>
                <c:pt idx="293">
                  <c:v>0.81388888888888888</c:v>
                </c:pt>
                <c:pt idx="294">
                  <c:v>0.81666666666666665</c:v>
                </c:pt>
                <c:pt idx="295">
                  <c:v>0.81944444444444442</c:v>
                </c:pt>
                <c:pt idx="296">
                  <c:v>0.8222222222222223</c:v>
                </c:pt>
                <c:pt idx="297">
                  <c:v>0.82499999999999996</c:v>
                </c:pt>
                <c:pt idx="298">
                  <c:v>0.82777777777777772</c:v>
                </c:pt>
                <c:pt idx="299">
                  <c:v>0.8305555555555556</c:v>
                </c:pt>
                <c:pt idx="300">
                  <c:v>0.83333333333333337</c:v>
                </c:pt>
                <c:pt idx="301">
                  <c:v>0.83611111111111103</c:v>
                </c:pt>
                <c:pt idx="302">
                  <c:v>0.83888888888888891</c:v>
                </c:pt>
                <c:pt idx="303">
                  <c:v>0.84166666666666667</c:v>
                </c:pt>
                <c:pt idx="304">
                  <c:v>0.84444444444444444</c:v>
                </c:pt>
                <c:pt idx="305">
                  <c:v>0.84722222222222221</c:v>
                </c:pt>
                <c:pt idx="306">
                  <c:v>0.85</c:v>
                </c:pt>
                <c:pt idx="307">
                  <c:v>0.85277777777777775</c:v>
                </c:pt>
                <c:pt idx="308">
                  <c:v>0.85555555555555562</c:v>
                </c:pt>
                <c:pt idx="309">
                  <c:v>0.85833333333333328</c:v>
                </c:pt>
                <c:pt idx="310">
                  <c:v>0.86111111111111105</c:v>
                </c:pt>
                <c:pt idx="311">
                  <c:v>0.86388888888888893</c:v>
                </c:pt>
                <c:pt idx="312">
                  <c:v>0.8666666666666667</c:v>
                </c:pt>
                <c:pt idx="313">
                  <c:v>0.86944444444444435</c:v>
                </c:pt>
                <c:pt idx="314">
                  <c:v>0.87222222222222223</c:v>
                </c:pt>
                <c:pt idx="315">
                  <c:v>0.875</c:v>
                </c:pt>
                <c:pt idx="316">
                  <c:v>0.87777777777777777</c:v>
                </c:pt>
                <c:pt idx="317">
                  <c:v>0.88055555555555565</c:v>
                </c:pt>
                <c:pt idx="318">
                  <c:v>0.8833333333333333</c:v>
                </c:pt>
                <c:pt idx="319">
                  <c:v>0.88611111111111107</c:v>
                </c:pt>
                <c:pt idx="320">
                  <c:v>0.88888888888888895</c:v>
                </c:pt>
                <c:pt idx="321">
                  <c:v>0.89166666666666672</c:v>
                </c:pt>
                <c:pt idx="322">
                  <c:v>0.89444444444444438</c:v>
                </c:pt>
                <c:pt idx="323">
                  <c:v>0.89722222222222225</c:v>
                </c:pt>
                <c:pt idx="324">
                  <c:v>0.9</c:v>
                </c:pt>
                <c:pt idx="325">
                  <c:v>0.90277777777777779</c:v>
                </c:pt>
                <c:pt idx="326">
                  <c:v>0.90555555555555556</c:v>
                </c:pt>
                <c:pt idx="327">
                  <c:v>0.90833333333333333</c:v>
                </c:pt>
                <c:pt idx="328">
                  <c:v>0.91111111111111109</c:v>
                </c:pt>
                <c:pt idx="329">
                  <c:v>0.91388888888888897</c:v>
                </c:pt>
                <c:pt idx="330">
                  <c:v>0.91666666666666663</c:v>
                </c:pt>
                <c:pt idx="331">
                  <c:v>0.9194444444444444</c:v>
                </c:pt>
                <c:pt idx="332">
                  <c:v>0.92222222222222228</c:v>
                </c:pt>
                <c:pt idx="333">
                  <c:v>0.92500000000000004</c:v>
                </c:pt>
                <c:pt idx="334">
                  <c:v>0.9277777777777777</c:v>
                </c:pt>
                <c:pt idx="335">
                  <c:v>0.93055555555555558</c:v>
                </c:pt>
                <c:pt idx="336">
                  <c:v>0.93333333333333335</c:v>
                </c:pt>
                <c:pt idx="337">
                  <c:v>0.93611111111111112</c:v>
                </c:pt>
                <c:pt idx="338">
                  <c:v>0.93888888888888888</c:v>
                </c:pt>
                <c:pt idx="339">
                  <c:v>0.94166666666666665</c:v>
                </c:pt>
                <c:pt idx="340">
                  <c:v>0.94444444444444442</c:v>
                </c:pt>
                <c:pt idx="341">
                  <c:v>0.9472222222222223</c:v>
                </c:pt>
                <c:pt idx="342">
                  <c:v>0.95</c:v>
                </c:pt>
                <c:pt idx="343">
                  <c:v>0.95277777777777772</c:v>
                </c:pt>
                <c:pt idx="344">
                  <c:v>0.9555555555555556</c:v>
                </c:pt>
                <c:pt idx="345">
                  <c:v>0.95833333333333337</c:v>
                </c:pt>
                <c:pt idx="346">
                  <c:v>0.96111111111111103</c:v>
                </c:pt>
                <c:pt idx="347">
                  <c:v>0.96388888888888891</c:v>
                </c:pt>
                <c:pt idx="348">
                  <c:v>0.96666666666666667</c:v>
                </c:pt>
                <c:pt idx="349">
                  <c:v>0.96944444444444444</c:v>
                </c:pt>
                <c:pt idx="350">
                  <c:v>0.97222222222222221</c:v>
                </c:pt>
                <c:pt idx="351">
                  <c:v>0.97499999999999998</c:v>
                </c:pt>
                <c:pt idx="352">
                  <c:v>0.97777777777777775</c:v>
                </c:pt>
                <c:pt idx="353">
                  <c:v>0.98055555555555562</c:v>
                </c:pt>
                <c:pt idx="354">
                  <c:v>0.98333333333333328</c:v>
                </c:pt>
                <c:pt idx="355">
                  <c:v>0.98611111111111105</c:v>
                </c:pt>
                <c:pt idx="356">
                  <c:v>0.98888888888888893</c:v>
                </c:pt>
                <c:pt idx="357">
                  <c:v>0.9916666666666667</c:v>
                </c:pt>
                <c:pt idx="358">
                  <c:v>0.99444444444444435</c:v>
                </c:pt>
                <c:pt idx="359">
                  <c:v>0.99722222222222223</c:v>
                </c:pt>
                <c:pt idx="360">
                  <c:v>1</c:v>
                </c:pt>
                <c:pt idx="361">
                  <c:v>1.0027777777777778</c:v>
                </c:pt>
                <c:pt idx="362">
                  <c:v>1.0055555555555555</c:v>
                </c:pt>
                <c:pt idx="363">
                  <c:v>1.0083333333333333</c:v>
                </c:pt>
                <c:pt idx="364">
                  <c:v>1.0111111111111111</c:v>
                </c:pt>
                <c:pt idx="365">
                  <c:v>1.0138888888888888</c:v>
                </c:pt>
                <c:pt idx="366">
                  <c:v>1.0166666666666666</c:v>
                </c:pt>
                <c:pt idx="367">
                  <c:v>1.0194444444444444</c:v>
                </c:pt>
                <c:pt idx="368">
                  <c:v>1.0222222222222224</c:v>
                </c:pt>
                <c:pt idx="369">
                  <c:v>1.0249999999999999</c:v>
                </c:pt>
                <c:pt idx="370">
                  <c:v>1.0277777777777777</c:v>
                </c:pt>
                <c:pt idx="371">
                  <c:v>1.0305555555555557</c:v>
                </c:pt>
                <c:pt idx="372">
                  <c:v>1.0333333333333334</c:v>
                </c:pt>
                <c:pt idx="373">
                  <c:v>1.036111111111111</c:v>
                </c:pt>
                <c:pt idx="374">
                  <c:v>1.038888888888889</c:v>
                </c:pt>
                <c:pt idx="375">
                  <c:v>1.0416666666666667</c:v>
                </c:pt>
                <c:pt idx="376">
                  <c:v>1.0444444444444445</c:v>
                </c:pt>
                <c:pt idx="377">
                  <c:v>1.0472222222222223</c:v>
                </c:pt>
                <c:pt idx="378">
                  <c:v>1.05</c:v>
                </c:pt>
                <c:pt idx="379">
                  <c:v>1.0527777777777778</c:v>
                </c:pt>
                <c:pt idx="380">
                  <c:v>1.0555555555555556</c:v>
                </c:pt>
                <c:pt idx="381">
                  <c:v>1.0583333333333333</c:v>
                </c:pt>
                <c:pt idx="382">
                  <c:v>1.0611111111111111</c:v>
                </c:pt>
                <c:pt idx="383">
                  <c:v>1.0638888888888889</c:v>
                </c:pt>
                <c:pt idx="384">
                  <c:v>1.0666666666666667</c:v>
                </c:pt>
                <c:pt idx="385">
                  <c:v>1.0694444444444444</c:v>
                </c:pt>
                <c:pt idx="386">
                  <c:v>1.0722222222222222</c:v>
                </c:pt>
                <c:pt idx="387">
                  <c:v>1.075</c:v>
                </c:pt>
                <c:pt idx="388">
                  <c:v>1.0777777777777779</c:v>
                </c:pt>
                <c:pt idx="389">
                  <c:v>1.0805555555555555</c:v>
                </c:pt>
                <c:pt idx="390">
                  <c:v>1.0833333333333333</c:v>
                </c:pt>
                <c:pt idx="391">
                  <c:v>1.0861111111111112</c:v>
                </c:pt>
                <c:pt idx="392">
                  <c:v>1.0888888888888888</c:v>
                </c:pt>
                <c:pt idx="393">
                  <c:v>1.0916666666666666</c:v>
                </c:pt>
                <c:pt idx="394">
                  <c:v>1.0944444444444446</c:v>
                </c:pt>
                <c:pt idx="395">
                  <c:v>1.0972222222222221</c:v>
                </c:pt>
                <c:pt idx="396">
                  <c:v>1.1000000000000001</c:v>
                </c:pt>
                <c:pt idx="397">
                  <c:v>1.1027777777777779</c:v>
                </c:pt>
                <c:pt idx="398">
                  <c:v>1.1055555555555554</c:v>
                </c:pt>
                <c:pt idx="399">
                  <c:v>1.1083333333333334</c:v>
                </c:pt>
                <c:pt idx="400">
                  <c:v>1.1111111111111112</c:v>
                </c:pt>
                <c:pt idx="401">
                  <c:v>1.1138888888888887</c:v>
                </c:pt>
                <c:pt idx="402">
                  <c:v>1.1166666666666667</c:v>
                </c:pt>
                <c:pt idx="403">
                  <c:v>1.1194444444444445</c:v>
                </c:pt>
                <c:pt idx="404">
                  <c:v>1.1222222222222222</c:v>
                </c:pt>
                <c:pt idx="405">
                  <c:v>1.125</c:v>
                </c:pt>
                <c:pt idx="406">
                  <c:v>1.1277777777777778</c:v>
                </c:pt>
                <c:pt idx="407">
                  <c:v>1.1305555555555555</c:v>
                </c:pt>
                <c:pt idx="408">
                  <c:v>1.1333333333333333</c:v>
                </c:pt>
                <c:pt idx="409">
                  <c:v>1.1361111111111113</c:v>
                </c:pt>
                <c:pt idx="410">
                  <c:v>1.1388888888888888</c:v>
                </c:pt>
                <c:pt idx="411">
                  <c:v>1.1416666666666666</c:v>
                </c:pt>
                <c:pt idx="412">
                  <c:v>1.1444444444444446</c:v>
                </c:pt>
                <c:pt idx="413">
                  <c:v>1.1472222222222221</c:v>
                </c:pt>
                <c:pt idx="414">
                  <c:v>1.1499999999999999</c:v>
                </c:pt>
                <c:pt idx="415">
                  <c:v>1.1527777777777779</c:v>
                </c:pt>
                <c:pt idx="416">
                  <c:v>1.1555555555555554</c:v>
                </c:pt>
                <c:pt idx="417">
                  <c:v>1.1583333333333334</c:v>
                </c:pt>
                <c:pt idx="418">
                  <c:v>1.1611111111111112</c:v>
                </c:pt>
                <c:pt idx="419">
                  <c:v>1.1638888888888888</c:v>
                </c:pt>
                <c:pt idx="420">
                  <c:v>1.1666666666666667</c:v>
                </c:pt>
                <c:pt idx="421">
                  <c:v>1.1694444444444445</c:v>
                </c:pt>
                <c:pt idx="422">
                  <c:v>1.1722222222222221</c:v>
                </c:pt>
                <c:pt idx="423">
                  <c:v>1.175</c:v>
                </c:pt>
                <c:pt idx="424">
                  <c:v>1.1777777777777778</c:v>
                </c:pt>
                <c:pt idx="425">
                  <c:v>1.1805555555555556</c:v>
                </c:pt>
                <c:pt idx="426">
                  <c:v>1.1833333333333333</c:v>
                </c:pt>
                <c:pt idx="427">
                  <c:v>1.1861111111111111</c:v>
                </c:pt>
                <c:pt idx="428">
                  <c:v>1.1888888888888889</c:v>
                </c:pt>
                <c:pt idx="429">
                  <c:v>1.1916666666666667</c:v>
                </c:pt>
                <c:pt idx="430">
                  <c:v>1.1944444444444444</c:v>
                </c:pt>
                <c:pt idx="431">
                  <c:v>1.1972222222222222</c:v>
                </c:pt>
                <c:pt idx="432">
                  <c:v>1.2</c:v>
                </c:pt>
                <c:pt idx="433">
                  <c:v>1.2027777777777779</c:v>
                </c:pt>
                <c:pt idx="434">
                  <c:v>1.2055555555555555</c:v>
                </c:pt>
                <c:pt idx="435">
                  <c:v>1.2083333333333333</c:v>
                </c:pt>
                <c:pt idx="436">
                  <c:v>1.2111111111111112</c:v>
                </c:pt>
                <c:pt idx="437">
                  <c:v>1.2138888888888888</c:v>
                </c:pt>
                <c:pt idx="438">
                  <c:v>1.2166666666666666</c:v>
                </c:pt>
                <c:pt idx="439">
                  <c:v>1.2194444444444446</c:v>
                </c:pt>
                <c:pt idx="440">
                  <c:v>1.2222222222222221</c:v>
                </c:pt>
                <c:pt idx="441">
                  <c:v>1.2250000000000001</c:v>
                </c:pt>
                <c:pt idx="442">
                  <c:v>1.2277777777777779</c:v>
                </c:pt>
                <c:pt idx="443">
                  <c:v>1.2305555555555554</c:v>
                </c:pt>
                <c:pt idx="444">
                  <c:v>1.2333333333333334</c:v>
                </c:pt>
                <c:pt idx="445">
                  <c:v>1.2361111111111112</c:v>
                </c:pt>
                <c:pt idx="446">
                  <c:v>1.2388888888888887</c:v>
                </c:pt>
                <c:pt idx="447">
                  <c:v>1.2416666666666667</c:v>
                </c:pt>
                <c:pt idx="448">
                  <c:v>1.2444444444444445</c:v>
                </c:pt>
                <c:pt idx="449">
                  <c:v>1.2472222222222222</c:v>
                </c:pt>
                <c:pt idx="450">
                  <c:v>1.25</c:v>
                </c:pt>
                <c:pt idx="451">
                  <c:v>1.2527777777777778</c:v>
                </c:pt>
                <c:pt idx="452">
                  <c:v>1.2555555555555555</c:v>
                </c:pt>
                <c:pt idx="453">
                  <c:v>1.2583333333333333</c:v>
                </c:pt>
                <c:pt idx="454">
                  <c:v>1.2611111111111113</c:v>
                </c:pt>
                <c:pt idx="455">
                  <c:v>1.2638888888888888</c:v>
                </c:pt>
                <c:pt idx="456">
                  <c:v>1.2666666666666666</c:v>
                </c:pt>
                <c:pt idx="457">
                  <c:v>1.2694444444444446</c:v>
                </c:pt>
                <c:pt idx="458">
                  <c:v>1.2722222222222221</c:v>
                </c:pt>
                <c:pt idx="459">
                  <c:v>1.2749999999999999</c:v>
                </c:pt>
                <c:pt idx="460">
                  <c:v>1.2777777777777779</c:v>
                </c:pt>
                <c:pt idx="461">
                  <c:v>1.2805555555555554</c:v>
                </c:pt>
                <c:pt idx="462">
                  <c:v>1.2833333333333334</c:v>
                </c:pt>
                <c:pt idx="463">
                  <c:v>1.2861111111111112</c:v>
                </c:pt>
                <c:pt idx="464">
                  <c:v>1.2888888888888888</c:v>
                </c:pt>
                <c:pt idx="465">
                  <c:v>1.2916666666666667</c:v>
                </c:pt>
                <c:pt idx="466">
                  <c:v>1.2944444444444445</c:v>
                </c:pt>
                <c:pt idx="467">
                  <c:v>1.2972222222222221</c:v>
                </c:pt>
                <c:pt idx="468">
                  <c:v>1.3</c:v>
                </c:pt>
                <c:pt idx="469">
                  <c:v>1.3027777777777778</c:v>
                </c:pt>
                <c:pt idx="470">
                  <c:v>1.3055555555555556</c:v>
                </c:pt>
                <c:pt idx="471">
                  <c:v>1.3083333333333333</c:v>
                </c:pt>
                <c:pt idx="472">
                  <c:v>1.3111111111111111</c:v>
                </c:pt>
                <c:pt idx="473">
                  <c:v>1.3138888888888889</c:v>
                </c:pt>
                <c:pt idx="474">
                  <c:v>1.3166666666666667</c:v>
                </c:pt>
                <c:pt idx="475">
                  <c:v>1.3194444444444444</c:v>
                </c:pt>
                <c:pt idx="476">
                  <c:v>1.3222222222222222</c:v>
                </c:pt>
                <c:pt idx="477">
                  <c:v>1.325</c:v>
                </c:pt>
                <c:pt idx="478">
                  <c:v>1.3277777777777779</c:v>
                </c:pt>
                <c:pt idx="479">
                  <c:v>1.3305555555555555</c:v>
                </c:pt>
                <c:pt idx="480">
                  <c:v>1.3333333333333333</c:v>
                </c:pt>
                <c:pt idx="481">
                  <c:v>1.3361111111111112</c:v>
                </c:pt>
                <c:pt idx="482">
                  <c:v>1.3388888888888888</c:v>
                </c:pt>
                <c:pt idx="483">
                  <c:v>1.3416666666666666</c:v>
                </c:pt>
                <c:pt idx="484">
                  <c:v>1.3444444444444446</c:v>
                </c:pt>
                <c:pt idx="485">
                  <c:v>1.3472222222222221</c:v>
                </c:pt>
                <c:pt idx="486">
                  <c:v>1.35</c:v>
                </c:pt>
                <c:pt idx="487">
                  <c:v>1.3527777777777779</c:v>
                </c:pt>
                <c:pt idx="488">
                  <c:v>1.3555555555555554</c:v>
                </c:pt>
                <c:pt idx="489">
                  <c:v>1.3583333333333334</c:v>
                </c:pt>
                <c:pt idx="490">
                  <c:v>1.3611111111111112</c:v>
                </c:pt>
                <c:pt idx="491">
                  <c:v>1.3638888888888887</c:v>
                </c:pt>
                <c:pt idx="492">
                  <c:v>1.3666666666666667</c:v>
                </c:pt>
                <c:pt idx="493">
                  <c:v>1.3694444444444445</c:v>
                </c:pt>
                <c:pt idx="494">
                  <c:v>1.3722222222222222</c:v>
                </c:pt>
                <c:pt idx="495">
                  <c:v>1.375</c:v>
                </c:pt>
                <c:pt idx="496">
                  <c:v>1.3777777777777778</c:v>
                </c:pt>
                <c:pt idx="497">
                  <c:v>1.3805555555555555</c:v>
                </c:pt>
                <c:pt idx="498">
                  <c:v>1.3833333333333333</c:v>
                </c:pt>
                <c:pt idx="499">
                  <c:v>1.3861111111111113</c:v>
                </c:pt>
                <c:pt idx="500">
                  <c:v>1.3888888888888888</c:v>
                </c:pt>
                <c:pt idx="501">
                  <c:v>1.3916666666666666</c:v>
                </c:pt>
                <c:pt idx="502">
                  <c:v>1.3944444444444446</c:v>
                </c:pt>
                <c:pt idx="503">
                  <c:v>1.3972222222222221</c:v>
                </c:pt>
                <c:pt idx="504">
                  <c:v>1.4</c:v>
                </c:pt>
                <c:pt idx="505">
                  <c:v>1.4027777777777779</c:v>
                </c:pt>
                <c:pt idx="506">
                  <c:v>1.4055555555555554</c:v>
                </c:pt>
                <c:pt idx="507">
                  <c:v>1.4083333333333334</c:v>
                </c:pt>
                <c:pt idx="508">
                  <c:v>1.4111111111111112</c:v>
                </c:pt>
                <c:pt idx="509">
                  <c:v>1.4138888888888888</c:v>
                </c:pt>
                <c:pt idx="510">
                  <c:v>1.4166666666666667</c:v>
                </c:pt>
                <c:pt idx="511">
                  <c:v>1.4194444444444445</c:v>
                </c:pt>
                <c:pt idx="512">
                  <c:v>1.4222222222222221</c:v>
                </c:pt>
                <c:pt idx="513">
                  <c:v>1.425</c:v>
                </c:pt>
                <c:pt idx="514">
                  <c:v>1.4277777777777778</c:v>
                </c:pt>
                <c:pt idx="515">
                  <c:v>1.4305555555555556</c:v>
                </c:pt>
                <c:pt idx="516">
                  <c:v>1.4333333333333333</c:v>
                </c:pt>
                <c:pt idx="517">
                  <c:v>1.4361111111111111</c:v>
                </c:pt>
                <c:pt idx="518">
                  <c:v>1.4388888888888889</c:v>
                </c:pt>
                <c:pt idx="519">
                  <c:v>1.4416666666666667</c:v>
                </c:pt>
                <c:pt idx="520">
                  <c:v>1.4444444444444444</c:v>
                </c:pt>
                <c:pt idx="521">
                  <c:v>1.4472222222222222</c:v>
                </c:pt>
                <c:pt idx="522">
                  <c:v>1.45</c:v>
                </c:pt>
                <c:pt idx="523">
                  <c:v>1.4527777777777779</c:v>
                </c:pt>
                <c:pt idx="524">
                  <c:v>1.4555555555555555</c:v>
                </c:pt>
                <c:pt idx="525">
                  <c:v>1.4583333333333333</c:v>
                </c:pt>
                <c:pt idx="526">
                  <c:v>1.4611111111111112</c:v>
                </c:pt>
                <c:pt idx="527">
                  <c:v>1.4638888888888888</c:v>
                </c:pt>
                <c:pt idx="528">
                  <c:v>1.4666666666666666</c:v>
                </c:pt>
                <c:pt idx="529">
                  <c:v>1.4694444444444446</c:v>
                </c:pt>
                <c:pt idx="530">
                  <c:v>1.4722222222222221</c:v>
                </c:pt>
                <c:pt idx="531">
                  <c:v>1.4750000000000001</c:v>
                </c:pt>
                <c:pt idx="532">
                  <c:v>1.4777777777777779</c:v>
                </c:pt>
                <c:pt idx="533">
                  <c:v>1.4805555555555554</c:v>
                </c:pt>
                <c:pt idx="534">
                  <c:v>1.4833333333333334</c:v>
                </c:pt>
                <c:pt idx="535">
                  <c:v>1.4861111111111112</c:v>
                </c:pt>
                <c:pt idx="536">
                  <c:v>1.4888888888888887</c:v>
                </c:pt>
                <c:pt idx="537">
                  <c:v>1.4916666666666667</c:v>
                </c:pt>
                <c:pt idx="538">
                  <c:v>1.4944444444444445</c:v>
                </c:pt>
                <c:pt idx="539">
                  <c:v>1.4972222222222222</c:v>
                </c:pt>
                <c:pt idx="540">
                  <c:v>1.5</c:v>
                </c:pt>
                <c:pt idx="541">
                  <c:v>1.5027777777777778</c:v>
                </c:pt>
                <c:pt idx="542">
                  <c:v>1.5055555555555555</c:v>
                </c:pt>
                <c:pt idx="543">
                  <c:v>1.5083333333333333</c:v>
                </c:pt>
                <c:pt idx="544">
                  <c:v>1.5111111111111113</c:v>
                </c:pt>
                <c:pt idx="545">
                  <c:v>1.5138888888888888</c:v>
                </c:pt>
                <c:pt idx="546">
                  <c:v>1.5166666666666666</c:v>
                </c:pt>
                <c:pt idx="547">
                  <c:v>1.5194444444444446</c:v>
                </c:pt>
                <c:pt idx="548">
                  <c:v>1.5222222222222221</c:v>
                </c:pt>
                <c:pt idx="549">
                  <c:v>1.5249999999999999</c:v>
                </c:pt>
                <c:pt idx="550">
                  <c:v>1.5277777777777779</c:v>
                </c:pt>
                <c:pt idx="551">
                  <c:v>1.5305555555555554</c:v>
                </c:pt>
                <c:pt idx="552">
                  <c:v>1.5333333333333334</c:v>
                </c:pt>
                <c:pt idx="553">
                  <c:v>1.5361111111111112</c:v>
                </c:pt>
                <c:pt idx="554">
                  <c:v>1.5388888888888888</c:v>
                </c:pt>
                <c:pt idx="555">
                  <c:v>1.5416666666666667</c:v>
                </c:pt>
                <c:pt idx="556">
                  <c:v>1.5444444444444445</c:v>
                </c:pt>
                <c:pt idx="557">
                  <c:v>1.5472222222222221</c:v>
                </c:pt>
                <c:pt idx="558">
                  <c:v>1.55</c:v>
                </c:pt>
                <c:pt idx="559">
                  <c:v>1.5527777777777778</c:v>
                </c:pt>
                <c:pt idx="560">
                  <c:v>1.5555555555555556</c:v>
                </c:pt>
                <c:pt idx="561">
                  <c:v>1.5583333333333333</c:v>
                </c:pt>
                <c:pt idx="562">
                  <c:v>1.5611111111111111</c:v>
                </c:pt>
                <c:pt idx="563">
                  <c:v>1.5638888888888889</c:v>
                </c:pt>
                <c:pt idx="564">
                  <c:v>1.5666666666666667</c:v>
                </c:pt>
                <c:pt idx="565">
                  <c:v>1.5694444444444444</c:v>
                </c:pt>
                <c:pt idx="566">
                  <c:v>1.5722222222222222</c:v>
                </c:pt>
                <c:pt idx="567">
                  <c:v>1.575</c:v>
                </c:pt>
                <c:pt idx="568">
                  <c:v>1.5777777777777779</c:v>
                </c:pt>
                <c:pt idx="569">
                  <c:v>1.5805555555555555</c:v>
                </c:pt>
                <c:pt idx="570">
                  <c:v>1.5833333333333333</c:v>
                </c:pt>
                <c:pt idx="571">
                  <c:v>1.5861111111111112</c:v>
                </c:pt>
                <c:pt idx="572">
                  <c:v>1.5888888888888888</c:v>
                </c:pt>
                <c:pt idx="573">
                  <c:v>1.5916666666666666</c:v>
                </c:pt>
                <c:pt idx="574">
                  <c:v>1.5944444444444446</c:v>
                </c:pt>
                <c:pt idx="575">
                  <c:v>1.5972222222222221</c:v>
                </c:pt>
                <c:pt idx="576">
                  <c:v>1.6</c:v>
                </c:pt>
                <c:pt idx="577">
                  <c:v>1.6027777777777779</c:v>
                </c:pt>
                <c:pt idx="578">
                  <c:v>1.6055555555555554</c:v>
                </c:pt>
                <c:pt idx="579">
                  <c:v>1.6083333333333334</c:v>
                </c:pt>
                <c:pt idx="580">
                  <c:v>1.6111111111111112</c:v>
                </c:pt>
                <c:pt idx="581">
                  <c:v>1.6138888888888887</c:v>
                </c:pt>
                <c:pt idx="582">
                  <c:v>1.6166666666666667</c:v>
                </c:pt>
                <c:pt idx="583">
                  <c:v>1.6194444444444445</c:v>
                </c:pt>
                <c:pt idx="584">
                  <c:v>1.6222222222222222</c:v>
                </c:pt>
                <c:pt idx="585">
                  <c:v>1.625</c:v>
                </c:pt>
                <c:pt idx="586">
                  <c:v>1.6277777777777778</c:v>
                </c:pt>
                <c:pt idx="587">
                  <c:v>1.6305555555555555</c:v>
                </c:pt>
                <c:pt idx="588">
                  <c:v>1.6333333333333333</c:v>
                </c:pt>
                <c:pt idx="589">
                  <c:v>1.6361111111111113</c:v>
                </c:pt>
                <c:pt idx="590">
                  <c:v>1.6388888888888888</c:v>
                </c:pt>
                <c:pt idx="591">
                  <c:v>1.6416666666666666</c:v>
                </c:pt>
                <c:pt idx="592">
                  <c:v>1.6444444444444446</c:v>
                </c:pt>
                <c:pt idx="593">
                  <c:v>1.6472222222222221</c:v>
                </c:pt>
                <c:pt idx="594">
                  <c:v>1.65</c:v>
                </c:pt>
                <c:pt idx="595">
                  <c:v>1.6527777777777779</c:v>
                </c:pt>
                <c:pt idx="596">
                  <c:v>1.6555555555555554</c:v>
                </c:pt>
                <c:pt idx="597">
                  <c:v>1.6583333333333334</c:v>
                </c:pt>
                <c:pt idx="598">
                  <c:v>1.6611111111111112</c:v>
                </c:pt>
                <c:pt idx="599">
                  <c:v>1.6638888888888888</c:v>
                </c:pt>
                <c:pt idx="600">
                  <c:v>1.6666666666666667</c:v>
                </c:pt>
                <c:pt idx="601">
                  <c:v>1.6694444444444445</c:v>
                </c:pt>
                <c:pt idx="602">
                  <c:v>1.6722222222222221</c:v>
                </c:pt>
                <c:pt idx="603">
                  <c:v>1.675</c:v>
                </c:pt>
                <c:pt idx="604">
                  <c:v>1.6777777777777778</c:v>
                </c:pt>
                <c:pt idx="605">
                  <c:v>1.6805555555555556</c:v>
                </c:pt>
                <c:pt idx="606">
                  <c:v>1.6833333333333333</c:v>
                </c:pt>
                <c:pt idx="607">
                  <c:v>1.6861111111111111</c:v>
                </c:pt>
                <c:pt idx="608">
                  <c:v>1.6888888888888889</c:v>
                </c:pt>
                <c:pt idx="609">
                  <c:v>1.6916666666666667</c:v>
                </c:pt>
                <c:pt idx="610">
                  <c:v>1.6944444444444444</c:v>
                </c:pt>
                <c:pt idx="611">
                  <c:v>1.6972222222222222</c:v>
                </c:pt>
                <c:pt idx="612">
                  <c:v>1.7</c:v>
                </c:pt>
                <c:pt idx="613">
                  <c:v>1.7027777777777779</c:v>
                </c:pt>
                <c:pt idx="614">
                  <c:v>1.7055555555555555</c:v>
                </c:pt>
                <c:pt idx="615">
                  <c:v>1.7083333333333333</c:v>
                </c:pt>
                <c:pt idx="616">
                  <c:v>1.7111111111111112</c:v>
                </c:pt>
                <c:pt idx="617">
                  <c:v>1.7138888888888888</c:v>
                </c:pt>
                <c:pt idx="618">
                  <c:v>1.7166666666666666</c:v>
                </c:pt>
                <c:pt idx="619">
                  <c:v>1.7194444444444446</c:v>
                </c:pt>
                <c:pt idx="620">
                  <c:v>1.7222222222222221</c:v>
                </c:pt>
                <c:pt idx="621">
                  <c:v>1.7250000000000001</c:v>
                </c:pt>
                <c:pt idx="622">
                  <c:v>1.7277777777777779</c:v>
                </c:pt>
                <c:pt idx="623">
                  <c:v>1.7305555555555554</c:v>
                </c:pt>
                <c:pt idx="624">
                  <c:v>1.7333333333333334</c:v>
                </c:pt>
                <c:pt idx="625">
                  <c:v>1.7361111111111112</c:v>
                </c:pt>
                <c:pt idx="626">
                  <c:v>1.7388888888888887</c:v>
                </c:pt>
                <c:pt idx="627">
                  <c:v>1.7416666666666667</c:v>
                </c:pt>
                <c:pt idx="628">
                  <c:v>1.7444444444444445</c:v>
                </c:pt>
                <c:pt idx="629">
                  <c:v>1.7472222222222222</c:v>
                </c:pt>
                <c:pt idx="630">
                  <c:v>1.75</c:v>
                </c:pt>
                <c:pt idx="631">
                  <c:v>1.7527777777777778</c:v>
                </c:pt>
                <c:pt idx="632">
                  <c:v>1.7555555555555555</c:v>
                </c:pt>
                <c:pt idx="633">
                  <c:v>1.7583333333333333</c:v>
                </c:pt>
                <c:pt idx="634">
                  <c:v>1.7611111111111113</c:v>
                </c:pt>
                <c:pt idx="635">
                  <c:v>1.7638888888888888</c:v>
                </c:pt>
                <c:pt idx="636">
                  <c:v>1.7666666666666666</c:v>
                </c:pt>
                <c:pt idx="637">
                  <c:v>1.7694444444444446</c:v>
                </c:pt>
                <c:pt idx="638">
                  <c:v>1.7722222222222221</c:v>
                </c:pt>
                <c:pt idx="639">
                  <c:v>1.7749999999999999</c:v>
                </c:pt>
                <c:pt idx="640">
                  <c:v>1.7777777777777779</c:v>
                </c:pt>
                <c:pt idx="641">
                  <c:v>1.7805555555555554</c:v>
                </c:pt>
                <c:pt idx="642">
                  <c:v>1.7833333333333334</c:v>
                </c:pt>
                <c:pt idx="643">
                  <c:v>1.7861111111111112</c:v>
                </c:pt>
                <c:pt idx="644">
                  <c:v>1.7888888888888888</c:v>
                </c:pt>
                <c:pt idx="645">
                  <c:v>1.7916666666666667</c:v>
                </c:pt>
                <c:pt idx="646">
                  <c:v>1.7944444444444445</c:v>
                </c:pt>
                <c:pt idx="647">
                  <c:v>1.7972222222222221</c:v>
                </c:pt>
                <c:pt idx="648">
                  <c:v>1.8</c:v>
                </c:pt>
                <c:pt idx="649">
                  <c:v>1.8027777777777778</c:v>
                </c:pt>
                <c:pt idx="650">
                  <c:v>1.8055555555555556</c:v>
                </c:pt>
                <c:pt idx="651">
                  <c:v>1.8083333333333333</c:v>
                </c:pt>
                <c:pt idx="652">
                  <c:v>1.8111111111111111</c:v>
                </c:pt>
                <c:pt idx="653">
                  <c:v>1.8138888888888889</c:v>
                </c:pt>
                <c:pt idx="654">
                  <c:v>1.8166666666666667</c:v>
                </c:pt>
                <c:pt idx="655">
                  <c:v>1.8194444444444444</c:v>
                </c:pt>
                <c:pt idx="656">
                  <c:v>1.8222222222222222</c:v>
                </c:pt>
                <c:pt idx="657">
                  <c:v>1.825</c:v>
                </c:pt>
                <c:pt idx="658">
                  <c:v>1.8277777777777779</c:v>
                </c:pt>
                <c:pt idx="659">
                  <c:v>1.8305555555555555</c:v>
                </c:pt>
                <c:pt idx="660">
                  <c:v>1.8333333333333333</c:v>
                </c:pt>
                <c:pt idx="661">
                  <c:v>1.8361111111111112</c:v>
                </c:pt>
                <c:pt idx="662">
                  <c:v>1.8388888888888888</c:v>
                </c:pt>
                <c:pt idx="663">
                  <c:v>1.8416666666666666</c:v>
                </c:pt>
                <c:pt idx="664">
                  <c:v>1.8444444444444446</c:v>
                </c:pt>
                <c:pt idx="665">
                  <c:v>1.8472222222222221</c:v>
                </c:pt>
                <c:pt idx="666">
                  <c:v>1.85</c:v>
                </c:pt>
                <c:pt idx="667">
                  <c:v>1.8527777777777779</c:v>
                </c:pt>
                <c:pt idx="668">
                  <c:v>1.8555555555555554</c:v>
                </c:pt>
                <c:pt idx="669">
                  <c:v>1.8583333333333334</c:v>
                </c:pt>
                <c:pt idx="670">
                  <c:v>1.8611111111111112</c:v>
                </c:pt>
                <c:pt idx="671">
                  <c:v>1.8638888888888887</c:v>
                </c:pt>
                <c:pt idx="672">
                  <c:v>1.8666666666666667</c:v>
                </c:pt>
                <c:pt idx="673">
                  <c:v>1.8694444444444445</c:v>
                </c:pt>
                <c:pt idx="674">
                  <c:v>1.8722222222222222</c:v>
                </c:pt>
                <c:pt idx="675">
                  <c:v>1.875</c:v>
                </c:pt>
                <c:pt idx="676">
                  <c:v>1.8777777777777778</c:v>
                </c:pt>
                <c:pt idx="677">
                  <c:v>1.8805555555555555</c:v>
                </c:pt>
                <c:pt idx="678">
                  <c:v>1.8833333333333333</c:v>
                </c:pt>
                <c:pt idx="679">
                  <c:v>1.8861111111111113</c:v>
                </c:pt>
                <c:pt idx="680">
                  <c:v>1.8888888888888888</c:v>
                </c:pt>
                <c:pt idx="681">
                  <c:v>1.8916666666666666</c:v>
                </c:pt>
                <c:pt idx="682">
                  <c:v>1.8944444444444446</c:v>
                </c:pt>
                <c:pt idx="683">
                  <c:v>1.8972222222222221</c:v>
                </c:pt>
                <c:pt idx="684">
                  <c:v>1.9</c:v>
                </c:pt>
                <c:pt idx="685">
                  <c:v>1.9027777777777779</c:v>
                </c:pt>
                <c:pt idx="686">
                  <c:v>1.9055555555555554</c:v>
                </c:pt>
                <c:pt idx="687">
                  <c:v>1.9083333333333334</c:v>
                </c:pt>
                <c:pt idx="688">
                  <c:v>1.9111111111111112</c:v>
                </c:pt>
                <c:pt idx="689">
                  <c:v>1.9138888888888888</c:v>
                </c:pt>
                <c:pt idx="690">
                  <c:v>1.9166666666666667</c:v>
                </c:pt>
                <c:pt idx="691">
                  <c:v>1.9194444444444445</c:v>
                </c:pt>
                <c:pt idx="692">
                  <c:v>1.9222222222222221</c:v>
                </c:pt>
                <c:pt idx="693">
                  <c:v>1.925</c:v>
                </c:pt>
                <c:pt idx="694">
                  <c:v>1.9277777777777778</c:v>
                </c:pt>
                <c:pt idx="695">
                  <c:v>1.9305555555555556</c:v>
                </c:pt>
                <c:pt idx="696">
                  <c:v>1.9333333333333333</c:v>
                </c:pt>
                <c:pt idx="697">
                  <c:v>1.9361111111111111</c:v>
                </c:pt>
                <c:pt idx="698">
                  <c:v>1.9388888888888889</c:v>
                </c:pt>
                <c:pt idx="699">
                  <c:v>1.9416666666666667</c:v>
                </c:pt>
                <c:pt idx="700">
                  <c:v>1.9444444444444444</c:v>
                </c:pt>
                <c:pt idx="701">
                  <c:v>1.9472222222222222</c:v>
                </c:pt>
                <c:pt idx="702">
                  <c:v>1.95</c:v>
                </c:pt>
                <c:pt idx="703">
                  <c:v>1.9527777777777779</c:v>
                </c:pt>
                <c:pt idx="704">
                  <c:v>1.9555555555555555</c:v>
                </c:pt>
                <c:pt idx="705">
                  <c:v>1.9583333333333333</c:v>
                </c:pt>
                <c:pt idx="706">
                  <c:v>1.9611111111111112</c:v>
                </c:pt>
                <c:pt idx="707">
                  <c:v>1.9638888888888888</c:v>
                </c:pt>
                <c:pt idx="708">
                  <c:v>1.9666666666666666</c:v>
                </c:pt>
                <c:pt idx="709">
                  <c:v>1.9694444444444446</c:v>
                </c:pt>
                <c:pt idx="710">
                  <c:v>1.9722222222222221</c:v>
                </c:pt>
                <c:pt idx="711">
                  <c:v>1.9750000000000001</c:v>
                </c:pt>
                <c:pt idx="712">
                  <c:v>1.9777777777777779</c:v>
                </c:pt>
                <c:pt idx="713">
                  <c:v>1.9805555555555554</c:v>
                </c:pt>
                <c:pt idx="714">
                  <c:v>1.9833333333333334</c:v>
                </c:pt>
                <c:pt idx="715">
                  <c:v>1.9861111111111112</c:v>
                </c:pt>
                <c:pt idx="716">
                  <c:v>1.9888888888888887</c:v>
                </c:pt>
                <c:pt idx="717">
                  <c:v>1.9916666666666667</c:v>
                </c:pt>
                <c:pt idx="718">
                  <c:v>1.9944444444444445</c:v>
                </c:pt>
                <c:pt idx="719">
                  <c:v>1.9972222222222222</c:v>
                </c:pt>
                <c:pt idx="720">
                  <c:v>2</c:v>
                </c:pt>
                <c:pt idx="721">
                  <c:v>2.0027777777777778</c:v>
                </c:pt>
                <c:pt idx="722">
                  <c:v>2.0055555555555555</c:v>
                </c:pt>
                <c:pt idx="723">
                  <c:v>2.0083333333333333</c:v>
                </c:pt>
                <c:pt idx="724">
                  <c:v>2.0111111111111111</c:v>
                </c:pt>
                <c:pt idx="725">
                  <c:v>2.0138888888888888</c:v>
                </c:pt>
                <c:pt idx="726">
                  <c:v>2.0166666666666666</c:v>
                </c:pt>
                <c:pt idx="727">
                  <c:v>2.0194444444444444</c:v>
                </c:pt>
                <c:pt idx="728">
                  <c:v>2.0222222222222221</c:v>
                </c:pt>
                <c:pt idx="729">
                  <c:v>2.0249999999999999</c:v>
                </c:pt>
                <c:pt idx="730">
                  <c:v>2.0277777777777777</c:v>
                </c:pt>
                <c:pt idx="731">
                  <c:v>2.0305555555555554</c:v>
                </c:pt>
                <c:pt idx="732">
                  <c:v>2.0333333333333332</c:v>
                </c:pt>
                <c:pt idx="733">
                  <c:v>2.036111111111111</c:v>
                </c:pt>
                <c:pt idx="734">
                  <c:v>2.0388888888888888</c:v>
                </c:pt>
                <c:pt idx="735">
                  <c:v>2.0416666666666665</c:v>
                </c:pt>
                <c:pt idx="736">
                  <c:v>2.0444444444444447</c:v>
                </c:pt>
                <c:pt idx="737">
                  <c:v>2.0472222222222221</c:v>
                </c:pt>
                <c:pt idx="738">
                  <c:v>2.0499999999999998</c:v>
                </c:pt>
                <c:pt idx="739">
                  <c:v>2.052777777777778</c:v>
                </c:pt>
                <c:pt idx="740">
                  <c:v>2.0555555555555554</c:v>
                </c:pt>
                <c:pt idx="741">
                  <c:v>2.0583333333333331</c:v>
                </c:pt>
                <c:pt idx="742">
                  <c:v>2.0611111111111113</c:v>
                </c:pt>
                <c:pt idx="743">
                  <c:v>2.0638888888888887</c:v>
                </c:pt>
                <c:pt idx="744">
                  <c:v>2.0666666666666669</c:v>
                </c:pt>
                <c:pt idx="745">
                  <c:v>2.0694444444444446</c:v>
                </c:pt>
                <c:pt idx="746">
                  <c:v>2.072222222222222</c:v>
                </c:pt>
                <c:pt idx="747">
                  <c:v>2.0750000000000002</c:v>
                </c:pt>
                <c:pt idx="748">
                  <c:v>2.0777777777777779</c:v>
                </c:pt>
                <c:pt idx="749">
                  <c:v>2.0805555555555553</c:v>
                </c:pt>
                <c:pt idx="750">
                  <c:v>2.0833333333333335</c:v>
                </c:pt>
                <c:pt idx="751">
                  <c:v>2.0861111111111112</c:v>
                </c:pt>
                <c:pt idx="752">
                  <c:v>2.088888888888889</c:v>
                </c:pt>
                <c:pt idx="753">
                  <c:v>2.0916666666666668</c:v>
                </c:pt>
                <c:pt idx="754">
                  <c:v>2.0944444444444446</c:v>
                </c:pt>
                <c:pt idx="755">
                  <c:v>2.0972222222222223</c:v>
                </c:pt>
                <c:pt idx="756">
                  <c:v>2.1</c:v>
                </c:pt>
                <c:pt idx="757">
                  <c:v>2.1027777777777779</c:v>
                </c:pt>
                <c:pt idx="758">
                  <c:v>2.1055555555555556</c:v>
                </c:pt>
                <c:pt idx="759">
                  <c:v>2.1083333333333334</c:v>
                </c:pt>
                <c:pt idx="760">
                  <c:v>2.1111111111111112</c:v>
                </c:pt>
                <c:pt idx="761">
                  <c:v>2.1138888888888889</c:v>
                </c:pt>
                <c:pt idx="762">
                  <c:v>2.1166666666666667</c:v>
                </c:pt>
                <c:pt idx="763">
                  <c:v>2.1194444444444445</c:v>
                </c:pt>
                <c:pt idx="764">
                  <c:v>2.1222222222222222</c:v>
                </c:pt>
                <c:pt idx="765">
                  <c:v>2.125</c:v>
                </c:pt>
                <c:pt idx="766">
                  <c:v>2.1277777777777778</c:v>
                </c:pt>
                <c:pt idx="767">
                  <c:v>2.1305555555555555</c:v>
                </c:pt>
                <c:pt idx="768">
                  <c:v>2.1333333333333333</c:v>
                </c:pt>
                <c:pt idx="769">
                  <c:v>2.1361111111111111</c:v>
                </c:pt>
                <c:pt idx="770">
                  <c:v>2.1388888888888888</c:v>
                </c:pt>
                <c:pt idx="771">
                  <c:v>2.1416666666666666</c:v>
                </c:pt>
                <c:pt idx="772">
                  <c:v>2.1444444444444444</c:v>
                </c:pt>
                <c:pt idx="773">
                  <c:v>2.1472222222222226</c:v>
                </c:pt>
                <c:pt idx="774">
                  <c:v>2.15</c:v>
                </c:pt>
                <c:pt idx="775">
                  <c:v>2.1527777777777777</c:v>
                </c:pt>
                <c:pt idx="776">
                  <c:v>2.1555555555555559</c:v>
                </c:pt>
                <c:pt idx="777">
                  <c:v>2.1583333333333332</c:v>
                </c:pt>
                <c:pt idx="778">
                  <c:v>2.161111111111111</c:v>
                </c:pt>
                <c:pt idx="779">
                  <c:v>2.1638888888888892</c:v>
                </c:pt>
                <c:pt idx="780">
                  <c:v>2.1666666666666665</c:v>
                </c:pt>
                <c:pt idx="781">
                  <c:v>2.1694444444444443</c:v>
                </c:pt>
                <c:pt idx="782">
                  <c:v>2.1722222222222225</c:v>
                </c:pt>
                <c:pt idx="783">
                  <c:v>2.1749999999999998</c:v>
                </c:pt>
                <c:pt idx="784">
                  <c:v>2.1777777777777776</c:v>
                </c:pt>
                <c:pt idx="785">
                  <c:v>2.1805555555555558</c:v>
                </c:pt>
                <c:pt idx="786">
                  <c:v>2.1833333333333331</c:v>
                </c:pt>
                <c:pt idx="787">
                  <c:v>2.1861111111111109</c:v>
                </c:pt>
                <c:pt idx="788">
                  <c:v>2.1888888888888891</c:v>
                </c:pt>
                <c:pt idx="789">
                  <c:v>2.1916666666666669</c:v>
                </c:pt>
                <c:pt idx="790">
                  <c:v>2.1944444444444442</c:v>
                </c:pt>
                <c:pt idx="791">
                  <c:v>2.1972222222222224</c:v>
                </c:pt>
                <c:pt idx="792">
                  <c:v>2.2000000000000002</c:v>
                </c:pt>
                <c:pt idx="793">
                  <c:v>2.2027777777777775</c:v>
                </c:pt>
                <c:pt idx="794">
                  <c:v>2.2055555555555557</c:v>
                </c:pt>
                <c:pt idx="795">
                  <c:v>2.2083333333333335</c:v>
                </c:pt>
                <c:pt idx="796">
                  <c:v>2.2111111111111108</c:v>
                </c:pt>
                <c:pt idx="797">
                  <c:v>2.213888888888889</c:v>
                </c:pt>
                <c:pt idx="798">
                  <c:v>2.2166666666666668</c:v>
                </c:pt>
                <c:pt idx="799">
                  <c:v>2.2194444444444441</c:v>
                </c:pt>
                <c:pt idx="800">
                  <c:v>2.2222222222222223</c:v>
                </c:pt>
                <c:pt idx="801">
                  <c:v>2.2250000000000001</c:v>
                </c:pt>
                <c:pt idx="802">
                  <c:v>2.2277777777777774</c:v>
                </c:pt>
                <c:pt idx="803">
                  <c:v>2.2305555555555556</c:v>
                </c:pt>
                <c:pt idx="804">
                  <c:v>2.2333333333333334</c:v>
                </c:pt>
                <c:pt idx="805">
                  <c:v>2.2361111111111112</c:v>
                </c:pt>
                <c:pt idx="806">
                  <c:v>2.2388888888888889</c:v>
                </c:pt>
                <c:pt idx="807">
                  <c:v>2.2416666666666667</c:v>
                </c:pt>
                <c:pt idx="808">
                  <c:v>2.2444444444444445</c:v>
                </c:pt>
                <c:pt idx="809">
                  <c:v>2.2472222222222222</c:v>
                </c:pt>
                <c:pt idx="810">
                  <c:v>2.25</c:v>
                </c:pt>
                <c:pt idx="811">
                  <c:v>2.2527777777777778</c:v>
                </c:pt>
                <c:pt idx="812">
                  <c:v>2.2555555555555555</c:v>
                </c:pt>
                <c:pt idx="813">
                  <c:v>2.2583333333333333</c:v>
                </c:pt>
                <c:pt idx="814">
                  <c:v>2.2611111111111111</c:v>
                </c:pt>
                <c:pt idx="815">
                  <c:v>2.2638888888888888</c:v>
                </c:pt>
                <c:pt idx="816">
                  <c:v>2.2666666666666666</c:v>
                </c:pt>
                <c:pt idx="817">
                  <c:v>2.2694444444444444</c:v>
                </c:pt>
                <c:pt idx="818">
                  <c:v>2.2722222222222226</c:v>
                </c:pt>
                <c:pt idx="819">
                  <c:v>2.2749999999999999</c:v>
                </c:pt>
                <c:pt idx="820">
                  <c:v>2.2777777777777777</c:v>
                </c:pt>
                <c:pt idx="821">
                  <c:v>2.2805555555555559</c:v>
                </c:pt>
                <c:pt idx="822">
                  <c:v>2.2833333333333332</c:v>
                </c:pt>
                <c:pt idx="823">
                  <c:v>2.286111111111111</c:v>
                </c:pt>
                <c:pt idx="824">
                  <c:v>2.2888888888888892</c:v>
                </c:pt>
                <c:pt idx="825">
                  <c:v>2.2916666666666665</c:v>
                </c:pt>
                <c:pt idx="826">
                  <c:v>2.2944444444444443</c:v>
                </c:pt>
                <c:pt idx="827">
                  <c:v>2.2972222222222225</c:v>
                </c:pt>
                <c:pt idx="828">
                  <c:v>2.2999999999999998</c:v>
                </c:pt>
                <c:pt idx="829">
                  <c:v>2.3027777777777776</c:v>
                </c:pt>
                <c:pt idx="830">
                  <c:v>2.3055555555555558</c:v>
                </c:pt>
                <c:pt idx="831">
                  <c:v>2.3083333333333331</c:v>
                </c:pt>
                <c:pt idx="832">
                  <c:v>2.3111111111111109</c:v>
                </c:pt>
                <c:pt idx="833">
                  <c:v>2.3138888888888891</c:v>
                </c:pt>
                <c:pt idx="834">
                  <c:v>2.3166666666666669</c:v>
                </c:pt>
                <c:pt idx="835">
                  <c:v>2.3194444444444442</c:v>
                </c:pt>
                <c:pt idx="836">
                  <c:v>2.3222222222222224</c:v>
                </c:pt>
                <c:pt idx="837">
                  <c:v>2.3250000000000002</c:v>
                </c:pt>
                <c:pt idx="838">
                  <c:v>2.3277777777777775</c:v>
                </c:pt>
                <c:pt idx="839">
                  <c:v>2.3305555555555557</c:v>
                </c:pt>
                <c:pt idx="840">
                  <c:v>2.3333333333333335</c:v>
                </c:pt>
                <c:pt idx="841">
                  <c:v>2.3361111111111108</c:v>
                </c:pt>
                <c:pt idx="842">
                  <c:v>2.338888888888889</c:v>
                </c:pt>
                <c:pt idx="843">
                  <c:v>2.3416666666666668</c:v>
                </c:pt>
                <c:pt idx="844">
                  <c:v>2.3444444444444441</c:v>
                </c:pt>
                <c:pt idx="845">
                  <c:v>2.3472222222222223</c:v>
                </c:pt>
                <c:pt idx="846">
                  <c:v>2.35</c:v>
                </c:pt>
                <c:pt idx="847">
                  <c:v>2.3527777777777774</c:v>
                </c:pt>
                <c:pt idx="848">
                  <c:v>2.3555555555555556</c:v>
                </c:pt>
                <c:pt idx="849">
                  <c:v>2.3583333333333334</c:v>
                </c:pt>
                <c:pt idx="850">
                  <c:v>2.3611111111111112</c:v>
                </c:pt>
                <c:pt idx="851">
                  <c:v>2.3638888888888889</c:v>
                </c:pt>
                <c:pt idx="852">
                  <c:v>2.3666666666666667</c:v>
                </c:pt>
                <c:pt idx="853">
                  <c:v>2.3694444444444445</c:v>
                </c:pt>
                <c:pt idx="854">
                  <c:v>2.3722222222222222</c:v>
                </c:pt>
                <c:pt idx="855">
                  <c:v>2.375</c:v>
                </c:pt>
                <c:pt idx="856">
                  <c:v>2.3777777777777778</c:v>
                </c:pt>
                <c:pt idx="857">
                  <c:v>2.3805555555555555</c:v>
                </c:pt>
                <c:pt idx="858">
                  <c:v>2.3833333333333333</c:v>
                </c:pt>
                <c:pt idx="859">
                  <c:v>2.3861111111111111</c:v>
                </c:pt>
                <c:pt idx="860">
                  <c:v>2.3888888888888888</c:v>
                </c:pt>
                <c:pt idx="861">
                  <c:v>2.3916666666666666</c:v>
                </c:pt>
                <c:pt idx="862">
                  <c:v>2.3944444444444444</c:v>
                </c:pt>
                <c:pt idx="863">
                  <c:v>2.3972222222222226</c:v>
                </c:pt>
                <c:pt idx="864">
                  <c:v>2.4</c:v>
                </c:pt>
                <c:pt idx="865">
                  <c:v>2.4027777777777777</c:v>
                </c:pt>
                <c:pt idx="866">
                  <c:v>2.4055555555555559</c:v>
                </c:pt>
                <c:pt idx="867">
                  <c:v>2.4083333333333332</c:v>
                </c:pt>
                <c:pt idx="868">
                  <c:v>2.411111111111111</c:v>
                </c:pt>
                <c:pt idx="869">
                  <c:v>2.4138888888888892</c:v>
                </c:pt>
                <c:pt idx="870">
                  <c:v>2.4166666666666665</c:v>
                </c:pt>
                <c:pt idx="871">
                  <c:v>2.4194444444444443</c:v>
                </c:pt>
                <c:pt idx="872">
                  <c:v>2.4222222222222225</c:v>
                </c:pt>
                <c:pt idx="873">
                  <c:v>2.4249999999999998</c:v>
                </c:pt>
                <c:pt idx="874">
                  <c:v>2.4277777777777776</c:v>
                </c:pt>
                <c:pt idx="875">
                  <c:v>2.4305555555555558</c:v>
                </c:pt>
                <c:pt idx="876">
                  <c:v>2.4333333333333331</c:v>
                </c:pt>
                <c:pt idx="877">
                  <c:v>2.4361111111111109</c:v>
                </c:pt>
                <c:pt idx="878">
                  <c:v>2.4388888888888891</c:v>
                </c:pt>
                <c:pt idx="879">
                  <c:v>2.4416666666666669</c:v>
                </c:pt>
                <c:pt idx="880">
                  <c:v>2.4444444444444442</c:v>
                </c:pt>
                <c:pt idx="881">
                  <c:v>2.4472222222222224</c:v>
                </c:pt>
                <c:pt idx="882">
                  <c:v>2.4500000000000002</c:v>
                </c:pt>
                <c:pt idx="883">
                  <c:v>2.4527777777777775</c:v>
                </c:pt>
                <c:pt idx="884">
                  <c:v>2.4555555555555557</c:v>
                </c:pt>
                <c:pt idx="885">
                  <c:v>2.4583333333333335</c:v>
                </c:pt>
                <c:pt idx="886">
                  <c:v>2.4611111111111108</c:v>
                </c:pt>
                <c:pt idx="887">
                  <c:v>2.463888888888889</c:v>
                </c:pt>
                <c:pt idx="888">
                  <c:v>2.4666666666666668</c:v>
                </c:pt>
                <c:pt idx="889">
                  <c:v>2.4694444444444441</c:v>
                </c:pt>
                <c:pt idx="890">
                  <c:v>2.4722222222222223</c:v>
                </c:pt>
                <c:pt idx="891">
                  <c:v>2.4750000000000001</c:v>
                </c:pt>
                <c:pt idx="892">
                  <c:v>2.4777777777777774</c:v>
                </c:pt>
                <c:pt idx="893">
                  <c:v>2.4805555555555556</c:v>
                </c:pt>
                <c:pt idx="894">
                  <c:v>2.4833333333333334</c:v>
                </c:pt>
                <c:pt idx="895">
                  <c:v>2.4861111111111112</c:v>
                </c:pt>
                <c:pt idx="896">
                  <c:v>2.4888888888888889</c:v>
                </c:pt>
                <c:pt idx="897">
                  <c:v>2.4916666666666667</c:v>
                </c:pt>
                <c:pt idx="898">
                  <c:v>2.4944444444444445</c:v>
                </c:pt>
                <c:pt idx="899">
                  <c:v>2.4972222222222222</c:v>
                </c:pt>
                <c:pt idx="900">
                  <c:v>2.5</c:v>
                </c:pt>
                <c:pt idx="901">
                  <c:v>2.5027777777777778</c:v>
                </c:pt>
                <c:pt idx="902">
                  <c:v>2.5055555555555555</c:v>
                </c:pt>
                <c:pt idx="903">
                  <c:v>2.5083333333333333</c:v>
                </c:pt>
                <c:pt idx="904">
                  <c:v>2.5111111111111111</c:v>
                </c:pt>
                <c:pt idx="905">
                  <c:v>2.5138888888888888</c:v>
                </c:pt>
                <c:pt idx="906">
                  <c:v>2.5166666666666666</c:v>
                </c:pt>
                <c:pt idx="907">
                  <c:v>2.5194444444444444</c:v>
                </c:pt>
                <c:pt idx="908">
                  <c:v>2.5222222222222226</c:v>
                </c:pt>
                <c:pt idx="909">
                  <c:v>2.5249999999999999</c:v>
                </c:pt>
                <c:pt idx="910">
                  <c:v>2.5277777777777777</c:v>
                </c:pt>
                <c:pt idx="911">
                  <c:v>2.5305555555555559</c:v>
                </c:pt>
                <c:pt idx="912">
                  <c:v>2.5333333333333332</c:v>
                </c:pt>
                <c:pt idx="913">
                  <c:v>2.536111111111111</c:v>
                </c:pt>
                <c:pt idx="914">
                  <c:v>2.5388888888888892</c:v>
                </c:pt>
                <c:pt idx="915">
                  <c:v>2.5416666666666665</c:v>
                </c:pt>
                <c:pt idx="916">
                  <c:v>2.5444444444444443</c:v>
                </c:pt>
                <c:pt idx="917">
                  <c:v>2.5472222222222225</c:v>
                </c:pt>
                <c:pt idx="918">
                  <c:v>2.5499999999999998</c:v>
                </c:pt>
                <c:pt idx="919">
                  <c:v>2.5527777777777776</c:v>
                </c:pt>
                <c:pt idx="920">
                  <c:v>2.5555555555555558</c:v>
                </c:pt>
                <c:pt idx="921">
                  <c:v>2.5583333333333331</c:v>
                </c:pt>
                <c:pt idx="922">
                  <c:v>2.5611111111111109</c:v>
                </c:pt>
                <c:pt idx="923">
                  <c:v>2.5638888888888891</c:v>
                </c:pt>
                <c:pt idx="924">
                  <c:v>2.5666666666666669</c:v>
                </c:pt>
                <c:pt idx="925">
                  <c:v>2.5694444444444442</c:v>
                </c:pt>
                <c:pt idx="926">
                  <c:v>2.5722222222222224</c:v>
                </c:pt>
                <c:pt idx="927">
                  <c:v>2.5750000000000002</c:v>
                </c:pt>
                <c:pt idx="928">
                  <c:v>2.5777777777777775</c:v>
                </c:pt>
                <c:pt idx="929">
                  <c:v>2.5805555555555557</c:v>
                </c:pt>
                <c:pt idx="930">
                  <c:v>2.5833333333333335</c:v>
                </c:pt>
                <c:pt idx="931">
                  <c:v>2.5861111111111108</c:v>
                </c:pt>
                <c:pt idx="932">
                  <c:v>2.588888888888889</c:v>
                </c:pt>
                <c:pt idx="933">
                  <c:v>2.5916666666666668</c:v>
                </c:pt>
                <c:pt idx="934">
                  <c:v>2.5944444444444441</c:v>
                </c:pt>
                <c:pt idx="935">
                  <c:v>2.5972222222222223</c:v>
                </c:pt>
                <c:pt idx="936">
                  <c:v>2.6</c:v>
                </c:pt>
                <c:pt idx="937">
                  <c:v>2.6027777777777774</c:v>
                </c:pt>
                <c:pt idx="938">
                  <c:v>2.6055555555555556</c:v>
                </c:pt>
                <c:pt idx="939">
                  <c:v>2.6083333333333334</c:v>
                </c:pt>
                <c:pt idx="940">
                  <c:v>2.6111111111111112</c:v>
                </c:pt>
                <c:pt idx="941">
                  <c:v>2.6138888888888889</c:v>
                </c:pt>
                <c:pt idx="942">
                  <c:v>2.6166666666666667</c:v>
                </c:pt>
                <c:pt idx="943">
                  <c:v>2.6194444444444445</c:v>
                </c:pt>
                <c:pt idx="944">
                  <c:v>2.6222222222222222</c:v>
                </c:pt>
                <c:pt idx="945">
                  <c:v>2.625</c:v>
                </c:pt>
                <c:pt idx="946">
                  <c:v>2.6277777777777778</c:v>
                </c:pt>
                <c:pt idx="947">
                  <c:v>2.6305555555555555</c:v>
                </c:pt>
                <c:pt idx="948">
                  <c:v>2.6333333333333333</c:v>
                </c:pt>
                <c:pt idx="949">
                  <c:v>2.6361111111111111</c:v>
                </c:pt>
                <c:pt idx="950">
                  <c:v>2.6388888888888888</c:v>
                </c:pt>
                <c:pt idx="951">
                  <c:v>2.6416666666666666</c:v>
                </c:pt>
                <c:pt idx="952">
                  <c:v>2.6444444444444444</c:v>
                </c:pt>
                <c:pt idx="953">
                  <c:v>2.6472222222222226</c:v>
                </c:pt>
                <c:pt idx="954">
                  <c:v>2.65</c:v>
                </c:pt>
                <c:pt idx="955">
                  <c:v>2.6527777777777777</c:v>
                </c:pt>
                <c:pt idx="956">
                  <c:v>2.6555555555555559</c:v>
                </c:pt>
                <c:pt idx="957">
                  <c:v>2.6583333333333332</c:v>
                </c:pt>
                <c:pt idx="958">
                  <c:v>2.661111111111111</c:v>
                </c:pt>
                <c:pt idx="959">
                  <c:v>2.6638888888888892</c:v>
                </c:pt>
                <c:pt idx="960">
                  <c:v>2.6666666666666665</c:v>
                </c:pt>
                <c:pt idx="961">
                  <c:v>2.6694444444444443</c:v>
                </c:pt>
                <c:pt idx="962">
                  <c:v>2.6722222222222225</c:v>
                </c:pt>
                <c:pt idx="963">
                  <c:v>2.6749999999999998</c:v>
                </c:pt>
                <c:pt idx="964">
                  <c:v>2.6777777777777776</c:v>
                </c:pt>
                <c:pt idx="965">
                  <c:v>2.6805555555555558</c:v>
                </c:pt>
                <c:pt idx="966">
                  <c:v>2.6833333333333331</c:v>
                </c:pt>
                <c:pt idx="967">
                  <c:v>2.6861111111111109</c:v>
                </c:pt>
                <c:pt idx="968">
                  <c:v>2.6888888888888891</c:v>
                </c:pt>
                <c:pt idx="969">
                  <c:v>2.6916666666666669</c:v>
                </c:pt>
                <c:pt idx="970">
                  <c:v>2.6944444444444442</c:v>
                </c:pt>
                <c:pt idx="971">
                  <c:v>2.6972222222222224</c:v>
                </c:pt>
                <c:pt idx="972">
                  <c:v>2.7</c:v>
                </c:pt>
                <c:pt idx="973">
                  <c:v>2.7027777777777775</c:v>
                </c:pt>
                <c:pt idx="974">
                  <c:v>2.7055555555555557</c:v>
                </c:pt>
                <c:pt idx="975">
                  <c:v>2.7083333333333335</c:v>
                </c:pt>
                <c:pt idx="976">
                  <c:v>2.7111111111111108</c:v>
                </c:pt>
                <c:pt idx="977">
                  <c:v>2.713888888888889</c:v>
                </c:pt>
                <c:pt idx="978">
                  <c:v>2.7166666666666668</c:v>
                </c:pt>
                <c:pt idx="979">
                  <c:v>2.7194444444444441</c:v>
                </c:pt>
                <c:pt idx="980">
                  <c:v>2.7222222222222223</c:v>
                </c:pt>
                <c:pt idx="981">
                  <c:v>2.7250000000000001</c:v>
                </c:pt>
                <c:pt idx="982">
                  <c:v>2.7277777777777774</c:v>
                </c:pt>
                <c:pt idx="983">
                  <c:v>2.7305555555555556</c:v>
                </c:pt>
                <c:pt idx="984">
                  <c:v>2.7333333333333334</c:v>
                </c:pt>
                <c:pt idx="985">
                  <c:v>2.7361111111111112</c:v>
                </c:pt>
                <c:pt idx="986">
                  <c:v>2.7388888888888889</c:v>
                </c:pt>
                <c:pt idx="987">
                  <c:v>2.7416666666666667</c:v>
                </c:pt>
                <c:pt idx="988">
                  <c:v>2.7444444444444445</c:v>
                </c:pt>
                <c:pt idx="989">
                  <c:v>2.7472222222222222</c:v>
                </c:pt>
                <c:pt idx="990">
                  <c:v>2.75</c:v>
                </c:pt>
                <c:pt idx="991">
                  <c:v>2.7527777777777778</c:v>
                </c:pt>
                <c:pt idx="992">
                  <c:v>2.7555555555555555</c:v>
                </c:pt>
                <c:pt idx="993">
                  <c:v>2.7583333333333333</c:v>
                </c:pt>
                <c:pt idx="994">
                  <c:v>2.7611111111111111</c:v>
                </c:pt>
                <c:pt idx="995">
                  <c:v>2.7638888888888888</c:v>
                </c:pt>
                <c:pt idx="996">
                  <c:v>2.7666666666666666</c:v>
                </c:pt>
                <c:pt idx="997">
                  <c:v>2.7694444444444444</c:v>
                </c:pt>
                <c:pt idx="998">
                  <c:v>2.7722222222222226</c:v>
                </c:pt>
                <c:pt idx="999">
                  <c:v>2.7749999999999999</c:v>
                </c:pt>
                <c:pt idx="1000">
                  <c:v>2.7777777777777777</c:v>
                </c:pt>
                <c:pt idx="1001">
                  <c:v>2.7805555555555559</c:v>
                </c:pt>
                <c:pt idx="1002">
                  <c:v>2.7833333333333332</c:v>
                </c:pt>
                <c:pt idx="1003">
                  <c:v>2.786111111111111</c:v>
                </c:pt>
                <c:pt idx="1004">
                  <c:v>2.7888888888888892</c:v>
                </c:pt>
                <c:pt idx="1005">
                  <c:v>2.7916666666666665</c:v>
                </c:pt>
                <c:pt idx="1006">
                  <c:v>2.7944444444444443</c:v>
                </c:pt>
                <c:pt idx="1007">
                  <c:v>2.7972222222222225</c:v>
                </c:pt>
                <c:pt idx="1008">
                  <c:v>2.8</c:v>
                </c:pt>
                <c:pt idx="1009">
                  <c:v>2.8027777777777776</c:v>
                </c:pt>
                <c:pt idx="1010">
                  <c:v>2.8055555555555558</c:v>
                </c:pt>
                <c:pt idx="1011">
                  <c:v>2.8083333333333331</c:v>
                </c:pt>
                <c:pt idx="1012">
                  <c:v>2.8111111111111109</c:v>
                </c:pt>
                <c:pt idx="1013">
                  <c:v>2.8138888888888891</c:v>
                </c:pt>
                <c:pt idx="1014">
                  <c:v>2.8166666666666669</c:v>
                </c:pt>
                <c:pt idx="1015">
                  <c:v>2.8194444444444442</c:v>
                </c:pt>
                <c:pt idx="1016">
                  <c:v>2.8222222222222224</c:v>
                </c:pt>
                <c:pt idx="1017">
                  <c:v>2.8250000000000002</c:v>
                </c:pt>
                <c:pt idx="1018">
                  <c:v>2.8277777777777775</c:v>
                </c:pt>
                <c:pt idx="1019">
                  <c:v>2.8305555555555557</c:v>
                </c:pt>
                <c:pt idx="1020">
                  <c:v>2.8333333333333335</c:v>
                </c:pt>
                <c:pt idx="1021">
                  <c:v>2.8361111111111108</c:v>
                </c:pt>
                <c:pt idx="1022">
                  <c:v>2.838888888888889</c:v>
                </c:pt>
                <c:pt idx="1023">
                  <c:v>2.8416666666666668</c:v>
                </c:pt>
                <c:pt idx="1024">
                  <c:v>2.8444444444444441</c:v>
                </c:pt>
                <c:pt idx="1025">
                  <c:v>2.8472222222222223</c:v>
                </c:pt>
                <c:pt idx="1026">
                  <c:v>2.85</c:v>
                </c:pt>
                <c:pt idx="1027">
                  <c:v>2.8527777777777774</c:v>
                </c:pt>
                <c:pt idx="1028">
                  <c:v>2.8555555555555556</c:v>
                </c:pt>
                <c:pt idx="1029">
                  <c:v>2.8583333333333334</c:v>
                </c:pt>
                <c:pt idx="1030">
                  <c:v>2.8611111111111112</c:v>
                </c:pt>
                <c:pt idx="1031">
                  <c:v>2.8638888888888889</c:v>
                </c:pt>
                <c:pt idx="1032">
                  <c:v>2.8666666666666667</c:v>
                </c:pt>
                <c:pt idx="1033">
                  <c:v>2.8694444444444445</c:v>
                </c:pt>
                <c:pt idx="1034">
                  <c:v>2.8722222222222222</c:v>
                </c:pt>
                <c:pt idx="1035">
                  <c:v>2.875</c:v>
                </c:pt>
                <c:pt idx="1036">
                  <c:v>2.8777777777777778</c:v>
                </c:pt>
                <c:pt idx="1037">
                  <c:v>2.8805555555555555</c:v>
                </c:pt>
                <c:pt idx="1038">
                  <c:v>2.8833333333333333</c:v>
                </c:pt>
                <c:pt idx="1039">
                  <c:v>2.8861111111111111</c:v>
                </c:pt>
                <c:pt idx="1040">
                  <c:v>2.8888888888888888</c:v>
                </c:pt>
                <c:pt idx="1041">
                  <c:v>2.8916666666666666</c:v>
                </c:pt>
                <c:pt idx="1042">
                  <c:v>2.8944444444444444</c:v>
                </c:pt>
                <c:pt idx="1043">
                  <c:v>2.8972222222222226</c:v>
                </c:pt>
                <c:pt idx="1044">
                  <c:v>2.9</c:v>
                </c:pt>
                <c:pt idx="1045">
                  <c:v>2.9027777777777777</c:v>
                </c:pt>
                <c:pt idx="1046">
                  <c:v>2.9055555555555559</c:v>
                </c:pt>
                <c:pt idx="1047">
                  <c:v>2.9083333333333332</c:v>
                </c:pt>
                <c:pt idx="1048">
                  <c:v>2.911111111111111</c:v>
                </c:pt>
                <c:pt idx="1049">
                  <c:v>2.9138888888888892</c:v>
                </c:pt>
                <c:pt idx="1050">
                  <c:v>2.9166666666666665</c:v>
                </c:pt>
                <c:pt idx="1051">
                  <c:v>2.9194444444444443</c:v>
                </c:pt>
                <c:pt idx="1052">
                  <c:v>2.9222222222222225</c:v>
                </c:pt>
                <c:pt idx="1053">
                  <c:v>2.9249999999999998</c:v>
                </c:pt>
                <c:pt idx="1054">
                  <c:v>2.9277777777777776</c:v>
                </c:pt>
                <c:pt idx="1055">
                  <c:v>2.9305555555555558</c:v>
                </c:pt>
                <c:pt idx="1056">
                  <c:v>2.9333333333333331</c:v>
                </c:pt>
                <c:pt idx="1057">
                  <c:v>2.9361111111111109</c:v>
                </c:pt>
                <c:pt idx="1058">
                  <c:v>2.9388888888888891</c:v>
                </c:pt>
                <c:pt idx="1059">
                  <c:v>2.9416666666666669</c:v>
                </c:pt>
                <c:pt idx="1060">
                  <c:v>2.9444444444444442</c:v>
                </c:pt>
                <c:pt idx="1061">
                  <c:v>2.9472222222222224</c:v>
                </c:pt>
                <c:pt idx="1062">
                  <c:v>2.95</c:v>
                </c:pt>
                <c:pt idx="1063">
                  <c:v>2.9527777777777775</c:v>
                </c:pt>
                <c:pt idx="1064">
                  <c:v>2.9555555555555557</c:v>
                </c:pt>
                <c:pt idx="1065">
                  <c:v>2.9583333333333335</c:v>
                </c:pt>
                <c:pt idx="1066">
                  <c:v>2.9611111111111108</c:v>
                </c:pt>
                <c:pt idx="1067">
                  <c:v>2.963888888888889</c:v>
                </c:pt>
                <c:pt idx="1068">
                  <c:v>2.9666666666666668</c:v>
                </c:pt>
                <c:pt idx="1069">
                  <c:v>2.9694444444444441</c:v>
                </c:pt>
                <c:pt idx="1070">
                  <c:v>2.9722222222222223</c:v>
                </c:pt>
                <c:pt idx="1071">
                  <c:v>2.9750000000000001</c:v>
                </c:pt>
                <c:pt idx="1072">
                  <c:v>2.9777777777777774</c:v>
                </c:pt>
                <c:pt idx="1073">
                  <c:v>2.9805555555555556</c:v>
                </c:pt>
                <c:pt idx="1074">
                  <c:v>2.9833333333333334</c:v>
                </c:pt>
                <c:pt idx="1075">
                  <c:v>2.9861111111111112</c:v>
                </c:pt>
                <c:pt idx="1076">
                  <c:v>2.9888888888888889</c:v>
                </c:pt>
                <c:pt idx="1077">
                  <c:v>2.9916666666666667</c:v>
                </c:pt>
                <c:pt idx="1078">
                  <c:v>2.9944444444444445</c:v>
                </c:pt>
                <c:pt idx="1079">
                  <c:v>2.9972222222222222</c:v>
                </c:pt>
                <c:pt idx="1080">
                  <c:v>3</c:v>
                </c:pt>
              </c:numCache>
            </c:numRef>
          </c:xVal>
          <c:yVal>
            <c:numRef>
              <c:f>Sheet1!$U$4:$U$1084</c:f>
              <c:numCache>
                <c:formatCode>0.00</c:formatCode>
                <c:ptCount val="1081"/>
                <c:pt idx="0">
                  <c:v>0</c:v>
                </c:pt>
                <c:pt idx="1">
                  <c:v>2.3271178534519959E-137</c:v>
                </c:pt>
                <c:pt idx="2">
                  <c:v>2.4008397637634225E-119</c:v>
                </c:pt>
                <c:pt idx="3">
                  <c:v>7.8992121224103901E-109</c:v>
                </c:pt>
                <c:pt idx="4">
                  <c:v>2.2164249505792884E-101</c:v>
                </c:pt>
                <c:pt idx="5">
                  <c:v>1.2941924695102788E-95</c:v>
                </c:pt>
                <c:pt idx="6">
                  <c:v>6.525573548699429E-91</c:v>
                </c:pt>
                <c:pt idx="7">
                  <c:v>6.0697544795743131E-87</c:v>
                </c:pt>
                <c:pt idx="8">
                  <c:v>1.6384492749636054E-83</c:v>
                </c:pt>
                <c:pt idx="9">
                  <c:v>1.7192118855677086E-80</c:v>
                </c:pt>
                <c:pt idx="10">
                  <c:v>8.5609881546801998E-78</c:v>
                </c:pt>
                <c:pt idx="11">
                  <c:v>2.3325451729126148E-75</c:v>
                </c:pt>
                <c:pt idx="12">
                  <c:v>3.8626803842865699E-73</c:v>
                </c:pt>
                <c:pt idx="13">
                  <c:v>4.2107572710595535E-71</c:v>
                </c:pt>
                <c:pt idx="14">
                  <c:v>3.2150391599490116E-69</c:v>
                </c:pt>
                <c:pt idx="15">
                  <c:v>1.8060290319126932E-67</c:v>
                </c:pt>
                <c:pt idx="16">
                  <c:v>7.7659251591189728E-66</c:v>
                </c:pt>
                <c:pt idx="17">
                  <c:v>2.6404295338981619E-64</c:v>
                </c:pt>
                <c:pt idx="18">
                  <c:v>7.2917985658990258E-63</c:v>
                </c:pt>
                <c:pt idx="19">
                  <c:v>1.6728055912339623E-61</c:v>
                </c:pt>
                <c:pt idx="20">
                  <c:v>3.2491832943464832E-60</c:v>
                </c:pt>
                <c:pt idx="21">
                  <c:v>5.4309676189691953E-59</c:v>
                </c:pt>
                <c:pt idx="22">
                  <c:v>7.9218285029480092E-58</c:v>
                </c:pt>
                <c:pt idx="23">
                  <c:v>1.0206569697132993E-56</c:v>
                </c:pt>
                <c:pt idx="24">
                  <c:v>1.1738948701093404E-55</c:v>
                </c:pt>
                <c:pt idx="25">
                  <c:v>1.2164668542401731E-54</c:v>
                </c:pt>
                <c:pt idx="26">
                  <c:v>1.1451060137398378E-53</c:v>
                </c:pt>
                <c:pt idx="27">
                  <c:v>9.8631519606787587E-53</c:v>
                </c:pt>
                <c:pt idx="28">
                  <c:v>7.8237832970864218E-52</c:v>
                </c:pt>
                <c:pt idx="29">
                  <c:v>5.7485705259374959E-51</c:v>
                </c:pt>
                <c:pt idx="30">
                  <c:v>3.9327861399070187E-50</c:v>
                </c:pt>
                <c:pt idx="31">
                  <c:v>2.516933464674541E-49</c:v>
                </c:pt>
                <c:pt idx="32">
                  <c:v>1.513261077646969E-48</c:v>
                </c:pt>
                <c:pt idx="33">
                  <c:v>8.5801842282307803E-48</c:v>
                </c:pt>
                <c:pt idx="34">
                  <c:v>4.6040528501129376E-47</c:v>
                </c:pt>
                <c:pt idx="35">
                  <c:v>2.3454868170849672E-46</c:v>
                </c:pt>
                <c:pt idx="36">
                  <c:v>1.1377463185186776E-45</c:v>
                </c:pt>
                <c:pt idx="37">
                  <c:v>5.2691904309078552E-45</c:v>
                </c:pt>
                <c:pt idx="38">
                  <c:v>2.3356152648926455E-44</c:v>
                </c:pt>
                <c:pt idx="39">
                  <c:v>9.9313202632005055E-44</c:v>
                </c:pt>
                <c:pt idx="40">
                  <c:v>4.0595239018791457E-43</c:v>
                </c:pt>
                <c:pt idx="41">
                  <c:v>1.5982771254781313E-42</c:v>
                </c:pt>
                <c:pt idx="42">
                  <c:v>6.0718797515869659E-42</c:v>
                </c:pt>
                <c:pt idx="43">
                  <c:v>2.2295546937866202E-41</c:v>
                </c:pt>
                <c:pt idx="44">
                  <c:v>7.9253133547835624E-41</c:v>
                </c:pt>
                <c:pt idx="45">
                  <c:v>2.7311888921714441E-40</c:v>
                </c:pt>
                <c:pt idx="46">
                  <c:v>9.1372576125267862E-40</c:v>
                </c:pt>
                <c:pt idx="47">
                  <c:v>2.9714094638728049E-39</c:v>
                </c:pt>
                <c:pt idx="48">
                  <c:v>9.4039503214780829E-39</c:v>
                </c:pt>
                <c:pt idx="49">
                  <c:v>2.8996524240156147E-38</c:v>
                </c:pt>
                <c:pt idx="50">
                  <c:v>8.7202002661758416E-38</c:v>
                </c:pt>
                <c:pt idx="51">
                  <c:v>2.5602467424780902E-37</c:v>
                </c:pt>
                <c:pt idx="52">
                  <c:v>7.3454250550831282E-37</c:v>
                </c:pt>
                <c:pt idx="53">
                  <c:v>2.061168741328818E-36</c:v>
                </c:pt>
                <c:pt idx="54">
                  <c:v>5.6615066065493812E-36</c:v>
                </c:pt>
                <c:pt idx="55">
                  <c:v>1.5233961590975191E-35</c:v>
                </c:pt>
                <c:pt idx="56">
                  <c:v>4.0186313189397073E-35</c:v>
                </c:pt>
                <c:pt idx="57">
                  <c:v>1.0399990488567101E-34</c:v>
                </c:pt>
                <c:pt idx="58">
                  <c:v>2.6422035583348565E-34</c:v>
                </c:pt>
                <c:pt idx="59">
                  <c:v>6.5940527257715338E-34</c:v>
                </c:pt>
                <c:pt idx="60">
                  <c:v>1.6175279637834821E-33</c:v>
                </c:pt>
                <c:pt idx="61">
                  <c:v>3.9022216370781427E-33</c:v>
                </c:pt>
                <c:pt idx="62">
                  <c:v>9.2633539682520473E-33</c:v>
                </c:pt>
                <c:pt idx="63">
                  <c:v>2.1649352629251656E-32</c:v>
                </c:pt>
                <c:pt idx="64">
                  <c:v>4.9837407632261043E-32</c:v>
                </c:pt>
                <c:pt idx="65">
                  <c:v>1.1305856291784943E-31</c:v>
                </c:pt>
                <c:pt idx="66">
                  <c:v>2.5286181585151423E-31</c:v>
                </c:pt>
                <c:pt idx="67">
                  <c:v>5.5780234983697265E-31</c:v>
                </c:pt>
                <c:pt idx="68">
                  <c:v>1.2141490303778571E-30</c:v>
                </c:pt>
                <c:pt idx="69">
                  <c:v>2.6087216160042991E-30</c:v>
                </c:pt>
                <c:pt idx="70">
                  <c:v>5.5348996452675062E-30</c:v>
                </c:pt>
                <c:pt idx="71">
                  <c:v>1.1600409781342813E-29</c:v>
                </c:pt>
                <c:pt idx="72">
                  <c:v>2.4025213246440814E-29</c:v>
                </c:pt>
                <c:pt idx="73">
                  <c:v>4.9185164706271443E-29</c:v>
                </c:pt>
                <c:pt idx="74">
                  <c:v>9.9565932200940291E-29</c:v>
                </c:pt>
                <c:pt idx="75">
                  <c:v>1.9935560079581334E-28</c:v>
                </c:pt>
                <c:pt idx="76">
                  <c:v>3.9492373195963648E-28</c:v>
                </c:pt>
                <c:pt idx="77">
                  <c:v>7.7425900201576933E-28</c:v>
                </c:pt>
                <c:pt idx="78">
                  <c:v>1.5026712319153478E-27</c:v>
                </c:pt>
                <c:pt idx="79">
                  <c:v>2.8877417091397816E-27</c:v>
                </c:pt>
                <c:pt idx="80">
                  <c:v>5.4963849946426668E-27</c:v>
                </c:pt>
                <c:pt idx="81">
                  <c:v>1.03639215296905E-26</c:v>
                </c:pt>
                <c:pt idx="82">
                  <c:v>1.9364183253255538E-26</c:v>
                </c:pt>
                <c:pt idx="83">
                  <c:v>3.5859038544993125E-26</c:v>
                </c:pt>
                <c:pt idx="84">
                  <c:v>6.5828706234639402E-26</c:v>
                </c:pt>
                <c:pt idx="85">
                  <c:v>1.1982260482078995E-25</c:v>
                </c:pt>
                <c:pt idx="86">
                  <c:v>2.1629941546948781E-25</c:v>
                </c:pt>
                <c:pt idx="87">
                  <c:v>3.8730088187600533E-25</c:v>
                </c:pt>
                <c:pt idx="88">
                  <c:v>6.8801628093882938E-25</c:v>
                </c:pt>
                <c:pt idx="89">
                  <c:v>1.2127850717917483E-24</c:v>
                </c:pt>
                <c:pt idx="90">
                  <c:v>2.1216760198140397E-24</c:v>
                </c:pt>
                <c:pt idx="91">
                  <c:v>3.684317918671512E-24</c:v>
                </c:pt>
                <c:pt idx="92">
                  <c:v>6.351674841104165E-24</c:v>
                </c:pt>
                <c:pt idx="93">
                  <c:v>1.0872779669132358E-23</c:v>
                </c:pt>
                <c:pt idx="94">
                  <c:v>1.8483318519676115E-23</c:v>
                </c:pt>
                <c:pt idx="95">
                  <c:v>3.1208299603993833E-23</c:v>
                </c:pt>
                <c:pt idx="96">
                  <c:v>5.2344713754457226E-23</c:v>
                </c:pt>
                <c:pt idx="97">
                  <c:v>8.7226402350646531E-23</c:v>
                </c:pt>
                <c:pt idx="98">
                  <c:v>1.4442870044553761E-22</c:v>
                </c:pt>
                <c:pt idx="99">
                  <c:v>2.3765431027985213E-22</c:v>
                </c:pt>
                <c:pt idx="100">
                  <c:v>3.886682609199452E-22</c:v>
                </c:pt>
                <c:pt idx="101">
                  <c:v>6.3183919290508737E-22</c:v>
                </c:pt>
                <c:pt idx="102">
                  <c:v>1.0211263846186453E-21</c:v>
                </c:pt>
                <c:pt idx="103">
                  <c:v>1.6407700958514657E-21</c:v>
                </c:pt>
                <c:pt idx="104">
                  <c:v>2.6215591753314916E-21</c:v>
                </c:pt>
                <c:pt idx="105">
                  <c:v>4.1654536769053358E-21</c:v>
                </c:pt>
                <c:pt idx="106">
                  <c:v>6.5826587026156756E-21</c:v>
                </c:pt>
                <c:pt idx="107">
                  <c:v>1.0347159439521471E-20</c:v>
                </c:pt>
                <c:pt idx="108">
                  <c:v>1.6179491450409009E-20</c:v>
                </c:pt>
                <c:pt idx="109">
                  <c:v>2.5169493242893773E-20</c:v>
                </c:pt>
                <c:pt idx="110">
                  <c:v>3.8957471557718847E-20</c:v>
                </c:pt>
                <c:pt idx="111">
                  <c:v>6.0000302167622483E-20</c:v>
                </c:pt>
                <c:pt idx="112">
                  <c:v>9.1960458540922795E-20</c:v>
                </c:pt>
                <c:pt idx="113">
                  <c:v>1.4027214381652186E-19</c:v>
                </c:pt>
                <c:pt idx="114">
                  <c:v>2.1296143435133748E-19</c:v>
                </c:pt>
                <c:pt idx="115">
                  <c:v>3.2182913785976543E-19</c:v>
                </c:pt>
                <c:pt idx="116">
                  <c:v>4.8414934851134585E-19</c:v>
                </c:pt>
                <c:pt idx="117">
                  <c:v>7.2509808894169481E-19</c:v>
                </c:pt>
                <c:pt idx="118">
                  <c:v>1.081211239517572E-18</c:v>
                </c:pt>
                <c:pt idx="119">
                  <c:v>1.6052876126121518E-18</c:v>
                </c:pt>
                <c:pt idx="120">
                  <c:v>2.3733128534092298E-18</c:v>
                </c:pt>
                <c:pt idx="121">
                  <c:v>3.4941979532709473E-18</c:v>
                </c:pt>
                <c:pt idx="122">
                  <c:v>5.1234226517693692E-18</c:v>
                </c:pt>
                <c:pt idx="123">
                  <c:v>7.4820755214448171E-18</c:v>
                </c:pt>
                <c:pt idx="124">
                  <c:v>1.088332425029994E-17</c:v>
                </c:pt>
                <c:pt idx="125">
                  <c:v>1.576907783240188E-17</c:v>
                </c:pt>
                <c:pt idx="126">
                  <c:v>2.2760577696602069E-17</c:v>
                </c:pt>
                <c:pt idx="127">
                  <c:v>3.2727956462785044E-17</c:v>
                </c:pt>
                <c:pt idx="128">
                  <c:v>4.6885534118407274E-17</c:v>
                </c:pt>
                <c:pt idx="129">
                  <c:v>6.692191569245441E-17</c:v>
                </c:pt>
                <c:pt idx="130">
                  <c:v>9.5176984854352674E-17</c:v>
                </c:pt>
                <c:pt idx="131">
                  <c:v>1.348818770311414E-16</c:v>
                </c:pt>
                <c:pt idx="132">
                  <c:v>1.9048324967072817E-16</c:v>
                </c:pt>
                <c:pt idx="133">
                  <c:v>2.6808001234401652E-16</c:v>
                </c:pt>
                <c:pt idx="134">
                  <c:v>3.7600960268265684E-16</c:v>
                </c:pt>
                <c:pt idx="135">
                  <c:v>5.2563248996055545E-16</c:v>
                </c:pt>
                <c:pt idx="136">
                  <c:v>7.3237860998389751E-16</c:v>
                </c:pt>
                <c:pt idx="137">
                  <c:v>1.0171388354311778E-15</c:v>
                </c:pt>
                <c:pt idx="138">
                  <c:v>1.4081095654294109E-15</c:v>
                </c:pt>
                <c:pt idx="139">
                  <c:v>1.943230585541621E-15</c:v>
                </c:pt>
                <c:pt idx="140">
                  <c:v>2.6733973945402184E-15</c:v>
                </c:pt>
                <c:pt idx="141">
                  <c:v>3.6666815785120233E-15</c:v>
                </c:pt>
                <c:pt idx="142">
                  <c:v>5.0138594772347774E-15</c:v>
                </c:pt>
                <c:pt idx="143">
                  <c:v>6.8356339858700728E-15</c:v>
                </c:pt>
                <c:pt idx="144">
                  <c:v>9.2920413923965539E-15</c:v>
                </c:pt>
                <c:pt idx="145">
                  <c:v>1.2594670258201727E-14</c:v>
                </c:pt>
                <c:pt idx="146">
                  <c:v>1.7022489392746556E-14</c:v>
                </c:pt>
                <c:pt idx="147">
                  <c:v>2.2942295414501802E-14</c:v>
                </c:pt>
                <c:pt idx="148">
                  <c:v>3.083505759750509E-14</c:v>
                </c:pt>
                <c:pt idx="149">
                  <c:v>4.1329771347111757E-14</c:v>
                </c:pt>
                <c:pt idx="150">
                  <c:v>5.5246847175575804E-14</c:v>
                </c:pt>
                <c:pt idx="151">
                  <c:v>7.3653578237723417E-14</c:v>
                </c:pt>
                <c:pt idx="152">
                  <c:v>9.7934869114511093E-14</c:v>
                </c:pt>
                <c:pt idx="153">
                  <c:v>1.2988319914964967E-13</c:v>
                </c:pt>
                <c:pt idx="154">
                  <c:v>1.7181276849961758E-13</c:v>
                </c:pt>
                <c:pt idx="155">
                  <c:v>2.2670397417301894E-13</c:v>
                </c:pt>
                <c:pt idx="156">
                  <c:v>2.9838583477341441E-13</c:v>
                </c:pt>
                <c:pt idx="157">
                  <c:v>3.917657839973042E-13</c:v>
                </c:pt>
                <c:pt idx="158">
                  <c:v>5.1311845298816255E-13</c:v>
                </c:pt>
                <c:pt idx="159">
                  <c:v>6.704477424558681E-13</c:v>
                </c:pt>
                <c:pt idx="160">
                  <c:v>8.7393974463815162E-13</c:v>
                </c:pt>
                <c:pt idx="161">
                  <c:v>1.1365280285401368E-12</c:v>
                </c:pt>
                <c:pt idx="162">
                  <c:v>1.474597586602252E-12</c:v>
                </c:pt>
                <c:pt idx="163">
                  <c:v>1.9088595190612545E-12</c:v>
                </c:pt>
                <c:pt idx="164">
                  <c:v>2.4654354948109452E-12</c:v>
                </c:pt>
                <c:pt idx="165">
                  <c:v>3.1771993992169252E-12</c:v>
                </c:pt>
                <c:pt idx="166">
                  <c:v>4.0854336237837767E-12</c:v>
                </c:pt>
                <c:pt idx="167">
                  <c:v>5.2418694786130202E-12</c:v>
                </c:pt>
                <c:pt idx="168">
                  <c:v>6.7111955770673956E-12</c:v>
                </c:pt>
                <c:pt idx="169">
                  <c:v>8.5741351737267034E-12</c:v>
                </c:pt>
                <c:pt idx="170">
                  <c:v>1.0931213821179119E-11</c:v>
                </c:pt>
                <c:pt idx="171">
                  <c:v>1.390736291689045E-11</c:v>
                </c:pt>
                <c:pt idx="172">
                  <c:v>1.7657533397047002E-11</c:v>
                </c:pt>
                <c:pt idx="173">
                  <c:v>2.2373527761510007E-11</c:v>
                </c:pt>
                <c:pt idx="174">
                  <c:v>2.8292298661774219E-11</c:v>
                </c:pt>
                <c:pt idx="175">
                  <c:v>3.5706009464196656E-11</c:v>
                </c:pt>
                <c:pt idx="176">
                  <c:v>4.4974207677019905E-11</c:v>
                </c:pt>
                <c:pt idx="177">
                  <c:v>5.6538527235916346E-11</c:v>
                </c:pt>
                <c:pt idx="178">
                  <c:v>7.0940411906161201E-11</c:v>
                </c:pt>
                <c:pt idx="179">
                  <c:v>8.8842441224680317E-11</c:v>
                </c:pt>
                <c:pt idx="180">
                  <c:v>1.1105394446116655E-10</c:v>
                </c:pt>
                <c:pt idx="181">
                  <c:v>1.3856170928776216E-10</c:v>
                </c:pt>
                <c:pt idx="182">
                  <c:v>1.7256673278198934E-10</c:v>
                </c:pt>
                <c:pt idx="183">
                  <c:v>2.1452812596138473E-10</c:v>
                </c:pt>
                <c:pt idx="184">
                  <c:v>2.6621547255719544E-10</c:v>
                </c:pt>
                <c:pt idx="185">
                  <c:v>3.2977116190047448E-10</c:v>
                </c:pt>
                <c:pt idx="186">
                  <c:v>4.0778446881207018E-10</c:v>
                </c:pt>
                <c:pt idx="187">
                  <c:v>5.0337944497648779E-10</c:v>
                </c:pt>
                <c:pt idx="188">
                  <c:v>6.2031902173676947E-10</c:v>
                </c:pt>
                <c:pt idx="189">
                  <c:v>7.6312810950941902E-10</c:v>
                </c:pt>
                <c:pt idx="190">
                  <c:v>9.3723892072580188E-10</c:v>
                </c:pt>
                <c:pt idx="191">
                  <c:v>1.149162248772359E-9</c:v>
                </c:pt>
                <c:pt idx="192">
                  <c:v>1.4066890130874572E-9</c:v>
                </c:pt>
                <c:pt idx="193">
                  <c:v>1.7191270395662202E-9</c:v>
                </c:pt>
                <c:pt idx="194">
                  <c:v>2.0975787959261327E-9</c:v>
                </c:pt>
                <c:pt idx="195">
                  <c:v>2.5552666550007636E-9</c:v>
                </c:pt>
                <c:pt idx="196">
                  <c:v>3.1079132275577782E-9</c:v>
                </c:pt>
                <c:pt idx="197">
                  <c:v>3.7741854039844057E-9</c:v>
                </c:pt>
                <c:pt idx="198">
                  <c:v>4.576211986260514E-9</c:v>
                </c:pt>
                <c:pt idx="199">
                  <c:v>5.5401861947752445E-9</c:v>
                </c:pt>
                <c:pt idx="200">
                  <c:v>6.69706591710911E-9</c:v>
                </c:pt>
                <c:pt idx="201">
                  <c:v>8.0833863480248302E-9</c:v>
                </c:pt>
                <c:pt idx="202">
                  <c:v>9.7422016736132481E-9</c:v>
                </c:pt>
                <c:pt idx="203">
                  <c:v>1.1724174701847749E-8</c:v>
                </c:pt>
                <c:pt idx="204">
                  <c:v>1.4088835862927893E-8</c:v>
                </c:pt>
                <c:pt idx="205">
                  <c:v>1.6906035824209824E-8</c:v>
                </c:pt>
                <c:pt idx="206">
                  <c:v>2.0257619117173667E-8</c:v>
                </c:pt>
                <c:pt idx="207">
                  <c:v>2.4239349691269972E-8</c:v>
                </c:pt>
                <c:pt idx="208">
                  <c:v>2.8963123227881845E-8</c:v>
                </c:pt>
                <c:pt idx="209">
                  <c:v>3.4559505406109785E-8</c:v>
                </c:pt>
                <c:pt idx="210">
                  <c:v>4.1180640152866532E-8</c:v>
                </c:pt>
                <c:pt idx="211">
                  <c:v>4.900357727807019E-8</c:v>
                </c:pt>
                <c:pt idx="212">
                  <c:v>5.8234074840236561E-8</c:v>
                </c:pt>
                <c:pt idx="213">
                  <c:v>6.911093816057008E-8</c:v>
                </c:pt>
                <c:pt idx="214">
                  <c:v>8.1910964660323354E-8</c:v>
                </c:pt>
                <c:pt idx="215">
                  <c:v>9.695457169617355E-8</c:v>
                </c:pt>
                <c:pt idx="216">
                  <c:v>1.1461219337473285E-7</c:v>
                </c:pt>
                <c:pt idx="217">
                  <c:v>1.3531154200724313E-7</c:v>
                </c:pt>
                <c:pt idx="218">
                  <c:v>1.5954584049000104E-7</c:v>
                </c:pt>
                <c:pt idx="219">
                  <c:v>1.8788314354035181E-7</c:v>
                </c:pt>
                <c:pt idx="220">
                  <c:v>2.2097687846153109E-7</c:v>
                </c:pt>
                <c:pt idx="221">
                  <c:v>2.5957775003551608E-7</c:v>
                </c:pt>
                <c:pt idx="222">
                  <c:v>3.04547169339315E-7</c:v>
                </c:pt>
                <c:pt idx="223">
                  <c:v>3.5687238283832815E-7</c:v>
                </c:pt>
                <c:pt idx="224">
                  <c:v>4.1768349612671851E-7</c:v>
                </c:pt>
                <c:pt idx="225">
                  <c:v>4.882726062588953E-7</c:v>
                </c:pt>
                <c:pt idx="226">
                  <c:v>5.7011527785265703E-7</c:v>
                </c:pt>
                <c:pt idx="227">
                  <c:v>6.6489462115012701E-7</c:v>
                </c:pt>
                <c:pt idx="228">
                  <c:v>7.7452825510981693E-7</c:v>
                </c:pt>
                <c:pt idx="229">
                  <c:v>9.0119846548574882E-7</c:v>
                </c:pt>
                <c:pt idx="230">
                  <c:v>1.0473858968455443E-6</c:v>
                </c:pt>
                <c:pt idx="231">
                  <c:v>1.2159071487102485E-6</c:v>
                </c:pt>
                <c:pt idx="232">
                  <c:v>1.4099566795855114E-6</c:v>
                </c:pt>
                <c:pt idx="233">
                  <c:v>1.633153458724055E-6</c:v>
                </c:pt>
                <c:pt idx="234">
                  <c:v>1.8895928441364834E-6</c:v>
                </c:pt>
                <c:pt idx="235">
                  <c:v>2.1839042067827086E-6</c:v>
                </c:pt>
                <c:pt idx="236">
                  <c:v>2.5213148651520237E-6</c:v>
                </c:pt>
                <c:pt idx="237">
                  <c:v>2.907720941710103E-6</c:v>
                </c:pt>
                <c:pt idx="238">
                  <c:v>3.3497658030741914E-6</c:v>
                </c:pt>
                <c:pt idx="239">
                  <c:v>3.8549267994062942E-6</c:v>
                </c:pt>
                <c:pt idx="240">
                  <c:v>4.4316110755017668E-6</c:v>
                </c:pt>
                <c:pt idx="241">
                  <c:v>5.0892612865214446E-6</c:v>
                </c:pt>
                <c:pt idx="242">
                  <c:v>5.8384721153773039E-6</c:v>
                </c:pt>
                <c:pt idx="243">
                  <c:v>6.6911185565461213E-6</c:v>
                </c:pt>
                <c:pt idx="244">
                  <c:v>7.6604970026490793E-6</c:v>
                </c:pt>
                <c:pt idx="245">
                  <c:v>8.7614802455919118E-6</c:v>
                </c:pt>
                <c:pt idx="246">
                  <c:v>1.0010687583490575E-5</c:v>
                </c:pt>
                <c:pt idx="247">
                  <c:v>1.1426671308085721E-5</c:v>
                </c:pt>
                <c:pt idx="248">
                  <c:v>1.3030120934931854E-5</c:v>
                </c:pt>
                <c:pt idx="249">
                  <c:v>1.4844086630378696E-5</c:v>
                </c:pt>
                <c:pt idx="250">
                  <c:v>1.6894223385276732E-5</c:v>
                </c:pt>
                <c:pt idx="251">
                  <c:v>1.9209057585449649E-5</c:v>
                </c:pt>
                <c:pt idx="252">
                  <c:v>2.1820277733263421E-5</c:v>
                </c:pt>
                <c:pt idx="253">
                  <c:v>2.4763051183094631E-5</c:v>
                </c:pt>
                <c:pt idx="254">
                  <c:v>2.807636886605831E-5</c:v>
                </c:pt>
                <c:pt idx="255">
                  <c:v>3.1803420095986996E-5</c:v>
                </c:pt>
                <c:pt idx="256">
                  <c:v>3.5991999669215017E-5</c:v>
                </c:pt>
                <c:pt idx="257">
                  <c:v>4.0694949595110078E-5</c:v>
                </c:pt>
                <c:pt idx="258">
                  <c:v>4.5970637922361218E-5</c:v>
                </c:pt>
                <c:pt idx="259">
                  <c:v>5.1883477257590359E-5</c:v>
                </c:pt>
                <c:pt idx="260">
                  <c:v>5.850448570767633E-5</c:v>
                </c:pt>
                <c:pt idx="261">
                  <c:v>6.5911893115037058E-5</c:v>
                </c:pt>
                <c:pt idx="262">
                  <c:v>7.4191795595731285E-5</c:v>
                </c:pt>
                <c:pt idx="263">
                  <c:v>8.3438861533231972E-5</c:v>
                </c:pt>
                <c:pt idx="264">
                  <c:v>9.3757092325837802E-5</c:v>
                </c:pt>
                <c:pt idx="265">
                  <c:v>1.0526064133243088E-4</c:v>
                </c:pt>
                <c:pt idx="266">
                  <c:v>1.1807469460923951E-4</c:v>
                </c:pt>
                <c:pt idx="267">
                  <c:v>1.3233641717902189E-4</c:v>
                </c:pt>
                <c:pt idx="268">
                  <c:v>1.4819596872297757E-4</c:v>
                </c:pt>
                <c:pt idx="269">
                  <c:v>1.6581759273431968E-4</c:v>
                </c:pt>
                <c:pt idx="270">
                  <c:v>1.8538078331999973E-4</c:v>
                </c:pt>
                <c:pt idx="271">
                  <c:v>2.070815339831489E-4</c:v>
                </c:pt>
                <c:pt idx="272">
                  <c:v>2.3113367286240868E-4</c:v>
                </c:pt>
                <c:pt idx="273">
                  <c:v>2.5777028904492503E-4</c:v>
                </c:pt>
                <c:pt idx="274">
                  <c:v>2.8724525470652707E-4</c:v>
                </c:pt>
                <c:pt idx="275">
                  <c:v>3.19834847964646E-4</c:v>
                </c:pt>
                <c:pt idx="276">
                  <c:v>3.5583948145582458E-4</c:v>
                </c:pt>
                <c:pt idx="277">
                  <c:v>3.9558554176980372E-4</c:v>
                </c:pt>
                <c:pt idx="278">
                  <c:v>4.3942734498433726E-4</c:v>
                </c:pt>
                <c:pt idx="279">
                  <c:v>4.8774921364900235E-4</c:v>
                </c:pt>
                <c:pt idx="280">
                  <c:v>5.4096768066051672E-4</c:v>
                </c:pt>
                <c:pt idx="281">
                  <c:v>5.9953382555596871E-4</c:v>
                </c:pt>
                <c:pt idx="282">
                  <c:v>6.6393574882221652E-4</c:v>
                </c:pt>
                <c:pt idx="283">
                  <c:v>7.3470118987893824E-4</c:v>
                </c:pt>
                <c:pt idx="284">
                  <c:v>8.1240029443789216E-4</c:v>
                </c:pt>
                <c:pt idx="285">
                  <c:v>8.9764853697045857E-4</c:v>
                </c:pt>
                <c:pt idx="286">
                  <c:v>9.9110980402929518E-4</c:v>
                </c:pt>
                <c:pt idx="287">
                  <c:v>1.0934996441648989E-3</c:v>
                </c:pt>
                <c:pt idx="288">
                  <c:v>1.2055886901549187E-3</c:v>
                </c:pt>
                <c:pt idx="289">
                  <c:v>1.3282062592200258E-3</c:v>
                </c:pt>
                <c:pt idx="290">
                  <c:v>1.4622441368350846E-3</c:v>
                </c:pt>
                <c:pt idx="291">
                  <c:v>1.6086605496563908E-3</c:v>
                </c:pt>
                <c:pt idx="292">
                  <c:v>1.768484332973851E-3</c:v>
                </c:pt>
                <c:pt idx="293">
                  <c:v>1.9428192979592488E-3</c:v>
                </c:pt>
                <c:pt idx="294">
                  <c:v>2.1328488038186966E-3</c:v>
                </c:pt>
                <c:pt idx="295">
                  <c:v>2.3398405397657036E-3</c:v>
                </c:pt>
                <c:pt idx="296">
                  <c:v>2.5651515215105161E-3</c:v>
                </c:pt>
                <c:pt idx="297">
                  <c:v>2.8102333067124784E-3</c:v>
                </c:pt>
                <c:pt idx="298">
                  <c:v>3.0766374335600929E-3</c:v>
                </c:pt>
                <c:pt idx="299">
                  <c:v>3.366021086330208E-3</c:v>
                </c:pt>
                <c:pt idx="300">
                  <c:v>3.6801529914330536E-3</c:v>
                </c:pt>
                <c:pt idx="301">
                  <c:v>4.0209195470681733E-3</c:v>
                </c:pt>
                <c:pt idx="302">
                  <c:v>4.3903311892036926E-3</c:v>
                </c:pt>
                <c:pt idx="303">
                  <c:v>4.7905289961392575E-3</c:v>
                </c:pt>
                <c:pt idx="304">
                  <c:v>5.2237915334306696E-3</c:v>
                </c:pt>
                <c:pt idx="305">
                  <c:v>5.6925419404279956E-3</c:v>
                </c:pt>
                <c:pt idx="306">
                  <c:v>6.1993552591239039E-3</c:v>
                </c:pt>
                <c:pt idx="307">
                  <c:v>6.7469660054095149E-3</c:v>
                </c:pt>
                <c:pt idx="308">
                  <c:v>7.3382759822043309E-3</c:v>
                </c:pt>
                <c:pt idx="309">
                  <c:v>7.9763623332542843E-3</c:v>
                </c:pt>
                <c:pt idx="310">
                  <c:v>8.6644858356840632E-3</c:v>
                </c:pt>
                <c:pt idx="311">
                  <c:v>9.4060994286478631E-3</c:v>
                </c:pt>
                <c:pt idx="312">
                  <c:v>1.0204856974635008E-2</c:v>
                </c:pt>
                <c:pt idx="313">
                  <c:v>1.1064622249177562E-2</c:v>
                </c:pt>
                <c:pt idx="314">
                  <c:v>1.1989478153846309E-2</c:v>
                </c:pt>
                <c:pt idx="315">
                  <c:v>1.2983736146541221E-2</c:v>
                </c:pt>
                <c:pt idx="316">
                  <c:v>1.4051945882155912E-2</c:v>
                </c:pt>
                <c:pt idx="317">
                  <c:v>1.5198905055748911E-2</c:v>
                </c:pt>
                <c:pt idx="318">
                  <c:v>1.6429669439365732E-2</c:v>
                </c:pt>
                <c:pt idx="319">
                  <c:v>1.7749563102647702E-2</c:v>
                </c:pt>
                <c:pt idx="320">
                  <c:v>1.9164188806322074E-2</c:v>
                </c:pt>
                <c:pt idx="321">
                  <c:v>2.0679438556602207E-2</c:v>
                </c:pt>
                <c:pt idx="322">
                  <c:v>2.2301504307440097E-2</c:v>
                </c:pt>
                <c:pt idx="323">
                  <c:v>2.4036888796463721E-2</c:v>
                </c:pt>
                <c:pt idx="324">
                  <c:v>2.5892416499302299E-2</c:v>
                </c:pt>
                <c:pt idx="325">
                  <c:v>2.7875244685866624E-2</c:v>
                </c:pt>
                <c:pt idx="326">
                  <c:v>2.9992874560982371E-2</c:v>
                </c:pt>
                <c:pt idx="327">
                  <c:v>3.2253162470626172E-2</c:v>
                </c:pt>
                <c:pt idx="328">
                  <c:v>3.4664331153827832E-2</c:v>
                </c:pt>
                <c:pt idx="329">
                  <c:v>3.7234981019131017E-2</c:v>
                </c:pt>
                <c:pt idx="330">
                  <c:v>3.9974101423338959E-2</c:v>
                </c:pt>
                <c:pt idx="331">
                  <c:v>4.2891081929084238E-2</c:v>
                </c:pt>
                <c:pt idx="332">
                  <c:v>4.599572351661764E-2</c:v>
                </c:pt>
                <c:pt idx="333">
                  <c:v>4.9298249724045409E-2</c:v>
                </c:pt>
                <c:pt idx="334">
                  <c:v>5.280931768912079E-2</c:v>
                </c:pt>
                <c:pt idx="335">
                  <c:v>5.6540029064578029E-2</c:v>
                </c:pt>
                <c:pt idx="336">
                  <c:v>6.0501940777900706E-2</c:v>
                </c:pt>
                <c:pt idx="337">
                  <c:v>6.4707075605375197E-2</c:v>
                </c:pt>
                <c:pt idx="338">
                  <c:v>6.9167932529222792E-2</c:v>
                </c:pt>
                <c:pt idx="339">
                  <c:v>7.3897496845661145E-2</c:v>
                </c:pt>
                <c:pt idx="340">
                  <c:v>7.8909249990735647E-2</c:v>
                </c:pt>
                <c:pt idx="341">
                  <c:v>8.4217179049940361E-2</c:v>
                </c:pt>
                <c:pt idx="342">
                  <c:v>8.9835785916733399E-2</c:v>
                </c:pt>
                <c:pt idx="343">
                  <c:v>9.5780096064298922E-2</c:v>
                </c:pt>
                <c:pt idx="344">
                  <c:v>0.10206566689418028</c:v>
                </c:pt>
                <c:pt idx="345">
                  <c:v>0.10870859562472461</c:v>
                </c:pt>
                <c:pt idx="346">
                  <c:v>0.1157255266817135</c:v>
                </c:pt>
                <c:pt idx="347">
                  <c:v>0.12313365855301664</c:v>
                </c:pt>
                <c:pt idx="348">
                  <c:v>0.13095075006868828</c:v>
                </c:pt>
                <c:pt idx="349">
                  <c:v>0.13919512606754927</c:v>
                </c:pt>
                <c:pt idx="350">
                  <c:v>0.14788568241106292</c:v>
                </c:pt>
                <c:pt idx="351">
                  <c:v>0.15704189030510199</c:v>
                </c:pt>
                <c:pt idx="352">
                  <c:v>0.16668379989017479</c:v>
                </c:pt>
                <c:pt idx="353">
                  <c:v>0.17683204306064018</c:v>
                </c:pt>
                <c:pt idx="354">
                  <c:v>0.18750783547363692</c:v>
                </c:pt>
                <c:pt idx="355">
                  <c:v>0.19873297770861281</c:v>
                </c:pt>
                <c:pt idx="356">
                  <c:v>0.21052985553872847</c:v>
                </c:pt>
                <c:pt idx="357">
                  <c:v>0.22292143927586955</c:v>
                </c:pt>
                <c:pt idx="358">
                  <c:v>0.23593128215151266</c:v>
                </c:pt>
                <c:pt idx="359">
                  <c:v>0.24958351769642195</c:v>
                </c:pt>
                <c:pt idx="360">
                  <c:v>0.26390285608296571</c:v>
                </c:pt>
                <c:pt idx="361">
                  <c:v>0.27891457939472153</c:v>
                </c:pt>
                <c:pt idx="362">
                  <c:v>0.29464453578911676</c:v>
                </c:pt>
                <c:pt idx="363">
                  <c:v>0.31111913251998108</c:v>
                </c:pt>
                <c:pt idx="364">
                  <c:v>0.32836532778826222</c:v>
                </c:pt>
                <c:pt idx="365">
                  <c:v>0.34641062139046264</c:v>
                </c:pt>
                <c:pt idx="366">
                  <c:v>0.36528304413593526</c:v>
                </c:pt>
                <c:pt idx="367">
                  <c:v>0.38501114600588549</c:v>
                </c:pt>
                <c:pt idx="368">
                  <c:v>0.40562398302863406</c:v>
                </c:pt>
                <c:pt idx="369">
                  <c:v>0.42715110284758878</c:v>
                </c:pt>
                <c:pt idx="370">
                  <c:v>0.44962252896051907</c:v>
                </c:pt>
                <c:pt idx="371">
                  <c:v>0.47306874361063245</c:v>
                </c:pt>
                <c:pt idx="372">
                  <c:v>0.49752066931248795</c:v>
                </c:pt>
                <c:pt idx="373">
                  <c:v>0.52300964899784919</c:v>
                </c:pt>
                <c:pt idx="374">
                  <c:v>0.54956742476927267</c:v>
                </c:pt>
                <c:pt idx="375">
                  <c:v>0.57722611525163359</c:v>
                </c:pt>
                <c:pt idx="376">
                  <c:v>0.60601819153464276</c:v>
                </c:pt>
                <c:pt idx="377">
                  <c:v>0.63597645170188111</c:v>
                </c:pt>
                <c:pt idx="378">
                  <c:v>0.66713399394505579</c:v>
                </c:pt>
                <c:pt idx="379">
                  <c:v>0.69952418826491725</c:v>
                </c:pt>
                <c:pt idx="380">
                  <c:v>0.7331806467632408</c:v>
                </c:pt>
                <c:pt idx="381">
                  <c:v>0.7681371925336421</c:v>
                </c:pt>
                <c:pt idx="382">
                  <c:v>0.80442782716169881</c:v>
                </c:pt>
                <c:pt idx="383">
                  <c:v>0.84208669684858517</c:v>
                </c:pt>
                <c:pt idx="384">
                  <c:v>0.88114805717521349</c:v>
                </c:pt>
                <c:pt idx="385">
                  <c:v>0.92164623652734046</c:v>
                </c:pt>
                <c:pt idx="386">
                  <c:v>0.96361559820579468</c:v>
                </c:pt>
                <c:pt idx="387">
                  <c:v>1.0070905012485367</c:v>
                </c:pt>
                <c:pt idx="388">
                  <c:v>1.0521052599954976</c:v>
                </c:pt>
                <c:pt idx="389">
                  <c:v>1.0986941024300603</c:v>
                </c:pt>
                <c:pt idx="390">
                  <c:v>1.1468911273345181</c:v>
                </c:pt>
                <c:pt idx="391">
                  <c:v>1.1967302603002907</c:v>
                </c:pt>
                <c:pt idx="392">
                  <c:v>1.2482452086370222</c:v>
                </c:pt>
                <c:pt idx="393">
                  <c:v>1.3014694152282118</c:v>
                </c:pt>
                <c:pt idx="394">
                  <c:v>1.3564360113838745</c:v>
                </c:pt>
                <c:pt idx="395">
                  <c:v>1.413177768744591</c:v>
                </c:pt>
                <c:pt idx="396">
                  <c:v>1.471727050294285</c:v>
                </c:pt>
                <c:pt idx="397">
                  <c:v>1.532115760541775</c:v>
                </c:pt>
                <c:pt idx="398">
                  <c:v>1.5943752949353058</c:v>
                </c:pt>
                <c:pt idx="399">
                  <c:v>1.6585364885760918</c:v>
                </c:pt>
                <c:pt idx="400">
                  <c:v>1.7246295643006277</c:v>
                </c:pt>
                <c:pt idx="401">
                  <c:v>1.7926840802039989</c:v>
                </c:pt>
                <c:pt idx="402">
                  <c:v>1.8627288766794716</c:v>
                </c:pt>
                <c:pt idx="403">
                  <c:v>1.9347920230513922</c:v>
                </c:pt>
                <c:pt idx="404">
                  <c:v>2.0089007638822243</c:v>
                </c:pt>
                <c:pt idx="405">
                  <c:v>2.0850814650358811</c:v>
                </c:pt>
                <c:pt idx="406">
                  <c:v>2.163359559581759</c:v>
                </c:pt>
                <c:pt idx="407">
                  <c:v>2.2437594936265697</c:v>
                </c:pt>
                <c:pt idx="408">
                  <c:v>2.3263046721625797</c:v>
                </c:pt>
                <c:pt idx="409">
                  <c:v>2.4110174050221982</c:v>
                </c:pt>
                <c:pt idx="410">
                  <c:v>2.4979188530312895</c:v>
                </c:pt>
                <c:pt idx="411">
                  <c:v>2.5870289744543906</c:v>
                </c:pt>
                <c:pt idx="412">
                  <c:v>2.6783664718260871</c:v>
                </c:pt>
                <c:pt idx="413">
                  <c:v>2.7719487392645394</c:v>
                </c:pt>
                <c:pt idx="414">
                  <c:v>2.867791810363097</c:v>
                </c:pt>
                <c:pt idx="415">
                  <c:v>2.9659103067573431</c:v>
                </c:pt>
                <c:pt idx="416">
                  <c:v>3.0663173874646783</c:v>
                </c:pt>
                <c:pt idx="417">
                  <c:v>3.1690246990945052</c:v>
                </c:pt>
                <c:pt idx="418">
                  <c:v>3.2740423270261658</c:v>
                </c:pt>
                <c:pt idx="419">
                  <c:v>3.3813787476525388</c:v>
                </c:pt>
                <c:pt idx="420">
                  <c:v>3.4910407817862237</c:v>
                </c:pt>
                <c:pt idx="421">
                  <c:v>3.6030335493247416</c:v>
                </c:pt>
                <c:pt idx="422">
                  <c:v>3.7173604252702113</c:v>
                </c:pt>
                <c:pt idx="423">
                  <c:v>3.8340229971984896</c:v>
                </c:pt>
                <c:pt idx="424">
                  <c:v>3.9530210242705928</c:v>
                </c:pt>
                <c:pt idx="425">
                  <c:v>4.0743523978785223</c:v>
                </c:pt>
                <c:pt idx="426">
                  <c:v>4.1980131040154642</c:v>
                </c:pt>
                <c:pt idx="427">
                  <c:v>4.3239971874588026</c:v>
                </c:pt>
                <c:pt idx="428">
                  <c:v>4.4522967178515325</c:v>
                </c:pt>
                <c:pt idx="429">
                  <c:v>4.5829017577666979</c:v>
                </c:pt>
                <c:pt idx="430">
                  <c:v>4.7158003328349594</c:v>
                </c:pt>
                <c:pt idx="431">
                  <c:v>4.8509784040154615</c:v>
                </c:pt>
                <c:pt idx="432">
                  <c:v>4.9884198420835997</c:v>
                </c:pt>
                <c:pt idx="433">
                  <c:v>5.128106404410171</c:v>
                </c:pt>
                <c:pt idx="434">
                  <c:v>5.2700177140996862</c:v>
                </c:pt>
                <c:pt idx="435">
                  <c:v>5.4141312415546778</c:v>
                </c:pt>
                <c:pt idx="436">
                  <c:v>5.5604222885277643</c:v>
                </c:pt>
                <c:pt idx="437">
                  <c:v>5.7088639747191783</c:v>
                </c:pt>
                <c:pt idx="438">
                  <c:v>5.8594272269758205</c:v>
                </c:pt>
                <c:pt idx="439">
                  <c:v>6.0120807711406794</c:v>
                </c:pt>
                <c:pt idx="440">
                  <c:v>6.1667911265994633</c:v>
                </c:pt>
                <c:pt idx="441">
                  <c:v>6.3235226035659906</c:v>
                </c:pt>
                <c:pt idx="442">
                  <c:v>6.4822373031440943</c:v>
                </c:pt>
                <c:pt idx="443">
                  <c:v>6.6428951201979505</c:v>
                </c:pt>
                <c:pt idx="444">
                  <c:v>6.8054537490600815</c:v>
                </c:pt>
                <c:pt idx="445">
                  <c:v>6.9698686920987285</c:v>
                </c:pt>
                <c:pt idx="446">
                  <c:v>7.1360932711650342</c:v>
                </c:pt>
                <c:pt idx="447">
                  <c:v>7.304078641930988</c:v>
                </c:pt>
                <c:pt idx="448">
                  <c:v>7.4737738111299645</c:v>
                </c:pt>
                <c:pt idx="449">
                  <c:v>7.64512565670009</c:v>
                </c:pt>
                <c:pt idx="450">
                  <c:v>7.8180789508308246</c:v>
                </c:pt>
                <c:pt idx="451">
                  <c:v>7.99257638590655</c:v>
                </c:pt>
                <c:pt idx="452">
                  <c:v>8.168558603332821</c:v>
                </c:pt>
                <c:pt idx="453">
                  <c:v>8.3459642252325388</c:v>
                </c:pt>
                <c:pt idx="454">
                  <c:v>8.5247298889862844</c:v>
                </c:pt>
                <c:pt idx="455">
                  <c:v>8.7047902845919598</c:v>
                </c:pt>
                <c:pt idx="456">
                  <c:v>8.886078194812141</c:v>
                </c:pt>
                <c:pt idx="457">
                  <c:v>9.068524538069747</c:v>
                </c:pt>
                <c:pt idx="458">
                  <c:v>9.2520584140538382</c:v>
                </c:pt>
                <c:pt idx="459">
                  <c:v>9.4366071519850259</c:v>
                </c:pt>
                <c:pt idx="460">
                  <c:v>9.6220963614915789</c:v>
                </c:pt>
                <c:pt idx="461">
                  <c:v>9.8084499860383705</c:v>
                </c:pt>
                <c:pt idx="462">
                  <c:v>9.9955903588501265</c:v>
                </c:pt>
                <c:pt idx="463">
                  <c:v>10.183438261259187</c:v>
                </c:pt>
                <c:pt idx="464">
                  <c:v>10.371912983414369</c:v>
                </c:pt>
                <c:pt idx="465">
                  <c:v>10.560932387270396</c:v>
                </c:pt>
                <c:pt idx="466">
                  <c:v>10.750412971784684</c:v>
                </c:pt>
                <c:pt idx="467">
                  <c:v>10.940269940236933</c:v>
                </c:pt>
                <c:pt idx="468">
                  <c:v>11.130417269586657</c:v>
                </c:pt>
                <c:pt idx="469">
                  <c:v>11.320767781778329</c:v>
                </c:pt>
                <c:pt idx="470">
                  <c:v>11.511233216901926</c:v>
                </c:pt>
                <c:pt idx="471">
                  <c:v>11.701724308111887</c:v>
                </c:pt>
                <c:pt idx="472">
                  <c:v>11.892150858204996</c:v>
                </c:pt>
                <c:pt idx="473">
                  <c:v>12.082421817755638</c:v>
                </c:pt>
                <c:pt idx="474">
                  <c:v>12.272445364702074</c:v>
                </c:pt>
                <c:pt idx="475">
                  <c:v>12.462128985276662</c:v>
                </c:pt>
                <c:pt idx="476">
                  <c:v>12.651379556170109</c:v>
                </c:pt>
                <c:pt idx="477">
                  <c:v>12.840103427816443</c:v>
                </c:pt>
                <c:pt idx="478">
                  <c:v>13.028206508686731</c:v>
                </c:pt>
                <c:pt idx="479">
                  <c:v>13.215594350473804</c:v>
                </c:pt>
                <c:pt idx="480">
                  <c:v>13.402172234050639</c:v>
                </c:pt>
                <c:pt idx="481">
                  <c:v>13.587845256085631</c:v>
                </c:pt>
                <c:pt idx="482">
                  <c:v>13.772518416193249</c:v>
                </c:pt>
                <c:pt idx="483">
                  <c:v>13.956096704500816</c:v>
                </c:pt>
                <c:pt idx="484">
                  <c:v>14.138485189509902</c:v>
                </c:pt>
                <c:pt idx="485">
                  <c:v>14.319589106130984</c:v>
                </c:pt>
                <c:pt idx="486">
                  <c:v>14.499313943769847</c:v>
                </c:pt>
                <c:pt idx="487">
                  <c:v>14.677565534345069</c:v>
                </c:pt>
                <c:pt idx="488">
                  <c:v>14.854250140113376</c:v>
                </c:pt>
                <c:pt idx="489">
                  <c:v>15.029274541185469</c:v>
                </c:pt>
                <c:pt idx="490">
                  <c:v>15.202546122608517</c:v>
                </c:pt>
                <c:pt idx="491">
                  <c:v>15.373972960901774</c:v>
                </c:pt>
                <c:pt idx="492">
                  <c:v>15.543463909919989</c:v>
                </c:pt>
                <c:pt idx="493">
                  <c:v>15.710928685936842</c:v>
                </c:pt>
                <c:pt idx="494">
                  <c:v>15.876277951827491</c:v>
                </c:pt>
                <c:pt idx="495">
                  <c:v>16.039423400238864</c:v>
                </c:pt>
                <c:pt idx="496">
                  <c:v>16.200277835638488</c:v>
                </c:pt>
                <c:pt idx="497">
                  <c:v>16.358755255130369</c:v>
                </c:pt>
                <c:pt idx="498">
                  <c:v>16.514770927934098</c:v>
                </c:pt>
                <c:pt idx="499">
                  <c:v>16.668241473419531</c:v>
                </c:pt>
                <c:pt idx="500">
                  <c:v>16.819084937601506</c:v>
                </c:pt>
                <c:pt idx="501">
                  <c:v>16.96722086798918</c:v>
                </c:pt>
                <c:pt idx="502">
                  <c:v>17.112570386701268</c:v>
                </c:pt>
                <c:pt idx="503">
                  <c:v>17.255056261749683</c:v>
                </c:pt>
                <c:pt idx="504">
                  <c:v>17.39460297640634</c:v>
                </c:pt>
                <c:pt idx="505">
                  <c:v>17.531136796566408</c:v>
                </c:pt>
                <c:pt idx="506">
                  <c:v>17.664585836023935</c:v>
                </c:pt>
                <c:pt idx="507">
                  <c:v>17.794880119586637</c:v>
                </c:pt>
                <c:pt idx="508">
                  <c:v>17.921951643950571</c:v>
                </c:pt>
                <c:pt idx="509">
                  <c:v>18.045734436265207</c:v>
                </c:pt>
                <c:pt idx="510">
                  <c:v>18.166164610326799</c:v>
                </c:pt>
                <c:pt idx="511">
                  <c:v>18.283180420329817</c:v>
                </c:pt>
                <c:pt idx="512">
                  <c:v>18.396722312124552</c:v>
                </c:pt>
                <c:pt idx="513">
                  <c:v>18.506732971925068</c:v>
                </c:pt>
                <c:pt idx="514">
                  <c:v>18.61315737241479</c:v>
                </c:pt>
                <c:pt idx="515">
                  <c:v>18.715942816208489</c:v>
                </c:pt>
                <c:pt idx="516">
                  <c:v>18.815038976626582</c:v>
                </c:pt>
                <c:pt idx="517">
                  <c:v>18.910397935745529</c:v>
                </c:pt>
                <c:pt idx="518">
                  <c:v>19.001974219693611</c:v>
                </c:pt>
                <c:pt idx="519">
                  <c:v>19.089724831159483</c:v>
                </c:pt>
                <c:pt idx="520">
                  <c:v>19.173609279096418</c:v>
                </c:pt>
                <c:pt idx="521">
                  <c:v>19.253589605597547</c:v>
                </c:pt>
                <c:pt idx="522">
                  <c:v>19.329630409929553</c:v>
                </c:pt>
                <c:pt idx="523">
                  <c:v>19.401698869714721</c:v>
                </c:pt>
                <c:pt idx="524">
                  <c:v>19.469764759254112</c:v>
                </c:pt>
                <c:pt idx="525">
                  <c:v>19.533800464990716</c:v>
                </c:pt>
                <c:pt idx="526">
                  <c:v>19.593780998115847</c:v>
                </c:pt>
                <c:pt idx="527">
                  <c:v>19.649684004321699</c:v>
                </c:pt>
                <c:pt idx="528">
                  <c:v>19.70148977071878</c:v>
                </c:pt>
                <c:pt idx="529">
                  <c:v>19.749181229922158</c:v>
                </c:pt>
                <c:pt idx="530">
                  <c:v>19.792743961334875</c:v>
                </c:pt>
                <c:pt idx="531">
                  <c:v>19.832166189648092</c:v>
                </c:pt>
                <c:pt idx="532">
                  <c:v>19.867438780581335</c:v>
                </c:pt>
                <c:pt idx="533">
                  <c:v>19.898555233898982</c:v>
                </c:pt>
                <c:pt idx="534">
                  <c:v>19.925511673732746</c:v>
                </c:pt>
                <c:pt idx="535">
                  <c:v>19.948306836249291</c:v>
                </c:pt>
                <c:pt idx="536">
                  <c:v>19.966942054703832</c:v>
                </c:pt>
                <c:pt idx="537">
                  <c:v>19.981421241924384</c:v>
                </c:pt>
                <c:pt idx="538">
                  <c:v>19.991750870273105</c:v>
                </c:pt>
                <c:pt idx="539">
                  <c:v>19.997939949137276</c:v>
                </c:pt>
                <c:pt idx="540">
                  <c:v>20</c:v>
                </c:pt>
                <c:pt idx="541">
                  <c:v>19.997945029151456</c:v>
                </c:pt>
                <c:pt idx="542">
                  <c:v>19.99179149809553</c:v>
                </c:pt>
                <c:pt idx="543">
                  <c:v>19.981558291717107</c:v>
                </c:pt>
                <c:pt idx="544">
                  <c:v>19.967266684270385</c:v>
                </c:pt>
                <c:pt idx="545">
                  <c:v>19.948940303257473</c:v>
                </c:pt>
                <c:pt idx="546">
                  <c:v>19.926605091264449</c:v>
                </c:pt>
                <c:pt idx="547">
                  <c:v>19.900289265824508</c:v>
                </c:pt>
                <c:pt idx="548">
                  <c:v>19.870023277382852</c:v>
                </c:pt>
                <c:pt idx="549">
                  <c:v>19.835839765434006</c:v>
                </c:pt>
                <c:pt idx="550">
                  <c:v>19.797773512909089</c:v>
                </c:pt>
                <c:pt idx="551">
                  <c:v>19.755861398891096</c:v>
                </c:pt>
                <c:pt idx="552">
                  <c:v>19.710142349731981</c:v>
                </c:pt>
                <c:pt idx="553">
                  <c:v>19.660657288656719</c:v>
                </c:pt>
                <c:pt idx="554">
                  <c:v>19.607449083929097</c:v>
                </c:pt>
                <c:pt idx="555">
                  <c:v>19.55056249566401</c:v>
                </c:pt>
                <c:pt idx="556">
                  <c:v>19.490044121365514</c:v>
                </c:pt>
                <c:pt idx="557">
                  <c:v>19.425942340275299</c:v>
                </c:pt>
                <c:pt idx="558">
                  <c:v>19.358307256612694</c:v>
                </c:pt>
                <c:pt idx="559">
                  <c:v>19.287190641788726</c:v>
                </c:pt>
                <c:pt idx="560">
                  <c:v>19.21264587567801</c:v>
                </c:pt>
                <c:pt idx="561">
                  <c:v>19.134727887033311</c:v>
                </c:pt>
                <c:pt idx="562">
                  <c:v>19.05349309312124</c:v>
                </c:pt>
                <c:pt idx="563">
                  <c:v>18.968999338666176</c:v>
                </c:pt>
                <c:pt idx="564">
                  <c:v>18.881305834182044</c:v>
                </c:pt>
                <c:pt idx="565">
                  <c:v>18.790473093775319</c:v>
                </c:pt>
                <c:pt idx="566">
                  <c:v>18.696562872498468</c:v>
                </c:pt>
                <c:pt idx="567">
                  <c:v>18.599638103334819</c:v>
                </c:pt>
                <c:pt idx="568">
                  <c:v>18.49976283389713</c:v>
                </c:pt>
                <c:pt idx="569">
                  <c:v>18.397002162912898</c:v>
                </c:pt>
                <c:pt idx="570">
                  <c:v>18.291422176578983</c:v>
                </c:pt>
                <c:pt idx="571">
                  <c:v>18.18308988485883</c:v>
                </c:pt>
                <c:pt idx="572">
                  <c:v>18.072073157798105</c:v>
                </c:pt>
                <c:pt idx="573">
                  <c:v>17.958440661932968</c:v>
                </c:pt>
                <c:pt idx="574">
                  <c:v>17.842261796862303</c:v>
                </c:pt>
                <c:pt idx="575">
                  <c:v>17.723606632054768</c:v>
                </c:pt>
                <c:pt idx="576">
                  <c:v>17.602545843959881</c:v>
                </c:pt>
                <c:pt idx="577">
                  <c:v>17.479150653490876</c:v>
                </c:pt>
                <c:pt idx="578">
                  <c:v>17.353492763944239</c:v>
                </c:pt>
                <c:pt idx="579">
                  <c:v>17.225644299419539</c:v>
                </c:pt>
                <c:pt idx="580">
                  <c:v>17.095677743802987</c:v>
                </c:pt>
                <c:pt idx="581">
                  <c:v>16.963665880372936</c:v>
                </c:pt>
                <c:pt idx="582">
                  <c:v>16.829681732085678</c:v>
                </c:pt>
                <c:pt idx="583">
                  <c:v>16.693798502599545</c:v>
                </c:pt>
                <c:pt idx="584">
                  <c:v>16.556089518087546</c:v>
                </c:pt>
                <c:pt idx="585">
                  <c:v>16.416628169894203</c:v>
                </c:pt>
                <c:pt idx="586">
                  <c:v>16.275487858082812</c:v>
                </c:pt>
                <c:pt idx="587">
                  <c:v>16.132741935923551</c:v>
                </c:pt>
                <c:pt idx="588">
                  <c:v>15.98846365536531</c:v>
                </c:pt>
                <c:pt idx="589">
                  <c:v>15.842726113536562</c:v>
                </c:pt>
                <c:pt idx="590">
                  <c:v>15.695602200313751</c:v>
                </c:pt>
                <c:pt idx="591">
                  <c:v>15.547164546998067</c:v>
                </c:pt>
                <c:pt idx="592">
                  <c:v>15.397485476134669</c:v>
                </c:pt>
                <c:pt idx="593">
                  <c:v>15.246636952511142</c:v>
                </c:pt>
                <c:pt idx="594">
                  <c:v>15.094690535364707</c:v>
                </c:pt>
                <c:pt idx="595">
                  <c:v>14.94171733182811</c:v>
                </c:pt>
                <c:pt idx="596">
                  <c:v>14.787787951643914</c:v>
                </c:pt>
                <c:pt idx="597">
                  <c:v>14.632972463167935</c:v>
                </c:pt>
                <c:pt idx="598">
                  <c:v>14.477340350689685</c:v>
                </c:pt>
                <c:pt idx="599">
                  <c:v>14.32096047308673</c:v>
                </c:pt>
                <c:pt idx="600">
                  <c:v>14.163901023832764</c:v>
                </c:pt>
                <c:pt idx="601">
                  <c:v>14.006229492376985</c:v>
                </c:pt>
                <c:pt idx="602">
                  <c:v>13.848012626906389</c:v>
                </c:pt>
                <c:pt idx="603">
                  <c:v>13.689316398506467</c:v>
                </c:pt>
                <c:pt idx="604">
                  <c:v>13.53020596672652</c:v>
                </c:pt>
                <c:pt idx="605">
                  <c:v>13.37074564656189</c:v>
                </c:pt>
                <c:pt idx="606">
                  <c:v>13.210998876855079</c:v>
                </c:pt>
                <c:pt idx="607">
                  <c:v>13.05102819012326</c:v>
                </c:pt>
                <c:pt idx="608">
                  <c:v>12.89089518381193</c:v>
                </c:pt>
                <c:pt idx="609">
                  <c:v>12.73066049297687</c:v>
                </c:pt>
                <c:pt idx="610">
                  <c:v>12.570383764391524</c:v>
                </c:pt>
                <c:pt idx="611">
                  <c:v>12.410123632077465</c:v>
                </c:pt>
                <c:pt idx="612">
                  <c:v>12.249937694252701</c:v>
                </c:pt>
                <c:pt idx="613">
                  <c:v>12.089882491691032</c:v>
                </c:pt>
                <c:pt idx="614">
                  <c:v>11.930013487484466</c:v>
                </c:pt>
                <c:pt idx="615">
                  <c:v>11.770385048198992</c:v>
                </c:pt>
                <c:pt idx="616">
                  <c:v>11.611050426411504</c:v>
                </c:pt>
                <c:pt idx="617">
                  <c:v>11.452061744616536</c:v>
                </c:pt>
                <c:pt idx="618">
                  <c:v>11.293469980487348</c:v>
                </c:pt>
                <c:pt idx="619">
                  <c:v>11.135324953476161</c:v>
                </c:pt>
                <c:pt idx="620">
                  <c:v>10.977675312737949</c:v>
                </c:pt>
                <c:pt idx="621">
                  <c:v>10.820568526356606</c:v>
                </c:pt>
                <c:pt idx="622">
                  <c:v>10.664050871859276</c:v>
                </c:pt>
                <c:pt idx="623">
                  <c:v>10.508167427992721</c:v>
                </c:pt>
                <c:pt idx="624">
                  <c:v>10.352962067745178</c:v>
                </c:pt>
                <c:pt idx="625">
                  <c:v>10.198477452588989</c:v>
                </c:pt>
                <c:pt idx="626">
                  <c:v>10.044755027920381</c:v>
                </c:pt>
                <c:pt idx="627">
                  <c:v>9.8918350196736604</c:v>
                </c:pt>
                <c:pt idx="628">
                  <c:v>9.7397564320845866</c:v>
                </c:pt>
                <c:pt idx="629">
                  <c:v>9.5885570465754846</c:v>
                </c:pt>
                <c:pt idx="630">
                  <c:v>9.4382734217378488</c:v>
                </c:pt>
                <c:pt idx="631">
                  <c:v>9.2889408943840017</c:v>
                </c:pt>
                <c:pt idx="632">
                  <c:v>9.1405935816401929</c:v>
                </c:pt>
                <c:pt idx="633">
                  <c:v>8.9932643840539619</c:v>
                </c:pt>
                <c:pt idx="634">
                  <c:v>8.846984989685172</c:v>
                </c:pt>
                <c:pt idx="635">
                  <c:v>8.7017858791534124</c:v>
                </c:pt>
                <c:pt idx="636">
                  <c:v>8.5576963316112185</c:v>
                </c:pt>
                <c:pt idx="637">
                  <c:v>8.4147444316133537</c:v>
                </c:pt>
                <c:pt idx="638">
                  <c:v>8.2729570768524567</c:v>
                </c:pt>
                <c:pt idx="639">
                  <c:v>8.1323599867300214</c:v>
                </c:pt>
                <c:pt idx="640">
                  <c:v>7.9929777117331815</c:v>
                </c:pt>
                <c:pt idx="641">
                  <c:v>7.8548336435851578</c:v>
                </c:pt>
                <c:pt idx="642">
                  <c:v>7.7179500261403557</c:v>
                </c:pt>
                <c:pt idx="643">
                  <c:v>7.5823479669922014</c:v>
                </c:pt>
                <c:pt idx="644">
                  <c:v>7.4480474497629068</c:v>
                </c:pt>
                <c:pt idx="645">
                  <c:v>7.3150673470453533</c:v>
                </c:pt>
                <c:pt idx="646">
                  <c:v>7.1834254339651906</c:v>
                </c:pt>
                <c:pt idx="647">
                  <c:v>7.0531384023338504</c:v>
                </c:pt>
                <c:pt idx="648">
                  <c:v>6.9242218753613631</c:v>
                </c:pt>
                <c:pt idx="649">
                  <c:v>6.7966904228988714</c:v>
                </c:pt>
                <c:pt idx="650">
                  <c:v>6.6705575771816097</c:v>
                </c:pt>
                <c:pt idx="651">
                  <c:v>6.5458358490414792</c:v>
                </c:pt>
                <c:pt idx="652">
                  <c:v>6.422536744560988</c:v>
                </c:pt>
                <c:pt idx="653">
                  <c:v>6.3006707821396377</c:v>
                </c:pt>
                <c:pt idx="654">
                  <c:v>6.1802475099419976</c:v>
                </c:pt>
                <c:pt idx="655">
                  <c:v>6.061275523702891</c:v>
                </c:pt>
                <c:pt idx="656">
                  <c:v>5.9437624848580555</c:v>
                </c:pt>
                <c:pt idx="657">
                  <c:v>5.8277151389753881</c:v>
                </c:pt>
                <c:pt idx="658">
                  <c:v>5.713139334458619</c:v>
                </c:pt>
                <c:pt idx="659">
                  <c:v>5.6000400414977545</c:v>
                </c:pt>
                <c:pt idx="660">
                  <c:v>5.4884213712391894</c:v>
                </c:pt>
                <c:pt idx="661">
                  <c:v>5.3782865951512093</c:v>
                </c:pt>
                <c:pt idx="662">
                  <c:v>5.2696381645594768</c:v>
                </c:pt>
                <c:pt idx="663">
                  <c:v>5.1624777303277138</c:v>
                </c:pt>
                <c:pt idx="664">
                  <c:v>5.056806162660644</c:v>
                </c:pt>
                <c:pt idx="665">
                  <c:v>4.9526235710054891</c:v>
                </c:pt>
                <c:pt idx="666">
                  <c:v>4.8499293240293859</c:v>
                </c:pt>
                <c:pt idx="667">
                  <c:v>4.7487220696508174</c:v>
                </c:pt>
                <c:pt idx="668">
                  <c:v>4.6489997551039917</c:v>
                </c:pt>
                <c:pt idx="669">
                  <c:v>4.5507596470145009</c:v>
                </c:pt>
                <c:pt idx="670">
                  <c:v>4.4539983514674342</c:v>
                </c:pt>
                <c:pt idx="671">
                  <c:v>4.3587118340473072</c:v>
                </c:pt>
                <c:pt idx="672">
                  <c:v>4.2648954398313652</c:v>
                </c:pt>
                <c:pt idx="673">
                  <c:v>4.1725439133185578</c:v>
                </c:pt>
                <c:pt idx="674">
                  <c:v>4.0816514182754391</c:v>
                </c:pt>
                <c:pt idx="675">
                  <c:v>3.9922115574833663</c:v>
                </c:pt>
                <c:pt idx="676">
                  <c:v>3.9042173923699846</c:v>
                </c:pt>
                <c:pt idx="677">
                  <c:v>3.8176614625094363</c:v>
                </c:pt>
                <c:pt idx="678">
                  <c:v>3.7325358049766515</c:v>
                </c:pt>
                <c:pt idx="679">
                  <c:v>3.6488319735409824</c:v>
                </c:pt>
                <c:pt idx="680">
                  <c:v>3.5665410576859462</c:v>
                </c:pt>
                <c:pt idx="681">
                  <c:v>3.4856537014417253</c:v>
                </c:pt>
                <c:pt idx="682">
                  <c:v>3.4061601220179543</c:v>
                </c:pt>
                <c:pt idx="683">
                  <c:v>3.3280501282255681</c:v>
                </c:pt>
                <c:pt idx="684">
                  <c:v>3.2513131386756204</c:v>
                </c:pt>
                <c:pt idx="685">
                  <c:v>3.1759381997456311</c:v>
                </c:pt>
                <c:pt idx="686">
                  <c:v>3.1019140033024644</c:v>
                </c:pt>
                <c:pt idx="687">
                  <c:v>3.0292289041732499</c:v>
                </c:pt>
                <c:pt idx="688">
                  <c:v>2.9578709373552163</c:v>
                </c:pt>
                <c:pt idx="689">
                  <c:v>2.8878278349561342</c:v>
                </c:pt>
                <c:pt idx="690">
                  <c:v>2.8190870428581953</c:v>
                </c:pt>
                <c:pt idx="691">
                  <c:v>2.7516357370979048</c:v>
                </c:pt>
                <c:pt idx="692">
                  <c:v>2.6854608399557875</c:v>
                </c:pt>
                <c:pt idx="693">
                  <c:v>2.6205490357497792</c:v>
                </c:pt>
                <c:pt idx="694">
                  <c:v>2.5568867863270688</c:v>
                </c:pt>
                <c:pt idx="695">
                  <c:v>2.494460346249316</c:v>
                </c:pt>
                <c:pt idx="696">
                  <c:v>2.433255777666929</c:v>
                </c:pt>
                <c:pt idx="697">
                  <c:v>2.3732589648786293</c:v>
                </c:pt>
                <c:pt idx="698">
                  <c:v>2.3144556285727482</c:v>
                </c:pt>
                <c:pt idx="699">
                  <c:v>2.2568313397471624</c:v>
                </c:pt>
                <c:pt idx="700">
                  <c:v>2.2003715333059599</c:v>
                </c:pt>
                <c:pt idx="701">
                  <c:v>2.1450615213297821</c:v>
                </c:pt>
                <c:pt idx="702">
                  <c:v>2.0908865060193893</c:v>
                </c:pt>
                <c:pt idx="703">
                  <c:v>2.0378315923102965</c:v>
                </c:pt>
                <c:pt idx="704">
                  <c:v>1.98588180015814</c:v>
                </c:pt>
                <c:pt idx="705">
                  <c:v>1.9350220764941575</c:v>
                </c:pt>
                <c:pt idx="706">
                  <c:v>1.8852373068510104</c:v>
                </c:pt>
                <c:pt idx="707">
                  <c:v>1.8365123266587799</c:v>
                </c:pt>
                <c:pt idx="708">
                  <c:v>1.788831932212237</c:v>
                </c:pt>
                <c:pt idx="709">
                  <c:v>1.7421808913102408</c:v>
                </c:pt>
                <c:pt idx="710">
                  <c:v>1.696543953568437</c:v>
                </c:pt>
                <c:pt idx="711">
                  <c:v>1.6519058604069357</c:v>
                </c:pt>
                <c:pt idx="712">
                  <c:v>1.6082513547151864</c:v>
                </c:pt>
                <c:pt idx="713">
                  <c:v>1.565565190195626</c:v>
                </c:pt>
                <c:pt idx="714">
                  <c:v>1.5238321403891084</c:v>
                </c:pt>
                <c:pt idx="715">
                  <c:v>1.4830370073846284</c:v>
                </c:pt>
                <c:pt idx="716">
                  <c:v>1.4431646302161449</c:v>
                </c:pt>
                <c:pt idx="717">
                  <c:v>1.4041998929498773</c:v>
                </c:pt>
                <c:pt idx="718">
                  <c:v>1.3661277324655208</c:v>
                </c:pt>
                <c:pt idx="719">
                  <c:v>1.3289331459346734</c:v>
                </c:pt>
                <c:pt idx="720">
                  <c:v>1.2926011980005696</c:v>
                </c:pt>
                <c:pt idx="721">
                  <c:v>1.2571170276630124</c:v>
                </c:pt>
                <c:pt idx="722">
                  <c:v>1.2224658548724523</c:v>
                </c:pt>
                <c:pt idx="723">
                  <c:v>1.1886329868378416</c:v>
                </c:pt>
                <c:pt idx="724">
                  <c:v>1.1556038240524182</c:v>
                </c:pt>
                <c:pt idx="725">
                  <c:v>1.1233638660421326</c:v>
                </c:pt>
                <c:pt idx="726">
                  <c:v>1.0918987168413694</c:v>
                </c:pt>
                <c:pt idx="727">
                  <c:v>1.0611940902007864</c:v>
                </c:pt>
                <c:pt idx="728">
                  <c:v>1.0312358145322471</c:v>
                </c:pt>
                <c:pt idx="729">
                  <c:v>1.0020098375957232</c:v>
                </c:pt>
                <c:pt idx="730">
                  <c:v>0.9735022309333341</c:v>
                </c:pt>
                <c:pt idx="731">
                  <c:v>0.94569919405583658</c:v>
                </c:pt>
                <c:pt idx="732">
                  <c:v>0.91858705838642596</c:v>
                </c:pt>
                <c:pt idx="733">
                  <c:v>0.89215229096752624</c:v>
                </c:pt>
                <c:pt idx="734">
                  <c:v>0.86638149793577135</c:v>
                </c:pt>
                <c:pt idx="735">
                  <c:v>0.84126142777032631</c:v>
                </c:pt>
                <c:pt idx="736">
                  <c:v>0.81677897432040136</c:v>
                </c:pt>
                <c:pt idx="737">
                  <c:v>0.79292117961704112</c:v>
                </c:pt>
                <c:pt idx="738">
                  <c:v>0.76967523647466352</c:v>
                </c:pt>
                <c:pt idx="739">
                  <c:v>0.74702849088808487</c:v>
                </c:pt>
                <c:pt idx="740">
                  <c:v>0.72496844423014584</c:v>
                </c:pt>
                <c:pt idx="741">
                  <c:v>0.70348275525561688</c:v>
                </c:pt>
                <c:pt idx="742">
                  <c:v>0.68255924191673722</c:v>
                </c:pt>
                <c:pt idx="743">
                  <c:v>0.66218588299592585</c:v>
                </c:pt>
                <c:pt idx="744">
                  <c:v>0.64235081956084961</c:v>
                </c:pt>
                <c:pt idx="745">
                  <c:v>0.62304235624758175</c:v>
                </c:pt>
                <c:pt idx="746">
                  <c:v>0.60424896237680514</c:v>
                </c:pt>
                <c:pt idx="747">
                  <c:v>0.58595927290869332</c:v>
                </c:pt>
                <c:pt idx="748">
                  <c:v>0.56816208924160128</c:v>
                </c:pt>
                <c:pt idx="749">
                  <c:v>0.55084637985973584</c:v>
                </c:pt>
                <c:pt idx="750">
                  <c:v>0.53400128083511644</c:v>
                </c:pt>
                <c:pt idx="751">
                  <c:v>0.51761609618887627</c:v>
                </c:pt>
                <c:pt idx="752">
                  <c:v>0.50168029811690174</c:v>
                </c:pt>
                <c:pt idx="753">
                  <c:v>0.48618352708494061</c:v>
                </c:pt>
                <c:pt idx="754">
                  <c:v>0.47111559179798729</c:v>
                </c:pt>
                <c:pt idx="755">
                  <c:v>0.45646646904889815</c:v>
                </c:pt>
                <c:pt idx="756">
                  <c:v>0.44222630345096936</c:v>
                </c:pt>
                <c:pt idx="757">
                  <c:v>0.42838540705922368</c:v>
                </c:pt>
                <c:pt idx="758">
                  <c:v>0.41493425888506769</c:v>
                </c:pt>
                <c:pt idx="759">
                  <c:v>0.40186350430881246</c:v>
                </c:pt>
                <c:pt idx="760">
                  <c:v>0.38916395439465851</c:v>
                </c:pt>
                <c:pt idx="761">
                  <c:v>0.37682658511239425</c:v>
                </c:pt>
                <c:pt idx="762">
                  <c:v>0.3648425364702898</c:v>
                </c:pt>
                <c:pt idx="763">
                  <c:v>0.35320311156328044</c:v>
                </c:pt>
                <c:pt idx="764">
                  <c:v>0.34189977554067708</c:v>
                </c:pt>
                <c:pt idx="765">
                  <c:v>0.33092415449738</c:v>
                </c:pt>
                <c:pt idx="766">
                  <c:v>0.32026803429268191</c:v>
                </c:pt>
                <c:pt idx="767">
                  <c:v>0.30992335930040021</c:v>
                </c:pt>
                <c:pt idx="768">
                  <c:v>0.29988223109422502</c:v>
                </c:pt>
                <c:pt idx="769">
                  <c:v>0.29013690707196527</c:v>
                </c:pt>
                <c:pt idx="770">
                  <c:v>0.28067979902226009</c:v>
                </c:pt>
                <c:pt idx="771">
                  <c:v>0.2715034716373218</c:v>
                </c:pt>
                <c:pt idx="772">
                  <c:v>0.26260064097508851</c:v>
                </c:pt>
                <c:pt idx="773">
                  <c:v>0.25396417287417772</c:v>
                </c:pt>
                <c:pt idx="774">
                  <c:v>0.24558708132481805</c:v>
                </c:pt>
                <c:pt idx="775">
                  <c:v>0.23746252679894445</c:v>
                </c:pt>
                <c:pt idx="776">
                  <c:v>0.22958381454252502</c:v>
                </c:pt>
                <c:pt idx="777">
                  <c:v>0.22194439283309675</c:v>
                </c:pt>
                <c:pt idx="778">
                  <c:v>0.21453785120530086</c:v>
                </c:pt>
                <c:pt idx="779">
                  <c:v>0.20735791864737421</c:v>
                </c:pt>
                <c:pt idx="780">
                  <c:v>0.20039846177113391</c:v>
                </c:pt>
                <c:pt idx="781">
                  <c:v>0.19365348295816426</c:v>
                </c:pt>
                <c:pt idx="782">
                  <c:v>0.18711711848473045</c:v>
                </c:pt>
                <c:pt idx="783">
                  <c:v>0.18078363662781971</c:v>
                </c:pt>
                <c:pt idx="784">
                  <c:v>0.17464743575468283</c:v>
                </c:pt>
                <c:pt idx="785">
                  <c:v>0.16870304239820208</c:v>
                </c:pt>
                <c:pt idx="786">
                  <c:v>0.16294510932018963</c:v>
                </c:pt>
                <c:pt idx="787">
                  <c:v>0.15736841356478903</c:v>
                </c:pt>
                <c:pt idx="788">
                  <c:v>0.15196785450399103</c:v>
                </c:pt>
                <c:pt idx="789">
                  <c:v>0.1467384518772277</c:v>
                </c:pt>
                <c:pt idx="790">
                  <c:v>0.14167534382686914</c:v>
                </c:pt>
                <c:pt idx="791">
                  <c:v>0.1367737849314995</c:v>
                </c:pt>
                <c:pt idx="792">
                  <c:v>0.13202914423862577</c:v>
                </c:pt>
                <c:pt idx="793">
                  <c:v>0.12743690329849969</c:v>
                </c:pt>
                <c:pt idx="794">
                  <c:v>0.12299265420062329</c:v>
                </c:pt>
                <c:pt idx="795">
                  <c:v>0.1186920976144536</c:v>
                </c:pt>
                <c:pt idx="796">
                  <c:v>0.11453104083571426</c:v>
                </c:pt>
                <c:pt idx="797">
                  <c:v>0.11050539583971694</c:v>
                </c:pt>
                <c:pt idx="798">
                  <c:v>0.10661117734299067</c:v>
                </c:pt>
                <c:pt idx="799">
                  <c:v>0.10284450087442329</c:v>
                </c:pt>
                <c:pt idx="800">
                  <c:v>9.9201580857133806E-2</c:v>
                </c:pt>
                <c:pt idx="801">
                  <c:v>9.5678728702176613E-2</c:v>
                </c:pt>
                <c:pt idx="802">
                  <c:v>9.2272350915108409E-2</c:v>
                </c:pt>
                <c:pt idx="803">
                  <c:v>8.8978947216446017E-2</c:v>
                </c:pt>
                <c:pt idx="804">
                  <c:v>8.579510867693764E-2</c:v>
                </c:pt>
                <c:pt idx="805">
                  <c:v>8.27175158685272E-2</c:v>
                </c:pt>
                <c:pt idx="806">
                  <c:v>7.9742937031855837E-2</c:v>
                </c:pt>
                <c:pt idx="807">
                  <c:v>7.6868226261060255E-2</c:v>
                </c:pt>
                <c:pt idx="808">
                  <c:v>7.4090321706613463E-2</c:v>
                </c:pt>
                <c:pt idx="809">
                  <c:v>7.1406243796864735E-2</c:v>
                </c:pt>
                <c:pt idx="810">
                  <c:v>6.8813093478930804E-2</c:v>
                </c:pt>
                <c:pt idx="811">
                  <c:v>6.6308050479501807E-2</c:v>
                </c:pt>
                <c:pt idx="812">
                  <c:v>6.3888371586115225E-2</c:v>
                </c:pt>
                <c:pt idx="813">
                  <c:v>6.1551388949387442E-2</c:v>
                </c:pt>
                <c:pt idx="814">
                  <c:v>5.9294508406650064E-2</c:v>
                </c:pt>
                <c:pt idx="815">
                  <c:v>5.7115207827425588E-2</c:v>
                </c:pt>
                <c:pt idx="816">
                  <c:v>5.5011035481091035E-2</c:v>
                </c:pt>
                <c:pt idx="817">
                  <c:v>5.2979608427083172E-2</c:v>
                </c:pt>
                <c:pt idx="818">
                  <c:v>5.1018610927940418E-2</c:v>
                </c:pt>
                <c:pt idx="819">
                  <c:v>4.9125792885454107E-2</c:v>
                </c:pt>
                <c:pt idx="820">
                  <c:v>4.7298968300144885E-2</c:v>
                </c:pt>
                <c:pt idx="821">
                  <c:v>4.5536013754285051E-2</c:v>
                </c:pt>
                <c:pt idx="822">
                  <c:v>4.3834866918625565E-2</c:v>
                </c:pt>
                <c:pt idx="823">
                  <c:v>4.2193525082959767E-2</c:v>
                </c:pt>
                <c:pt idx="824">
                  <c:v>4.06100437106564E-2</c:v>
                </c:pt>
                <c:pt idx="825">
                  <c:v>3.9082535017223766E-2</c:v>
                </c:pt>
                <c:pt idx="826">
                  <c:v>3.7609166572973106E-2</c:v>
                </c:pt>
                <c:pt idx="827">
                  <c:v>3.6188159929818199E-2</c:v>
                </c:pt>
                <c:pt idx="828">
                  <c:v>3.4817789272212615E-2</c:v>
                </c:pt>
                <c:pt idx="829">
                  <c:v>3.349638009221069E-2</c:v>
                </c:pt>
                <c:pt idx="830">
                  <c:v>3.2222307888626837E-2</c:v>
                </c:pt>
                <c:pt idx="831">
                  <c:v>3.09939968902277E-2</c:v>
                </c:pt>
                <c:pt idx="832">
                  <c:v>2.9809918802887744E-2</c:v>
                </c:pt>
                <c:pt idx="833">
                  <c:v>2.8668591580611649E-2</c:v>
                </c:pt>
                <c:pt idx="834">
                  <c:v>2.75685782203141E-2</c:v>
                </c:pt>
                <c:pt idx="835">
                  <c:v>2.6508485580231323E-2</c:v>
                </c:pt>
                <c:pt idx="836">
                  <c:v>2.5486963221814499E-2</c:v>
                </c:pt>
                <c:pt idx="837">
                  <c:v>2.450270227495694E-2</c:v>
                </c:pt>
                <c:pt idx="838">
                  <c:v>2.3554434326372491E-2</c:v>
                </c:pt>
                <c:pt idx="839">
                  <c:v>2.2640930330947769E-2</c:v>
                </c:pt>
                <c:pt idx="840">
                  <c:v>2.1760999545869308E-2</c:v>
                </c:pt>
                <c:pt idx="841">
                  <c:v>2.0913488487313482E-2</c:v>
                </c:pt>
                <c:pt idx="842">
                  <c:v>2.0097279909483241E-2</c:v>
                </c:pt>
                <c:pt idx="843">
                  <c:v>1.9311291805762666E-2</c:v>
                </c:pt>
                <c:pt idx="844">
                  <c:v>1.8554476431749008E-2</c:v>
                </c:pt>
                <c:pt idx="845">
                  <c:v>1.7825819349912862E-2</c:v>
                </c:pt>
                <c:pt idx="846">
                  <c:v>1.7124338495638946E-2</c:v>
                </c:pt>
                <c:pt idx="847">
                  <c:v>1.6449083264375296E-2</c:v>
                </c:pt>
                <c:pt idx="848">
                  <c:v>1.5799133619630701E-2</c:v>
                </c:pt>
                <c:pt idx="849">
                  <c:v>1.5173599221540549E-2</c:v>
                </c:pt>
                <c:pt idx="850">
                  <c:v>1.4571618575720983E-2</c:v>
                </c:pt>
                <c:pt idx="851">
                  <c:v>1.3992358202128938E-2</c:v>
                </c:pt>
                <c:pt idx="852">
                  <c:v>1.3435011823634772E-2</c:v>
                </c:pt>
                <c:pt idx="853">
                  <c:v>1.2898799574017173E-2</c:v>
                </c:pt>
                <c:pt idx="854">
                  <c:v>1.2382967225081332E-2</c:v>
                </c:pt>
                <c:pt idx="855">
                  <c:v>1.1886785432600589E-2</c:v>
                </c:pt>
                <c:pt idx="856">
                  <c:v>1.1409549000781559E-2</c:v>
                </c:pt>
                <c:pt idx="857">
                  <c:v>1.0950576164945523E-2</c:v>
                </c:pt>
                <c:pt idx="858">
                  <c:v>1.0509207892122672E-2</c:v>
                </c:pt>
                <c:pt idx="859">
                  <c:v>1.0084807199249807E-2</c:v>
                </c:pt>
                <c:pt idx="860">
                  <c:v>9.6767584886646597E-3</c:v>
                </c:pt>
                <c:pt idx="861">
                  <c:v>9.2844669005899133E-3</c:v>
                </c:pt>
                <c:pt idx="862">
                  <c:v>8.9073576822939673E-3</c:v>
                </c:pt>
                <c:pt idx="863">
                  <c:v>8.5448755736245476E-3</c:v>
                </c:pt>
                <c:pt idx="864">
                  <c:v>8.1964842086046045E-3</c:v>
                </c:pt>
                <c:pt idx="865">
                  <c:v>7.8616655327821694E-3</c:v>
                </c:pt>
                <c:pt idx="866">
                  <c:v>7.5399192360312648E-3</c:v>
                </c:pt>
                <c:pt idx="867">
                  <c:v>7.2307622004956339E-3</c:v>
                </c:pt>
                <c:pt idx="868">
                  <c:v>6.9337279633722784E-3</c:v>
                </c:pt>
                <c:pt idx="869">
                  <c:v>6.6483661942356173E-3</c:v>
                </c:pt>
                <c:pt idx="870">
                  <c:v>6.3742421865977802E-3</c:v>
                </c:pt>
                <c:pt idx="871">
                  <c:v>6.1109363634116922E-3</c:v>
                </c:pt>
                <c:pt idx="872">
                  <c:v>5.8580437962193997E-3</c:v>
                </c:pt>
                <c:pt idx="873">
                  <c:v>5.6151737376529754E-3</c:v>
                </c:pt>
                <c:pt idx="874">
                  <c:v>5.3819491669983626E-3</c:v>
                </c:pt>
                <c:pt idx="875">
                  <c:v>5.158006348534314E-3</c:v>
                </c:pt>
                <c:pt idx="876">
                  <c:v>4.9429944023633848E-3</c:v>
                </c:pt>
                <c:pt idx="877">
                  <c:v>4.7365748874515935E-3</c:v>
                </c:pt>
                <c:pt idx="878">
                  <c:v>4.5384213966011442E-3</c:v>
                </c:pt>
                <c:pt idx="879">
                  <c:v>4.3482191630801826E-3</c:v>
                </c:pt>
                <c:pt idx="880">
                  <c:v>4.1656646786391582E-3</c:v>
                </c:pt>
                <c:pt idx="881">
                  <c:v>3.9904653226453509E-3</c:v>
                </c:pt>
                <c:pt idx="882">
                  <c:v>3.8223390020732371E-3</c:v>
                </c:pt>
                <c:pt idx="883">
                  <c:v>3.6610138020887039E-3</c:v>
                </c:pt>
                <c:pt idx="884">
                  <c:v>3.506227646971696E-3</c:v>
                </c:pt>
                <c:pt idx="885">
                  <c:v>3.3577279711246395E-3</c:v>
                </c:pt>
                <c:pt idx="886">
                  <c:v>3.2152713999176606E-3</c:v>
                </c:pt>
                <c:pt idx="887">
                  <c:v>3.0786234401257205E-3</c:v>
                </c:pt>
                <c:pt idx="888">
                  <c:v>2.947558179717666E-3</c:v>
                </c:pt>
                <c:pt idx="889">
                  <c:v>2.8218579967593258E-3</c:v>
                </c:pt>
                <c:pt idx="890">
                  <c:v>2.7013132771987738E-3</c:v>
                </c:pt>
                <c:pt idx="891">
                  <c:v>2.5857221413046493E-3</c:v>
                </c:pt>
                <c:pt idx="892">
                  <c:v>2.4748901785332741E-3</c:v>
                </c:pt>
                <c:pt idx="893">
                  <c:v>2.3686301906034176E-3</c:v>
                </c:pt>
                <c:pt idx="894">
                  <c:v>2.2667619425634214E-3</c:v>
                </c:pt>
                <c:pt idx="895">
                  <c:v>2.1691119216370532E-3</c:v>
                </c:pt>
                <c:pt idx="896">
                  <c:v>2.0755131036405421E-3</c:v>
                </c:pt>
                <c:pt idx="897">
                  <c:v>1.9858047267669798E-3</c:v>
                </c:pt>
                <c:pt idx="898">
                  <c:v>1.8998320725369679E-3</c:v>
                </c:pt>
                <c:pt idx="899">
                  <c:v>1.8174462537205302E-3</c:v>
                </c:pt>
                <c:pt idx="900">
                  <c:v>1.738504009037418E-3</c:v>
                </c:pt>
                <c:pt idx="901">
                  <c:v>1.662867504448455E-3</c:v>
                </c:pt>
                <c:pt idx="902">
                  <c:v>1.5904041408534568E-3</c:v>
                </c:pt>
                <c:pt idx="903">
                  <c:v>1.5209863680157787E-3</c:v>
                </c:pt>
                <c:pt idx="904">
                  <c:v>1.4544915045375004E-3</c:v>
                </c:pt>
                <c:pt idx="905">
                  <c:v>1.3908015637126075E-3</c:v>
                </c:pt>
                <c:pt idx="906">
                  <c:v>1.3298030850901138E-3</c:v>
                </c:pt>
                <c:pt idx="907">
                  <c:v>1.2713869715823777E-3</c:v>
                </c:pt>
                <c:pt idx="908">
                  <c:v>1.2154483319575778E-3</c:v>
                </c:pt>
                <c:pt idx="909">
                  <c:v>1.1618863285596582E-3</c:v>
                </c:pt>
                <c:pt idx="910">
                  <c:v>1.1106040301017194E-3</c:v>
                </c:pt>
                <c:pt idx="911">
                  <c:v>1.0615082693836663E-3</c:v>
                </c:pt>
                <c:pt idx="912">
                  <c:v>1.0145095057875306E-3</c:v>
                </c:pt>
                <c:pt idx="913">
                  <c:v>9.6952169240770408E-4</c:v>
                </c:pt>
                <c:pt idx="914">
                  <c:v>9.2646214767728335E-4</c:v>
                </c:pt>
                <c:pt idx="915">
                  <c:v>8.8525143135450527E-4</c:v>
                </c:pt>
                <c:pt idx="916">
                  <c:v>8.4581322473676636E-4</c:v>
                </c:pt>
                <c:pt idx="917">
                  <c:v>8.0807421497366776E-4</c:v>
                </c:pt>
                <c:pt idx="918">
                  <c:v>7.7196398335288639E-4</c:v>
                </c:pt>
                <c:pt idx="919">
                  <c:v>7.3741489743647305E-4</c:v>
                </c:pt>
                <c:pt idx="920">
                  <c:v>7.0436200692835398E-4</c:v>
                </c:pt>
                <c:pt idx="921">
                  <c:v>6.7274294315667867E-4</c:v>
                </c:pt>
                <c:pt idx="922">
                  <c:v>6.4249782205775315E-4</c:v>
                </c:pt>
                <c:pt idx="923">
                  <c:v>6.1356915055157837E-4</c:v>
                </c:pt>
                <c:pt idx="924">
                  <c:v>5.8590173620162397E-4</c:v>
                </c:pt>
                <c:pt idx="925">
                  <c:v>5.5944260005445833E-4</c:v>
                </c:pt>
                <c:pt idx="926">
                  <c:v>5.3414089255789305E-4</c:v>
                </c:pt>
                <c:pt idx="927">
                  <c:v>5.0994781245883682E-4</c:v>
                </c:pt>
                <c:pt idx="928">
                  <c:v>4.8681652858474395E-4</c:v>
                </c:pt>
                <c:pt idx="929">
                  <c:v>4.6470210441554251E-4</c:v>
                </c:pt>
                <c:pt idx="930">
                  <c:v>4.4356142535520774E-4</c:v>
                </c:pt>
                <c:pt idx="931">
                  <c:v>4.2335312861478127E-4</c:v>
                </c:pt>
                <c:pt idx="932">
                  <c:v>4.0403753562128717E-4</c:v>
                </c:pt>
                <c:pt idx="933">
                  <c:v>3.8557658686931334E-4</c:v>
                </c:pt>
                <c:pt idx="934">
                  <c:v>3.6793377913434491E-4</c:v>
                </c:pt>
                <c:pt idx="935">
                  <c:v>3.510741049695329E-4</c:v>
                </c:pt>
                <c:pt idx="936">
                  <c:v>3.3496399440965659E-4</c:v>
                </c:pt>
                <c:pt idx="937">
                  <c:v>3.1957125880825038E-4</c:v>
                </c:pt>
                <c:pt idx="938">
                  <c:v>3.0486503673628803E-4</c:v>
                </c:pt>
                <c:pt idx="939">
                  <c:v>2.9081574187269732E-4</c:v>
                </c:pt>
                <c:pt idx="940">
                  <c:v>2.7739501281915697E-4</c:v>
                </c:pt>
                <c:pt idx="941">
                  <c:v>2.6457566477369792E-4</c:v>
                </c:pt>
                <c:pt idx="942">
                  <c:v>2.5233164299958886E-4</c:v>
                </c:pt>
                <c:pt idx="943">
                  <c:v>2.4063797802782841E-4</c:v>
                </c:pt>
                <c:pt idx="944">
                  <c:v>2.2947074253361392E-4</c:v>
                </c:pt>
                <c:pt idx="945">
                  <c:v>2.1880700982884743E-4</c:v>
                </c:pt>
                <c:pt idx="946">
                  <c:v>2.0862481391464556E-4</c:v>
                </c:pt>
                <c:pt idx="947">
                  <c:v>1.9890311103944026E-4</c:v>
                </c:pt>
                <c:pt idx="948">
                  <c:v>1.8962174271009189E-4</c:v>
                </c:pt>
                <c:pt idx="949">
                  <c:v>1.8076140010499713E-4</c:v>
                </c:pt>
                <c:pt idx="950">
                  <c:v>1.7230358983980569E-4</c:v>
                </c:pt>
                <c:pt idx="951">
                  <c:v>1.6423060103795719E-4</c:v>
                </c:pt>
                <c:pt idx="952">
                  <c:v>1.5652547365974006E-4</c:v>
                </c:pt>
                <c:pt idx="953">
                  <c:v>1.4917196804508065E-4</c:v>
                </c:pt>
                <c:pt idx="954">
                  <c:v>1.4215453562671379E-4</c:v>
                </c:pt>
                <c:pt idx="955">
                  <c:v>1.354582907717636E-4</c:v>
                </c:pt>
                <c:pt idx="956">
                  <c:v>1.2906898371118576E-4</c:v>
                </c:pt>
                <c:pt idx="957">
                  <c:v>1.2297297451778507E-4</c:v>
                </c:pt>
                <c:pt idx="958">
                  <c:v>1.1715720809485139E-4</c:v>
                </c:pt>
                <c:pt idx="959">
                  <c:v>1.1160919013869768E-4</c:v>
                </c:pt>
                <c:pt idx="960">
                  <c:v>1.0631696403963186E-4</c:v>
                </c:pt>
                <c:pt idx="961">
                  <c:v>1.0126908868698009E-4</c:v>
                </c:pt>
                <c:pt idx="962">
                  <c:v>9.645461714508274E-5</c:v>
                </c:pt>
                <c:pt idx="963">
                  <c:v>9.1863076168148379E-5</c:v>
                </c:pt>
                <c:pt idx="964">
                  <c:v>8.7484446523009246E-5</c:v>
                </c:pt>
                <c:pt idx="965">
                  <c:v>8.3309144089884174E-5</c:v>
                </c:pt>
                <c:pt idx="966">
                  <c:v>7.9328001712217821E-5</c:v>
                </c:pt>
                <c:pt idx="967">
                  <c:v>7.5532251767681188E-5</c:v>
                </c:pt>
                <c:pt idx="968">
                  <c:v>7.1913509433405929E-5</c:v>
                </c:pt>
                <c:pt idx="969">
                  <c:v>6.8463756619395485E-5</c:v>
                </c:pt>
                <c:pt idx="970">
                  <c:v>6.5175326544997882E-5</c:v>
                </c:pt>
                <c:pt idx="971">
                  <c:v>6.2040888934182851E-5</c:v>
                </c:pt>
                <c:pt idx="972">
                  <c:v>5.9053435806221526E-5</c:v>
                </c:pt>
                <c:pt idx="973">
                  <c:v>5.6206267839168064E-5</c:v>
                </c:pt>
                <c:pt idx="974">
                  <c:v>5.3492981284349596E-5</c:v>
                </c:pt>
                <c:pt idx="975">
                  <c:v>5.0907455410854094E-5</c:v>
                </c:pt>
                <c:pt idx="976">
                  <c:v>4.8443840459703891E-5</c:v>
                </c:pt>
                <c:pt idx="977">
                  <c:v>4.6096546088178502E-5</c:v>
                </c:pt>
                <c:pt idx="978">
                  <c:v>4.386023028541576E-5</c:v>
                </c:pt>
                <c:pt idx="979">
                  <c:v>4.1729788741093278E-5</c:v>
                </c:pt>
                <c:pt idx="980">
                  <c:v>3.970034464966512E-5</c:v>
                </c:pt>
                <c:pt idx="981">
                  <c:v>3.7767238933251242E-5</c:v>
                </c:pt>
                <c:pt idx="982">
                  <c:v>3.5926020866878227E-5</c:v>
                </c:pt>
                <c:pt idx="983">
                  <c:v>3.4172439090380684E-5</c:v>
                </c:pt>
                <c:pt idx="984">
                  <c:v>3.2502432991834154E-5</c:v>
                </c:pt>
                <c:pt idx="985">
                  <c:v>3.0912124447939196E-5</c:v>
                </c:pt>
                <c:pt idx="986">
                  <c:v>2.9397809907320927E-5</c:v>
                </c:pt>
                <c:pt idx="987">
                  <c:v>2.7955952803222662E-5</c:v>
                </c:pt>
                <c:pt idx="988">
                  <c:v>2.6583176282561183E-5</c:v>
                </c:pt>
                <c:pt idx="989">
                  <c:v>2.527625623881352E-5</c:v>
                </c:pt>
                <c:pt idx="990">
                  <c:v>2.4032114636649778E-5</c:v>
                </c:pt>
                <c:pt idx="991">
                  <c:v>2.2847813116691888E-5</c:v>
                </c:pt>
                <c:pt idx="992">
                  <c:v>2.1720546869210214E-5</c:v>
                </c:pt>
                <c:pt idx="993">
                  <c:v>2.0647638765982227E-5</c:v>
                </c:pt>
                <c:pt idx="994">
                  <c:v>1.9626533739953559E-5</c:v>
                </c:pt>
                <c:pt idx="995">
                  <c:v>1.8654793402726488E-5</c:v>
                </c:pt>
                <c:pt idx="996">
                  <c:v>1.7730090890279811E-5</c:v>
                </c:pt>
                <c:pt idx="997">
                  <c:v>1.6850205927689956E-5</c:v>
                </c:pt>
                <c:pt idx="998">
                  <c:v>1.6013020103976437E-5</c:v>
                </c:pt>
                <c:pt idx="999">
                  <c:v>1.5216512348528127E-5</c:v>
                </c:pt>
                <c:pt idx="1000">
                  <c:v>1.445875460090083E-5</c:v>
                </c:pt>
                <c:pt idx="1001">
                  <c:v>1.3737907666090965E-5</c:v>
                </c:pt>
                <c:pt idx="1002">
                  <c:v>1.3052217247691985E-5</c:v>
                </c:pt>
                <c:pt idx="1003">
                  <c:v>1.2400010151633188E-5</c:v>
                </c:pt>
                <c:pt idx="1004">
                  <c:v>1.1779690653493287E-5</c:v>
                </c:pt>
                <c:pt idx="1005">
                  <c:v>1.1189737022638225E-5</c:v>
                </c:pt>
                <c:pt idx="1006">
                  <c:v>1.0628698196709309E-5</c:v>
                </c:pt>
                <c:pt idx="1007">
                  <c:v>1.0095190600235882E-5</c:v>
                </c:pt>
                <c:pt idx="1008">
                  <c:v>9.587895101389271E-6</c:v>
                </c:pt>
                <c:pt idx="1009">
                  <c:v>9.1055541011331984E-6</c:v>
                </c:pt>
                <c:pt idx="1010">
                  <c:v>8.6469687492523917E-6</c:v>
                </c:pt>
                <c:pt idx="1011">
                  <c:v>8.2109962819563097E-6</c:v>
                </c:pt>
                <c:pt idx="1012">
                  <c:v>7.7965474759681258E-6</c:v>
                </c:pt>
                <c:pt idx="1013">
                  <c:v>7.4025842142126389E-6</c:v>
                </c:pt>
                <c:pt idx="1014">
                  <c:v>7.0281171584058688E-6</c:v>
                </c:pt>
                <c:pt idx="1015">
                  <c:v>6.6722035240447504E-6</c:v>
                </c:pt>
                <c:pt idx="1016">
                  <c:v>6.333944953467981E-6</c:v>
                </c:pt>
                <c:pt idx="1017">
                  <c:v>6.0124854828409225E-6</c:v>
                </c:pt>
                <c:pt idx="1018">
                  <c:v>5.7070095990763316E-6</c:v>
                </c:pt>
                <c:pt idx="1019">
                  <c:v>5.416740382870336E-6</c:v>
                </c:pt>
                <c:pt idx="1020">
                  <c:v>5.1409377341857739E-6</c:v>
                </c:pt>
                <c:pt idx="1021">
                  <c:v>4.8788966766612018E-6</c:v>
                </c:pt>
                <c:pt idx="1022">
                  <c:v>4.6299457375714903E-6</c:v>
                </c:pt>
                <c:pt idx="1023">
                  <c:v>4.3934454001013844E-6</c:v>
                </c:pt>
                <c:pt idx="1024">
                  <c:v>4.1687866248251977E-6</c:v>
                </c:pt>
                <c:pt idx="1025">
                  <c:v>3.9553894374146616E-6</c:v>
                </c:pt>
                <c:pt idx="1026">
                  <c:v>3.752701579719189E-6</c:v>
                </c:pt>
                <c:pt idx="1027">
                  <c:v>3.5601972214794988E-6</c:v>
                </c:pt>
                <c:pt idx="1028">
                  <c:v>3.3773757300487737E-6</c:v>
                </c:pt>
                <c:pt idx="1029">
                  <c:v>3.2037604956065176E-6</c:v>
                </c:pt>
                <c:pt idx="1030">
                  <c:v>3.0388978094501131E-6</c:v>
                </c:pt>
                <c:pt idx="1031">
                  <c:v>2.8823557930548312E-6</c:v>
                </c:pt>
                <c:pt idx="1032">
                  <c:v>2.7337233756846957E-6</c:v>
                </c:pt>
                <c:pt idx="1033">
                  <c:v>2.5926093184324447E-6</c:v>
                </c:pt>
                <c:pt idx="1034">
                  <c:v>2.4586412826538049E-6</c:v>
                </c:pt>
                <c:pt idx="1035">
                  <c:v>2.33146494084758E-6</c:v>
                </c:pt>
                <c:pt idx="1036">
                  <c:v>2.2107431281152723E-6</c:v>
                </c:pt>
                <c:pt idx="1037">
                  <c:v>2.0961550324111577E-6</c:v>
                </c:pt>
                <c:pt idx="1038">
                  <c:v>1.9873954218716389E-6</c:v>
                </c:pt>
                <c:pt idx="1039">
                  <c:v>1.8841739075827926E-6</c:v>
                </c:pt>
                <c:pt idx="1040">
                  <c:v>1.7862142402164687E-6</c:v>
                </c:pt>
                <c:pt idx="1041">
                  <c:v>1.6932536390312477E-6</c:v>
                </c:pt>
                <c:pt idx="1042">
                  <c:v>1.6050421517986508E-6</c:v>
                </c:pt>
                <c:pt idx="1043">
                  <c:v>1.5213420442768049E-6</c:v>
                </c:pt>
                <c:pt idx="1044">
                  <c:v>1.441927217912584E-6</c:v>
                </c:pt>
                <c:pt idx="1045">
                  <c:v>1.3665826545096404E-6</c:v>
                </c:pt>
                <c:pt idx="1046">
                  <c:v>1.2951038866546942E-6</c:v>
                </c:pt>
                <c:pt idx="1047">
                  <c:v>1.2272964927456394E-6</c:v>
                </c:pt>
                <c:pt idx="1048">
                  <c:v>1.1629756155152428E-6</c:v>
                </c:pt>
                <c:pt idx="1049">
                  <c:v>1.1019655029926426E-6</c:v>
                </c:pt>
                <c:pt idx="1050">
                  <c:v>1.0440990708898745E-6</c:v>
                </c:pt>
                <c:pt idx="1051">
                  <c:v>9.8921748544488457E-7</c:v>
                </c:pt>
                <c:pt idx="1052">
                  <c:v>9.3716976579523669E-7</c:v>
                </c:pt>
                <c:pt idx="1053">
                  <c:v>8.8781240499627379E-7</c:v>
                </c:pt>
                <c:pt idx="1054">
                  <c:v>8.4100900883655582E-7</c:v>
                </c:pt>
                <c:pt idx="1055">
                  <c:v>7.9662995164084346E-7</c:v>
                </c:pt>
                <c:pt idx="1056">
                  <c:v>7.5455204828588416E-7</c:v>
                </c:pt>
                <c:pt idx="1057">
                  <c:v>7.1465824168854032E-7</c:v>
                </c:pt>
                <c:pt idx="1058">
                  <c:v>6.7683730505853636E-7</c:v>
                </c:pt>
                <c:pt idx="1059">
                  <c:v>6.4098355823924843E-7</c:v>
                </c:pt>
                <c:pt idx="1060">
                  <c:v>6.0699659748967474E-7</c:v>
                </c:pt>
                <c:pt idx="1061">
                  <c:v>5.7478103808981664E-7</c:v>
                </c:pt>
                <c:pt idx="1062">
                  <c:v>5.4424626917881579E-7</c:v>
                </c:pt>
                <c:pt idx="1063">
                  <c:v>5.1530622026135294E-7</c:v>
                </c:pt>
                <c:pt idx="1064">
                  <c:v>4.878791388434402E-7</c:v>
                </c:pt>
                <c:pt idx="1065">
                  <c:v>4.6188737868234532E-7</c:v>
                </c:pt>
                <c:pt idx="1066">
                  <c:v>4.3725719815857535E-7</c:v>
                </c:pt>
                <c:pt idx="1067">
                  <c:v>4.1391856830001905E-7</c:v>
                </c:pt>
                <c:pt idx="1068">
                  <c:v>3.9180499000930958E-7</c:v>
                </c:pt>
                <c:pt idx="1069">
                  <c:v>3.7085332006564716E-7</c:v>
                </c:pt>
                <c:pt idx="1070">
                  <c:v>3.5100360549176113E-7</c:v>
                </c:pt>
                <c:pt idx="1071">
                  <c:v>3.3219892589513133E-7</c:v>
                </c:pt>
                <c:pt idx="1072">
                  <c:v>3.143852434100684E-7</c:v>
                </c:pt>
                <c:pt idx="1073">
                  <c:v>2.9751125988454982E-7</c:v>
                </c:pt>
                <c:pt idx="1074">
                  <c:v>2.8152828097153955E-7</c:v>
                </c:pt>
                <c:pt idx="1075">
                  <c:v>2.6639008680010588E-7</c:v>
                </c:pt>
                <c:pt idx="1076">
                  <c:v>2.5205280891650157E-7</c:v>
                </c:pt>
                <c:pt idx="1077">
                  <c:v>2.3847481319940472E-7</c:v>
                </c:pt>
                <c:pt idx="1078">
                  <c:v>2.2561658846710504E-7</c:v>
                </c:pt>
                <c:pt idx="1079">
                  <c:v>2.1344064050732136E-7</c:v>
                </c:pt>
                <c:pt idx="1080">
                  <c:v>2.0191139127268267E-7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A-0F27-43CB-B342-0B1853660F7A}"/>
            </c:ext>
          </c:extLst>
        </c:ser>
        <c:ser>
          <c:idx val="11"/>
          <c:order val="11"/>
          <c:tx>
            <c:strRef>
              <c:f>Sheet1!$V$3</c:f>
              <c:strCache>
                <c:ptCount val="1"/>
                <c:pt idx="0">
                  <c:v>Qp = 25.0 L/s</c:v>
                </c:pt>
              </c:strCache>
            </c:strRef>
          </c:tx>
          <c:spPr>
            <a:ln w="19050" cap="rnd">
              <a:solidFill>
                <a:schemeClr val="bg1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xVal>
            <c:numRef>
              <c:f>Sheet1!$J$4:$J$1084</c:f>
              <c:numCache>
                <c:formatCode>General</c:formatCode>
                <c:ptCount val="1081"/>
                <c:pt idx="0">
                  <c:v>0</c:v>
                </c:pt>
                <c:pt idx="1">
                  <c:v>2.7777777777777775E-3</c:v>
                </c:pt>
                <c:pt idx="2">
                  <c:v>5.5555555555555549E-3</c:v>
                </c:pt>
                <c:pt idx="3">
                  <c:v>8.3333333333333332E-3</c:v>
                </c:pt>
                <c:pt idx="4">
                  <c:v>1.111111111111111E-2</c:v>
                </c:pt>
                <c:pt idx="5">
                  <c:v>1.388888888888889E-2</c:v>
                </c:pt>
                <c:pt idx="6">
                  <c:v>1.6666666666666666E-2</c:v>
                </c:pt>
                <c:pt idx="7">
                  <c:v>1.9444444444444445E-2</c:v>
                </c:pt>
                <c:pt idx="8">
                  <c:v>2.222222222222222E-2</c:v>
                </c:pt>
                <c:pt idx="9">
                  <c:v>2.5000000000000001E-2</c:v>
                </c:pt>
                <c:pt idx="10">
                  <c:v>2.777777777777778E-2</c:v>
                </c:pt>
                <c:pt idx="11">
                  <c:v>3.0555555555555555E-2</c:v>
                </c:pt>
                <c:pt idx="12">
                  <c:v>3.3333333333333333E-2</c:v>
                </c:pt>
                <c:pt idx="13">
                  <c:v>3.6111111111111108E-2</c:v>
                </c:pt>
                <c:pt idx="14">
                  <c:v>3.888888888888889E-2</c:v>
                </c:pt>
                <c:pt idx="15">
                  <c:v>4.1666666666666664E-2</c:v>
                </c:pt>
                <c:pt idx="16">
                  <c:v>4.4444444444444439E-2</c:v>
                </c:pt>
                <c:pt idx="17">
                  <c:v>4.7222222222222228E-2</c:v>
                </c:pt>
                <c:pt idx="18">
                  <c:v>0.05</c:v>
                </c:pt>
                <c:pt idx="19">
                  <c:v>5.2777777777777778E-2</c:v>
                </c:pt>
                <c:pt idx="20">
                  <c:v>5.5555555555555559E-2</c:v>
                </c:pt>
                <c:pt idx="21">
                  <c:v>5.8333333333333334E-2</c:v>
                </c:pt>
                <c:pt idx="22">
                  <c:v>6.1111111111111109E-2</c:v>
                </c:pt>
                <c:pt idx="23">
                  <c:v>6.3888888888888898E-2</c:v>
                </c:pt>
                <c:pt idx="24">
                  <c:v>6.6666666666666666E-2</c:v>
                </c:pt>
                <c:pt idx="25">
                  <c:v>6.9444444444444448E-2</c:v>
                </c:pt>
                <c:pt idx="26">
                  <c:v>7.2222222222222215E-2</c:v>
                </c:pt>
                <c:pt idx="27">
                  <c:v>7.4999999999999997E-2</c:v>
                </c:pt>
                <c:pt idx="28">
                  <c:v>7.7777777777777779E-2</c:v>
                </c:pt>
                <c:pt idx="29">
                  <c:v>8.0555555555555547E-2</c:v>
                </c:pt>
                <c:pt idx="30">
                  <c:v>8.3333333333333329E-2</c:v>
                </c:pt>
                <c:pt idx="31">
                  <c:v>8.611111111111111E-2</c:v>
                </c:pt>
                <c:pt idx="32">
                  <c:v>8.8888888888888878E-2</c:v>
                </c:pt>
                <c:pt idx="33">
                  <c:v>9.166666666666666E-2</c:v>
                </c:pt>
                <c:pt idx="34">
                  <c:v>9.4444444444444456E-2</c:v>
                </c:pt>
                <c:pt idx="35">
                  <c:v>9.7222222222222224E-2</c:v>
                </c:pt>
                <c:pt idx="36">
                  <c:v>0.1</c:v>
                </c:pt>
                <c:pt idx="37">
                  <c:v>0.10277777777777779</c:v>
                </c:pt>
                <c:pt idx="38">
                  <c:v>0.10555555555555556</c:v>
                </c:pt>
                <c:pt idx="39">
                  <c:v>0.10833333333333334</c:v>
                </c:pt>
                <c:pt idx="40">
                  <c:v>0.11111111111111112</c:v>
                </c:pt>
                <c:pt idx="41">
                  <c:v>0.11388888888888889</c:v>
                </c:pt>
                <c:pt idx="42">
                  <c:v>0.11666666666666667</c:v>
                </c:pt>
                <c:pt idx="43">
                  <c:v>0.11944444444444445</c:v>
                </c:pt>
                <c:pt idx="44">
                  <c:v>0.12222222222222222</c:v>
                </c:pt>
                <c:pt idx="45">
                  <c:v>0.125</c:v>
                </c:pt>
                <c:pt idx="46">
                  <c:v>0.1277777777777778</c:v>
                </c:pt>
                <c:pt idx="47">
                  <c:v>0.13055555555555556</c:v>
                </c:pt>
                <c:pt idx="48">
                  <c:v>0.13333333333333333</c:v>
                </c:pt>
                <c:pt idx="49">
                  <c:v>0.1361111111111111</c:v>
                </c:pt>
                <c:pt idx="50">
                  <c:v>0.1388888888888889</c:v>
                </c:pt>
                <c:pt idx="51">
                  <c:v>0.14166666666666666</c:v>
                </c:pt>
                <c:pt idx="52">
                  <c:v>0.14444444444444443</c:v>
                </c:pt>
                <c:pt idx="53">
                  <c:v>0.14722222222222223</c:v>
                </c:pt>
                <c:pt idx="54">
                  <c:v>0.15</c:v>
                </c:pt>
                <c:pt idx="55">
                  <c:v>0.15277777777777776</c:v>
                </c:pt>
                <c:pt idx="56">
                  <c:v>0.15555555555555556</c:v>
                </c:pt>
                <c:pt idx="57">
                  <c:v>0.15833333333333333</c:v>
                </c:pt>
                <c:pt idx="58">
                  <c:v>0.16111111111111109</c:v>
                </c:pt>
                <c:pt idx="59">
                  <c:v>0.16388888888888889</c:v>
                </c:pt>
                <c:pt idx="60">
                  <c:v>0.16666666666666666</c:v>
                </c:pt>
                <c:pt idx="61">
                  <c:v>0.16944444444444443</c:v>
                </c:pt>
                <c:pt idx="62">
                  <c:v>0.17222222222222222</c:v>
                </c:pt>
                <c:pt idx="63">
                  <c:v>0.17499999999999999</c:v>
                </c:pt>
                <c:pt idx="64">
                  <c:v>0.17777777777777776</c:v>
                </c:pt>
                <c:pt idx="65">
                  <c:v>0.18055555555555555</c:v>
                </c:pt>
                <c:pt idx="66">
                  <c:v>0.18333333333333332</c:v>
                </c:pt>
                <c:pt idx="67">
                  <c:v>0.18611111111111109</c:v>
                </c:pt>
                <c:pt idx="68">
                  <c:v>0.18888888888888891</c:v>
                </c:pt>
                <c:pt idx="69">
                  <c:v>0.19166666666666668</c:v>
                </c:pt>
                <c:pt idx="70">
                  <c:v>0.19444444444444445</c:v>
                </c:pt>
                <c:pt idx="71">
                  <c:v>0.19722222222222224</c:v>
                </c:pt>
                <c:pt idx="72">
                  <c:v>0.2</c:v>
                </c:pt>
                <c:pt idx="73">
                  <c:v>0.20277777777777778</c:v>
                </c:pt>
                <c:pt idx="74">
                  <c:v>0.20555555555555557</c:v>
                </c:pt>
                <c:pt idx="75">
                  <c:v>0.20833333333333334</c:v>
                </c:pt>
                <c:pt idx="76">
                  <c:v>0.21111111111111111</c:v>
                </c:pt>
                <c:pt idx="77">
                  <c:v>0.21388888888888891</c:v>
                </c:pt>
                <c:pt idx="78">
                  <c:v>0.21666666666666667</c:v>
                </c:pt>
                <c:pt idx="79">
                  <c:v>0.21944444444444444</c:v>
                </c:pt>
                <c:pt idx="80">
                  <c:v>0.22222222222222224</c:v>
                </c:pt>
                <c:pt idx="81">
                  <c:v>0.22500000000000001</c:v>
                </c:pt>
                <c:pt idx="82">
                  <c:v>0.22777777777777777</c:v>
                </c:pt>
                <c:pt idx="83">
                  <c:v>0.23055555555555557</c:v>
                </c:pt>
                <c:pt idx="84">
                  <c:v>0.23333333333333334</c:v>
                </c:pt>
                <c:pt idx="85">
                  <c:v>0.2361111111111111</c:v>
                </c:pt>
                <c:pt idx="86">
                  <c:v>0.2388888888888889</c:v>
                </c:pt>
                <c:pt idx="87">
                  <c:v>0.24166666666666667</c:v>
                </c:pt>
                <c:pt idx="88">
                  <c:v>0.24444444444444444</c:v>
                </c:pt>
                <c:pt idx="89">
                  <c:v>0.24722222222222223</c:v>
                </c:pt>
                <c:pt idx="90">
                  <c:v>0.25</c:v>
                </c:pt>
                <c:pt idx="91">
                  <c:v>0.25277777777777777</c:v>
                </c:pt>
                <c:pt idx="92">
                  <c:v>0.25555555555555559</c:v>
                </c:pt>
                <c:pt idx="93">
                  <c:v>0.25833333333333336</c:v>
                </c:pt>
                <c:pt idx="94">
                  <c:v>0.26111111111111113</c:v>
                </c:pt>
                <c:pt idx="95">
                  <c:v>0.2638888888888889</c:v>
                </c:pt>
                <c:pt idx="96">
                  <c:v>0.26666666666666666</c:v>
                </c:pt>
                <c:pt idx="97">
                  <c:v>0.26944444444444449</c:v>
                </c:pt>
                <c:pt idx="98">
                  <c:v>0.2722222222222222</c:v>
                </c:pt>
                <c:pt idx="99">
                  <c:v>0.27500000000000002</c:v>
                </c:pt>
                <c:pt idx="100">
                  <c:v>0.27777777777777779</c:v>
                </c:pt>
                <c:pt idx="101">
                  <c:v>0.28055555555555556</c:v>
                </c:pt>
                <c:pt idx="102">
                  <c:v>0.28333333333333333</c:v>
                </c:pt>
                <c:pt idx="103">
                  <c:v>0.28611111111111115</c:v>
                </c:pt>
                <c:pt idx="104">
                  <c:v>0.28888888888888886</c:v>
                </c:pt>
                <c:pt idx="105">
                  <c:v>0.29166666666666669</c:v>
                </c:pt>
                <c:pt idx="106">
                  <c:v>0.29444444444444445</c:v>
                </c:pt>
                <c:pt idx="107">
                  <c:v>0.29722222222222222</c:v>
                </c:pt>
                <c:pt idx="108">
                  <c:v>0.3</c:v>
                </c:pt>
                <c:pt idx="109">
                  <c:v>0.30277777777777781</c:v>
                </c:pt>
                <c:pt idx="110">
                  <c:v>0.30555555555555552</c:v>
                </c:pt>
                <c:pt idx="111">
                  <c:v>0.30833333333333335</c:v>
                </c:pt>
                <c:pt idx="112">
                  <c:v>0.31111111111111112</c:v>
                </c:pt>
                <c:pt idx="113">
                  <c:v>0.31388888888888888</c:v>
                </c:pt>
                <c:pt idx="114">
                  <c:v>0.31666666666666665</c:v>
                </c:pt>
                <c:pt idx="115">
                  <c:v>0.31944444444444448</c:v>
                </c:pt>
                <c:pt idx="116">
                  <c:v>0.32222222222222219</c:v>
                </c:pt>
                <c:pt idx="117">
                  <c:v>0.32500000000000001</c:v>
                </c:pt>
                <c:pt idx="118">
                  <c:v>0.32777777777777778</c:v>
                </c:pt>
                <c:pt idx="119">
                  <c:v>0.33055555555555555</c:v>
                </c:pt>
                <c:pt idx="120">
                  <c:v>0.33333333333333331</c:v>
                </c:pt>
                <c:pt idx="121">
                  <c:v>0.33611111111111114</c:v>
                </c:pt>
                <c:pt idx="122">
                  <c:v>0.33888888888888885</c:v>
                </c:pt>
                <c:pt idx="123">
                  <c:v>0.34166666666666667</c:v>
                </c:pt>
                <c:pt idx="124">
                  <c:v>0.34444444444444444</c:v>
                </c:pt>
                <c:pt idx="125">
                  <c:v>0.34722222222222221</c:v>
                </c:pt>
                <c:pt idx="126">
                  <c:v>0.35</c:v>
                </c:pt>
                <c:pt idx="127">
                  <c:v>0.3527777777777778</c:v>
                </c:pt>
                <c:pt idx="128">
                  <c:v>0.35555555555555551</c:v>
                </c:pt>
                <c:pt idx="129">
                  <c:v>0.35833333333333334</c:v>
                </c:pt>
                <c:pt idx="130">
                  <c:v>0.3611111111111111</c:v>
                </c:pt>
                <c:pt idx="131">
                  <c:v>0.36388888888888887</c:v>
                </c:pt>
                <c:pt idx="132">
                  <c:v>0.36666666666666664</c:v>
                </c:pt>
                <c:pt idx="133">
                  <c:v>0.36944444444444446</c:v>
                </c:pt>
                <c:pt idx="134">
                  <c:v>0.37222222222222218</c:v>
                </c:pt>
                <c:pt idx="135">
                  <c:v>0.375</c:v>
                </c:pt>
                <c:pt idx="136">
                  <c:v>0.37777777777777782</c:v>
                </c:pt>
                <c:pt idx="137">
                  <c:v>0.38055555555555554</c:v>
                </c:pt>
                <c:pt idx="138">
                  <c:v>0.38333333333333336</c:v>
                </c:pt>
                <c:pt idx="139">
                  <c:v>0.38611111111111113</c:v>
                </c:pt>
                <c:pt idx="140">
                  <c:v>0.3888888888888889</c:v>
                </c:pt>
                <c:pt idx="141">
                  <c:v>0.39166666666666666</c:v>
                </c:pt>
                <c:pt idx="142">
                  <c:v>0.39444444444444449</c:v>
                </c:pt>
                <c:pt idx="143">
                  <c:v>0.3972222222222222</c:v>
                </c:pt>
                <c:pt idx="144">
                  <c:v>0.4</c:v>
                </c:pt>
                <c:pt idx="145">
                  <c:v>0.40277777777777779</c:v>
                </c:pt>
                <c:pt idx="146">
                  <c:v>0.40555555555555556</c:v>
                </c:pt>
                <c:pt idx="147">
                  <c:v>0.40833333333333333</c:v>
                </c:pt>
                <c:pt idx="148">
                  <c:v>0.41111111111111115</c:v>
                </c:pt>
                <c:pt idx="149">
                  <c:v>0.41388888888888886</c:v>
                </c:pt>
                <c:pt idx="150">
                  <c:v>0.41666666666666669</c:v>
                </c:pt>
                <c:pt idx="151">
                  <c:v>0.41944444444444445</c:v>
                </c:pt>
                <c:pt idx="152">
                  <c:v>0.42222222222222222</c:v>
                </c:pt>
                <c:pt idx="153">
                  <c:v>0.42499999999999999</c:v>
                </c:pt>
                <c:pt idx="154">
                  <c:v>0.42777777777777781</c:v>
                </c:pt>
                <c:pt idx="155">
                  <c:v>0.43055555555555552</c:v>
                </c:pt>
                <c:pt idx="156">
                  <c:v>0.43333333333333335</c:v>
                </c:pt>
                <c:pt idx="157">
                  <c:v>0.43611111111111112</c:v>
                </c:pt>
                <c:pt idx="158">
                  <c:v>0.43888888888888888</c:v>
                </c:pt>
                <c:pt idx="159">
                  <c:v>0.44166666666666665</c:v>
                </c:pt>
                <c:pt idx="160">
                  <c:v>0.44444444444444448</c:v>
                </c:pt>
                <c:pt idx="161">
                  <c:v>0.44722222222222219</c:v>
                </c:pt>
                <c:pt idx="162">
                  <c:v>0.45</c:v>
                </c:pt>
                <c:pt idx="163">
                  <c:v>0.45277777777777778</c:v>
                </c:pt>
                <c:pt idx="164">
                  <c:v>0.45555555555555555</c:v>
                </c:pt>
                <c:pt idx="165">
                  <c:v>0.45833333333333331</c:v>
                </c:pt>
                <c:pt idx="166">
                  <c:v>0.46111111111111114</c:v>
                </c:pt>
                <c:pt idx="167">
                  <c:v>0.46388888888888885</c:v>
                </c:pt>
                <c:pt idx="168">
                  <c:v>0.46666666666666667</c:v>
                </c:pt>
                <c:pt idx="169">
                  <c:v>0.46944444444444444</c:v>
                </c:pt>
                <c:pt idx="170">
                  <c:v>0.47222222222222221</c:v>
                </c:pt>
                <c:pt idx="171">
                  <c:v>0.47499999999999998</c:v>
                </c:pt>
                <c:pt idx="172">
                  <c:v>0.4777777777777778</c:v>
                </c:pt>
                <c:pt idx="173">
                  <c:v>0.48055555555555551</c:v>
                </c:pt>
                <c:pt idx="174">
                  <c:v>0.48333333333333334</c:v>
                </c:pt>
                <c:pt idx="175">
                  <c:v>0.4861111111111111</c:v>
                </c:pt>
                <c:pt idx="176">
                  <c:v>0.48888888888888887</c:v>
                </c:pt>
                <c:pt idx="177">
                  <c:v>0.49166666666666664</c:v>
                </c:pt>
                <c:pt idx="178">
                  <c:v>0.49444444444444446</c:v>
                </c:pt>
                <c:pt idx="179">
                  <c:v>0.49722222222222218</c:v>
                </c:pt>
                <c:pt idx="180">
                  <c:v>0.5</c:v>
                </c:pt>
                <c:pt idx="181">
                  <c:v>0.50277777777777777</c:v>
                </c:pt>
                <c:pt idx="182">
                  <c:v>0.50555555555555554</c:v>
                </c:pt>
                <c:pt idx="183">
                  <c:v>0.5083333333333333</c:v>
                </c:pt>
                <c:pt idx="184">
                  <c:v>0.51111111111111118</c:v>
                </c:pt>
                <c:pt idx="185">
                  <c:v>0.51388888888888884</c:v>
                </c:pt>
                <c:pt idx="186">
                  <c:v>0.51666666666666672</c:v>
                </c:pt>
                <c:pt idx="187">
                  <c:v>0.51944444444444449</c:v>
                </c:pt>
                <c:pt idx="188">
                  <c:v>0.52222222222222225</c:v>
                </c:pt>
                <c:pt idx="189">
                  <c:v>0.52500000000000002</c:v>
                </c:pt>
                <c:pt idx="190">
                  <c:v>0.52777777777777779</c:v>
                </c:pt>
                <c:pt idx="191">
                  <c:v>0.53055555555555556</c:v>
                </c:pt>
                <c:pt idx="192">
                  <c:v>0.53333333333333333</c:v>
                </c:pt>
                <c:pt idx="193">
                  <c:v>0.53611111111111109</c:v>
                </c:pt>
                <c:pt idx="194">
                  <c:v>0.53888888888888897</c:v>
                </c:pt>
                <c:pt idx="195">
                  <c:v>0.54166666666666663</c:v>
                </c:pt>
                <c:pt idx="196">
                  <c:v>0.5444444444444444</c:v>
                </c:pt>
                <c:pt idx="197">
                  <c:v>0.54722222222222228</c:v>
                </c:pt>
                <c:pt idx="198">
                  <c:v>0.55000000000000004</c:v>
                </c:pt>
                <c:pt idx="199">
                  <c:v>0.5527777777777777</c:v>
                </c:pt>
                <c:pt idx="200">
                  <c:v>0.55555555555555558</c:v>
                </c:pt>
                <c:pt idx="201">
                  <c:v>0.55833333333333335</c:v>
                </c:pt>
                <c:pt idx="202">
                  <c:v>0.56111111111111112</c:v>
                </c:pt>
                <c:pt idx="203">
                  <c:v>0.56388888888888888</c:v>
                </c:pt>
                <c:pt idx="204">
                  <c:v>0.56666666666666665</c:v>
                </c:pt>
                <c:pt idx="205">
                  <c:v>0.56944444444444442</c:v>
                </c:pt>
                <c:pt idx="206">
                  <c:v>0.5722222222222223</c:v>
                </c:pt>
                <c:pt idx="207">
                  <c:v>0.57499999999999996</c:v>
                </c:pt>
                <c:pt idx="208">
                  <c:v>0.57777777777777772</c:v>
                </c:pt>
                <c:pt idx="209">
                  <c:v>0.5805555555555556</c:v>
                </c:pt>
                <c:pt idx="210">
                  <c:v>0.58333333333333337</c:v>
                </c:pt>
                <c:pt idx="211">
                  <c:v>0.58611111111111103</c:v>
                </c:pt>
                <c:pt idx="212">
                  <c:v>0.58888888888888891</c:v>
                </c:pt>
                <c:pt idx="213">
                  <c:v>0.59166666666666667</c:v>
                </c:pt>
                <c:pt idx="214">
                  <c:v>0.59444444444444444</c:v>
                </c:pt>
                <c:pt idx="215">
                  <c:v>0.59722222222222221</c:v>
                </c:pt>
                <c:pt idx="216">
                  <c:v>0.6</c:v>
                </c:pt>
                <c:pt idx="217">
                  <c:v>0.60277777777777775</c:v>
                </c:pt>
                <c:pt idx="218">
                  <c:v>0.60555555555555562</c:v>
                </c:pt>
                <c:pt idx="219">
                  <c:v>0.60833333333333328</c:v>
                </c:pt>
                <c:pt idx="220">
                  <c:v>0.61111111111111105</c:v>
                </c:pt>
                <c:pt idx="221">
                  <c:v>0.61388888888888893</c:v>
                </c:pt>
                <c:pt idx="222">
                  <c:v>0.6166666666666667</c:v>
                </c:pt>
                <c:pt idx="223">
                  <c:v>0.61944444444444435</c:v>
                </c:pt>
                <c:pt idx="224">
                  <c:v>0.62222222222222223</c:v>
                </c:pt>
                <c:pt idx="225">
                  <c:v>0.625</c:v>
                </c:pt>
                <c:pt idx="226">
                  <c:v>0.62777777777777777</c:v>
                </c:pt>
                <c:pt idx="227">
                  <c:v>0.63055555555555565</c:v>
                </c:pt>
                <c:pt idx="228">
                  <c:v>0.6333333333333333</c:v>
                </c:pt>
                <c:pt idx="229">
                  <c:v>0.63611111111111107</c:v>
                </c:pt>
                <c:pt idx="230">
                  <c:v>0.63888888888888895</c:v>
                </c:pt>
                <c:pt idx="231">
                  <c:v>0.64166666666666672</c:v>
                </c:pt>
                <c:pt idx="232">
                  <c:v>0.64444444444444438</c:v>
                </c:pt>
                <c:pt idx="233">
                  <c:v>0.64722222222222225</c:v>
                </c:pt>
                <c:pt idx="234">
                  <c:v>0.65</c:v>
                </c:pt>
                <c:pt idx="235">
                  <c:v>0.65277777777777779</c:v>
                </c:pt>
                <c:pt idx="236">
                  <c:v>0.65555555555555556</c:v>
                </c:pt>
                <c:pt idx="237">
                  <c:v>0.65833333333333333</c:v>
                </c:pt>
                <c:pt idx="238">
                  <c:v>0.66111111111111109</c:v>
                </c:pt>
                <c:pt idx="239">
                  <c:v>0.66388888888888897</c:v>
                </c:pt>
                <c:pt idx="240">
                  <c:v>0.66666666666666663</c:v>
                </c:pt>
                <c:pt idx="241">
                  <c:v>0.6694444444444444</c:v>
                </c:pt>
                <c:pt idx="242">
                  <c:v>0.67222222222222228</c:v>
                </c:pt>
                <c:pt idx="243">
                  <c:v>0.67500000000000004</c:v>
                </c:pt>
                <c:pt idx="244">
                  <c:v>0.6777777777777777</c:v>
                </c:pt>
                <c:pt idx="245">
                  <c:v>0.68055555555555558</c:v>
                </c:pt>
                <c:pt idx="246">
                  <c:v>0.68333333333333335</c:v>
                </c:pt>
                <c:pt idx="247">
                  <c:v>0.68611111111111112</c:v>
                </c:pt>
                <c:pt idx="248">
                  <c:v>0.68888888888888888</c:v>
                </c:pt>
                <c:pt idx="249">
                  <c:v>0.69166666666666665</c:v>
                </c:pt>
                <c:pt idx="250">
                  <c:v>0.69444444444444442</c:v>
                </c:pt>
                <c:pt idx="251">
                  <c:v>0.6972222222222223</c:v>
                </c:pt>
                <c:pt idx="252">
                  <c:v>0.7</c:v>
                </c:pt>
                <c:pt idx="253">
                  <c:v>0.70277777777777772</c:v>
                </c:pt>
                <c:pt idx="254">
                  <c:v>0.7055555555555556</c:v>
                </c:pt>
                <c:pt idx="255">
                  <c:v>0.70833333333333337</c:v>
                </c:pt>
                <c:pt idx="256">
                  <c:v>0.71111111111111103</c:v>
                </c:pt>
                <c:pt idx="257">
                  <c:v>0.71388888888888891</c:v>
                </c:pt>
                <c:pt idx="258">
                  <c:v>0.71666666666666667</c:v>
                </c:pt>
                <c:pt idx="259">
                  <c:v>0.71944444444444444</c:v>
                </c:pt>
                <c:pt idx="260">
                  <c:v>0.72222222222222221</c:v>
                </c:pt>
                <c:pt idx="261">
                  <c:v>0.72499999999999998</c:v>
                </c:pt>
                <c:pt idx="262">
                  <c:v>0.72777777777777775</c:v>
                </c:pt>
                <c:pt idx="263">
                  <c:v>0.73055555555555562</c:v>
                </c:pt>
                <c:pt idx="264">
                  <c:v>0.73333333333333328</c:v>
                </c:pt>
                <c:pt idx="265">
                  <c:v>0.73611111111111105</c:v>
                </c:pt>
                <c:pt idx="266">
                  <c:v>0.73888888888888893</c:v>
                </c:pt>
                <c:pt idx="267">
                  <c:v>0.7416666666666667</c:v>
                </c:pt>
                <c:pt idx="268">
                  <c:v>0.74444444444444435</c:v>
                </c:pt>
                <c:pt idx="269">
                  <c:v>0.74722222222222223</c:v>
                </c:pt>
                <c:pt idx="270">
                  <c:v>0.75</c:v>
                </c:pt>
                <c:pt idx="271">
                  <c:v>0.75277777777777777</c:v>
                </c:pt>
                <c:pt idx="272">
                  <c:v>0.75555555555555565</c:v>
                </c:pt>
                <c:pt idx="273">
                  <c:v>0.7583333333333333</c:v>
                </c:pt>
                <c:pt idx="274">
                  <c:v>0.76111111111111107</c:v>
                </c:pt>
                <c:pt idx="275">
                  <c:v>0.76388888888888895</c:v>
                </c:pt>
                <c:pt idx="276">
                  <c:v>0.76666666666666672</c:v>
                </c:pt>
                <c:pt idx="277">
                  <c:v>0.76944444444444438</c:v>
                </c:pt>
                <c:pt idx="278">
                  <c:v>0.77222222222222225</c:v>
                </c:pt>
                <c:pt idx="279">
                  <c:v>0.77500000000000002</c:v>
                </c:pt>
                <c:pt idx="280">
                  <c:v>0.77777777777777779</c:v>
                </c:pt>
                <c:pt idx="281">
                  <c:v>0.78055555555555556</c:v>
                </c:pt>
                <c:pt idx="282">
                  <c:v>0.78333333333333333</c:v>
                </c:pt>
                <c:pt idx="283">
                  <c:v>0.78611111111111109</c:v>
                </c:pt>
                <c:pt idx="284">
                  <c:v>0.78888888888888897</c:v>
                </c:pt>
                <c:pt idx="285">
                  <c:v>0.79166666666666663</c:v>
                </c:pt>
                <c:pt idx="286">
                  <c:v>0.7944444444444444</c:v>
                </c:pt>
                <c:pt idx="287">
                  <c:v>0.79722222222222228</c:v>
                </c:pt>
                <c:pt idx="288">
                  <c:v>0.8</c:v>
                </c:pt>
                <c:pt idx="289">
                  <c:v>0.8027777777777777</c:v>
                </c:pt>
                <c:pt idx="290">
                  <c:v>0.80555555555555558</c:v>
                </c:pt>
                <c:pt idx="291">
                  <c:v>0.80833333333333335</c:v>
                </c:pt>
                <c:pt idx="292">
                  <c:v>0.81111111111111112</c:v>
                </c:pt>
                <c:pt idx="293">
                  <c:v>0.81388888888888888</c:v>
                </c:pt>
                <c:pt idx="294">
                  <c:v>0.81666666666666665</c:v>
                </c:pt>
                <c:pt idx="295">
                  <c:v>0.81944444444444442</c:v>
                </c:pt>
                <c:pt idx="296">
                  <c:v>0.8222222222222223</c:v>
                </c:pt>
                <c:pt idx="297">
                  <c:v>0.82499999999999996</c:v>
                </c:pt>
                <c:pt idx="298">
                  <c:v>0.82777777777777772</c:v>
                </c:pt>
                <c:pt idx="299">
                  <c:v>0.8305555555555556</c:v>
                </c:pt>
                <c:pt idx="300">
                  <c:v>0.83333333333333337</c:v>
                </c:pt>
                <c:pt idx="301">
                  <c:v>0.83611111111111103</c:v>
                </c:pt>
                <c:pt idx="302">
                  <c:v>0.83888888888888891</c:v>
                </c:pt>
                <c:pt idx="303">
                  <c:v>0.84166666666666667</c:v>
                </c:pt>
                <c:pt idx="304">
                  <c:v>0.84444444444444444</c:v>
                </c:pt>
                <c:pt idx="305">
                  <c:v>0.84722222222222221</c:v>
                </c:pt>
                <c:pt idx="306">
                  <c:v>0.85</c:v>
                </c:pt>
                <c:pt idx="307">
                  <c:v>0.85277777777777775</c:v>
                </c:pt>
                <c:pt idx="308">
                  <c:v>0.85555555555555562</c:v>
                </c:pt>
                <c:pt idx="309">
                  <c:v>0.85833333333333328</c:v>
                </c:pt>
                <c:pt idx="310">
                  <c:v>0.86111111111111105</c:v>
                </c:pt>
                <c:pt idx="311">
                  <c:v>0.86388888888888893</c:v>
                </c:pt>
                <c:pt idx="312">
                  <c:v>0.8666666666666667</c:v>
                </c:pt>
                <c:pt idx="313">
                  <c:v>0.86944444444444435</c:v>
                </c:pt>
                <c:pt idx="314">
                  <c:v>0.87222222222222223</c:v>
                </c:pt>
                <c:pt idx="315">
                  <c:v>0.875</c:v>
                </c:pt>
                <c:pt idx="316">
                  <c:v>0.87777777777777777</c:v>
                </c:pt>
                <c:pt idx="317">
                  <c:v>0.88055555555555565</c:v>
                </c:pt>
                <c:pt idx="318">
                  <c:v>0.8833333333333333</c:v>
                </c:pt>
                <c:pt idx="319">
                  <c:v>0.88611111111111107</c:v>
                </c:pt>
                <c:pt idx="320">
                  <c:v>0.88888888888888895</c:v>
                </c:pt>
                <c:pt idx="321">
                  <c:v>0.89166666666666672</c:v>
                </c:pt>
                <c:pt idx="322">
                  <c:v>0.89444444444444438</c:v>
                </c:pt>
                <c:pt idx="323">
                  <c:v>0.89722222222222225</c:v>
                </c:pt>
                <c:pt idx="324">
                  <c:v>0.9</c:v>
                </c:pt>
                <c:pt idx="325">
                  <c:v>0.90277777777777779</c:v>
                </c:pt>
                <c:pt idx="326">
                  <c:v>0.90555555555555556</c:v>
                </c:pt>
                <c:pt idx="327">
                  <c:v>0.90833333333333333</c:v>
                </c:pt>
                <c:pt idx="328">
                  <c:v>0.91111111111111109</c:v>
                </c:pt>
                <c:pt idx="329">
                  <c:v>0.91388888888888897</c:v>
                </c:pt>
                <c:pt idx="330">
                  <c:v>0.91666666666666663</c:v>
                </c:pt>
                <c:pt idx="331">
                  <c:v>0.9194444444444444</c:v>
                </c:pt>
                <c:pt idx="332">
                  <c:v>0.92222222222222228</c:v>
                </c:pt>
                <c:pt idx="333">
                  <c:v>0.92500000000000004</c:v>
                </c:pt>
                <c:pt idx="334">
                  <c:v>0.9277777777777777</c:v>
                </c:pt>
                <c:pt idx="335">
                  <c:v>0.93055555555555558</c:v>
                </c:pt>
                <c:pt idx="336">
                  <c:v>0.93333333333333335</c:v>
                </c:pt>
                <c:pt idx="337">
                  <c:v>0.93611111111111112</c:v>
                </c:pt>
                <c:pt idx="338">
                  <c:v>0.93888888888888888</c:v>
                </c:pt>
                <c:pt idx="339">
                  <c:v>0.94166666666666665</c:v>
                </c:pt>
                <c:pt idx="340">
                  <c:v>0.94444444444444442</c:v>
                </c:pt>
                <c:pt idx="341">
                  <c:v>0.9472222222222223</c:v>
                </c:pt>
                <c:pt idx="342">
                  <c:v>0.95</c:v>
                </c:pt>
                <c:pt idx="343">
                  <c:v>0.95277777777777772</c:v>
                </c:pt>
                <c:pt idx="344">
                  <c:v>0.9555555555555556</c:v>
                </c:pt>
                <c:pt idx="345">
                  <c:v>0.95833333333333337</c:v>
                </c:pt>
                <c:pt idx="346">
                  <c:v>0.96111111111111103</c:v>
                </c:pt>
                <c:pt idx="347">
                  <c:v>0.96388888888888891</c:v>
                </c:pt>
                <c:pt idx="348">
                  <c:v>0.96666666666666667</c:v>
                </c:pt>
                <c:pt idx="349">
                  <c:v>0.96944444444444444</c:v>
                </c:pt>
                <c:pt idx="350">
                  <c:v>0.97222222222222221</c:v>
                </c:pt>
                <c:pt idx="351">
                  <c:v>0.97499999999999998</c:v>
                </c:pt>
                <c:pt idx="352">
                  <c:v>0.97777777777777775</c:v>
                </c:pt>
                <c:pt idx="353">
                  <c:v>0.98055555555555562</c:v>
                </c:pt>
                <c:pt idx="354">
                  <c:v>0.98333333333333328</c:v>
                </c:pt>
                <c:pt idx="355">
                  <c:v>0.98611111111111105</c:v>
                </c:pt>
                <c:pt idx="356">
                  <c:v>0.98888888888888893</c:v>
                </c:pt>
                <c:pt idx="357">
                  <c:v>0.9916666666666667</c:v>
                </c:pt>
                <c:pt idx="358">
                  <c:v>0.99444444444444435</c:v>
                </c:pt>
                <c:pt idx="359">
                  <c:v>0.99722222222222223</c:v>
                </c:pt>
                <c:pt idx="360">
                  <c:v>1</c:v>
                </c:pt>
                <c:pt idx="361">
                  <c:v>1.0027777777777778</c:v>
                </c:pt>
                <c:pt idx="362">
                  <c:v>1.0055555555555555</c:v>
                </c:pt>
                <c:pt idx="363">
                  <c:v>1.0083333333333333</c:v>
                </c:pt>
                <c:pt idx="364">
                  <c:v>1.0111111111111111</c:v>
                </c:pt>
                <c:pt idx="365">
                  <c:v>1.0138888888888888</c:v>
                </c:pt>
                <c:pt idx="366">
                  <c:v>1.0166666666666666</c:v>
                </c:pt>
                <c:pt idx="367">
                  <c:v>1.0194444444444444</c:v>
                </c:pt>
                <c:pt idx="368">
                  <c:v>1.0222222222222224</c:v>
                </c:pt>
                <c:pt idx="369">
                  <c:v>1.0249999999999999</c:v>
                </c:pt>
                <c:pt idx="370">
                  <c:v>1.0277777777777777</c:v>
                </c:pt>
                <c:pt idx="371">
                  <c:v>1.0305555555555557</c:v>
                </c:pt>
                <c:pt idx="372">
                  <c:v>1.0333333333333334</c:v>
                </c:pt>
                <c:pt idx="373">
                  <c:v>1.036111111111111</c:v>
                </c:pt>
                <c:pt idx="374">
                  <c:v>1.038888888888889</c:v>
                </c:pt>
                <c:pt idx="375">
                  <c:v>1.0416666666666667</c:v>
                </c:pt>
                <c:pt idx="376">
                  <c:v>1.0444444444444445</c:v>
                </c:pt>
                <c:pt idx="377">
                  <c:v>1.0472222222222223</c:v>
                </c:pt>
                <c:pt idx="378">
                  <c:v>1.05</c:v>
                </c:pt>
                <c:pt idx="379">
                  <c:v>1.0527777777777778</c:v>
                </c:pt>
                <c:pt idx="380">
                  <c:v>1.0555555555555556</c:v>
                </c:pt>
                <c:pt idx="381">
                  <c:v>1.0583333333333333</c:v>
                </c:pt>
                <c:pt idx="382">
                  <c:v>1.0611111111111111</c:v>
                </c:pt>
                <c:pt idx="383">
                  <c:v>1.0638888888888889</c:v>
                </c:pt>
                <c:pt idx="384">
                  <c:v>1.0666666666666667</c:v>
                </c:pt>
                <c:pt idx="385">
                  <c:v>1.0694444444444444</c:v>
                </c:pt>
                <c:pt idx="386">
                  <c:v>1.0722222222222222</c:v>
                </c:pt>
                <c:pt idx="387">
                  <c:v>1.075</c:v>
                </c:pt>
                <c:pt idx="388">
                  <c:v>1.0777777777777779</c:v>
                </c:pt>
                <c:pt idx="389">
                  <c:v>1.0805555555555555</c:v>
                </c:pt>
                <c:pt idx="390">
                  <c:v>1.0833333333333333</c:v>
                </c:pt>
                <c:pt idx="391">
                  <c:v>1.0861111111111112</c:v>
                </c:pt>
                <c:pt idx="392">
                  <c:v>1.0888888888888888</c:v>
                </c:pt>
                <c:pt idx="393">
                  <c:v>1.0916666666666666</c:v>
                </c:pt>
                <c:pt idx="394">
                  <c:v>1.0944444444444446</c:v>
                </c:pt>
                <c:pt idx="395">
                  <c:v>1.0972222222222221</c:v>
                </c:pt>
                <c:pt idx="396">
                  <c:v>1.1000000000000001</c:v>
                </c:pt>
                <c:pt idx="397">
                  <c:v>1.1027777777777779</c:v>
                </c:pt>
                <c:pt idx="398">
                  <c:v>1.1055555555555554</c:v>
                </c:pt>
                <c:pt idx="399">
                  <c:v>1.1083333333333334</c:v>
                </c:pt>
                <c:pt idx="400">
                  <c:v>1.1111111111111112</c:v>
                </c:pt>
                <c:pt idx="401">
                  <c:v>1.1138888888888887</c:v>
                </c:pt>
                <c:pt idx="402">
                  <c:v>1.1166666666666667</c:v>
                </c:pt>
                <c:pt idx="403">
                  <c:v>1.1194444444444445</c:v>
                </c:pt>
                <c:pt idx="404">
                  <c:v>1.1222222222222222</c:v>
                </c:pt>
                <c:pt idx="405">
                  <c:v>1.125</c:v>
                </c:pt>
                <c:pt idx="406">
                  <c:v>1.1277777777777778</c:v>
                </c:pt>
                <c:pt idx="407">
                  <c:v>1.1305555555555555</c:v>
                </c:pt>
                <c:pt idx="408">
                  <c:v>1.1333333333333333</c:v>
                </c:pt>
                <c:pt idx="409">
                  <c:v>1.1361111111111113</c:v>
                </c:pt>
                <c:pt idx="410">
                  <c:v>1.1388888888888888</c:v>
                </c:pt>
                <c:pt idx="411">
                  <c:v>1.1416666666666666</c:v>
                </c:pt>
                <c:pt idx="412">
                  <c:v>1.1444444444444446</c:v>
                </c:pt>
                <c:pt idx="413">
                  <c:v>1.1472222222222221</c:v>
                </c:pt>
                <c:pt idx="414">
                  <c:v>1.1499999999999999</c:v>
                </c:pt>
                <c:pt idx="415">
                  <c:v>1.1527777777777779</c:v>
                </c:pt>
                <c:pt idx="416">
                  <c:v>1.1555555555555554</c:v>
                </c:pt>
                <c:pt idx="417">
                  <c:v>1.1583333333333334</c:v>
                </c:pt>
                <c:pt idx="418">
                  <c:v>1.1611111111111112</c:v>
                </c:pt>
                <c:pt idx="419">
                  <c:v>1.1638888888888888</c:v>
                </c:pt>
                <c:pt idx="420">
                  <c:v>1.1666666666666667</c:v>
                </c:pt>
                <c:pt idx="421">
                  <c:v>1.1694444444444445</c:v>
                </c:pt>
                <c:pt idx="422">
                  <c:v>1.1722222222222221</c:v>
                </c:pt>
                <c:pt idx="423">
                  <c:v>1.175</c:v>
                </c:pt>
                <c:pt idx="424">
                  <c:v>1.1777777777777778</c:v>
                </c:pt>
                <c:pt idx="425">
                  <c:v>1.1805555555555556</c:v>
                </c:pt>
                <c:pt idx="426">
                  <c:v>1.1833333333333333</c:v>
                </c:pt>
                <c:pt idx="427">
                  <c:v>1.1861111111111111</c:v>
                </c:pt>
                <c:pt idx="428">
                  <c:v>1.1888888888888889</c:v>
                </c:pt>
                <c:pt idx="429">
                  <c:v>1.1916666666666667</c:v>
                </c:pt>
                <c:pt idx="430">
                  <c:v>1.1944444444444444</c:v>
                </c:pt>
                <c:pt idx="431">
                  <c:v>1.1972222222222222</c:v>
                </c:pt>
                <c:pt idx="432">
                  <c:v>1.2</c:v>
                </c:pt>
                <c:pt idx="433">
                  <c:v>1.2027777777777779</c:v>
                </c:pt>
                <c:pt idx="434">
                  <c:v>1.2055555555555555</c:v>
                </c:pt>
                <c:pt idx="435">
                  <c:v>1.2083333333333333</c:v>
                </c:pt>
                <c:pt idx="436">
                  <c:v>1.2111111111111112</c:v>
                </c:pt>
                <c:pt idx="437">
                  <c:v>1.2138888888888888</c:v>
                </c:pt>
                <c:pt idx="438">
                  <c:v>1.2166666666666666</c:v>
                </c:pt>
                <c:pt idx="439">
                  <c:v>1.2194444444444446</c:v>
                </c:pt>
                <c:pt idx="440">
                  <c:v>1.2222222222222221</c:v>
                </c:pt>
                <c:pt idx="441">
                  <c:v>1.2250000000000001</c:v>
                </c:pt>
                <c:pt idx="442">
                  <c:v>1.2277777777777779</c:v>
                </c:pt>
                <c:pt idx="443">
                  <c:v>1.2305555555555554</c:v>
                </c:pt>
                <c:pt idx="444">
                  <c:v>1.2333333333333334</c:v>
                </c:pt>
                <c:pt idx="445">
                  <c:v>1.2361111111111112</c:v>
                </c:pt>
                <c:pt idx="446">
                  <c:v>1.2388888888888887</c:v>
                </c:pt>
                <c:pt idx="447">
                  <c:v>1.2416666666666667</c:v>
                </c:pt>
                <c:pt idx="448">
                  <c:v>1.2444444444444445</c:v>
                </c:pt>
                <c:pt idx="449">
                  <c:v>1.2472222222222222</c:v>
                </c:pt>
                <c:pt idx="450">
                  <c:v>1.25</c:v>
                </c:pt>
                <c:pt idx="451">
                  <c:v>1.2527777777777778</c:v>
                </c:pt>
                <c:pt idx="452">
                  <c:v>1.2555555555555555</c:v>
                </c:pt>
                <c:pt idx="453">
                  <c:v>1.2583333333333333</c:v>
                </c:pt>
                <c:pt idx="454">
                  <c:v>1.2611111111111113</c:v>
                </c:pt>
                <c:pt idx="455">
                  <c:v>1.2638888888888888</c:v>
                </c:pt>
                <c:pt idx="456">
                  <c:v>1.2666666666666666</c:v>
                </c:pt>
                <c:pt idx="457">
                  <c:v>1.2694444444444446</c:v>
                </c:pt>
                <c:pt idx="458">
                  <c:v>1.2722222222222221</c:v>
                </c:pt>
                <c:pt idx="459">
                  <c:v>1.2749999999999999</c:v>
                </c:pt>
                <c:pt idx="460">
                  <c:v>1.2777777777777779</c:v>
                </c:pt>
                <c:pt idx="461">
                  <c:v>1.2805555555555554</c:v>
                </c:pt>
                <c:pt idx="462">
                  <c:v>1.2833333333333334</c:v>
                </c:pt>
                <c:pt idx="463">
                  <c:v>1.2861111111111112</c:v>
                </c:pt>
                <c:pt idx="464">
                  <c:v>1.2888888888888888</c:v>
                </c:pt>
                <c:pt idx="465">
                  <c:v>1.2916666666666667</c:v>
                </c:pt>
                <c:pt idx="466">
                  <c:v>1.2944444444444445</c:v>
                </c:pt>
                <c:pt idx="467">
                  <c:v>1.2972222222222221</c:v>
                </c:pt>
                <c:pt idx="468">
                  <c:v>1.3</c:v>
                </c:pt>
                <c:pt idx="469">
                  <c:v>1.3027777777777778</c:v>
                </c:pt>
                <c:pt idx="470">
                  <c:v>1.3055555555555556</c:v>
                </c:pt>
                <c:pt idx="471">
                  <c:v>1.3083333333333333</c:v>
                </c:pt>
                <c:pt idx="472">
                  <c:v>1.3111111111111111</c:v>
                </c:pt>
                <c:pt idx="473">
                  <c:v>1.3138888888888889</c:v>
                </c:pt>
                <c:pt idx="474">
                  <c:v>1.3166666666666667</c:v>
                </c:pt>
                <c:pt idx="475">
                  <c:v>1.3194444444444444</c:v>
                </c:pt>
                <c:pt idx="476">
                  <c:v>1.3222222222222222</c:v>
                </c:pt>
                <c:pt idx="477">
                  <c:v>1.325</c:v>
                </c:pt>
                <c:pt idx="478">
                  <c:v>1.3277777777777779</c:v>
                </c:pt>
                <c:pt idx="479">
                  <c:v>1.3305555555555555</c:v>
                </c:pt>
                <c:pt idx="480">
                  <c:v>1.3333333333333333</c:v>
                </c:pt>
                <c:pt idx="481">
                  <c:v>1.3361111111111112</c:v>
                </c:pt>
                <c:pt idx="482">
                  <c:v>1.3388888888888888</c:v>
                </c:pt>
                <c:pt idx="483">
                  <c:v>1.3416666666666666</c:v>
                </c:pt>
                <c:pt idx="484">
                  <c:v>1.3444444444444446</c:v>
                </c:pt>
                <c:pt idx="485">
                  <c:v>1.3472222222222221</c:v>
                </c:pt>
                <c:pt idx="486">
                  <c:v>1.35</c:v>
                </c:pt>
                <c:pt idx="487">
                  <c:v>1.3527777777777779</c:v>
                </c:pt>
                <c:pt idx="488">
                  <c:v>1.3555555555555554</c:v>
                </c:pt>
                <c:pt idx="489">
                  <c:v>1.3583333333333334</c:v>
                </c:pt>
                <c:pt idx="490">
                  <c:v>1.3611111111111112</c:v>
                </c:pt>
                <c:pt idx="491">
                  <c:v>1.3638888888888887</c:v>
                </c:pt>
                <c:pt idx="492">
                  <c:v>1.3666666666666667</c:v>
                </c:pt>
                <c:pt idx="493">
                  <c:v>1.3694444444444445</c:v>
                </c:pt>
                <c:pt idx="494">
                  <c:v>1.3722222222222222</c:v>
                </c:pt>
                <c:pt idx="495">
                  <c:v>1.375</c:v>
                </c:pt>
                <c:pt idx="496">
                  <c:v>1.3777777777777778</c:v>
                </c:pt>
                <c:pt idx="497">
                  <c:v>1.3805555555555555</c:v>
                </c:pt>
                <c:pt idx="498">
                  <c:v>1.3833333333333333</c:v>
                </c:pt>
                <c:pt idx="499">
                  <c:v>1.3861111111111113</c:v>
                </c:pt>
                <c:pt idx="500">
                  <c:v>1.3888888888888888</c:v>
                </c:pt>
                <c:pt idx="501">
                  <c:v>1.3916666666666666</c:v>
                </c:pt>
                <c:pt idx="502">
                  <c:v>1.3944444444444446</c:v>
                </c:pt>
                <c:pt idx="503">
                  <c:v>1.3972222222222221</c:v>
                </c:pt>
                <c:pt idx="504">
                  <c:v>1.4</c:v>
                </c:pt>
                <c:pt idx="505">
                  <c:v>1.4027777777777779</c:v>
                </c:pt>
                <c:pt idx="506">
                  <c:v>1.4055555555555554</c:v>
                </c:pt>
                <c:pt idx="507">
                  <c:v>1.4083333333333334</c:v>
                </c:pt>
                <c:pt idx="508">
                  <c:v>1.4111111111111112</c:v>
                </c:pt>
                <c:pt idx="509">
                  <c:v>1.4138888888888888</c:v>
                </c:pt>
                <c:pt idx="510">
                  <c:v>1.4166666666666667</c:v>
                </c:pt>
                <c:pt idx="511">
                  <c:v>1.4194444444444445</c:v>
                </c:pt>
                <c:pt idx="512">
                  <c:v>1.4222222222222221</c:v>
                </c:pt>
                <c:pt idx="513">
                  <c:v>1.425</c:v>
                </c:pt>
                <c:pt idx="514">
                  <c:v>1.4277777777777778</c:v>
                </c:pt>
                <c:pt idx="515">
                  <c:v>1.4305555555555556</c:v>
                </c:pt>
                <c:pt idx="516">
                  <c:v>1.4333333333333333</c:v>
                </c:pt>
                <c:pt idx="517">
                  <c:v>1.4361111111111111</c:v>
                </c:pt>
                <c:pt idx="518">
                  <c:v>1.4388888888888889</c:v>
                </c:pt>
                <c:pt idx="519">
                  <c:v>1.4416666666666667</c:v>
                </c:pt>
                <c:pt idx="520">
                  <c:v>1.4444444444444444</c:v>
                </c:pt>
                <c:pt idx="521">
                  <c:v>1.4472222222222222</c:v>
                </c:pt>
                <c:pt idx="522">
                  <c:v>1.45</c:v>
                </c:pt>
                <c:pt idx="523">
                  <c:v>1.4527777777777779</c:v>
                </c:pt>
                <c:pt idx="524">
                  <c:v>1.4555555555555555</c:v>
                </c:pt>
                <c:pt idx="525">
                  <c:v>1.4583333333333333</c:v>
                </c:pt>
                <c:pt idx="526">
                  <c:v>1.4611111111111112</c:v>
                </c:pt>
                <c:pt idx="527">
                  <c:v>1.4638888888888888</c:v>
                </c:pt>
                <c:pt idx="528">
                  <c:v>1.4666666666666666</c:v>
                </c:pt>
                <c:pt idx="529">
                  <c:v>1.4694444444444446</c:v>
                </c:pt>
                <c:pt idx="530">
                  <c:v>1.4722222222222221</c:v>
                </c:pt>
                <c:pt idx="531">
                  <c:v>1.4750000000000001</c:v>
                </c:pt>
                <c:pt idx="532">
                  <c:v>1.4777777777777779</c:v>
                </c:pt>
                <c:pt idx="533">
                  <c:v>1.4805555555555554</c:v>
                </c:pt>
                <c:pt idx="534">
                  <c:v>1.4833333333333334</c:v>
                </c:pt>
                <c:pt idx="535">
                  <c:v>1.4861111111111112</c:v>
                </c:pt>
                <c:pt idx="536">
                  <c:v>1.4888888888888887</c:v>
                </c:pt>
                <c:pt idx="537">
                  <c:v>1.4916666666666667</c:v>
                </c:pt>
                <c:pt idx="538">
                  <c:v>1.4944444444444445</c:v>
                </c:pt>
                <c:pt idx="539">
                  <c:v>1.4972222222222222</c:v>
                </c:pt>
                <c:pt idx="540">
                  <c:v>1.5</c:v>
                </c:pt>
                <c:pt idx="541">
                  <c:v>1.5027777777777778</c:v>
                </c:pt>
                <c:pt idx="542">
                  <c:v>1.5055555555555555</c:v>
                </c:pt>
                <c:pt idx="543">
                  <c:v>1.5083333333333333</c:v>
                </c:pt>
                <c:pt idx="544">
                  <c:v>1.5111111111111113</c:v>
                </c:pt>
                <c:pt idx="545">
                  <c:v>1.5138888888888888</c:v>
                </c:pt>
                <c:pt idx="546">
                  <c:v>1.5166666666666666</c:v>
                </c:pt>
                <c:pt idx="547">
                  <c:v>1.5194444444444446</c:v>
                </c:pt>
                <c:pt idx="548">
                  <c:v>1.5222222222222221</c:v>
                </c:pt>
                <c:pt idx="549">
                  <c:v>1.5249999999999999</c:v>
                </c:pt>
                <c:pt idx="550">
                  <c:v>1.5277777777777779</c:v>
                </c:pt>
                <c:pt idx="551">
                  <c:v>1.5305555555555554</c:v>
                </c:pt>
                <c:pt idx="552">
                  <c:v>1.5333333333333334</c:v>
                </c:pt>
                <c:pt idx="553">
                  <c:v>1.5361111111111112</c:v>
                </c:pt>
                <c:pt idx="554">
                  <c:v>1.5388888888888888</c:v>
                </c:pt>
                <c:pt idx="555">
                  <c:v>1.5416666666666667</c:v>
                </c:pt>
                <c:pt idx="556">
                  <c:v>1.5444444444444445</c:v>
                </c:pt>
                <c:pt idx="557">
                  <c:v>1.5472222222222221</c:v>
                </c:pt>
                <c:pt idx="558">
                  <c:v>1.55</c:v>
                </c:pt>
                <c:pt idx="559">
                  <c:v>1.5527777777777778</c:v>
                </c:pt>
                <c:pt idx="560">
                  <c:v>1.5555555555555556</c:v>
                </c:pt>
                <c:pt idx="561">
                  <c:v>1.5583333333333333</c:v>
                </c:pt>
                <c:pt idx="562">
                  <c:v>1.5611111111111111</c:v>
                </c:pt>
                <c:pt idx="563">
                  <c:v>1.5638888888888889</c:v>
                </c:pt>
                <c:pt idx="564">
                  <c:v>1.5666666666666667</c:v>
                </c:pt>
                <c:pt idx="565">
                  <c:v>1.5694444444444444</c:v>
                </c:pt>
                <c:pt idx="566">
                  <c:v>1.5722222222222222</c:v>
                </c:pt>
                <c:pt idx="567">
                  <c:v>1.575</c:v>
                </c:pt>
                <c:pt idx="568">
                  <c:v>1.5777777777777779</c:v>
                </c:pt>
                <c:pt idx="569">
                  <c:v>1.5805555555555555</c:v>
                </c:pt>
                <c:pt idx="570">
                  <c:v>1.5833333333333333</c:v>
                </c:pt>
                <c:pt idx="571">
                  <c:v>1.5861111111111112</c:v>
                </c:pt>
                <c:pt idx="572">
                  <c:v>1.5888888888888888</c:v>
                </c:pt>
                <c:pt idx="573">
                  <c:v>1.5916666666666666</c:v>
                </c:pt>
                <c:pt idx="574">
                  <c:v>1.5944444444444446</c:v>
                </c:pt>
                <c:pt idx="575">
                  <c:v>1.5972222222222221</c:v>
                </c:pt>
                <c:pt idx="576">
                  <c:v>1.6</c:v>
                </c:pt>
                <c:pt idx="577">
                  <c:v>1.6027777777777779</c:v>
                </c:pt>
                <c:pt idx="578">
                  <c:v>1.6055555555555554</c:v>
                </c:pt>
                <c:pt idx="579">
                  <c:v>1.6083333333333334</c:v>
                </c:pt>
                <c:pt idx="580">
                  <c:v>1.6111111111111112</c:v>
                </c:pt>
                <c:pt idx="581">
                  <c:v>1.6138888888888887</c:v>
                </c:pt>
                <c:pt idx="582">
                  <c:v>1.6166666666666667</c:v>
                </c:pt>
                <c:pt idx="583">
                  <c:v>1.6194444444444445</c:v>
                </c:pt>
                <c:pt idx="584">
                  <c:v>1.6222222222222222</c:v>
                </c:pt>
                <c:pt idx="585">
                  <c:v>1.625</c:v>
                </c:pt>
                <c:pt idx="586">
                  <c:v>1.6277777777777778</c:v>
                </c:pt>
                <c:pt idx="587">
                  <c:v>1.6305555555555555</c:v>
                </c:pt>
                <c:pt idx="588">
                  <c:v>1.6333333333333333</c:v>
                </c:pt>
                <c:pt idx="589">
                  <c:v>1.6361111111111113</c:v>
                </c:pt>
                <c:pt idx="590">
                  <c:v>1.6388888888888888</c:v>
                </c:pt>
                <c:pt idx="591">
                  <c:v>1.6416666666666666</c:v>
                </c:pt>
                <c:pt idx="592">
                  <c:v>1.6444444444444446</c:v>
                </c:pt>
                <c:pt idx="593">
                  <c:v>1.6472222222222221</c:v>
                </c:pt>
                <c:pt idx="594">
                  <c:v>1.65</c:v>
                </c:pt>
                <c:pt idx="595">
                  <c:v>1.6527777777777779</c:v>
                </c:pt>
                <c:pt idx="596">
                  <c:v>1.6555555555555554</c:v>
                </c:pt>
                <c:pt idx="597">
                  <c:v>1.6583333333333334</c:v>
                </c:pt>
                <c:pt idx="598">
                  <c:v>1.6611111111111112</c:v>
                </c:pt>
                <c:pt idx="599">
                  <c:v>1.6638888888888888</c:v>
                </c:pt>
                <c:pt idx="600">
                  <c:v>1.6666666666666667</c:v>
                </c:pt>
                <c:pt idx="601">
                  <c:v>1.6694444444444445</c:v>
                </c:pt>
                <c:pt idx="602">
                  <c:v>1.6722222222222221</c:v>
                </c:pt>
                <c:pt idx="603">
                  <c:v>1.675</c:v>
                </c:pt>
                <c:pt idx="604">
                  <c:v>1.6777777777777778</c:v>
                </c:pt>
                <c:pt idx="605">
                  <c:v>1.6805555555555556</c:v>
                </c:pt>
                <c:pt idx="606">
                  <c:v>1.6833333333333333</c:v>
                </c:pt>
                <c:pt idx="607">
                  <c:v>1.6861111111111111</c:v>
                </c:pt>
                <c:pt idx="608">
                  <c:v>1.6888888888888889</c:v>
                </c:pt>
                <c:pt idx="609">
                  <c:v>1.6916666666666667</c:v>
                </c:pt>
                <c:pt idx="610">
                  <c:v>1.6944444444444444</c:v>
                </c:pt>
                <c:pt idx="611">
                  <c:v>1.6972222222222222</c:v>
                </c:pt>
                <c:pt idx="612">
                  <c:v>1.7</c:v>
                </c:pt>
                <c:pt idx="613">
                  <c:v>1.7027777777777779</c:v>
                </c:pt>
                <c:pt idx="614">
                  <c:v>1.7055555555555555</c:v>
                </c:pt>
                <c:pt idx="615">
                  <c:v>1.7083333333333333</c:v>
                </c:pt>
                <c:pt idx="616">
                  <c:v>1.7111111111111112</c:v>
                </c:pt>
                <c:pt idx="617">
                  <c:v>1.7138888888888888</c:v>
                </c:pt>
                <c:pt idx="618">
                  <c:v>1.7166666666666666</c:v>
                </c:pt>
                <c:pt idx="619">
                  <c:v>1.7194444444444446</c:v>
                </c:pt>
                <c:pt idx="620">
                  <c:v>1.7222222222222221</c:v>
                </c:pt>
                <c:pt idx="621">
                  <c:v>1.7250000000000001</c:v>
                </c:pt>
                <c:pt idx="622">
                  <c:v>1.7277777777777779</c:v>
                </c:pt>
                <c:pt idx="623">
                  <c:v>1.7305555555555554</c:v>
                </c:pt>
                <c:pt idx="624">
                  <c:v>1.7333333333333334</c:v>
                </c:pt>
                <c:pt idx="625">
                  <c:v>1.7361111111111112</c:v>
                </c:pt>
                <c:pt idx="626">
                  <c:v>1.7388888888888887</c:v>
                </c:pt>
                <c:pt idx="627">
                  <c:v>1.7416666666666667</c:v>
                </c:pt>
                <c:pt idx="628">
                  <c:v>1.7444444444444445</c:v>
                </c:pt>
                <c:pt idx="629">
                  <c:v>1.7472222222222222</c:v>
                </c:pt>
                <c:pt idx="630">
                  <c:v>1.75</c:v>
                </c:pt>
                <c:pt idx="631">
                  <c:v>1.7527777777777778</c:v>
                </c:pt>
                <c:pt idx="632">
                  <c:v>1.7555555555555555</c:v>
                </c:pt>
                <c:pt idx="633">
                  <c:v>1.7583333333333333</c:v>
                </c:pt>
                <c:pt idx="634">
                  <c:v>1.7611111111111113</c:v>
                </c:pt>
                <c:pt idx="635">
                  <c:v>1.7638888888888888</c:v>
                </c:pt>
                <c:pt idx="636">
                  <c:v>1.7666666666666666</c:v>
                </c:pt>
                <c:pt idx="637">
                  <c:v>1.7694444444444446</c:v>
                </c:pt>
                <c:pt idx="638">
                  <c:v>1.7722222222222221</c:v>
                </c:pt>
                <c:pt idx="639">
                  <c:v>1.7749999999999999</c:v>
                </c:pt>
                <c:pt idx="640">
                  <c:v>1.7777777777777779</c:v>
                </c:pt>
                <c:pt idx="641">
                  <c:v>1.7805555555555554</c:v>
                </c:pt>
                <c:pt idx="642">
                  <c:v>1.7833333333333334</c:v>
                </c:pt>
                <c:pt idx="643">
                  <c:v>1.7861111111111112</c:v>
                </c:pt>
                <c:pt idx="644">
                  <c:v>1.7888888888888888</c:v>
                </c:pt>
                <c:pt idx="645">
                  <c:v>1.7916666666666667</c:v>
                </c:pt>
                <c:pt idx="646">
                  <c:v>1.7944444444444445</c:v>
                </c:pt>
                <c:pt idx="647">
                  <c:v>1.7972222222222221</c:v>
                </c:pt>
                <c:pt idx="648">
                  <c:v>1.8</c:v>
                </c:pt>
                <c:pt idx="649">
                  <c:v>1.8027777777777778</c:v>
                </c:pt>
                <c:pt idx="650">
                  <c:v>1.8055555555555556</c:v>
                </c:pt>
                <c:pt idx="651">
                  <c:v>1.8083333333333333</c:v>
                </c:pt>
                <c:pt idx="652">
                  <c:v>1.8111111111111111</c:v>
                </c:pt>
                <c:pt idx="653">
                  <c:v>1.8138888888888889</c:v>
                </c:pt>
                <c:pt idx="654">
                  <c:v>1.8166666666666667</c:v>
                </c:pt>
                <c:pt idx="655">
                  <c:v>1.8194444444444444</c:v>
                </c:pt>
                <c:pt idx="656">
                  <c:v>1.8222222222222222</c:v>
                </c:pt>
                <c:pt idx="657">
                  <c:v>1.825</c:v>
                </c:pt>
                <c:pt idx="658">
                  <c:v>1.8277777777777779</c:v>
                </c:pt>
                <c:pt idx="659">
                  <c:v>1.8305555555555555</c:v>
                </c:pt>
                <c:pt idx="660">
                  <c:v>1.8333333333333333</c:v>
                </c:pt>
                <c:pt idx="661">
                  <c:v>1.8361111111111112</c:v>
                </c:pt>
                <c:pt idx="662">
                  <c:v>1.8388888888888888</c:v>
                </c:pt>
                <c:pt idx="663">
                  <c:v>1.8416666666666666</c:v>
                </c:pt>
                <c:pt idx="664">
                  <c:v>1.8444444444444446</c:v>
                </c:pt>
                <c:pt idx="665">
                  <c:v>1.8472222222222221</c:v>
                </c:pt>
                <c:pt idx="666">
                  <c:v>1.85</c:v>
                </c:pt>
                <c:pt idx="667">
                  <c:v>1.8527777777777779</c:v>
                </c:pt>
                <c:pt idx="668">
                  <c:v>1.8555555555555554</c:v>
                </c:pt>
                <c:pt idx="669">
                  <c:v>1.8583333333333334</c:v>
                </c:pt>
                <c:pt idx="670">
                  <c:v>1.8611111111111112</c:v>
                </c:pt>
                <c:pt idx="671">
                  <c:v>1.8638888888888887</c:v>
                </c:pt>
                <c:pt idx="672">
                  <c:v>1.8666666666666667</c:v>
                </c:pt>
                <c:pt idx="673">
                  <c:v>1.8694444444444445</c:v>
                </c:pt>
                <c:pt idx="674">
                  <c:v>1.8722222222222222</c:v>
                </c:pt>
                <c:pt idx="675">
                  <c:v>1.875</c:v>
                </c:pt>
                <c:pt idx="676">
                  <c:v>1.8777777777777778</c:v>
                </c:pt>
                <c:pt idx="677">
                  <c:v>1.8805555555555555</c:v>
                </c:pt>
                <c:pt idx="678">
                  <c:v>1.8833333333333333</c:v>
                </c:pt>
                <c:pt idx="679">
                  <c:v>1.8861111111111113</c:v>
                </c:pt>
                <c:pt idx="680">
                  <c:v>1.8888888888888888</c:v>
                </c:pt>
                <c:pt idx="681">
                  <c:v>1.8916666666666666</c:v>
                </c:pt>
                <c:pt idx="682">
                  <c:v>1.8944444444444446</c:v>
                </c:pt>
                <c:pt idx="683">
                  <c:v>1.8972222222222221</c:v>
                </c:pt>
                <c:pt idx="684">
                  <c:v>1.9</c:v>
                </c:pt>
                <c:pt idx="685">
                  <c:v>1.9027777777777779</c:v>
                </c:pt>
                <c:pt idx="686">
                  <c:v>1.9055555555555554</c:v>
                </c:pt>
                <c:pt idx="687">
                  <c:v>1.9083333333333334</c:v>
                </c:pt>
                <c:pt idx="688">
                  <c:v>1.9111111111111112</c:v>
                </c:pt>
                <c:pt idx="689">
                  <c:v>1.9138888888888888</c:v>
                </c:pt>
                <c:pt idx="690">
                  <c:v>1.9166666666666667</c:v>
                </c:pt>
                <c:pt idx="691">
                  <c:v>1.9194444444444445</c:v>
                </c:pt>
                <c:pt idx="692">
                  <c:v>1.9222222222222221</c:v>
                </c:pt>
                <c:pt idx="693">
                  <c:v>1.925</c:v>
                </c:pt>
                <c:pt idx="694">
                  <c:v>1.9277777777777778</c:v>
                </c:pt>
                <c:pt idx="695">
                  <c:v>1.9305555555555556</c:v>
                </c:pt>
                <c:pt idx="696">
                  <c:v>1.9333333333333333</c:v>
                </c:pt>
                <c:pt idx="697">
                  <c:v>1.9361111111111111</c:v>
                </c:pt>
                <c:pt idx="698">
                  <c:v>1.9388888888888889</c:v>
                </c:pt>
                <c:pt idx="699">
                  <c:v>1.9416666666666667</c:v>
                </c:pt>
                <c:pt idx="700">
                  <c:v>1.9444444444444444</c:v>
                </c:pt>
                <c:pt idx="701">
                  <c:v>1.9472222222222222</c:v>
                </c:pt>
                <c:pt idx="702">
                  <c:v>1.95</c:v>
                </c:pt>
                <c:pt idx="703">
                  <c:v>1.9527777777777779</c:v>
                </c:pt>
                <c:pt idx="704">
                  <c:v>1.9555555555555555</c:v>
                </c:pt>
                <c:pt idx="705">
                  <c:v>1.9583333333333333</c:v>
                </c:pt>
                <c:pt idx="706">
                  <c:v>1.9611111111111112</c:v>
                </c:pt>
                <c:pt idx="707">
                  <c:v>1.9638888888888888</c:v>
                </c:pt>
                <c:pt idx="708">
                  <c:v>1.9666666666666666</c:v>
                </c:pt>
                <c:pt idx="709">
                  <c:v>1.9694444444444446</c:v>
                </c:pt>
                <c:pt idx="710">
                  <c:v>1.9722222222222221</c:v>
                </c:pt>
                <c:pt idx="711">
                  <c:v>1.9750000000000001</c:v>
                </c:pt>
                <c:pt idx="712">
                  <c:v>1.9777777777777779</c:v>
                </c:pt>
                <c:pt idx="713">
                  <c:v>1.9805555555555554</c:v>
                </c:pt>
                <c:pt idx="714">
                  <c:v>1.9833333333333334</c:v>
                </c:pt>
                <c:pt idx="715">
                  <c:v>1.9861111111111112</c:v>
                </c:pt>
                <c:pt idx="716">
                  <c:v>1.9888888888888887</c:v>
                </c:pt>
                <c:pt idx="717">
                  <c:v>1.9916666666666667</c:v>
                </c:pt>
                <c:pt idx="718">
                  <c:v>1.9944444444444445</c:v>
                </c:pt>
                <c:pt idx="719">
                  <c:v>1.9972222222222222</c:v>
                </c:pt>
                <c:pt idx="720">
                  <c:v>2</c:v>
                </c:pt>
                <c:pt idx="721">
                  <c:v>2.0027777777777778</c:v>
                </c:pt>
                <c:pt idx="722">
                  <c:v>2.0055555555555555</c:v>
                </c:pt>
                <c:pt idx="723">
                  <c:v>2.0083333333333333</c:v>
                </c:pt>
                <c:pt idx="724">
                  <c:v>2.0111111111111111</c:v>
                </c:pt>
                <c:pt idx="725">
                  <c:v>2.0138888888888888</c:v>
                </c:pt>
                <c:pt idx="726">
                  <c:v>2.0166666666666666</c:v>
                </c:pt>
                <c:pt idx="727">
                  <c:v>2.0194444444444444</c:v>
                </c:pt>
                <c:pt idx="728">
                  <c:v>2.0222222222222221</c:v>
                </c:pt>
                <c:pt idx="729">
                  <c:v>2.0249999999999999</c:v>
                </c:pt>
                <c:pt idx="730">
                  <c:v>2.0277777777777777</c:v>
                </c:pt>
                <c:pt idx="731">
                  <c:v>2.0305555555555554</c:v>
                </c:pt>
                <c:pt idx="732">
                  <c:v>2.0333333333333332</c:v>
                </c:pt>
                <c:pt idx="733">
                  <c:v>2.036111111111111</c:v>
                </c:pt>
                <c:pt idx="734">
                  <c:v>2.0388888888888888</c:v>
                </c:pt>
                <c:pt idx="735">
                  <c:v>2.0416666666666665</c:v>
                </c:pt>
                <c:pt idx="736">
                  <c:v>2.0444444444444447</c:v>
                </c:pt>
                <c:pt idx="737">
                  <c:v>2.0472222222222221</c:v>
                </c:pt>
                <c:pt idx="738">
                  <c:v>2.0499999999999998</c:v>
                </c:pt>
                <c:pt idx="739">
                  <c:v>2.052777777777778</c:v>
                </c:pt>
                <c:pt idx="740">
                  <c:v>2.0555555555555554</c:v>
                </c:pt>
                <c:pt idx="741">
                  <c:v>2.0583333333333331</c:v>
                </c:pt>
                <c:pt idx="742">
                  <c:v>2.0611111111111113</c:v>
                </c:pt>
                <c:pt idx="743">
                  <c:v>2.0638888888888887</c:v>
                </c:pt>
                <c:pt idx="744">
                  <c:v>2.0666666666666669</c:v>
                </c:pt>
                <c:pt idx="745">
                  <c:v>2.0694444444444446</c:v>
                </c:pt>
                <c:pt idx="746">
                  <c:v>2.072222222222222</c:v>
                </c:pt>
                <c:pt idx="747">
                  <c:v>2.0750000000000002</c:v>
                </c:pt>
                <c:pt idx="748">
                  <c:v>2.0777777777777779</c:v>
                </c:pt>
                <c:pt idx="749">
                  <c:v>2.0805555555555553</c:v>
                </c:pt>
                <c:pt idx="750">
                  <c:v>2.0833333333333335</c:v>
                </c:pt>
                <c:pt idx="751">
                  <c:v>2.0861111111111112</c:v>
                </c:pt>
                <c:pt idx="752">
                  <c:v>2.088888888888889</c:v>
                </c:pt>
                <c:pt idx="753">
                  <c:v>2.0916666666666668</c:v>
                </c:pt>
                <c:pt idx="754">
                  <c:v>2.0944444444444446</c:v>
                </c:pt>
                <c:pt idx="755">
                  <c:v>2.0972222222222223</c:v>
                </c:pt>
                <c:pt idx="756">
                  <c:v>2.1</c:v>
                </c:pt>
                <c:pt idx="757">
                  <c:v>2.1027777777777779</c:v>
                </c:pt>
                <c:pt idx="758">
                  <c:v>2.1055555555555556</c:v>
                </c:pt>
                <c:pt idx="759">
                  <c:v>2.1083333333333334</c:v>
                </c:pt>
                <c:pt idx="760">
                  <c:v>2.1111111111111112</c:v>
                </c:pt>
                <c:pt idx="761">
                  <c:v>2.1138888888888889</c:v>
                </c:pt>
                <c:pt idx="762">
                  <c:v>2.1166666666666667</c:v>
                </c:pt>
                <c:pt idx="763">
                  <c:v>2.1194444444444445</c:v>
                </c:pt>
                <c:pt idx="764">
                  <c:v>2.1222222222222222</c:v>
                </c:pt>
                <c:pt idx="765">
                  <c:v>2.125</c:v>
                </c:pt>
                <c:pt idx="766">
                  <c:v>2.1277777777777778</c:v>
                </c:pt>
                <c:pt idx="767">
                  <c:v>2.1305555555555555</c:v>
                </c:pt>
                <c:pt idx="768">
                  <c:v>2.1333333333333333</c:v>
                </c:pt>
                <c:pt idx="769">
                  <c:v>2.1361111111111111</c:v>
                </c:pt>
                <c:pt idx="770">
                  <c:v>2.1388888888888888</c:v>
                </c:pt>
                <c:pt idx="771">
                  <c:v>2.1416666666666666</c:v>
                </c:pt>
                <c:pt idx="772">
                  <c:v>2.1444444444444444</c:v>
                </c:pt>
                <c:pt idx="773">
                  <c:v>2.1472222222222226</c:v>
                </c:pt>
                <c:pt idx="774">
                  <c:v>2.15</c:v>
                </c:pt>
                <c:pt idx="775">
                  <c:v>2.1527777777777777</c:v>
                </c:pt>
                <c:pt idx="776">
                  <c:v>2.1555555555555559</c:v>
                </c:pt>
                <c:pt idx="777">
                  <c:v>2.1583333333333332</c:v>
                </c:pt>
                <c:pt idx="778">
                  <c:v>2.161111111111111</c:v>
                </c:pt>
                <c:pt idx="779">
                  <c:v>2.1638888888888892</c:v>
                </c:pt>
                <c:pt idx="780">
                  <c:v>2.1666666666666665</c:v>
                </c:pt>
                <c:pt idx="781">
                  <c:v>2.1694444444444443</c:v>
                </c:pt>
                <c:pt idx="782">
                  <c:v>2.1722222222222225</c:v>
                </c:pt>
                <c:pt idx="783">
                  <c:v>2.1749999999999998</c:v>
                </c:pt>
                <c:pt idx="784">
                  <c:v>2.1777777777777776</c:v>
                </c:pt>
                <c:pt idx="785">
                  <c:v>2.1805555555555558</c:v>
                </c:pt>
                <c:pt idx="786">
                  <c:v>2.1833333333333331</c:v>
                </c:pt>
                <c:pt idx="787">
                  <c:v>2.1861111111111109</c:v>
                </c:pt>
                <c:pt idx="788">
                  <c:v>2.1888888888888891</c:v>
                </c:pt>
                <c:pt idx="789">
                  <c:v>2.1916666666666669</c:v>
                </c:pt>
                <c:pt idx="790">
                  <c:v>2.1944444444444442</c:v>
                </c:pt>
                <c:pt idx="791">
                  <c:v>2.1972222222222224</c:v>
                </c:pt>
                <c:pt idx="792">
                  <c:v>2.2000000000000002</c:v>
                </c:pt>
                <c:pt idx="793">
                  <c:v>2.2027777777777775</c:v>
                </c:pt>
                <c:pt idx="794">
                  <c:v>2.2055555555555557</c:v>
                </c:pt>
                <c:pt idx="795">
                  <c:v>2.2083333333333335</c:v>
                </c:pt>
                <c:pt idx="796">
                  <c:v>2.2111111111111108</c:v>
                </c:pt>
                <c:pt idx="797">
                  <c:v>2.213888888888889</c:v>
                </c:pt>
                <c:pt idx="798">
                  <c:v>2.2166666666666668</c:v>
                </c:pt>
                <c:pt idx="799">
                  <c:v>2.2194444444444441</c:v>
                </c:pt>
                <c:pt idx="800">
                  <c:v>2.2222222222222223</c:v>
                </c:pt>
                <c:pt idx="801">
                  <c:v>2.2250000000000001</c:v>
                </c:pt>
                <c:pt idx="802">
                  <c:v>2.2277777777777774</c:v>
                </c:pt>
                <c:pt idx="803">
                  <c:v>2.2305555555555556</c:v>
                </c:pt>
                <c:pt idx="804">
                  <c:v>2.2333333333333334</c:v>
                </c:pt>
                <c:pt idx="805">
                  <c:v>2.2361111111111112</c:v>
                </c:pt>
                <c:pt idx="806">
                  <c:v>2.2388888888888889</c:v>
                </c:pt>
                <c:pt idx="807">
                  <c:v>2.2416666666666667</c:v>
                </c:pt>
                <c:pt idx="808">
                  <c:v>2.2444444444444445</c:v>
                </c:pt>
                <c:pt idx="809">
                  <c:v>2.2472222222222222</c:v>
                </c:pt>
                <c:pt idx="810">
                  <c:v>2.25</c:v>
                </c:pt>
                <c:pt idx="811">
                  <c:v>2.2527777777777778</c:v>
                </c:pt>
                <c:pt idx="812">
                  <c:v>2.2555555555555555</c:v>
                </c:pt>
                <c:pt idx="813">
                  <c:v>2.2583333333333333</c:v>
                </c:pt>
                <c:pt idx="814">
                  <c:v>2.2611111111111111</c:v>
                </c:pt>
                <c:pt idx="815">
                  <c:v>2.2638888888888888</c:v>
                </c:pt>
                <c:pt idx="816">
                  <c:v>2.2666666666666666</c:v>
                </c:pt>
                <c:pt idx="817">
                  <c:v>2.2694444444444444</c:v>
                </c:pt>
                <c:pt idx="818">
                  <c:v>2.2722222222222226</c:v>
                </c:pt>
                <c:pt idx="819">
                  <c:v>2.2749999999999999</c:v>
                </c:pt>
                <c:pt idx="820">
                  <c:v>2.2777777777777777</c:v>
                </c:pt>
                <c:pt idx="821">
                  <c:v>2.2805555555555559</c:v>
                </c:pt>
                <c:pt idx="822">
                  <c:v>2.2833333333333332</c:v>
                </c:pt>
                <c:pt idx="823">
                  <c:v>2.286111111111111</c:v>
                </c:pt>
                <c:pt idx="824">
                  <c:v>2.2888888888888892</c:v>
                </c:pt>
                <c:pt idx="825">
                  <c:v>2.2916666666666665</c:v>
                </c:pt>
                <c:pt idx="826">
                  <c:v>2.2944444444444443</c:v>
                </c:pt>
                <c:pt idx="827">
                  <c:v>2.2972222222222225</c:v>
                </c:pt>
                <c:pt idx="828">
                  <c:v>2.2999999999999998</c:v>
                </c:pt>
                <c:pt idx="829">
                  <c:v>2.3027777777777776</c:v>
                </c:pt>
                <c:pt idx="830">
                  <c:v>2.3055555555555558</c:v>
                </c:pt>
                <c:pt idx="831">
                  <c:v>2.3083333333333331</c:v>
                </c:pt>
                <c:pt idx="832">
                  <c:v>2.3111111111111109</c:v>
                </c:pt>
                <c:pt idx="833">
                  <c:v>2.3138888888888891</c:v>
                </c:pt>
                <c:pt idx="834">
                  <c:v>2.3166666666666669</c:v>
                </c:pt>
                <c:pt idx="835">
                  <c:v>2.3194444444444442</c:v>
                </c:pt>
                <c:pt idx="836">
                  <c:v>2.3222222222222224</c:v>
                </c:pt>
                <c:pt idx="837">
                  <c:v>2.3250000000000002</c:v>
                </c:pt>
                <c:pt idx="838">
                  <c:v>2.3277777777777775</c:v>
                </c:pt>
                <c:pt idx="839">
                  <c:v>2.3305555555555557</c:v>
                </c:pt>
                <c:pt idx="840">
                  <c:v>2.3333333333333335</c:v>
                </c:pt>
                <c:pt idx="841">
                  <c:v>2.3361111111111108</c:v>
                </c:pt>
                <c:pt idx="842">
                  <c:v>2.338888888888889</c:v>
                </c:pt>
                <c:pt idx="843">
                  <c:v>2.3416666666666668</c:v>
                </c:pt>
                <c:pt idx="844">
                  <c:v>2.3444444444444441</c:v>
                </c:pt>
                <c:pt idx="845">
                  <c:v>2.3472222222222223</c:v>
                </c:pt>
                <c:pt idx="846">
                  <c:v>2.35</c:v>
                </c:pt>
                <c:pt idx="847">
                  <c:v>2.3527777777777774</c:v>
                </c:pt>
                <c:pt idx="848">
                  <c:v>2.3555555555555556</c:v>
                </c:pt>
                <c:pt idx="849">
                  <c:v>2.3583333333333334</c:v>
                </c:pt>
                <c:pt idx="850">
                  <c:v>2.3611111111111112</c:v>
                </c:pt>
                <c:pt idx="851">
                  <c:v>2.3638888888888889</c:v>
                </c:pt>
                <c:pt idx="852">
                  <c:v>2.3666666666666667</c:v>
                </c:pt>
                <c:pt idx="853">
                  <c:v>2.3694444444444445</c:v>
                </c:pt>
                <c:pt idx="854">
                  <c:v>2.3722222222222222</c:v>
                </c:pt>
                <c:pt idx="855">
                  <c:v>2.375</c:v>
                </c:pt>
                <c:pt idx="856">
                  <c:v>2.3777777777777778</c:v>
                </c:pt>
                <c:pt idx="857">
                  <c:v>2.3805555555555555</c:v>
                </c:pt>
                <c:pt idx="858">
                  <c:v>2.3833333333333333</c:v>
                </c:pt>
                <c:pt idx="859">
                  <c:v>2.3861111111111111</c:v>
                </c:pt>
                <c:pt idx="860">
                  <c:v>2.3888888888888888</c:v>
                </c:pt>
                <c:pt idx="861">
                  <c:v>2.3916666666666666</c:v>
                </c:pt>
                <c:pt idx="862">
                  <c:v>2.3944444444444444</c:v>
                </c:pt>
                <c:pt idx="863">
                  <c:v>2.3972222222222226</c:v>
                </c:pt>
                <c:pt idx="864">
                  <c:v>2.4</c:v>
                </c:pt>
                <c:pt idx="865">
                  <c:v>2.4027777777777777</c:v>
                </c:pt>
                <c:pt idx="866">
                  <c:v>2.4055555555555559</c:v>
                </c:pt>
                <c:pt idx="867">
                  <c:v>2.4083333333333332</c:v>
                </c:pt>
                <c:pt idx="868">
                  <c:v>2.411111111111111</c:v>
                </c:pt>
                <c:pt idx="869">
                  <c:v>2.4138888888888892</c:v>
                </c:pt>
                <c:pt idx="870">
                  <c:v>2.4166666666666665</c:v>
                </c:pt>
                <c:pt idx="871">
                  <c:v>2.4194444444444443</c:v>
                </c:pt>
                <c:pt idx="872">
                  <c:v>2.4222222222222225</c:v>
                </c:pt>
                <c:pt idx="873">
                  <c:v>2.4249999999999998</c:v>
                </c:pt>
                <c:pt idx="874">
                  <c:v>2.4277777777777776</c:v>
                </c:pt>
                <c:pt idx="875">
                  <c:v>2.4305555555555558</c:v>
                </c:pt>
                <c:pt idx="876">
                  <c:v>2.4333333333333331</c:v>
                </c:pt>
                <c:pt idx="877">
                  <c:v>2.4361111111111109</c:v>
                </c:pt>
                <c:pt idx="878">
                  <c:v>2.4388888888888891</c:v>
                </c:pt>
                <c:pt idx="879">
                  <c:v>2.4416666666666669</c:v>
                </c:pt>
                <c:pt idx="880">
                  <c:v>2.4444444444444442</c:v>
                </c:pt>
                <c:pt idx="881">
                  <c:v>2.4472222222222224</c:v>
                </c:pt>
                <c:pt idx="882">
                  <c:v>2.4500000000000002</c:v>
                </c:pt>
                <c:pt idx="883">
                  <c:v>2.4527777777777775</c:v>
                </c:pt>
                <c:pt idx="884">
                  <c:v>2.4555555555555557</c:v>
                </c:pt>
                <c:pt idx="885">
                  <c:v>2.4583333333333335</c:v>
                </c:pt>
                <c:pt idx="886">
                  <c:v>2.4611111111111108</c:v>
                </c:pt>
                <c:pt idx="887">
                  <c:v>2.463888888888889</c:v>
                </c:pt>
                <c:pt idx="888">
                  <c:v>2.4666666666666668</c:v>
                </c:pt>
                <c:pt idx="889">
                  <c:v>2.4694444444444441</c:v>
                </c:pt>
                <c:pt idx="890">
                  <c:v>2.4722222222222223</c:v>
                </c:pt>
                <c:pt idx="891">
                  <c:v>2.4750000000000001</c:v>
                </c:pt>
                <c:pt idx="892">
                  <c:v>2.4777777777777774</c:v>
                </c:pt>
                <c:pt idx="893">
                  <c:v>2.4805555555555556</c:v>
                </c:pt>
                <c:pt idx="894">
                  <c:v>2.4833333333333334</c:v>
                </c:pt>
                <c:pt idx="895">
                  <c:v>2.4861111111111112</c:v>
                </c:pt>
                <c:pt idx="896">
                  <c:v>2.4888888888888889</c:v>
                </c:pt>
                <c:pt idx="897">
                  <c:v>2.4916666666666667</c:v>
                </c:pt>
                <c:pt idx="898">
                  <c:v>2.4944444444444445</c:v>
                </c:pt>
                <c:pt idx="899">
                  <c:v>2.4972222222222222</c:v>
                </c:pt>
                <c:pt idx="900">
                  <c:v>2.5</c:v>
                </c:pt>
                <c:pt idx="901">
                  <c:v>2.5027777777777778</c:v>
                </c:pt>
                <c:pt idx="902">
                  <c:v>2.5055555555555555</c:v>
                </c:pt>
                <c:pt idx="903">
                  <c:v>2.5083333333333333</c:v>
                </c:pt>
                <c:pt idx="904">
                  <c:v>2.5111111111111111</c:v>
                </c:pt>
                <c:pt idx="905">
                  <c:v>2.5138888888888888</c:v>
                </c:pt>
                <c:pt idx="906">
                  <c:v>2.5166666666666666</c:v>
                </c:pt>
                <c:pt idx="907">
                  <c:v>2.5194444444444444</c:v>
                </c:pt>
                <c:pt idx="908">
                  <c:v>2.5222222222222226</c:v>
                </c:pt>
                <c:pt idx="909">
                  <c:v>2.5249999999999999</c:v>
                </c:pt>
                <c:pt idx="910">
                  <c:v>2.5277777777777777</c:v>
                </c:pt>
                <c:pt idx="911">
                  <c:v>2.5305555555555559</c:v>
                </c:pt>
                <c:pt idx="912">
                  <c:v>2.5333333333333332</c:v>
                </c:pt>
                <c:pt idx="913">
                  <c:v>2.536111111111111</c:v>
                </c:pt>
                <c:pt idx="914">
                  <c:v>2.5388888888888892</c:v>
                </c:pt>
                <c:pt idx="915">
                  <c:v>2.5416666666666665</c:v>
                </c:pt>
                <c:pt idx="916">
                  <c:v>2.5444444444444443</c:v>
                </c:pt>
                <c:pt idx="917">
                  <c:v>2.5472222222222225</c:v>
                </c:pt>
                <c:pt idx="918">
                  <c:v>2.5499999999999998</c:v>
                </c:pt>
                <c:pt idx="919">
                  <c:v>2.5527777777777776</c:v>
                </c:pt>
                <c:pt idx="920">
                  <c:v>2.5555555555555558</c:v>
                </c:pt>
                <c:pt idx="921">
                  <c:v>2.5583333333333331</c:v>
                </c:pt>
                <c:pt idx="922">
                  <c:v>2.5611111111111109</c:v>
                </c:pt>
                <c:pt idx="923">
                  <c:v>2.5638888888888891</c:v>
                </c:pt>
                <c:pt idx="924">
                  <c:v>2.5666666666666669</c:v>
                </c:pt>
                <c:pt idx="925">
                  <c:v>2.5694444444444442</c:v>
                </c:pt>
                <c:pt idx="926">
                  <c:v>2.5722222222222224</c:v>
                </c:pt>
                <c:pt idx="927">
                  <c:v>2.5750000000000002</c:v>
                </c:pt>
                <c:pt idx="928">
                  <c:v>2.5777777777777775</c:v>
                </c:pt>
                <c:pt idx="929">
                  <c:v>2.5805555555555557</c:v>
                </c:pt>
                <c:pt idx="930">
                  <c:v>2.5833333333333335</c:v>
                </c:pt>
                <c:pt idx="931">
                  <c:v>2.5861111111111108</c:v>
                </c:pt>
                <c:pt idx="932">
                  <c:v>2.588888888888889</c:v>
                </c:pt>
                <c:pt idx="933">
                  <c:v>2.5916666666666668</c:v>
                </c:pt>
                <c:pt idx="934">
                  <c:v>2.5944444444444441</c:v>
                </c:pt>
                <c:pt idx="935">
                  <c:v>2.5972222222222223</c:v>
                </c:pt>
                <c:pt idx="936">
                  <c:v>2.6</c:v>
                </c:pt>
                <c:pt idx="937">
                  <c:v>2.6027777777777774</c:v>
                </c:pt>
                <c:pt idx="938">
                  <c:v>2.6055555555555556</c:v>
                </c:pt>
                <c:pt idx="939">
                  <c:v>2.6083333333333334</c:v>
                </c:pt>
                <c:pt idx="940">
                  <c:v>2.6111111111111112</c:v>
                </c:pt>
                <c:pt idx="941">
                  <c:v>2.6138888888888889</c:v>
                </c:pt>
                <c:pt idx="942">
                  <c:v>2.6166666666666667</c:v>
                </c:pt>
                <c:pt idx="943">
                  <c:v>2.6194444444444445</c:v>
                </c:pt>
                <c:pt idx="944">
                  <c:v>2.6222222222222222</c:v>
                </c:pt>
                <c:pt idx="945">
                  <c:v>2.625</c:v>
                </c:pt>
                <c:pt idx="946">
                  <c:v>2.6277777777777778</c:v>
                </c:pt>
                <c:pt idx="947">
                  <c:v>2.6305555555555555</c:v>
                </c:pt>
                <c:pt idx="948">
                  <c:v>2.6333333333333333</c:v>
                </c:pt>
                <c:pt idx="949">
                  <c:v>2.6361111111111111</c:v>
                </c:pt>
                <c:pt idx="950">
                  <c:v>2.6388888888888888</c:v>
                </c:pt>
                <c:pt idx="951">
                  <c:v>2.6416666666666666</c:v>
                </c:pt>
                <c:pt idx="952">
                  <c:v>2.6444444444444444</c:v>
                </c:pt>
                <c:pt idx="953">
                  <c:v>2.6472222222222226</c:v>
                </c:pt>
                <c:pt idx="954">
                  <c:v>2.65</c:v>
                </c:pt>
                <c:pt idx="955">
                  <c:v>2.6527777777777777</c:v>
                </c:pt>
                <c:pt idx="956">
                  <c:v>2.6555555555555559</c:v>
                </c:pt>
                <c:pt idx="957">
                  <c:v>2.6583333333333332</c:v>
                </c:pt>
                <c:pt idx="958">
                  <c:v>2.661111111111111</c:v>
                </c:pt>
                <c:pt idx="959">
                  <c:v>2.6638888888888892</c:v>
                </c:pt>
                <c:pt idx="960">
                  <c:v>2.6666666666666665</c:v>
                </c:pt>
                <c:pt idx="961">
                  <c:v>2.6694444444444443</c:v>
                </c:pt>
                <c:pt idx="962">
                  <c:v>2.6722222222222225</c:v>
                </c:pt>
                <c:pt idx="963">
                  <c:v>2.6749999999999998</c:v>
                </c:pt>
                <c:pt idx="964">
                  <c:v>2.6777777777777776</c:v>
                </c:pt>
                <c:pt idx="965">
                  <c:v>2.6805555555555558</c:v>
                </c:pt>
                <c:pt idx="966">
                  <c:v>2.6833333333333331</c:v>
                </c:pt>
                <c:pt idx="967">
                  <c:v>2.6861111111111109</c:v>
                </c:pt>
                <c:pt idx="968">
                  <c:v>2.6888888888888891</c:v>
                </c:pt>
                <c:pt idx="969">
                  <c:v>2.6916666666666669</c:v>
                </c:pt>
                <c:pt idx="970">
                  <c:v>2.6944444444444442</c:v>
                </c:pt>
                <c:pt idx="971">
                  <c:v>2.6972222222222224</c:v>
                </c:pt>
                <c:pt idx="972">
                  <c:v>2.7</c:v>
                </c:pt>
                <c:pt idx="973">
                  <c:v>2.7027777777777775</c:v>
                </c:pt>
                <c:pt idx="974">
                  <c:v>2.7055555555555557</c:v>
                </c:pt>
                <c:pt idx="975">
                  <c:v>2.7083333333333335</c:v>
                </c:pt>
                <c:pt idx="976">
                  <c:v>2.7111111111111108</c:v>
                </c:pt>
                <c:pt idx="977">
                  <c:v>2.713888888888889</c:v>
                </c:pt>
                <c:pt idx="978">
                  <c:v>2.7166666666666668</c:v>
                </c:pt>
                <c:pt idx="979">
                  <c:v>2.7194444444444441</c:v>
                </c:pt>
                <c:pt idx="980">
                  <c:v>2.7222222222222223</c:v>
                </c:pt>
                <c:pt idx="981">
                  <c:v>2.7250000000000001</c:v>
                </c:pt>
                <c:pt idx="982">
                  <c:v>2.7277777777777774</c:v>
                </c:pt>
                <c:pt idx="983">
                  <c:v>2.7305555555555556</c:v>
                </c:pt>
                <c:pt idx="984">
                  <c:v>2.7333333333333334</c:v>
                </c:pt>
                <c:pt idx="985">
                  <c:v>2.7361111111111112</c:v>
                </c:pt>
                <c:pt idx="986">
                  <c:v>2.7388888888888889</c:v>
                </c:pt>
                <c:pt idx="987">
                  <c:v>2.7416666666666667</c:v>
                </c:pt>
                <c:pt idx="988">
                  <c:v>2.7444444444444445</c:v>
                </c:pt>
                <c:pt idx="989">
                  <c:v>2.7472222222222222</c:v>
                </c:pt>
                <c:pt idx="990">
                  <c:v>2.75</c:v>
                </c:pt>
                <c:pt idx="991">
                  <c:v>2.7527777777777778</c:v>
                </c:pt>
                <c:pt idx="992">
                  <c:v>2.7555555555555555</c:v>
                </c:pt>
                <c:pt idx="993">
                  <c:v>2.7583333333333333</c:v>
                </c:pt>
                <c:pt idx="994">
                  <c:v>2.7611111111111111</c:v>
                </c:pt>
                <c:pt idx="995">
                  <c:v>2.7638888888888888</c:v>
                </c:pt>
                <c:pt idx="996">
                  <c:v>2.7666666666666666</c:v>
                </c:pt>
                <c:pt idx="997">
                  <c:v>2.7694444444444444</c:v>
                </c:pt>
                <c:pt idx="998">
                  <c:v>2.7722222222222226</c:v>
                </c:pt>
                <c:pt idx="999">
                  <c:v>2.7749999999999999</c:v>
                </c:pt>
                <c:pt idx="1000">
                  <c:v>2.7777777777777777</c:v>
                </c:pt>
                <c:pt idx="1001">
                  <c:v>2.7805555555555559</c:v>
                </c:pt>
                <c:pt idx="1002">
                  <c:v>2.7833333333333332</c:v>
                </c:pt>
                <c:pt idx="1003">
                  <c:v>2.786111111111111</c:v>
                </c:pt>
                <c:pt idx="1004">
                  <c:v>2.7888888888888892</c:v>
                </c:pt>
                <c:pt idx="1005">
                  <c:v>2.7916666666666665</c:v>
                </c:pt>
                <c:pt idx="1006">
                  <c:v>2.7944444444444443</c:v>
                </c:pt>
                <c:pt idx="1007">
                  <c:v>2.7972222222222225</c:v>
                </c:pt>
                <c:pt idx="1008">
                  <c:v>2.8</c:v>
                </c:pt>
                <c:pt idx="1009">
                  <c:v>2.8027777777777776</c:v>
                </c:pt>
                <c:pt idx="1010">
                  <c:v>2.8055555555555558</c:v>
                </c:pt>
                <c:pt idx="1011">
                  <c:v>2.8083333333333331</c:v>
                </c:pt>
                <c:pt idx="1012">
                  <c:v>2.8111111111111109</c:v>
                </c:pt>
                <c:pt idx="1013">
                  <c:v>2.8138888888888891</c:v>
                </c:pt>
                <c:pt idx="1014">
                  <c:v>2.8166666666666669</c:v>
                </c:pt>
                <c:pt idx="1015">
                  <c:v>2.8194444444444442</c:v>
                </c:pt>
                <c:pt idx="1016">
                  <c:v>2.8222222222222224</c:v>
                </c:pt>
                <c:pt idx="1017">
                  <c:v>2.8250000000000002</c:v>
                </c:pt>
                <c:pt idx="1018">
                  <c:v>2.8277777777777775</c:v>
                </c:pt>
                <c:pt idx="1019">
                  <c:v>2.8305555555555557</c:v>
                </c:pt>
                <c:pt idx="1020">
                  <c:v>2.8333333333333335</c:v>
                </c:pt>
                <c:pt idx="1021">
                  <c:v>2.8361111111111108</c:v>
                </c:pt>
                <c:pt idx="1022">
                  <c:v>2.838888888888889</c:v>
                </c:pt>
                <c:pt idx="1023">
                  <c:v>2.8416666666666668</c:v>
                </c:pt>
                <c:pt idx="1024">
                  <c:v>2.8444444444444441</c:v>
                </c:pt>
                <c:pt idx="1025">
                  <c:v>2.8472222222222223</c:v>
                </c:pt>
                <c:pt idx="1026">
                  <c:v>2.85</c:v>
                </c:pt>
                <c:pt idx="1027">
                  <c:v>2.8527777777777774</c:v>
                </c:pt>
                <c:pt idx="1028">
                  <c:v>2.8555555555555556</c:v>
                </c:pt>
                <c:pt idx="1029">
                  <c:v>2.8583333333333334</c:v>
                </c:pt>
                <c:pt idx="1030">
                  <c:v>2.8611111111111112</c:v>
                </c:pt>
                <c:pt idx="1031">
                  <c:v>2.8638888888888889</c:v>
                </c:pt>
                <c:pt idx="1032">
                  <c:v>2.8666666666666667</c:v>
                </c:pt>
                <c:pt idx="1033">
                  <c:v>2.8694444444444445</c:v>
                </c:pt>
                <c:pt idx="1034">
                  <c:v>2.8722222222222222</c:v>
                </c:pt>
                <c:pt idx="1035">
                  <c:v>2.875</c:v>
                </c:pt>
                <c:pt idx="1036">
                  <c:v>2.8777777777777778</c:v>
                </c:pt>
                <c:pt idx="1037">
                  <c:v>2.8805555555555555</c:v>
                </c:pt>
                <c:pt idx="1038">
                  <c:v>2.8833333333333333</c:v>
                </c:pt>
                <c:pt idx="1039">
                  <c:v>2.8861111111111111</c:v>
                </c:pt>
                <c:pt idx="1040">
                  <c:v>2.8888888888888888</c:v>
                </c:pt>
                <c:pt idx="1041">
                  <c:v>2.8916666666666666</c:v>
                </c:pt>
                <c:pt idx="1042">
                  <c:v>2.8944444444444444</c:v>
                </c:pt>
                <c:pt idx="1043">
                  <c:v>2.8972222222222226</c:v>
                </c:pt>
                <c:pt idx="1044">
                  <c:v>2.9</c:v>
                </c:pt>
                <c:pt idx="1045">
                  <c:v>2.9027777777777777</c:v>
                </c:pt>
                <c:pt idx="1046">
                  <c:v>2.9055555555555559</c:v>
                </c:pt>
                <c:pt idx="1047">
                  <c:v>2.9083333333333332</c:v>
                </c:pt>
                <c:pt idx="1048">
                  <c:v>2.911111111111111</c:v>
                </c:pt>
                <c:pt idx="1049">
                  <c:v>2.9138888888888892</c:v>
                </c:pt>
                <c:pt idx="1050">
                  <c:v>2.9166666666666665</c:v>
                </c:pt>
                <c:pt idx="1051">
                  <c:v>2.9194444444444443</c:v>
                </c:pt>
                <c:pt idx="1052">
                  <c:v>2.9222222222222225</c:v>
                </c:pt>
                <c:pt idx="1053">
                  <c:v>2.9249999999999998</c:v>
                </c:pt>
                <c:pt idx="1054">
                  <c:v>2.9277777777777776</c:v>
                </c:pt>
                <c:pt idx="1055">
                  <c:v>2.9305555555555558</c:v>
                </c:pt>
                <c:pt idx="1056">
                  <c:v>2.9333333333333331</c:v>
                </c:pt>
                <c:pt idx="1057">
                  <c:v>2.9361111111111109</c:v>
                </c:pt>
                <c:pt idx="1058">
                  <c:v>2.9388888888888891</c:v>
                </c:pt>
                <c:pt idx="1059">
                  <c:v>2.9416666666666669</c:v>
                </c:pt>
                <c:pt idx="1060">
                  <c:v>2.9444444444444442</c:v>
                </c:pt>
                <c:pt idx="1061">
                  <c:v>2.9472222222222224</c:v>
                </c:pt>
                <c:pt idx="1062">
                  <c:v>2.95</c:v>
                </c:pt>
                <c:pt idx="1063">
                  <c:v>2.9527777777777775</c:v>
                </c:pt>
                <c:pt idx="1064">
                  <c:v>2.9555555555555557</c:v>
                </c:pt>
                <c:pt idx="1065">
                  <c:v>2.9583333333333335</c:v>
                </c:pt>
                <c:pt idx="1066">
                  <c:v>2.9611111111111108</c:v>
                </c:pt>
                <c:pt idx="1067">
                  <c:v>2.963888888888889</c:v>
                </c:pt>
                <c:pt idx="1068">
                  <c:v>2.9666666666666668</c:v>
                </c:pt>
                <c:pt idx="1069">
                  <c:v>2.9694444444444441</c:v>
                </c:pt>
                <c:pt idx="1070">
                  <c:v>2.9722222222222223</c:v>
                </c:pt>
                <c:pt idx="1071">
                  <c:v>2.9750000000000001</c:v>
                </c:pt>
                <c:pt idx="1072">
                  <c:v>2.9777777777777774</c:v>
                </c:pt>
                <c:pt idx="1073">
                  <c:v>2.9805555555555556</c:v>
                </c:pt>
                <c:pt idx="1074">
                  <c:v>2.9833333333333334</c:v>
                </c:pt>
                <c:pt idx="1075">
                  <c:v>2.9861111111111112</c:v>
                </c:pt>
                <c:pt idx="1076">
                  <c:v>2.9888888888888889</c:v>
                </c:pt>
                <c:pt idx="1077">
                  <c:v>2.9916666666666667</c:v>
                </c:pt>
                <c:pt idx="1078">
                  <c:v>2.9944444444444445</c:v>
                </c:pt>
                <c:pt idx="1079">
                  <c:v>2.9972222222222222</c:v>
                </c:pt>
                <c:pt idx="1080">
                  <c:v>3</c:v>
                </c:pt>
              </c:numCache>
            </c:numRef>
          </c:xVal>
          <c:yVal>
            <c:numRef>
              <c:f>Sheet1!$V$4:$V$1084</c:f>
              <c:numCache>
                <c:formatCode>0.00</c:formatCode>
                <c:ptCount val="1081"/>
                <c:pt idx="0">
                  <c:v>0</c:v>
                </c:pt>
                <c:pt idx="1">
                  <c:v>2.9088973168149949E-137</c:v>
                </c:pt>
                <c:pt idx="2">
                  <c:v>3.001049704704278E-119</c:v>
                </c:pt>
                <c:pt idx="3">
                  <c:v>9.8740151530129891E-109</c:v>
                </c:pt>
                <c:pt idx="4">
                  <c:v>2.7705311882241105E-101</c:v>
                </c:pt>
                <c:pt idx="5">
                  <c:v>1.6177405868878485E-95</c:v>
                </c:pt>
                <c:pt idx="6">
                  <c:v>8.1569669358742863E-91</c:v>
                </c:pt>
                <c:pt idx="7">
                  <c:v>7.5871930994678916E-87</c:v>
                </c:pt>
                <c:pt idx="8">
                  <c:v>2.0480615937045067E-83</c:v>
                </c:pt>
                <c:pt idx="9">
                  <c:v>2.1490148569596359E-80</c:v>
                </c:pt>
                <c:pt idx="10">
                  <c:v>1.0701235193350249E-77</c:v>
                </c:pt>
                <c:pt idx="11">
                  <c:v>2.9156814661407684E-75</c:v>
                </c:pt>
                <c:pt idx="12">
                  <c:v>4.8283504803582122E-73</c:v>
                </c:pt>
                <c:pt idx="13">
                  <c:v>5.2634465888244423E-71</c:v>
                </c:pt>
                <c:pt idx="14">
                  <c:v>4.0187989499362644E-69</c:v>
                </c:pt>
                <c:pt idx="15">
                  <c:v>2.2575362898908663E-67</c:v>
                </c:pt>
                <c:pt idx="16">
                  <c:v>9.7074064488987157E-66</c:v>
                </c:pt>
                <c:pt idx="17">
                  <c:v>3.3005369173727019E-64</c:v>
                </c:pt>
                <c:pt idx="18">
                  <c:v>9.1147482073737817E-63</c:v>
                </c:pt>
                <c:pt idx="19">
                  <c:v>2.0910069890424526E-61</c:v>
                </c:pt>
                <c:pt idx="20">
                  <c:v>4.0614791179331037E-60</c:v>
                </c:pt>
                <c:pt idx="21">
                  <c:v>6.7887095237114943E-59</c:v>
                </c:pt>
                <c:pt idx="22">
                  <c:v>9.9022856286850111E-58</c:v>
                </c:pt>
                <c:pt idx="23">
                  <c:v>1.275821212141624E-56</c:v>
                </c:pt>
                <c:pt idx="24">
                  <c:v>1.4673685876366754E-55</c:v>
                </c:pt>
                <c:pt idx="25">
                  <c:v>1.5205835678002162E-54</c:v>
                </c:pt>
                <c:pt idx="26">
                  <c:v>1.431382517174797E-53</c:v>
                </c:pt>
                <c:pt idx="27">
                  <c:v>1.2328939950848448E-52</c:v>
                </c:pt>
                <c:pt idx="28">
                  <c:v>9.7797291213580272E-52</c:v>
                </c:pt>
                <c:pt idx="29">
                  <c:v>7.1857131574218704E-51</c:v>
                </c:pt>
                <c:pt idx="30">
                  <c:v>4.9159826748837736E-50</c:v>
                </c:pt>
                <c:pt idx="31">
                  <c:v>3.1461668308431763E-49</c:v>
                </c:pt>
                <c:pt idx="32">
                  <c:v>1.8915763470587115E-48</c:v>
                </c:pt>
                <c:pt idx="33">
                  <c:v>1.0725230285288476E-47</c:v>
                </c:pt>
                <c:pt idx="34">
                  <c:v>5.7550660626411718E-47</c:v>
                </c:pt>
                <c:pt idx="35">
                  <c:v>2.9318585213562088E-46</c:v>
                </c:pt>
                <c:pt idx="36">
                  <c:v>1.422182898148347E-45</c:v>
                </c:pt>
                <c:pt idx="37">
                  <c:v>6.5864880386348185E-45</c:v>
                </c:pt>
                <c:pt idx="38">
                  <c:v>2.9195190811158069E-44</c:v>
                </c:pt>
                <c:pt idx="39">
                  <c:v>1.2414150329000632E-43</c:v>
                </c:pt>
                <c:pt idx="40">
                  <c:v>5.0744048773489315E-43</c:v>
                </c:pt>
                <c:pt idx="41">
                  <c:v>1.9978464068476643E-42</c:v>
                </c:pt>
                <c:pt idx="42">
                  <c:v>7.5898496894837074E-42</c:v>
                </c:pt>
                <c:pt idx="43">
                  <c:v>2.7869433672332756E-41</c:v>
                </c:pt>
                <c:pt idx="44">
                  <c:v>9.9066416934794529E-41</c:v>
                </c:pt>
                <c:pt idx="45">
                  <c:v>3.4139861152143051E-40</c:v>
                </c:pt>
                <c:pt idx="46">
                  <c:v>1.1421572015658481E-39</c:v>
                </c:pt>
                <c:pt idx="47">
                  <c:v>3.7142618298410063E-39</c:v>
                </c:pt>
                <c:pt idx="48">
                  <c:v>1.1754937901847605E-38</c:v>
                </c:pt>
                <c:pt idx="49">
                  <c:v>3.6245655300195186E-38</c:v>
                </c:pt>
                <c:pt idx="50">
                  <c:v>1.0900250332719802E-37</c:v>
                </c:pt>
                <c:pt idx="51">
                  <c:v>3.2003084280976131E-37</c:v>
                </c:pt>
                <c:pt idx="52">
                  <c:v>9.1817813188539103E-37</c:v>
                </c:pt>
                <c:pt idx="53">
                  <c:v>2.5764609266610224E-36</c:v>
                </c:pt>
                <c:pt idx="54">
                  <c:v>7.0768832581867258E-36</c:v>
                </c:pt>
                <c:pt idx="55">
                  <c:v>1.9042451988718988E-35</c:v>
                </c:pt>
                <c:pt idx="56">
                  <c:v>5.0232891486746336E-35</c:v>
                </c:pt>
                <c:pt idx="57">
                  <c:v>1.2999988110708876E-34</c:v>
                </c:pt>
                <c:pt idx="58">
                  <c:v>3.3027544479185705E-34</c:v>
                </c:pt>
                <c:pt idx="59">
                  <c:v>8.2425659072144172E-34</c:v>
                </c:pt>
                <c:pt idx="60">
                  <c:v>2.0219099547293525E-33</c:v>
                </c:pt>
                <c:pt idx="61">
                  <c:v>4.8777770463476787E-33</c:v>
                </c:pt>
                <c:pt idx="62">
                  <c:v>1.157919246031506E-32</c:v>
                </c:pt>
                <c:pt idx="63">
                  <c:v>2.7061690786564569E-32</c:v>
                </c:pt>
                <c:pt idx="64">
                  <c:v>6.2296759540326309E-32</c:v>
                </c:pt>
                <c:pt idx="65">
                  <c:v>1.4132320364731179E-31</c:v>
                </c:pt>
                <c:pt idx="66">
                  <c:v>3.1607726981439275E-31</c:v>
                </c:pt>
                <c:pt idx="67">
                  <c:v>6.9725293729621584E-31</c:v>
                </c:pt>
                <c:pt idx="68">
                  <c:v>1.5176862879723214E-30</c:v>
                </c:pt>
                <c:pt idx="69">
                  <c:v>3.2609020200053734E-30</c:v>
                </c:pt>
                <c:pt idx="70">
                  <c:v>6.918624556584382E-30</c:v>
                </c:pt>
                <c:pt idx="71">
                  <c:v>1.4500512226678516E-29</c:v>
                </c:pt>
                <c:pt idx="72">
                  <c:v>3.0031516558051017E-29</c:v>
                </c:pt>
                <c:pt idx="73">
                  <c:v>6.1481455882839307E-29</c:v>
                </c:pt>
                <c:pt idx="74">
                  <c:v>1.2445741525117537E-28</c:v>
                </c:pt>
                <c:pt idx="75">
                  <c:v>2.4919450099476665E-28</c:v>
                </c:pt>
                <c:pt idx="76">
                  <c:v>4.9365466494954558E-28</c:v>
                </c:pt>
                <c:pt idx="77">
                  <c:v>9.6782375251971158E-28</c:v>
                </c:pt>
                <c:pt idx="78">
                  <c:v>1.8783390398941849E-27</c:v>
                </c:pt>
                <c:pt idx="79">
                  <c:v>3.6096771364247272E-27</c:v>
                </c:pt>
                <c:pt idx="80">
                  <c:v>6.8704812433033335E-27</c:v>
                </c:pt>
                <c:pt idx="81">
                  <c:v>1.2954901912113124E-26</c:v>
                </c:pt>
                <c:pt idx="82">
                  <c:v>2.420522906656942E-26</c:v>
                </c:pt>
                <c:pt idx="83">
                  <c:v>4.4823798181241409E-26</c:v>
                </c:pt>
                <c:pt idx="84">
                  <c:v>8.2285882793299252E-26</c:v>
                </c:pt>
                <c:pt idx="85">
                  <c:v>1.4977825602598744E-25</c:v>
                </c:pt>
                <c:pt idx="86">
                  <c:v>2.7037426933685976E-25</c:v>
                </c:pt>
                <c:pt idx="87">
                  <c:v>4.841261023450066E-25</c:v>
                </c:pt>
                <c:pt idx="88">
                  <c:v>8.6002035117353665E-25</c:v>
                </c:pt>
                <c:pt idx="89">
                  <c:v>1.5159813397396854E-24</c:v>
                </c:pt>
                <c:pt idx="90">
                  <c:v>2.6520950247675494E-24</c:v>
                </c:pt>
                <c:pt idx="91">
                  <c:v>4.6053973983393901E-24</c:v>
                </c:pt>
                <c:pt idx="92">
                  <c:v>7.9395935513802056E-24</c:v>
                </c:pt>
                <c:pt idx="93">
                  <c:v>1.3590974586415447E-23</c:v>
                </c:pt>
                <c:pt idx="94">
                  <c:v>2.3104148149595143E-23</c:v>
                </c:pt>
                <c:pt idx="95">
                  <c:v>3.9010374504992291E-23</c:v>
                </c:pt>
                <c:pt idx="96">
                  <c:v>6.5430892193071535E-23</c:v>
                </c:pt>
                <c:pt idx="97">
                  <c:v>1.0903300293830815E-22</c:v>
                </c:pt>
                <c:pt idx="98">
                  <c:v>1.8053587555692202E-22</c:v>
                </c:pt>
                <c:pt idx="99">
                  <c:v>2.9706788784981519E-22</c:v>
                </c:pt>
                <c:pt idx="100">
                  <c:v>4.858353261499315E-22</c:v>
                </c:pt>
                <c:pt idx="101">
                  <c:v>7.8979899113135919E-22</c:v>
                </c:pt>
                <c:pt idx="102">
                  <c:v>1.2764079807733066E-21</c:v>
                </c:pt>
                <c:pt idx="103">
                  <c:v>2.0509626198143321E-21</c:v>
                </c:pt>
                <c:pt idx="104">
                  <c:v>3.2769489691643646E-21</c:v>
                </c:pt>
                <c:pt idx="105">
                  <c:v>5.2068170961316697E-21</c:v>
                </c:pt>
                <c:pt idx="106">
                  <c:v>8.2283233782695935E-21</c:v>
                </c:pt>
                <c:pt idx="107">
                  <c:v>1.2933949299401838E-20</c:v>
                </c:pt>
                <c:pt idx="108">
                  <c:v>2.0224364313011261E-20</c:v>
                </c:pt>
                <c:pt idx="109">
                  <c:v>3.1461866553617214E-20</c:v>
                </c:pt>
                <c:pt idx="110">
                  <c:v>4.8696839447148561E-20</c:v>
                </c:pt>
                <c:pt idx="111">
                  <c:v>7.5000377709528109E-20</c:v>
                </c:pt>
                <c:pt idx="112">
                  <c:v>1.149505731761535E-19</c:v>
                </c:pt>
                <c:pt idx="113">
                  <c:v>1.7534017977065232E-19</c:v>
                </c:pt>
                <c:pt idx="114">
                  <c:v>2.6620179293917182E-19</c:v>
                </c:pt>
                <c:pt idx="115">
                  <c:v>4.0228642232470674E-19</c:v>
                </c:pt>
                <c:pt idx="116">
                  <c:v>6.0518668563918229E-19</c:v>
                </c:pt>
                <c:pt idx="117">
                  <c:v>9.0637261117711846E-19</c:v>
                </c:pt>
                <c:pt idx="118">
                  <c:v>1.351514049396965E-18</c:v>
                </c:pt>
                <c:pt idx="119">
                  <c:v>2.0066095157651897E-18</c:v>
                </c:pt>
                <c:pt idx="120">
                  <c:v>2.9666410667615373E-18</c:v>
                </c:pt>
                <c:pt idx="121">
                  <c:v>4.3677474415886843E-18</c:v>
                </c:pt>
                <c:pt idx="122">
                  <c:v>6.4042783147117108E-18</c:v>
                </c:pt>
                <c:pt idx="123">
                  <c:v>9.3525944018060221E-18</c:v>
                </c:pt>
                <c:pt idx="124">
                  <c:v>1.3604155312874925E-17</c:v>
                </c:pt>
                <c:pt idx="125">
                  <c:v>1.971134729050235E-17</c:v>
                </c:pt>
                <c:pt idx="126">
                  <c:v>2.8450722120752585E-17</c:v>
                </c:pt>
                <c:pt idx="127">
                  <c:v>4.0909945578481309E-17</c:v>
                </c:pt>
                <c:pt idx="128">
                  <c:v>5.8606917648009096E-17</c:v>
                </c:pt>
                <c:pt idx="129">
                  <c:v>8.3652394615568015E-17</c:v>
                </c:pt>
                <c:pt idx="130">
                  <c:v>1.1897123106794083E-16</c:v>
                </c:pt>
                <c:pt idx="131">
                  <c:v>1.6860234628892678E-16</c:v>
                </c:pt>
                <c:pt idx="132">
                  <c:v>2.3810406208841022E-16</c:v>
                </c:pt>
                <c:pt idx="133">
                  <c:v>3.3510001543002061E-16</c:v>
                </c:pt>
                <c:pt idx="134">
                  <c:v>4.7001200335332105E-16</c:v>
                </c:pt>
                <c:pt idx="135">
                  <c:v>6.5704061245069433E-16</c:v>
                </c:pt>
                <c:pt idx="136">
                  <c:v>9.1547326247987189E-16</c:v>
                </c:pt>
                <c:pt idx="137">
                  <c:v>1.2714235442889723E-15</c:v>
                </c:pt>
                <c:pt idx="138">
                  <c:v>1.7601369567867636E-15</c:v>
                </c:pt>
                <c:pt idx="139">
                  <c:v>2.4290382319270259E-15</c:v>
                </c:pt>
                <c:pt idx="140">
                  <c:v>3.3417467431752729E-15</c:v>
                </c:pt>
                <c:pt idx="141">
                  <c:v>4.5833519731400295E-15</c:v>
                </c:pt>
                <c:pt idx="142">
                  <c:v>6.2673243465434721E-15</c:v>
                </c:pt>
                <c:pt idx="143">
                  <c:v>8.5445424823375922E-15</c:v>
                </c:pt>
                <c:pt idx="144">
                  <c:v>1.1615051740495693E-14</c:v>
                </c:pt>
                <c:pt idx="145">
                  <c:v>1.5743337822752159E-14</c:v>
                </c:pt>
                <c:pt idx="146">
                  <c:v>2.1278111740933195E-14</c:v>
                </c:pt>
                <c:pt idx="147">
                  <c:v>2.8677869268127255E-14</c:v>
                </c:pt>
                <c:pt idx="148">
                  <c:v>3.8543821996881367E-14</c:v>
                </c:pt>
                <c:pt idx="149">
                  <c:v>5.1662214183889703E-14</c:v>
                </c:pt>
                <c:pt idx="150">
                  <c:v>6.9058558969469756E-14</c:v>
                </c:pt>
                <c:pt idx="151">
                  <c:v>9.2066972797154265E-14</c:v>
                </c:pt>
                <c:pt idx="152">
                  <c:v>1.2241858639313888E-13</c:v>
                </c:pt>
                <c:pt idx="153">
                  <c:v>1.6235399893706211E-13</c:v>
                </c:pt>
                <c:pt idx="154">
                  <c:v>2.1476596062452197E-13</c:v>
                </c:pt>
                <c:pt idx="155">
                  <c:v>2.8337996771627367E-13</c:v>
                </c:pt>
                <c:pt idx="156">
                  <c:v>3.7298229346676804E-13</c:v>
                </c:pt>
                <c:pt idx="157">
                  <c:v>4.8970722999663018E-13</c:v>
                </c:pt>
                <c:pt idx="158">
                  <c:v>6.4139806623520319E-13</c:v>
                </c:pt>
                <c:pt idx="159">
                  <c:v>8.3805967806983515E-13</c:v>
                </c:pt>
                <c:pt idx="160">
                  <c:v>1.0924246807976895E-12</c:v>
                </c:pt>
                <c:pt idx="161">
                  <c:v>1.4206600356751709E-12</c:v>
                </c:pt>
                <c:pt idx="162">
                  <c:v>1.843246983252815E-12</c:v>
                </c:pt>
                <c:pt idx="163">
                  <c:v>2.3860743988265682E-12</c:v>
                </c:pt>
                <c:pt idx="164">
                  <c:v>3.0817943685136814E-12</c:v>
                </c:pt>
                <c:pt idx="165">
                  <c:v>3.9714992490211567E-12</c:v>
                </c:pt>
                <c:pt idx="166">
                  <c:v>5.1067920297297213E-12</c:v>
                </c:pt>
                <c:pt idx="167">
                  <c:v>6.5523368482662748E-12</c:v>
                </c:pt>
                <c:pt idx="168">
                  <c:v>8.3889944713342457E-12</c:v>
                </c:pt>
                <c:pt idx="169">
                  <c:v>1.0717668967158378E-11</c:v>
                </c:pt>
                <c:pt idx="170">
                  <c:v>1.3664017276473898E-11</c:v>
                </c:pt>
                <c:pt idx="171">
                  <c:v>1.7384203646113063E-11</c:v>
                </c:pt>
                <c:pt idx="172">
                  <c:v>2.2071916746308753E-11</c:v>
                </c:pt>
                <c:pt idx="173">
                  <c:v>2.7966909701887511E-11</c:v>
                </c:pt>
                <c:pt idx="174">
                  <c:v>3.5365373327217775E-11</c:v>
                </c:pt>
                <c:pt idx="175">
                  <c:v>4.4632511830245821E-11</c:v>
                </c:pt>
                <c:pt idx="176">
                  <c:v>5.6217759596274876E-11</c:v>
                </c:pt>
                <c:pt idx="177">
                  <c:v>7.0673159044895429E-11</c:v>
                </c:pt>
                <c:pt idx="178">
                  <c:v>8.8675514882701498E-11</c:v>
                </c:pt>
                <c:pt idx="179">
                  <c:v>1.110530515308504E-10</c:v>
                </c:pt>
                <c:pt idx="180">
                  <c:v>1.3881743057645818E-10</c:v>
                </c:pt>
                <c:pt idx="181">
                  <c:v>1.7320213660970271E-10</c:v>
                </c:pt>
                <c:pt idx="182">
                  <c:v>2.1570841597748666E-10</c:v>
                </c:pt>
                <c:pt idx="183">
                  <c:v>2.6816015745173087E-10</c:v>
                </c:pt>
                <c:pt idx="184">
                  <c:v>3.3276934069649428E-10</c:v>
                </c:pt>
                <c:pt idx="185">
                  <c:v>4.1221395237559312E-10</c:v>
                </c:pt>
                <c:pt idx="186">
                  <c:v>5.0973058601508769E-10</c:v>
                </c:pt>
                <c:pt idx="187">
                  <c:v>6.2922430622060981E-10</c:v>
                </c:pt>
                <c:pt idx="188">
                  <c:v>7.7539877717096194E-10</c:v>
                </c:pt>
                <c:pt idx="189">
                  <c:v>9.539101368867737E-10</c:v>
                </c:pt>
                <c:pt idx="190">
                  <c:v>1.1715486509072523E-9</c:v>
                </c:pt>
                <c:pt idx="191">
                  <c:v>1.4364528109654489E-9</c:v>
                </c:pt>
                <c:pt idx="192">
                  <c:v>1.7583612663593217E-9</c:v>
                </c:pt>
                <c:pt idx="193">
                  <c:v>2.148908799457775E-9</c:v>
                </c:pt>
                <c:pt idx="194">
                  <c:v>2.6219734949076657E-9</c:v>
                </c:pt>
                <c:pt idx="195">
                  <c:v>3.1940833187509545E-9</c:v>
                </c:pt>
                <c:pt idx="196">
                  <c:v>3.8848915344472226E-9</c:v>
                </c:pt>
                <c:pt idx="197">
                  <c:v>4.7177317549805076E-9</c:v>
                </c:pt>
                <c:pt idx="198">
                  <c:v>5.7202649828256429E-9</c:v>
                </c:pt>
                <c:pt idx="199">
                  <c:v>6.9252327434690556E-9</c:v>
                </c:pt>
                <c:pt idx="200">
                  <c:v>8.3713323963863864E-9</c:v>
                </c:pt>
                <c:pt idx="201">
                  <c:v>1.0104232935031038E-8</c:v>
                </c:pt>
                <c:pt idx="202">
                  <c:v>1.2177752092016559E-8</c:v>
                </c:pt>
                <c:pt idx="203">
                  <c:v>1.4655218377309686E-8</c:v>
                </c:pt>
                <c:pt idx="204">
                  <c:v>1.7611044828659868E-8</c:v>
                </c:pt>
                <c:pt idx="205">
                  <c:v>2.1132544780262281E-8</c:v>
                </c:pt>
                <c:pt idx="206">
                  <c:v>2.5322023896467081E-8</c:v>
                </c:pt>
                <c:pt idx="207">
                  <c:v>3.0299187114087465E-8</c:v>
                </c:pt>
                <c:pt idx="208">
                  <c:v>3.6203904034852309E-8</c:v>
                </c:pt>
                <c:pt idx="209">
                  <c:v>4.319938175763723E-8</c:v>
                </c:pt>
                <c:pt idx="210">
                  <c:v>5.1475800191083161E-8</c:v>
                </c:pt>
                <c:pt idx="211">
                  <c:v>6.1254471597587728E-8</c:v>
                </c:pt>
                <c:pt idx="212">
                  <c:v>7.2792593550295695E-8</c:v>
                </c:pt>
                <c:pt idx="213">
                  <c:v>8.6388672700712593E-8</c:v>
                </c:pt>
                <c:pt idx="214">
                  <c:v>1.0238870582540419E-7</c:v>
                </c:pt>
                <c:pt idx="215">
                  <c:v>1.2119321462021695E-7</c:v>
                </c:pt>
                <c:pt idx="216">
                  <c:v>1.4326524171841606E-7</c:v>
                </c:pt>
                <c:pt idx="217">
                  <c:v>1.6913942750905391E-7</c:v>
                </c:pt>
                <c:pt idx="218">
                  <c:v>1.9943230061250131E-7</c:v>
                </c:pt>
                <c:pt idx="219">
                  <c:v>2.3485392942543977E-7</c:v>
                </c:pt>
                <c:pt idx="220">
                  <c:v>2.7622109807691385E-7</c:v>
                </c:pt>
                <c:pt idx="221">
                  <c:v>3.244721875443951E-7</c:v>
                </c:pt>
                <c:pt idx="222">
                  <c:v>3.8068396167414374E-7</c:v>
                </c:pt>
                <c:pt idx="223">
                  <c:v>4.4609047854791023E-7</c:v>
                </c:pt>
                <c:pt idx="224">
                  <c:v>5.2210437015839815E-7</c:v>
                </c:pt>
                <c:pt idx="225">
                  <c:v>6.103407578236192E-7</c:v>
                </c:pt>
                <c:pt idx="226">
                  <c:v>7.1264409731582126E-7</c:v>
                </c:pt>
                <c:pt idx="227">
                  <c:v>8.3111827643765884E-7</c:v>
                </c:pt>
                <c:pt idx="228">
                  <c:v>9.6816031888727119E-7</c:v>
                </c:pt>
                <c:pt idx="229">
                  <c:v>1.126498081857186E-6</c:v>
                </c:pt>
                <c:pt idx="230">
                  <c:v>1.3092323710569303E-6</c:v>
                </c:pt>
                <c:pt idx="231">
                  <c:v>1.5198839358878107E-6</c:v>
                </c:pt>
                <c:pt idx="232">
                  <c:v>1.7624458494818894E-6</c:v>
                </c:pt>
                <c:pt idx="233">
                  <c:v>2.0414418234050688E-6</c:v>
                </c:pt>
                <c:pt idx="234">
                  <c:v>2.3619910551706041E-6</c:v>
                </c:pt>
                <c:pt idx="235">
                  <c:v>2.7298802584783856E-6</c:v>
                </c:pt>
                <c:pt idx="236">
                  <c:v>3.1516435814400294E-6</c:v>
                </c:pt>
                <c:pt idx="237">
                  <c:v>3.6346511771376288E-6</c:v>
                </c:pt>
                <c:pt idx="238">
                  <c:v>4.1872072538427396E-6</c:v>
                </c:pt>
                <c:pt idx="239">
                  <c:v>4.8186584992578678E-6</c:v>
                </c:pt>
                <c:pt idx="240">
                  <c:v>5.5395138443772091E-6</c:v>
                </c:pt>
                <c:pt idx="241">
                  <c:v>6.3615766081518053E-6</c:v>
                </c:pt>
                <c:pt idx="242">
                  <c:v>7.2980901442216299E-6</c:v>
                </c:pt>
                <c:pt idx="243">
                  <c:v>8.3638981956826518E-6</c:v>
                </c:pt>
                <c:pt idx="244">
                  <c:v>9.57562125331135E-6</c:v>
                </c:pt>
                <c:pt idx="245">
                  <c:v>1.0951850306989889E-5</c:v>
                </c:pt>
                <c:pt idx="246">
                  <c:v>1.251335947936322E-5</c:v>
                </c:pt>
                <c:pt idx="247">
                  <c:v>1.4283339135107153E-5</c:v>
                </c:pt>
                <c:pt idx="248">
                  <c:v>1.6287651168664818E-5</c:v>
                </c:pt>
                <c:pt idx="249">
                  <c:v>1.855510828797337E-5</c:v>
                </c:pt>
                <c:pt idx="250">
                  <c:v>2.1117779231595917E-5</c:v>
                </c:pt>
                <c:pt idx="251">
                  <c:v>2.4011321981812063E-5</c:v>
                </c:pt>
                <c:pt idx="252">
                  <c:v>2.7275347166579276E-5</c:v>
                </c:pt>
                <c:pt idx="253">
                  <c:v>3.095381397886829E-5</c:v>
                </c:pt>
                <c:pt idx="254">
                  <c:v>3.5095461082572888E-5</c:v>
                </c:pt>
                <c:pt idx="255">
                  <c:v>3.9754275119983747E-5</c:v>
                </c:pt>
                <c:pt idx="256">
                  <c:v>4.4989999586518774E-5</c:v>
                </c:pt>
                <c:pt idx="257">
                  <c:v>5.0868686993887601E-5</c:v>
                </c:pt>
                <c:pt idx="258">
                  <c:v>5.7463297402951524E-5</c:v>
                </c:pt>
                <c:pt idx="259">
                  <c:v>6.4854346571987945E-5</c:v>
                </c:pt>
                <c:pt idx="260">
                  <c:v>7.3130607134595405E-5</c:v>
                </c:pt>
                <c:pt idx="261">
                  <c:v>8.2389866393796333E-5</c:v>
                </c:pt>
                <c:pt idx="262">
                  <c:v>9.2739744494664113E-5</c:v>
                </c:pt>
                <c:pt idx="263">
                  <c:v>1.0429857691653997E-4</c:v>
                </c:pt>
                <c:pt idx="264">
                  <c:v>1.1719636540729726E-4</c:v>
                </c:pt>
                <c:pt idx="265">
                  <c:v>1.315758016655386E-4</c:v>
                </c:pt>
                <c:pt idx="266">
                  <c:v>1.4759336826154938E-4</c:v>
                </c:pt>
                <c:pt idx="267">
                  <c:v>1.6542052147377738E-4</c:v>
                </c:pt>
                <c:pt idx="268">
                  <c:v>1.8524496090372195E-4</c:v>
                </c:pt>
                <c:pt idx="269">
                  <c:v>2.072719909178996E-4</c:v>
                </c:pt>
                <c:pt idx="270">
                  <c:v>2.3172597914999964E-4</c:v>
                </c:pt>
                <c:pt idx="271">
                  <c:v>2.5885191747893613E-4</c:v>
                </c:pt>
                <c:pt idx="272">
                  <c:v>2.8891709107801083E-4</c:v>
                </c:pt>
                <c:pt idx="273">
                  <c:v>3.2221286130615628E-4</c:v>
                </c:pt>
                <c:pt idx="274">
                  <c:v>3.5905656838315886E-4</c:v>
                </c:pt>
                <c:pt idx="275">
                  <c:v>3.9979355995580748E-4</c:v>
                </c:pt>
                <c:pt idx="276">
                  <c:v>4.4479935181978078E-4</c:v>
                </c:pt>
                <c:pt idx="277">
                  <c:v>4.9448192721225463E-4</c:v>
                </c:pt>
                <c:pt idx="278">
                  <c:v>5.4928418123042155E-4</c:v>
                </c:pt>
                <c:pt idx="279">
                  <c:v>6.0968651706125288E-4</c:v>
                </c:pt>
                <c:pt idx="280">
                  <c:v>6.7620960082564595E-4</c:v>
                </c:pt>
                <c:pt idx="281">
                  <c:v>7.4941728194496092E-4</c:v>
                </c:pt>
                <c:pt idx="282">
                  <c:v>8.2991968602777054E-4</c:v>
                </c:pt>
                <c:pt idx="283">
                  <c:v>9.1837648734867275E-4</c:v>
                </c:pt>
                <c:pt idx="284">
                  <c:v>1.0155003680473653E-3</c:v>
                </c:pt>
                <c:pt idx="285">
                  <c:v>1.1220606712130732E-3</c:v>
                </c:pt>
                <c:pt idx="286">
                  <c:v>1.2388872550366189E-3</c:v>
                </c:pt>
                <c:pt idx="287">
                  <c:v>1.3668745552061236E-3</c:v>
                </c:pt>
                <c:pt idx="288">
                  <c:v>1.5069858626936485E-3</c:v>
                </c:pt>
                <c:pt idx="289">
                  <c:v>1.6602578240250323E-3</c:v>
                </c:pt>
                <c:pt idx="290">
                  <c:v>1.8278051710438558E-3</c:v>
                </c:pt>
                <c:pt idx="291">
                  <c:v>2.0108256870704885E-3</c:v>
                </c:pt>
                <c:pt idx="292">
                  <c:v>2.2106054162173137E-3</c:v>
                </c:pt>
                <c:pt idx="293">
                  <c:v>2.4285241224490609E-3</c:v>
                </c:pt>
                <c:pt idx="294">
                  <c:v>2.6660610047733709E-3</c:v>
                </c:pt>
                <c:pt idx="295">
                  <c:v>2.9248006747071295E-3</c:v>
                </c:pt>
                <c:pt idx="296">
                  <c:v>3.2064394018881449E-3</c:v>
                </c:pt>
                <c:pt idx="297">
                  <c:v>3.5127916333905981E-3</c:v>
                </c:pt>
                <c:pt idx="298">
                  <c:v>3.8457967919501164E-3</c:v>
                </c:pt>
                <c:pt idx="299">
                  <c:v>4.2075263579127598E-3</c:v>
                </c:pt>
                <c:pt idx="300">
                  <c:v>4.6001912392913168E-3</c:v>
                </c:pt>
                <c:pt idx="301">
                  <c:v>5.0261494338352166E-3</c:v>
                </c:pt>
                <c:pt idx="302">
                  <c:v>5.4879139865046164E-3</c:v>
                </c:pt>
                <c:pt idx="303">
                  <c:v>5.9881612451740717E-3</c:v>
                </c:pt>
                <c:pt idx="304">
                  <c:v>6.529739416788337E-3</c:v>
                </c:pt>
                <c:pt idx="305">
                  <c:v>7.1156774255349943E-3</c:v>
                </c:pt>
                <c:pt idx="306">
                  <c:v>7.7491940739048805E-3</c:v>
                </c:pt>
                <c:pt idx="307">
                  <c:v>8.4337075067618932E-3</c:v>
                </c:pt>
                <c:pt idx="308">
                  <c:v>9.1728449777554143E-3</c:v>
                </c:pt>
                <c:pt idx="309">
                  <c:v>9.9704529165678558E-3</c:v>
                </c:pt>
                <c:pt idx="310">
                  <c:v>1.0830607294605079E-2</c:v>
                </c:pt>
                <c:pt idx="311">
                  <c:v>1.175762428580983E-2</c:v>
                </c:pt>
                <c:pt idx="312">
                  <c:v>1.2756071218293761E-2</c:v>
                </c:pt>
                <c:pt idx="313">
                  <c:v>1.3830777811471953E-2</c:v>
                </c:pt>
                <c:pt idx="314">
                  <c:v>1.4986847692307886E-2</c:v>
                </c:pt>
                <c:pt idx="315">
                  <c:v>1.6229670183176528E-2</c:v>
                </c:pt>
                <c:pt idx="316">
                  <c:v>1.7564932352694893E-2</c:v>
                </c:pt>
                <c:pt idx="317">
                  <c:v>1.8998631319686137E-2</c:v>
                </c:pt>
                <c:pt idx="318">
                  <c:v>2.0537086799207165E-2</c:v>
                </c:pt>
                <c:pt idx="319">
                  <c:v>2.2186953878309625E-2</c:v>
                </c:pt>
                <c:pt idx="320">
                  <c:v>2.3955236007902593E-2</c:v>
                </c:pt>
                <c:pt idx="321">
                  <c:v>2.5849298195752757E-2</c:v>
                </c:pt>
                <c:pt idx="322">
                  <c:v>2.7876880384300119E-2</c:v>
                </c:pt>
                <c:pt idx="323">
                  <c:v>3.0046110995579651E-2</c:v>
                </c:pt>
                <c:pt idx="324">
                  <c:v>3.2365520624127869E-2</c:v>
                </c:pt>
                <c:pt idx="325">
                  <c:v>3.484405585733328E-2</c:v>
                </c:pt>
                <c:pt idx="326">
                  <c:v>3.7491093201227961E-2</c:v>
                </c:pt>
                <c:pt idx="327">
                  <c:v>4.0316453088282717E-2</c:v>
                </c:pt>
                <c:pt idx="328">
                  <c:v>4.3330413942284783E-2</c:v>
                </c:pt>
                <c:pt idx="329">
                  <c:v>4.6543726273913774E-2</c:v>
                </c:pt>
                <c:pt idx="330">
                  <c:v>4.9967626779173706E-2</c:v>
                </c:pt>
                <c:pt idx="331">
                  <c:v>5.3613852411355294E-2</c:v>
                </c:pt>
                <c:pt idx="332">
                  <c:v>5.7494654395772046E-2</c:v>
                </c:pt>
                <c:pt idx="333">
                  <c:v>6.1622812155056758E-2</c:v>
                </c:pt>
                <c:pt idx="334">
                  <c:v>6.6011647111400992E-2</c:v>
                </c:pt>
                <c:pt idx="335">
                  <c:v>7.0675036330722529E-2</c:v>
                </c:pt>
                <c:pt idx="336">
                  <c:v>7.5627425972375886E-2</c:v>
                </c:pt>
                <c:pt idx="337">
                  <c:v>8.0883844506718997E-2</c:v>
                </c:pt>
                <c:pt idx="338">
                  <c:v>8.6459915661528497E-2</c:v>
                </c:pt>
                <c:pt idx="339">
                  <c:v>9.2371871057076421E-2</c:v>
                </c:pt>
                <c:pt idx="340">
                  <c:v>9.8636562488419552E-2</c:v>
                </c:pt>
                <c:pt idx="341">
                  <c:v>0.10527147381242546</c:v>
                </c:pt>
                <c:pt idx="342">
                  <c:v>0.11229473239591674</c:v>
                </c:pt>
                <c:pt idx="343">
                  <c:v>0.11972512008037366</c:v>
                </c:pt>
                <c:pt idx="344">
                  <c:v>0.12758208361772536</c:v>
                </c:pt>
                <c:pt idx="345">
                  <c:v>0.13588574453090577</c:v>
                </c:pt>
                <c:pt idx="346">
                  <c:v>0.14465690835214187</c:v>
                </c:pt>
                <c:pt idx="347">
                  <c:v>0.15391707319127079</c:v>
                </c:pt>
                <c:pt idx="348">
                  <c:v>0.16368843758586035</c:v>
                </c:pt>
                <c:pt idx="349">
                  <c:v>0.17399390758443659</c:v>
                </c:pt>
                <c:pt idx="350">
                  <c:v>0.18485710301382866</c:v>
                </c:pt>
                <c:pt idx="351">
                  <c:v>0.19630236288137748</c:v>
                </c:pt>
                <c:pt idx="352">
                  <c:v>0.20835474986271849</c:v>
                </c:pt>
                <c:pt idx="353">
                  <c:v>0.22104005382580025</c:v>
                </c:pt>
                <c:pt idx="354">
                  <c:v>0.23438479434204615</c:v>
                </c:pt>
                <c:pt idx="355">
                  <c:v>0.24841622213576603</c:v>
                </c:pt>
                <c:pt idx="356">
                  <c:v>0.26316231942341056</c:v>
                </c:pt>
                <c:pt idx="357">
                  <c:v>0.27865179909483695</c:v>
                </c:pt>
                <c:pt idx="358">
                  <c:v>0.29491410268939083</c:v>
                </c:pt>
                <c:pt idx="359">
                  <c:v>0.31197939712052741</c:v>
                </c:pt>
                <c:pt idx="360">
                  <c:v>0.32987857010370714</c:v>
                </c:pt>
                <c:pt idx="361">
                  <c:v>0.34864322424340194</c:v>
                </c:pt>
                <c:pt idx="362">
                  <c:v>0.36830566973639595</c:v>
                </c:pt>
                <c:pt idx="363">
                  <c:v>0.38889891564997636</c:v>
                </c:pt>
                <c:pt idx="364">
                  <c:v>0.41045665973532774</c:v>
                </c:pt>
                <c:pt idx="365">
                  <c:v>0.43301327673807827</c:v>
                </c:pt>
                <c:pt idx="366">
                  <c:v>0.45660380516991905</c:v>
                </c:pt>
                <c:pt idx="367">
                  <c:v>0.48126393250735683</c:v>
                </c:pt>
                <c:pt idx="368">
                  <c:v>0.50702997878579259</c:v>
                </c:pt>
                <c:pt idx="369">
                  <c:v>0.53393887855948596</c:v>
                </c:pt>
                <c:pt idx="370">
                  <c:v>0.5620281612006488</c:v>
                </c:pt>
                <c:pt idx="371">
                  <c:v>0.59133592951329061</c:v>
                </c:pt>
                <c:pt idx="372">
                  <c:v>0.62190083664061002</c:v>
                </c:pt>
                <c:pt idx="373">
                  <c:v>0.65376206124731151</c:v>
                </c:pt>
                <c:pt idx="374">
                  <c:v>0.68695928096159087</c:v>
                </c:pt>
                <c:pt idx="375">
                  <c:v>0.72153264406454198</c:v>
                </c:pt>
                <c:pt idx="376">
                  <c:v>0.75752273941830339</c:v>
                </c:pt>
                <c:pt idx="377">
                  <c:v>0.79497056462735138</c:v>
                </c:pt>
                <c:pt idx="378">
                  <c:v>0.83391749243131963</c:v>
                </c:pt>
                <c:pt idx="379">
                  <c:v>0.87440523533114656</c:v>
                </c:pt>
                <c:pt idx="380">
                  <c:v>0.91647580845405108</c:v>
                </c:pt>
                <c:pt idx="381">
                  <c:v>0.96017149066705254</c:v>
                </c:pt>
                <c:pt idx="382">
                  <c:v>1.0055347839521234</c:v>
                </c:pt>
                <c:pt idx="383">
                  <c:v>1.0526083710607315</c:v>
                </c:pt>
                <c:pt idx="384">
                  <c:v>1.1014350714690169</c:v>
                </c:pt>
                <c:pt idx="385">
                  <c:v>1.1520577956591755</c:v>
                </c:pt>
                <c:pt idx="386">
                  <c:v>1.2045194977572433</c:v>
                </c:pt>
                <c:pt idx="387">
                  <c:v>1.2588631265606709</c:v>
                </c:pt>
                <c:pt idx="388">
                  <c:v>1.3151315749943719</c:v>
                </c:pt>
                <c:pt idx="389">
                  <c:v>1.3733676280375755</c:v>
                </c:pt>
                <c:pt idx="390">
                  <c:v>1.4336139091681477</c:v>
                </c:pt>
                <c:pt idx="391">
                  <c:v>1.4959128253753635</c:v>
                </c:pt>
                <c:pt idx="392">
                  <c:v>1.5603065107962777</c:v>
                </c:pt>
                <c:pt idx="393">
                  <c:v>1.626836769035265</c:v>
                </c:pt>
                <c:pt idx="394">
                  <c:v>1.6955450142298429</c:v>
                </c:pt>
                <c:pt idx="395">
                  <c:v>1.7664722109307387</c:v>
                </c:pt>
                <c:pt idx="396">
                  <c:v>1.8396588128678564</c:v>
                </c:pt>
                <c:pt idx="397">
                  <c:v>1.9151447006772189</c:v>
                </c:pt>
                <c:pt idx="398">
                  <c:v>1.9929691186691321</c:v>
                </c:pt>
                <c:pt idx="399">
                  <c:v>2.0731706107201147</c:v>
                </c:pt>
                <c:pt idx="400">
                  <c:v>2.1557869553757847</c:v>
                </c:pt>
                <c:pt idx="401">
                  <c:v>2.2408551002549988</c:v>
                </c:pt>
                <c:pt idx="402">
                  <c:v>2.3284110958493396</c:v>
                </c:pt>
                <c:pt idx="403">
                  <c:v>2.4184900288142401</c:v>
                </c:pt>
                <c:pt idx="404">
                  <c:v>2.5111259548527802</c:v>
                </c:pt>
                <c:pt idx="405">
                  <c:v>2.6063518312948513</c:v>
                </c:pt>
                <c:pt idx="406">
                  <c:v>2.7041994494771986</c:v>
                </c:pt>
                <c:pt idx="407">
                  <c:v>2.8046993670332121</c:v>
                </c:pt>
                <c:pt idx="408">
                  <c:v>2.9078808402032248</c:v>
                </c:pt>
                <c:pt idx="409">
                  <c:v>3.0137717562777477</c:v>
                </c:pt>
                <c:pt idx="410">
                  <c:v>3.1223985662891121</c:v>
                </c:pt>
                <c:pt idx="411">
                  <c:v>3.2337862180679884</c:v>
                </c:pt>
                <c:pt idx="412">
                  <c:v>3.3479580897826087</c:v>
                </c:pt>
                <c:pt idx="413">
                  <c:v>3.4649359240806739</c:v>
                </c:pt>
                <c:pt idx="414">
                  <c:v>3.5847397629538715</c:v>
                </c:pt>
                <c:pt idx="415">
                  <c:v>3.7073878834466791</c:v>
                </c:pt>
                <c:pt idx="416">
                  <c:v>3.8328967343308475</c:v>
                </c:pt>
                <c:pt idx="417">
                  <c:v>3.9612808738681315</c:v>
                </c:pt>
                <c:pt idx="418">
                  <c:v>4.0925529087827073</c:v>
                </c:pt>
                <c:pt idx="419">
                  <c:v>4.226723434565673</c:v>
                </c:pt>
                <c:pt idx="420">
                  <c:v>4.3638009772327795</c:v>
                </c:pt>
                <c:pt idx="421">
                  <c:v>4.5037919366559276</c:v>
                </c:pt>
                <c:pt idx="422">
                  <c:v>4.6467005315877641</c:v>
                </c:pt>
                <c:pt idx="423">
                  <c:v>4.7925287464981121</c:v>
                </c:pt>
                <c:pt idx="424">
                  <c:v>4.9412762803382408</c:v>
                </c:pt>
                <c:pt idx="425">
                  <c:v>5.0929404973481525</c:v>
                </c:pt>
                <c:pt idx="426">
                  <c:v>5.2475163800193299</c:v>
                </c:pt>
                <c:pt idx="427">
                  <c:v>5.4049964843235037</c:v>
                </c:pt>
                <c:pt idx="428">
                  <c:v>5.5653708973144163</c:v>
                </c:pt>
                <c:pt idx="429">
                  <c:v>5.7286271972083727</c:v>
                </c:pt>
                <c:pt idx="430">
                  <c:v>5.8947504160436992</c:v>
                </c:pt>
                <c:pt idx="431">
                  <c:v>6.0637230050193276</c:v>
                </c:pt>
                <c:pt idx="432">
                  <c:v>6.2355248026044992</c:v>
                </c:pt>
                <c:pt idx="433">
                  <c:v>6.4101330055127139</c:v>
                </c:pt>
                <c:pt idx="434">
                  <c:v>6.587522142624608</c:v>
                </c:pt>
                <c:pt idx="435">
                  <c:v>6.7676640519433482</c:v>
                </c:pt>
                <c:pt idx="436">
                  <c:v>6.9505278606597054</c:v>
                </c:pt>
                <c:pt idx="437">
                  <c:v>7.1360799683989731</c:v>
                </c:pt>
                <c:pt idx="438">
                  <c:v>7.3242840337197759</c:v>
                </c:pt>
                <c:pt idx="439">
                  <c:v>7.5151009639258497</c:v>
                </c:pt>
                <c:pt idx="440">
                  <c:v>7.7084889082493291</c:v>
                </c:pt>
                <c:pt idx="441">
                  <c:v>7.9044032544574883</c:v>
                </c:pt>
                <c:pt idx="442">
                  <c:v>8.1027966289301165</c:v>
                </c:pt>
                <c:pt idx="443">
                  <c:v>8.3036189002474377</c:v>
                </c:pt>
                <c:pt idx="444">
                  <c:v>8.5068171863251028</c:v>
                </c:pt>
                <c:pt idx="445">
                  <c:v>8.7123358651234106</c:v>
                </c:pt>
                <c:pt idx="446">
                  <c:v>8.9201165889562919</c:v>
                </c:pt>
                <c:pt idx="447">
                  <c:v>9.1300983024137352</c:v>
                </c:pt>
                <c:pt idx="448">
                  <c:v>9.3422172639124561</c:v>
                </c:pt>
                <c:pt idx="449">
                  <c:v>9.5564070708751121</c:v>
                </c:pt>
                <c:pt idx="450">
                  <c:v>9.7725986885385314</c:v>
                </c:pt>
                <c:pt idx="451">
                  <c:v>9.9907204823831872</c:v>
                </c:pt>
                <c:pt idx="452">
                  <c:v>10.210698254166026</c:v>
                </c:pt>
                <c:pt idx="453">
                  <c:v>10.432455281540674</c:v>
                </c:pt>
                <c:pt idx="454">
                  <c:v>10.655912361232856</c:v>
                </c:pt>
                <c:pt idx="455">
                  <c:v>10.880987855739949</c:v>
                </c:pt>
                <c:pt idx="456">
                  <c:v>11.107597743515177</c:v>
                </c:pt>
                <c:pt idx="457">
                  <c:v>11.335655672587185</c:v>
                </c:pt>
                <c:pt idx="458">
                  <c:v>11.565073017567299</c:v>
                </c:pt>
                <c:pt idx="459">
                  <c:v>11.795758939981283</c:v>
                </c:pt>
                <c:pt idx="460">
                  <c:v>12.027620451864474</c:v>
                </c:pt>
                <c:pt idx="461">
                  <c:v>12.260562482547964</c:v>
                </c:pt>
                <c:pt idx="462">
                  <c:v>12.494487948562657</c:v>
                </c:pt>
                <c:pt idx="463">
                  <c:v>12.729297826573985</c:v>
                </c:pt>
                <c:pt idx="464">
                  <c:v>12.964891229267961</c:v>
                </c:pt>
                <c:pt idx="465">
                  <c:v>13.201165484087996</c:v>
                </c:pt>
                <c:pt idx="466">
                  <c:v>13.438016214730855</c:v>
                </c:pt>
                <c:pt idx="467">
                  <c:v>13.675337425296167</c:v>
                </c:pt>
                <c:pt idx="468">
                  <c:v>13.913021586983321</c:v>
                </c:pt>
                <c:pt idx="469">
                  <c:v>14.150959727222912</c:v>
                </c:pt>
                <c:pt idx="470">
                  <c:v>14.389041521127407</c:v>
                </c:pt>
                <c:pt idx="471">
                  <c:v>14.62715538513986</c:v>
                </c:pt>
                <c:pt idx="472">
                  <c:v>14.865188572756244</c:v>
                </c:pt>
                <c:pt idx="473">
                  <c:v>15.103027272194547</c:v>
                </c:pt>
                <c:pt idx="474">
                  <c:v>15.340556705877592</c:v>
                </c:pt>
                <c:pt idx="475">
                  <c:v>15.577661231595826</c:v>
                </c:pt>
                <c:pt idx="476">
                  <c:v>15.814224445212638</c:v>
                </c:pt>
                <c:pt idx="477">
                  <c:v>16.050129284770552</c:v>
                </c:pt>
                <c:pt idx="478">
                  <c:v>16.285258135858413</c:v>
                </c:pt>
                <c:pt idx="479">
                  <c:v>16.519492938092256</c:v>
                </c:pt>
                <c:pt idx="480">
                  <c:v>16.752715292563298</c:v>
                </c:pt>
                <c:pt idx="481">
                  <c:v>16.98480657010704</c:v>
                </c:pt>
                <c:pt idx="482">
                  <c:v>17.215648020241563</c:v>
                </c:pt>
                <c:pt idx="483">
                  <c:v>17.445120880626021</c:v>
                </c:pt>
                <c:pt idx="484">
                  <c:v>17.673106486887377</c:v>
                </c:pt>
                <c:pt idx="485">
                  <c:v>17.899486382663728</c:v>
                </c:pt>
                <c:pt idx="486">
                  <c:v>18.124142429712307</c:v>
                </c:pt>
                <c:pt idx="487">
                  <c:v>18.346956917931337</c:v>
                </c:pt>
                <c:pt idx="488">
                  <c:v>18.56781267514172</c:v>
                </c:pt>
                <c:pt idx="489">
                  <c:v>18.786593176481837</c:v>
                </c:pt>
                <c:pt idx="490">
                  <c:v>19.003182653260648</c:v>
                </c:pt>
                <c:pt idx="491">
                  <c:v>19.217466201127216</c:v>
                </c:pt>
                <c:pt idx="492">
                  <c:v>19.429329887399987</c:v>
                </c:pt>
                <c:pt idx="493">
                  <c:v>19.638660857421051</c:v>
                </c:pt>
                <c:pt idx="494">
                  <c:v>19.845347439784362</c:v>
                </c:pt>
                <c:pt idx="495">
                  <c:v>20.049279250298579</c:v>
                </c:pt>
                <c:pt idx="496">
                  <c:v>20.25034729454811</c:v>
                </c:pt>
                <c:pt idx="497">
                  <c:v>20.448444068912959</c:v>
                </c:pt>
                <c:pt idx="498">
                  <c:v>20.643463659917622</c:v>
                </c:pt>
                <c:pt idx="499">
                  <c:v>20.835301841774413</c:v>
                </c:pt>
                <c:pt idx="500">
                  <c:v>21.023856172001882</c:v>
                </c:pt>
                <c:pt idx="501">
                  <c:v>21.209026084986476</c:v>
                </c:pt>
                <c:pt idx="502">
                  <c:v>21.390712983376584</c:v>
                </c:pt>
                <c:pt idx="503">
                  <c:v>21.568820327187101</c:v>
                </c:pt>
                <c:pt idx="504">
                  <c:v>21.743253720507923</c:v>
                </c:pt>
                <c:pt idx="505">
                  <c:v>21.913920995708008</c:v>
                </c:pt>
                <c:pt idx="506">
                  <c:v>22.080732295029922</c:v>
                </c:pt>
                <c:pt idx="507">
                  <c:v>22.243600149483296</c:v>
                </c:pt>
                <c:pt idx="508">
                  <c:v>22.402439554938212</c:v>
                </c:pt>
                <c:pt idx="509">
                  <c:v>22.557168045331508</c:v>
                </c:pt>
                <c:pt idx="510">
                  <c:v>22.7077057629085</c:v>
                </c:pt>
                <c:pt idx="511">
                  <c:v>22.85397552541227</c:v>
                </c:pt>
                <c:pt idx="512">
                  <c:v>22.995902890155691</c:v>
                </c:pt>
                <c:pt idx="513">
                  <c:v>23.133416214906333</c:v>
                </c:pt>
                <c:pt idx="514">
                  <c:v>23.266446715518484</c:v>
                </c:pt>
                <c:pt idx="515">
                  <c:v>23.394928520260613</c:v>
                </c:pt>
                <c:pt idx="516">
                  <c:v>23.518798720783227</c:v>
                </c:pt>
                <c:pt idx="517">
                  <c:v>23.637997419681909</c:v>
                </c:pt>
                <c:pt idx="518">
                  <c:v>23.752467774617013</c:v>
                </c:pt>
                <c:pt idx="519">
                  <c:v>23.862156038949355</c:v>
                </c:pt>
                <c:pt idx="520">
                  <c:v>23.967011598870521</c:v>
                </c:pt>
                <c:pt idx="521">
                  <c:v>24.066987006996936</c:v>
                </c:pt>
                <c:pt idx="522">
                  <c:v>24.162038012411941</c:v>
                </c:pt>
                <c:pt idx="523">
                  <c:v>24.252123587143402</c:v>
                </c:pt>
                <c:pt idx="524">
                  <c:v>24.337205949067638</c:v>
                </c:pt>
                <c:pt idx="525">
                  <c:v>24.417250581238395</c:v>
                </c:pt>
                <c:pt idx="526">
                  <c:v>24.492226247644812</c:v>
                </c:pt>
                <c:pt idx="527">
                  <c:v>24.562105005402124</c:v>
                </c:pt>
                <c:pt idx="528">
                  <c:v>24.626862213398475</c:v>
                </c:pt>
                <c:pt idx="529">
                  <c:v>24.686476537402697</c:v>
                </c:pt>
                <c:pt idx="530">
                  <c:v>24.740929951668594</c:v>
                </c:pt>
                <c:pt idx="531">
                  <c:v>24.790207737060115</c:v>
                </c:pt>
                <c:pt idx="532">
                  <c:v>24.834298475726669</c:v>
                </c:pt>
                <c:pt idx="533">
                  <c:v>24.873194042373726</c:v>
                </c:pt>
                <c:pt idx="534">
                  <c:v>24.906889592165935</c:v>
                </c:pt>
                <c:pt idx="535">
                  <c:v>24.935383545311613</c:v>
                </c:pt>
                <c:pt idx="536">
                  <c:v>24.958677568379791</c:v>
                </c:pt>
                <c:pt idx="537">
                  <c:v>24.976776552405479</c:v>
                </c:pt>
                <c:pt idx="538">
                  <c:v>24.989688587841382</c:v>
                </c:pt>
                <c:pt idx="539">
                  <c:v>24.997424936421599</c:v>
                </c:pt>
                <c:pt idx="540">
                  <c:v>25</c:v>
                </c:pt>
                <c:pt idx="541">
                  <c:v>24.997431286439319</c:v>
                </c:pt>
                <c:pt idx="542">
                  <c:v>24.989739372619411</c:v>
                </c:pt>
                <c:pt idx="543">
                  <c:v>24.976947864646384</c:v>
                </c:pt>
                <c:pt idx="544">
                  <c:v>24.959083355337981</c:v>
                </c:pt>
                <c:pt idx="545">
                  <c:v>24.936175379071841</c:v>
                </c:pt>
                <c:pt idx="546">
                  <c:v>24.908256364080561</c:v>
                </c:pt>
                <c:pt idx="547">
                  <c:v>24.875361582280632</c:v>
                </c:pt>
                <c:pt idx="548">
                  <c:v>24.837529096728566</c:v>
                </c:pt>
                <c:pt idx="549">
                  <c:v>24.794799706792507</c:v>
                </c:pt>
                <c:pt idx="550">
                  <c:v>24.747216891136361</c:v>
                </c:pt>
                <c:pt idx="551">
                  <c:v>24.69482674861387</c:v>
                </c:pt>
                <c:pt idx="552">
                  <c:v>24.637677937164977</c:v>
                </c:pt>
                <c:pt idx="553">
                  <c:v>24.575821610820896</c:v>
                </c:pt>
                <c:pt idx="554">
                  <c:v>24.509311354911372</c:v>
                </c:pt>
                <c:pt idx="555">
                  <c:v>24.438203119580013</c:v>
                </c:pt>
                <c:pt idx="556">
                  <c:v>24.362555151706893</c:v>
                </c:pt>
                <c:pt idx="557">
                  <c:v>24.282427925344123</c:v>
                </c:pt>
                <c:pt idx="558">
                  <c:v>24.197884070765866</c:v>
                </c:pt>
                <c:pt idx="559">
                  <c:v>24.108988302235907</c:v>
                </c:pt>
                <c:pt idx="560">
                  <c:v>24.015807344597512</c:v>
                </c:pt>
                <c:pt idx="561">
                  <c:v>23.918409858791641</c:v>
                </c:pt>
                <c:pt idx="562">
                  <c:v>23.816866366401548</c:v>
                </c:pt>
                <c:pt idx="563">
                  <c:v>23.711249173332718</c:v>
                </c:pt>
                <c:pt idx="564">
                  <c:v>23.601632292727555</c:v>
                </c:pt>
                <c:pt idx="565">
                  <c:v>23.488091367219148</c:v>
                </c:pt>
                <c:pt idx="566">
                  <c:v>23.370703590623084</c:v>
                </c:pt>
                <c:pt idx="567">
                  <c:v>23.249547629168525</c:v>
                </c:pt>
                <c:pt idx="568">
                  <c:v>23.124703542371414</c:v>
                </c:pt>
                <c:pt idx="569">
                  <c:v>22.996252703641122</c:v>
                </c:pt>
                <c:pt idx="570">
                  <c:v>22.864277720723731</c:v>
                </c:pt>
                <c:pt idx="571">
                  <c:v>22.728862356073538</c:v>
                </c:pt>
                <c:pt idx="572">
                  <c:v>22.59009144724763</c:v>
                </c:pt>
                <c:pt idx="573">
                  <c:v>22.44805082741621</c:v>
                </c:pt>
                <c:pt idx="574">
                  <c:v>22.302827246077879</c:v>
                </c:pt>
                <c:pt idx="575">
                  <c:v>22.15450829006846</c:v>
                </c:pt>
                <c:pt idx="576">
                  <c:v>22.003182304949849</c:v>
                </c:pt>
                <c:pt idx="577">
                  <c:v>21.848938316863599</c:v>
                </c:pt>
                <c:pt idx="578">
                  <c:v>21.691865954930297</c:v>
                </c:pt>
                <c:pt idx="579">
                  <c:v>21.532055374274421</c:v>
                </c:pt>
                <c:pt idx="580">
                  <c:v>21.369597179753733</c:v>
                </c:pt>
                <c:pt idx="581">
                  <c:v>21.204582350466172</c:v>
                </c:pt>
                <c:pt idx="582">
                  <c:v>21.0371021651071</c:v>
                </c:pt>
                <c:pt idx="583">
                  <c:v>20.867248128249429</c:v>
                </c:pt>
                <c:pt idx="584">
                  <c:v>20.695111897609433</c:v>
                </c:pt>
                <c:pt idx="585">
                  <c:v>20.520785212367755</c:v>
                </c:pt>
                <c:pt idx="586">
                  <c:v>20.344359822603515</c:v>
                </c:pt>
                <c:pt idx="587">
                  <c:v>20.165927419904438</c:v>
                </c:pt>
                <c:pt idx="588">
                  <c:v>19.985579569206639</c:v>
                </c:pt>
                <c:pt idx="589">
                  <c:v>19.803407641920703</c:v>
                </c:pt>
                <c:pt idx="590">
                  <c:v>19.619502750392186</c:v>
                </c:pt>
                <c:pt idx="591">
                  <c:v>19.433955683747584</c:v>
                </c:pt>
                <c:pt idx="592">
                  <c:v>19.246856845168338</c:v>
                </c:pt>
                <c:pt idx="593">
                  <c:v>19.058296190638931</c:v>
                </c:pt>
                <c:pt idx="594">
                  <c:v>18.868363169205885</c:v>
                </c:pt>
                <c:pt idx="595">
                  <c:v>18.677146664785138</c:v>
                </c:pt>
                <c:pt idx="596">
                  <c:v>18.48473493955489</c:v>
                </c:pt>
                <c:pt idx="597">
                  <c:v>18.291215578959918</c:v>
                </c:pt>
                <c:pt idx="598">
                  <c:v>18.096675438362105</c:v>
                </c:pt>
                <c:pt idx="599">
                  <c:v>17.901200591358414</c:v>
                </c:pt>
                <c:pt idx="600">
                  <c:v>17.704876279790955</c:v>
                </c:pt>
                <c:pt idx="601">
                  <c:v>17.507786865471232</c:v>
                </c:pt>
                <c:pt idx="602">
                  <c:v>17.310015783632988</c:v>
                </c:pt>
                <c:pt idx="603">
                  <c:v>17.111645498133083</c:v>
                </c:pt>
                <c:pt idx="604">
                  <c:v>16.912757458408151</c:v>
                </c:pt>
                <c:pt idx="605">
                  <c:v>16.713432058202361</c:v>
                </c:pt>
                <c:pt idx="606">
                  <c:v>16.513748596068851</c:v>
                </c:pt>
                <c:pt idx="607">
                  <c:v>16.313785237654074</c:v>
                </c:pt>
                <c:pt idx="608">
                  <c:v>16.113618979764912</c:v>
                </c:pt>
                <c:pt idx="609">
                  <c:v>15.913325616221089</c:v>
                </c:pt>
                <c:pt idx="610">
                  <c:v>15.712979705489404</c:v>
                </c:pt>
                <c:pt idx="611">
                  <c:v>15.512654540096833</c:v>
                </c:pt>
                <c:pt idx="612">
                  <c:v>15.312422117815878</c:v>
                </c:pt>
                <c:pt idx="613">
                  <c:v>15.112353114613791</c:v>
                </c:pt>
                <c:pt idx="614">
                  <c:v>14.912516859355582</c:v>
                </c:pt>
                <c:pt idx="615">
                  <c:v>14.71298131024874</c:v>
                </c:pt>
                <c:pt idx="616">
                  <c:v>14.513813033014381</c:v>
                </c:pt>
                <c:pt idx="617">
                  <c:v>14.315077180770668</c:v>
                </c:pt>
                <c:pt idx="618">
                  <c:v>14.116837475609184</c:v>
                </c:pt>
                <c:pt idx="619">
                  <c:v>13.9191561918452</c:v>
                </c:pt>
                <c:pt idx="620">
                  <c:v>13.722094140922437</c:v>
                </c:pt>
                <c:pt idx="621">
                  <c:v>13.525710657945758</c:v>
                </c:pt>
                <c:pt idx="622">
                  <c:v>13.330063589824096</c:v>
                </c:pt>
                <c:pt idx="623">
                  <c:v>13.1352092849909</c:v>
                </c:pt>
                <c:pt idx="624">
                  <c:v>12.941202584681472</c:v>
                </c:pt>
                <c:pt idx="625">
                  <c:v>12.748096815736238</c:v>
                </c:pt>
                <c:pt idx="626">
                  <c:v>12.555943784900474</c:v>
                </c:pt>
                <c:pt idx="627">
                  <c:v>12.364793774592076</c:v>
                </c:pt>
                <c:pt idx="628">
                  <c:v>12.174695540105732</c:v>
                </c:pt>
                <c:pt idx="629">
                  <c:v>11.985696308219355</c:v>
                </c:pt>
                <c:pt idx="630">
                  <c:v>11.797841777172311</c:v>
                </c:pt>
                <c:pt idx="631">
                  <c:v>11.611176117980003</c:v>
                </c:pt>
                <c:pt idx="632">
                  <c:v>11.42574197705024</c:v>
                </c:pt>
                <c:pt idx="633">
                  <c:v>11.241580480067451</c:v>
                </c:pt>
                <c:pt idx="634">
                  <c:v>11.058731237106464</c:v>
                </c:pt>
                <c:pt idx="635">
                  <c:v>10.877232348941765</c:v>
                </c:pt>
                <c:pt idx="636">
                  <c:v>10.697120414514021</c:v>
                </c:pt>
                <c:pt idx="637">
                  <c:v>10.518430539516693</c:v>
                </c:pt>
                <c:pt idx="638">
                  <c:v>10.341196346065571</c:v>
                </c:pt>
                <c:pt idx="639">
                  <c:v>10.165449983412527</c:v>
                </c:pt>
                <c:pt idx="640">
                  <c:v>9.9912221396664762</c:v>
                </c:pt>
                <c:pt idx="641">
                  <c:v>9.8185420544814459</c:v>
                </c:pt>
                <c:pt idx="642">
                  <c:v>9.6474375326754451</c:v>
                </c:pt>
                <c:pt idx="643">
                  <c:v>9.477934958740251</c:v>
                </c:pt>
                <c:pt idx="644">
                  <c:v>9.3100593122036344</c:v>
                </c:pt>
                <c:pt idx="645">
                  <c:v>9.1438341838066908</c:v>
                </c:pt>
                <c:pt idx="646">
                  <c:v>8.9792817924564883</c:v>
                </c:pt>
                <c:pt idx="647">
                  <c:v>8.816423002917313</c:v>
                </c:pt>
                <c:pt idx="648">
                  <c:v>8.6552773442017035</c:v>
                </c:pt>
                <c:pt idx="649">
                  <c:v>8.4958630286235888</c:v>
                </c:pt>
                <c:pt idx="650">
                  <c:v>8.3381969714770126</c:v>
                </c:pt>
                <c:pt idx="651">
                  <c:v>8.1822948113018494</c:v>
                </c:pt>
                <c:pt idx="652">
                  <c:v>8.0281709307012346</c:v>
                </c:pt>
                <c:pt idx="653">
                  <c:v>7.8758384776745478</c:v>
                </c:pt>
                <c:pt idx="654">
                  <c:v>7.7253093874274965</c:v>
                </c:pt>
                <c:pt idx="655">
                  <c:v>7.5765944046286142</c:v>
                </c:pt>
                <c:pt idx="656">
                  <c:v>7.4297031060725685</c:v>
                </c:pt>
                <c:pt idx="657">
                  <c:v>7.2846439237192344</c:v>
                </c:pt>
                <c:pt idx="658">
                  <c:v>7.1414241680732733</c:v>
                </c:pt>
                <c:pt idx="659">
                  <c:v>7.0000500518721935</c:v>
                </c:pt>
                <c:pt idx="660">
                  <c:v>6.8605267140489872</c:v>
                </c:pt>
                <c:pt idx="661">
                  <c:v>6.7228582439390117</c:v>
                </c:pt>
                <c:pt idx="662">
                  <c:v>6.5870477056993462</c:v>
                </c:pt>
                <c:pt idx="663">
                  <c:v>6.4530971629096419</c:v>
                </c:pt>
                <c:pt idx="664">
                  <c:v>6.3210077033258054</c:v>
                </c:pt>
                <c:pt idx="665">
                  <c:v>6.1907794637568614</c:v>
                </c:pt>
                <c:pt idx="666">
                  <c:v>6.0624116550367324</c:v>
                </c:pt>
                <c:pt idx="667">
                  <c:v>5.9359025870635209</c:v>
                </c:pt>
                <c:pt idx="668">
                  <c:v>5.8112496938799891</c:v>
                </c:pt>
                <c:pt idx="669">
                  <c:v>5.6884495587681263</c:v>
                </c:pt>
                <c:pt idx="670">
                  <c:v>5.5674979393342925</c:v>
                </c:pt>
                <c:pt idx="671">
                  <c:v>5.4483897925591336</c:v>
                </c:pt>
                <c:pt idx="672">
                  <c:v>5.331119299789207</c:v>
                </c:pt>
                <c:pt idx="673">
                  <c:v>5.2156798916481968</c:v>
                </c:pt>
                <c:pt idx="674">
                  <c:v>5.1020642728442986</c:v>
                </c:pt>
                <c:pt idx="675">
                  <c:v>4.9902644468542077</c:v>
                </c:pt>
                <c:pt idx="676">
                  <c:v>4.8802717404624811</c:v>
                </c:pt>
                <c:pt idx="677">
                  <c:v>4.7720768281367949</c:v>
                </c:pt>
                <c:pt idx="678">
                  <c:v>4.6656697562208143</c:v>
                </c:pt>
                <c:pt idx="679">
                  <c:v>4.561039966926228</c:v>
                </c:pt>
                <c:pt idx="680">
                  <c:v>4.4581763221074331</c:v>
                </c:pt>
                <c:pt idx="681">
                  <c:v>4.357067126802157</c:v>
                </c:pt>
                <c:pt idx="682">
                  <c:v>4.2577001525224434</c:v>
                </c:pt>
                <c:pt idx="683">
                  <c:v>4.1600626602819606</c:v>
                </c:pt>
                <c:pt idx="684">
                  <c:v>4.0641414233445259</c:v>
                </c:pt>
                <c:pt idx="685">
                  <c:v>3.9699227496820386</c:v>
                </c:pt>
                <c:pt idx="686">
                  <c:v>3.8773925041280806</c:v>
                </c:pt>
                <c:pt idx="687">
                  <c:v>3.7865361302165628</c:v>
                </c:pt>
                <c:pt idx="688">
                  <c:v>3.6973386716940206</c:v>
                </c:pt>
                <c:pt idx="689">
                  <c:v>3.6097847936951677</c:v>
                </c:pt>
                <c:pt idx="690">
                  <c:v>3.5238588035727445</c:v>
                </c:pt>
                <c:pt idx="691">
                  <c:v>3.4395446713723814</c:v>
                </c:pt>
                <c:pt idx="692">
                  <c:v>3.3568260499447349</c:v>
                </c:pt>
                <c:pt idx="693">
                  <c:v>3.2756862946872238</c:v>
                </c:pt>
                <c:pt idx="694">
                  <c:v>3.1961084829088362</c:v>
                </c:pt>
                <c:pt idx="695">
                  <c:v>3.1180754328116449</c:v>
                </c:pt>
                <c:pt idx="696">
                  <c:v>3.0415697220836613</c:v>
                </c:pt>
                <c:pt idx="697">
                  <c:v>2.9665737060982864</c:v>
                </c:pt>
                <c:pt idx="698">
                  <c:v>2.8930695357159353</c:v>
                </c:pt>
                <c:pt idx="699">
                  <c:v>2.8210391746839529</c:v>
                </c:pt>
                <c:pt idx="700">
                  <c:v>2.7504644166324499</c:v>
                </c:pt>
                <c:pt idx="701">
                  <c:v>2.6813269016622274</c:v>
                </c:pt>
                <c:pt idx="702">
                  <c:v>2.6136081325242366</c:v>
                </c:pt>
                <c:pt idx="703">
                  <c:v>2.5472894903878709</c:v>
                </c:pt>
                <c:pt idx="704">
                  <c:v>2.4823522501976747</c:v>
                </c:pt>
                <c:pt idx="705">
                  <c:v>2.4187775956176969</c:v>
                </c:pt>
                <c:pt idx="706">
                  <c:v>2.356546633563763</c:v>
                </c:pt>
                <c:pt idx="707">
                  <c:v>2.2956404083234747</c:v>
                </c:pt>
                <c:pt idx="708">
                  <c:v>2.2360399152652963</c:v>
                </c:pt>
                <c:pt idx="709">
                  <c:v>2.1777261141378008</c:v>
                </c:pt>
                <c:pt idx="710">
                  <c:v>2.1206799419605464</c:v>
                </c:pt>
                <c:pt idx="711">
                  <c:v>2.0648823255086697</c:v>
                </c:pt>
                <c:pt idx="712">
                  <c:v>2.0103141933939828</c:v>
                </c:pt>
                <c:pt idx="713">
                  <c:v>1.9569564877445327</c:v>
                </c:pt>
                <c:pt idx="714">
                  <c:v>1.9047901754863854</c:v>
                </c:pt>
                <c:pt idx="715">
                  <c:v>1.8537962592307853</c:v>
                </c:pt>
                <c:pt idx="716">
                  <c:v>1.8039557877701813</c:v>
                </c:pt>
                <c:pt idx="717">
                  <c:v>1.7552498661873466</c:v>
                </c:pt>
                <c:pt idx="718">
                  <c:v>1.707659665581901</c:v>
                </c:pt>
                <c:pt idx="719">
                  <c:v>1.6611664324183417</c:v>
                </c:pt>
                <c:pt idx="720">
                  <c:v>1.6157514975007121</c:v>
                </c:pt>
                <c:pt idx="721">
                  <c:v>1.5713962845787652</c:v>
                </c:pt>
                <c:pt idx="722">
                  <c:v>1.5280823185905652</c:v>
                </c:pt>
                <c:pt idx="723">
                  <c:v>1.485791233547302</c:v>
                </c:pt>
                <c:pt idx="724">
                  <c:v>1.4445047800655226</c:v>
                </c:pt>
                <c:pt idx="725">
                  <c:v>1.4042048325526655</c:v>
                </c:pt>
                <c:pt idx="726">
                  <c:v>1.3648733960517119</c:v>
                </c:pt>
                <c:pt idx="727">
                  <c:v>1.3264926127509828</c:v>
                </c:pt>
                <c:pt idx="728">
                  <c:v>1.289044768165309</c:v>
                </c:pt>
                <c:pt idx="729">
                  <c:v>1.2525122969946541</c:v>
                </c:pt>
                <c:pt idx="730">
                  <c:v>1.2168777886666677</c:v>
                </c:pt>
                <c:pt idx="731">
                  <c:v>1.1821239925697957</c:v>
                </c:pt>
                <c:pt idx="732">
                  <c:v>1.1482338229830324</c:v>
                </c:pt>
                <c:pt idx="733">
                  <c:v>1.1151903637094078</c:v>
                </c:pt>
                <c:pt idx="734">
                  <c:v>1.0829768724197142</c:v>
                </c:pt>
                <c:pt idx="735">
                  <c:v>1.0515767847129078</c:v>
                </c:pt>
                <c:pt idx="736">
                  <c:v>1.0209737179005018</c:v>
                </c:pt>
                <c:pt idx="737">
                  <c:v>0.99115147452130148</c:v>
                </c:pt>
                <c:pt idx="738">
                  <c:v>0.96209404559332945</c:v>
                </c:pt>
                <c:pt idx="739">
                  <c:v>0.93378561361010615</c:v>
                </c:pt>
                <c:pt idx="740">
                  <c:v>0.90621055528768235</c:v>
                </c:pt>
                <c:pt idx="741">
                  <c:v>0.87935344406952121</c:v>
                </c:pt>
                <c:pt idx="742">
                  <c:v>0.85319905239592164</c:v>
                </c:pt>
                <c:pt idx="743">
                  <c:v>0.82773235374490728</c:v>
                </c:pt>
                <c:pt idx="744">
                  <c:v>0.80293852445106206</c:v>
                </c:pt>
                <c:pt idx="745">
                  <c:v>0.77880294530947713</c:v>
                </c:pt>
                <c:pt idx="746">
                  <c:v>0.7553112029710064</c:v>
                </c:pt>
                <c:pt idx="747">
                  <c:v>0.73244909113586665</c:v>
                </c:pt>
                <c:pt idx="748">
                  <c:v>0.71020261155200159</c:v>
                </c:pt>
                <c:pt idx="749">
                  <c:v>0.68855797482466985</c:v>
                </c:pt>
                <c:pt idx="750">
                  <c:v>0.66750160104389555</c:v>
                </c:pt>
                <c:pt idx="751">
                  <c:v>0.64702012023609534</c:v>
                </c:pt>
                <c:pt idx="752">
                  <c:v>0.62710037264612717</c:v>
                </c:pt>
                <c:pt idx="753">
                  <c:v>0.60772940885617577</c:v>
                </c:pt>
                <c:pt idx="754">
                  <c:v>0.58889448974748415</c:v>
                </c:pt>
                <c:pt idx="755">
                  <c:v>0.57058308631112264</c:v>
                </c:pt>
                <c:pt idx="756">
                  <c:v>0.55278287931371173</c:v>
                </c:pt>
                <c:pt idx="757">
                  <c:v>0.5354817588240296</c:v>
                </c:pt>
                <c:pt idx="758">
                  <c:v>0.51866782360633457</c:v>
                </c:pt>
                <c:pt idx="759">
                  <c:v>0.50232938038601549</c:v>
                </c:pt>
                <c:pt idx="760">
                  <c:v>0.48645494299332315</c:v>
                </c:pt>
                <c:pt idx="761">
                  <c:v>0.47103323139049286</c:v>
                </c:pt>
                <c:pt idx="762">
                  <c:v>0.45605317058786227</c:v>
                </c:pt>
                <c:pt idx="763">
                  <c:v>0.44150388945410052</c:v>
                </c:pt>
                <c:pt idx="764">
                  <c:v>0.42737471942584632</c:v>
                </c:pt>
                <c:pt idx="765">
                  <c:v>0.41365519312172494</c:v>
                </c:pt>
                <c:pt idx="766">
                  <c:v>0.40033504286585236</c:v>
                </c:pt>
                <c:pt idx="767">
                  <c:v>0.38740419912550023</c:v>
                </c:pt>
                <c:pt idx="768">
                  <c:v>0.37485278886778128</c:v>
                </c:pt>
                <c:pt idx="769">
                  <c:v>0.36267113383995658</c:v>
                </c:pt>
                <c:pt idx="770">
                  <c:v>0.3508497487778251</c:v>
                </c:pt>
                <c:pt idx="771">
                  <c:v>0.33937933954665223</c:v>
                </c:pt>
                <c:pt idx="772">
                  <c:v>0.32825080121886058</c:v>
                </c:pt>
                <c:pt idx="773">
                  <c:v>0.3174552160927222</c:v>
                </c:pt>
                <c:pt idx="774">
                  <c:v>0.30698385165602254</c:v>
                </c:pt>
                <c:pt idx="775">
                  <c:v>0.29682815849868055</c:v>
                </c:pt>
                <c:pt idx="776">
                  <c:v>0.28697976817815629</c:v>
                </c:pt>
                <c:pt idx="777">
                  <c:v>0.27743049104137091</c:v>
                </c:pt>
                <c:pt idx="778">
                  <c:v>0.26817231400662606</c:v>
                </c:pt>
                <c:pt idx="779">
                  <c:v>0.25919739830921773</c:v>
                </c:pt>
                <c:pt idx="780">
                  <c:v>0.25049807721391737</c:v>
                </c:pt>
                <c:pt idx="781">
                  <c:v>0.24206685369770531</c:v>
                </c:pt>
                <c:pt idx="782">
                  <c:v>0.23389639810591306</c:v>
                </c:pt>
                <c:pt idx="783">
                  <c:v>0.22597954578477464</c:v>
                </c:pt>
                <c:pt idx="784">
                  <c:v>0.21830929469335353</c:v>
                </c:pt>
                <c:pt idx="785">
                  <c:v>0.21087880299775261</c:v>
                </c:pt>
                <c:pt idx="786">
                  <c:v>0.20368138665023705</c:v>
                </c:pt>
                <c:pt idx="787">
                  <c:v>0.19671051695598629</c:v>
                </c:pt>
                <c:pt idx="788">
                  <c:v>0.18995981812998877</c:v>
                </c:pt>
                <c:pt idx="789">
                  <c:v>0.18342306484653464</c:v>
                </c:pt>
                <c:pt idx="790">
                  <c:v>0.17709417978358644</c:v>
                </c:pt>
                <c:pt idx="791">
                  <c:v>0.17096723116437437</c:v>
                </c:pt>
                <c:pt idx="792">
                  <c:v>0.16503643029828222</c:v>
                </c:pt>
                <c:pt idx="793">
                  <c:v>0.1592961291231246</c:v>
                </c:pt>
                <c:pt idx="794">
                  <c:v>0.15374081775077911</c:v>
                </c:pt>
                <c:pt idx="795">
                  <c:v>0.14836512201806701</c:v>
                </c:pt>
                <c:pt idx="796">
                  <c:v>0.14316380104464282</c:v>
                </c:pt>
                <c:pt idx="797">
                  <c:v>0.13813174479964618</c:v>
                </c:pt>
                <c:pt idx="798">
                  <c:v>0.13326397167873835</c:v>
                </c:pt>
                <c:pt idx="799">
                  <c:v>0.12855562609302909</c:v>
                </c:pt>
                <c:pt idx="800">
                  <c:v>0.12400197607141726</c:v>
                </c:pt>
                <c:pt idx="801">
                  <c:v>0.11959841087772077</c:v>
                </c:pt>
                <c:pt idx="802">
                  <c:v>0.11534043864388552</c:v>
                </c:pt>
                <c:pt idx="803">
                  <c:v>0.11122368402055752</c:v>
                </c:pt>
                <c:pt idx="804">
                  <c:v>0.10724388584617206</c:v>
                </c:pt>
                <c:pt idx="805">
                  <c:v>0.103396894835659</c:v>
                </c:pt>
                <c:pt idx="806">
                  <c:v>9.967867128981979E-2</c:v>
                </c:pt>
                <c:pt idx="807">
                  <c:v>9.6085282826325308E-2</c:v>
                </c:pt>
                <c:pt idx="808">
                  <c:v>9.2612902133266825E-2</c:v>
                </c:pt>
                <c:pt idx="809">
                  <c:v>8.9257804746080929E-2</c:v>
                </c:pt>
                <c:pt idx="810">
                  <c:v>8.6016366848663511E-2</c:v>
                </c:pt>
                <c:pt idx="811">
                  <c:v>8.2885063099377251E-2</c:v>
                </c:pt>
                <c:pt idx="812">
                  <c:v>7.9860464482644042E-2</c:v>
                </c:pt>
                <c:pt idx="813">
                  <c:v>7.6939236186734303E-2</c:v>
                </c:pt>
                <c:pt idx="814">
                  <c:v>7.4118135508312588E-2</c:v>
                </c:pt>
                <c:pt idx="815">
                  <c:v>7.1394009784281981E-2</c:v>
                </c:pt>
                <c:pt idx="816">
                  <c:v>6.8763794351363788E-2</c:v>
                </c:pt>
                <c:pt idx="817">
                  <c:v>6.6224510533853961E-2</c:v>
                </c:pt>
                <c:pt idx="818">
                  <c:v>6.3773263659925514E-2</c:v>
                </c:pt>
                <c:pt idx="819">
                  <c:v>6.1407241106817639E-2</c:v>
                </c:pt>
                <c:pt idx="820">
                  <c:v>5.9123710375181104E-2</c:v>
                </c:pt>
                <c:pt idx="821">
                  <c:v>5.6920017192856318E-2</c:v>
                </c:pt>
                <c:pt idx="822">
                  <c:v>5.4793583648281956E-2</c:v>
                </c:pt>
                <c:pt idx="823">
                  <c:v>5.2741906353699707E-2</c:v>
                </c:pt>
                <c:pt idx="824">
                  <c:v>5.0762554638320502E-2</c:v>
                </c:pt>
                <c:pt idx="825">
                  <c:v>4.8853168771529711E-2</c:v>
                </c:pt>
                <c:pt idx="826">
                  <c:v>4.7011458216216384E-2</c:v>
                </c:pt>
                <c:pt idx="827">
                  <c:v>4.5235199912272754E-2</c:v>
                </c:pt>
                <c:pt idx="828">
                  <c:v>4.3522236590265773E-2</c:v>
                </c:pt>
                <c:pt idx="829">
                  <c:v>4.1870475115263366E-2</c:v>
                </c:pt>
                <c:pt idx="830">
                  <c:v>4.0277884860783549E-2</c:v>
                </c:pt>
                <c:pt idx="831">
                  <c:v>3.8742496112784623E-2</c:v>
                </c:pt>
                <c:pt idx="832">
                  <c:v>3.7262398503609677E-2</c:v>
                </c:pt>
                <c:pt idx="833">
                  <c:v>3.5835739475764565E-2</c:v>
                </c:pt>
                <c:pt idx="834">
                  <c:v>3.4460722775392624E-2</c:v>
                </c:pt>
                <c:pt idx="835">
                  <c:v>3.3135606975289153E-2</c:v>
                </c:pt>
                <c:pt idx="836">
                  <c:v>3.1858704027268127E-2</c:v>
                </c:pt>
                <c:pt idx="837">
                  <c:v>3.0628377843696177E-2</c:v>
                </c:pt>
                <c:pt idx="838">
                  <c:v>2.9443042907965612E-2</c:v>
                </c:pt>
                <c:pt idx="839">
                  <c:v>2.8301162913684712E-2</c:v>
                </c:pt>
                <c:pt idx="840">
                  <c:v>2.7201249432336632E-2</c:v>
                </c:pt>
                <c:pt idx="841">
                  <c:v>2.6141860609141851E-2</c:v>
                </c:pt>
                <c:pt idx="842">
                  <c:v>2.512159988685405E-2</c:v>
                </c:pt>
                <c:pt idx="843">
                  <c:v>2.4139114757203334E-2</c:v>
                </c:pt>
                <c:pt idx="844">
                  <c:v>2.3193095539686261E-2</c:v>
                </c:pt>
                <c:pt idx="845">
                  <c:v>2.228227418739108E-2</c:v>
                </c:pt>
                <c:pt idx="846">
                  <c:v>2.1405423119548683E-2</c:v>
                </c:pt>
                <c:pt idx="847">
                  <c:v>2.0561354080469121E-2</c:v>
                </c:pt>
                <c:pt idx="848">
                  <c:v>1.974891702453838E-2</c:v>
                </c:pt>
                <c:pt idx="849">
                  <c:v>1.8966999026925686E-2</c:v>
                </c:pt>
                <c:pt idx="850">
                  <c:v>1.8214523219651228E-2</c:v>
                </c:pt>
                <c:pt idx="851">
                  <c:v>1.7490447752661172E-2</c:v>
                </c:pt>
                <c:pt idx="852">
                  <c:v>1.6793764779543464E-2</c:v>
                </c:pt>
                <c:pt idx="853">
                  <c:v>1.6123499467521465E-2</c:v>
                </c:pt>
                <c:pt idx="854">
                  <c:v>1.5478709031351666E-2</c:v>
                </c:pt>
                <c:pt idx="855">
                  <c:v>1.4858481790750737E-2</c:v>
                </c:pt>
                <c:pt idx="856">
                  <c:v>1.4261936250976949E-2</c:v>
                </c:pt>
                <c:pt idx="857">
                  <c:v>1.3688220206181902E-2</c:v>
                </c:pt>
                <c:pt idx="858">
                  <c:v>1.3136509865153341E-2</c:v>
                </c:pt>
                <c:pt idx="859">
                  <c:v>1.2606008999062258E-2</c:v>
                </c:pt>
                <c:pt idx="860">
                  <c:v>1.2095948110830826E-2</c:v>
                </c:pt>
                <c:pt idx="861">
                  <c:v>1.1605583625737392E-2</c:v>
                </c:pt>
                <c:pt idx="862">
                  <c:v>1.113419710286746E-2</c:v>
                </c:pt>
                <c:pt idx="863">
                  <c:v>1.0681094467030685E-2</c:v>
                </c:pt>
                <c:pt idx="864">
                  <c:v>1.0245605260755755E-2</c:v>
                </c:pt>
                <c:pt idx="865">
                  <c:v>9.8270819159777117E-3</c:v>
                </c:pt>
                <c:pt idx="866">
                  <c:v>9.4248990450390806E-3</c:v>
                </c:pt>
                <c:pt idx="867">
                  <c:v>9.0384527506195429E-3</c:v>
                </c:pt>
                <c:pt idx="868">
                  <c:v>8.667159954215348E-3</c:v>
                </c:pt>
                <c:pt idx="869">
                  <c:v>8.3104577427945223E-3</c:v>
                </c:pt>
                <c:pt idx="870">
                  <c:v>7.9678027332472263E-3</c:v>
                </c:pt>
                <c:pt idx="871">
                  <c:v>7.6386704542646157E-3</c:v>
                </c:pt>
                <c:pt idx="872">
                  <c:v>7.3225547452742496E-3</c:v>
                </c:pt>
                <c:pt idx="873">
                  <c:v>7.0189671720662199E-3</c:v>
                </c:pt>
                <c:pt idx="874">
                  <c:v>6.7274364587479527E-3</c:v>
                </c:pt>
                <c:pt idx="875">
                  <c:v>6.447507935667892E-3</c:v>
                </c:pt>
                <c:pt idx="876">
                  <c:v>6.178743002954231E-3</c:v>
                </c:pt>
                <c:pt idx="877">
                  <c:v>5.9207186093144923E-3</c:v>
                </c:pt>
                <c:pt idx="878">
                  <c:v>5.6730267457514305E-3</c:v>
                </c:pt>
                <c:pt idx="879">
                  <c:v>5.435273953850228E-3</c:v>
                </c:pt>
                <c:pt idx="880">
                  <c:v>5.2070808482989478E-3</c:v>
                </c:pt>
                <c:pt idx="881">
                  <c:v>4.9880816533066884E-3</c:v>
                </c:pt>
                <c:pt idx="882">
                  <c:v>4.7779237525915463E-3</c:v>
                </c:pt>
                <c:pt idx="883">
                  <c:v>4.5762672526108794E-3</c:v>
                </c:pt>
                <c:pt idx="884">
                  <c:v>4.3827845587146204E-3</c:v>
                </c:pt>
                <c:pt idx="885">
                  <c:v>4.1971599639057996E-3</c:v>
                </c:pt>
                <c:pt idx="886">
                  <c:v>4.0190892498970761E-3</c:v>
                </c:pt>
                <c:pt idx="887">
                  <c:v>3.8482793001571509E-3</c:v>
                </c:pt>
                <c:pt idx="888">
                  <c:v>3.6844477246470828E-3</c:v>
                </c:pt>
                <c:pt idx="889">
                  <c:v>3.527322495949157E-3</c:v>
                </c:pt>
                <c:pt idx="890">
                  <c:v>3.3766415964984675E-3</c:v>
                </c:pt>
                <c:pt idx="891">
                  <c:v>3.2321526766308116E-3</c:v>
                </c:pt>
                <c:pt idx="892">
                  <c:v>3.0936127231665929E-3</c:v>
                </c:pt>
                <c:pt idx="893">
                  <c:v>2.9607877382542723E-3</c:v>
                </c:pt>
                <c:pt idx="894">
                  <c:v>2.8334524282042765E-3</c:v>
                </c:pt>
                <c:pt idx="895">
                  <c:v>2.7113899020463168E-3</c:v>
                </c:pt>
                <c:pt idx="896">
                  <c:v>2.5943913795506779E-3</c:v>
                </c:pt>
                <c:pt idx="897">
                  <c:v>2.482255908458725E-3</c:v>
                </c:pt>
                <c:pt idx="898">
                  <c:v>2.37479009067121E-3</c:v>
                </c:pt>
                <c:pt idx="899">
                  <c:v>2.2718078171506625E-3</c:v>
                </c:pt>
                <c:pt idx="900">
                  <c:v>2.1731300112967727E-3</c:v>
                </c:pt>
                <c:pt idx="901">
                  <c:v>2.0785843805605688E-3</c:v>
                </c:pt>
                <c:pt idx="902">
                  <c:v>1.988005176066821E-3</c:v>
                </c:pt>
                <c:pt idx="903">
                  <c:v>1.9012329600197233E-3</c:v>
                </c:pt>
                <c:pt idx="904">
                  <c:v>1.8181143806718755E-3</c:v>
                </c:pt>
                <c:pt idx="905">
                  <c:v>1.7385019546407594E-3</c:v>
                </c:pt>
                <c:pt idx="906">
                  <c:v>1.6622538563626423E-3</c:v>
                </c:pt>
                <c:pt idx="907">
                  <c:v>1.5892337144779722E-3</c:v>
                </c:pt>
                <c:pt idx="908">
                  <c:v>1.5193104149469725E-3</c:v>
                </c:pt>
                <c:pt idx="909">
                  <c:v>1.4523579106995727E-3</c:v>
                </c:pt>
                <c:pt idx="910">
                  <c:v>1.3882550376271494E-3</c:v>
                </c:pt>
                <c:pt idx="911">
                  <c:v>1.3268853367295829E-3</c:v>
                </c:pt>
                <c:pt idx="912">
                  <c:v>1.2681368822344131E-3</c:v>
                </c:pt>
                <c:pt idx="913">
                  <c:v>1.21190211550963E-3</c:v>
                </c:pt>
                <c:pt idx="914">
                  <c:v>1.1580776845966042E-3</c:v>
                </c:pt>
                <c:pt idx="915">
                  <c:v>1.1065642891931314E-3</c:v>
                </c:pt>
                <c:pt idx="916">
                  <c:v>1.0572665309209579E-3</c:v>
                </c:pt>
                <c:pt idx="917">
                  <c:v>1.0100927687170848E-3</c:v>
                </c:pt>
                <c:pt idx="918">
                  <c:v>9.6495497919110794E-4</c:v>
                </c:pt>
                <c:pt idx="919">
                  <c:v>9.2176862179559125E-4</c:v>
                </c:pt>
                <c:pt idx="920">
                  <c:v>8.8045250866044243E-4</c:v>
                </c:pt>
                <c:pt idx="921">
                  <c:v>8.4092867894584845E-4</c:v>
                </c:pt>
                <c:pt idx="922">
                  <c:v>8.0312227757219144E-4</c:v>
                </c:pt>
                <c:pt idx="923">
                  <c:v>7.6696143818947302E-4</c:v>
                </c:pt>
                <c:pt idx="924">
                  <c:v>7.3237717025203001E-4</c:v>
                </c:pt>
                <c:pt idx="925">
                  <c:v>6.9930325006807299E-4</c:v>
                </c:pt>
                <c:pt idx="926">
                  <c:v>6.6767611569736637E-4</c:v>
                </c:pt>
                <c:pt idx="927">
                  <c:v>6.3743476557354595E-4</c:v>
                </c:pt>
                <c:pt idx="928">
                  <c:v>6.0852066073093002E-4</c:v>
                </c:pt>
                <c:pt idx="929">
                  <c:v>5.8087763051942816E-4</c:v>
                </c:pt>
                <c:pt idx="930">
                  <c:v>5.5445178169400973E-4</c:v>
                </c:pt>
                <c:pt idx="931">
                  <c:v>5.2919141076847656E-4</c:v>
                </c:pt>
                <c:pt idx="932">
                  <c:v>5.0504691952660903E-4</c:v>
                </c:pt>
                <c:pt idx="933">
                  <c:v>4.819707335866417E-4</c:v>
                </c:pt>
                <c:pt idx="934">
                  <c:v>4.5991722391793113E-4</c:v>
                </c:pt>
                <c:pt idx="935">
                  <c:v>4.3884263121191612E-4</c:v>
                </c:pt>
                <c:pt idx="936">
                  <c:v>4.1870499301207079E-4</c:v>
                </c:pt>
                <c:pt idx="937">
                  <c:v>3.9946407351031294E-4</c:v>
                </c:pt>
                <c:pt idx="938">
                  <c:v>3.8108129592036007E-4</c:v>
                </c:pt>
                <c:pt idx="939">
                  <c:v>3.6351967734087162E-4</c:v>
                </c:pt>
                <c:pt idx="940">
                  <c:v>3.4674376602394626E-4</c:v>
                </c:pt>
                <c:pt idx="941">
                  <c:v>3.3071958096712238E-4</c:v>
                </c:pt>
                <c:pt idx="942">
                  <c:v>3.1541455374948607E-4</c:v>
                </c:pt>
                <c:pt idx="943">
                  <c:v>3.007974725347855E-4</c:v>
                </c:pt>
                <c:pt idx="944">
                  <c:v>2.8683842816701739E-4</c:v>
                </c:pt>
                <c:pt idx="945">
                  <c:v>2.7350876228605925E-4</c:v>
                </c:pt>
                <c:pt idx="946">
                  <c:v>2.6078101739330698E-4</c:v>
                </c:pt>
                <c:pt idx="947">
                  <c:v>2.486288887993003E-4</c:v>
                </c:pt>
                <c:pt idx="948">
                  <c:v>2.3702717838761485E-4</c:v>
                </c:pt>
                <c:pt idx="949">
                  <c:v>2.259517501312464E-4</c:v>
                </c:pt>
                <c:pt idx="950">
                  <c:v>2.153794872997571E-4</c:v>
                </c:pt>
                <c:pt idx="951">
                  <c:v>2.0528825129744648E-4</c:v>
                </c:pt>
                <c:pt idx="952">
                  <c:v>1.956568420746751E-4</c:v>
                </c:pt>
                <c:pt idx="953">
                  <c:v>1.8646496005635081E-4</c:v>
                </c:pt>
                <c:pt idx="954">
                  <c:v>1.7769316953339227E-4</c:v>
                </c:pt>
                <c:pt idx="955">
                  <c:v>1.6932286346470448E-4</c:v>
                </c:pt>
                <c:pt idx="956">
                  <c:v>1.6133622963898219E-4</c:v>
                </c:pt>
                <c:pt idx="957">
                  <c:v>1.5371621814723135E-4</c:v>
                </c:pt>
                <c:pt idx="958">
                  <c:v>1.4644651011856422E-4</c:v>
                </c:pt>
                <c:pt idx="959">
                  <c:v>1.395114876733721E-4</c:v>
                </c:pt>
                <c:pt idx="960">
                  <c:v>1.3289620504953984E-4</c:v>
                </c:pt>
                <c:pt idx="961">
                  <c:v>1.265863608587251E-4</c:v>
                </c:pt>
                <c:pt idx="962">
                  <c:v>1.2056827143135343E-4</c:v>
                </c:pt>
                <c:pt idx="963">
                  <c:v>1.1482884521018548E-4</c:v>
                </c:pt>
                <c:pt idx="964">
                  <c:v>1.0935555815376156E-4</c:v>
                </c:pt>
                <c:pt idx="965">
                  <c:v>1.0413643011235522E-4</c:v>
                </c:pt>
                <c:pt idx="966">
                  <c:v>9.9160002140272286E-5</c:v>
                </c:pt>
                <c:pt idx="967">
                  <c:v>9.4415314709601488E-5</c:v>
                </c:pt>
                <c:pt idx="968">
                  <c:v>8.9891886791757414E-5</c:v>
                </c:pt>
                <c:pt idx="969">
                  <c:v>8.557969577424436E-5</c:v>
                </c:pt>
                <c:pt idx="970">
                  <c:v>8.1469158181247345E-5</c:v>
                </c:pt>
                <c:pt idx="971">
                  <c:v>7.7551111167728563E-5</c:v>
                </c:pt>
                <c:pt idx="972">
                  <c:v>7.3816794757776909E-5</c:v>
                </c:pt>
                <c:pt idx="973">
                  <c:v>7.025783479896009E-5</c:v>
                </c:pt>
                <c:pt idx="974">
                  <c:v>6.686622660543699E-5</c:v>
                </c:pt>
                <c:pt idx="975">
                  <c:v>6.3634319263567617E-5</c:v>
                </c:pt>
                <c:pt idx="976">
                  <c:v>6.0554800574629867E-5</c:v>
                </c:pt>
                <c:pt idx="977">
                  <c:v>5.7620682610223121E-5</c:v>
                </c:pt>
                <c:pt idx="978">
                  <c:v>5.4825287856769702E-5</c:v>
                </c:pt>
                <c:pt idx="979">
                  <c:v>5.2162235926366605E-5</c:v>
                </c:pt>
                <c:pt idx="980">
                  <c:v>4.9625430812081396E-5</c:v>
                </c:pt>
                <c:pt idx="981">
                  <c:v>4.7209048666564053E-5</c:v>
                </c:pt>
                <c:pt idx="982">
                  <c:v>4.4907526083597782E-5</c:v>
                </c:pt>
                <c:pt idx="983">
                  <c:v>4.2715548862975855E-5</c:v>
                </c:pt>
                <c:pt idx="984">
                  <c:v>4.0628041239792686E-5</c:v>
                </c:pt>
                <c:pt idx="985">
                  <c:v>3.8640155559923994E-5</c:v>
                </c:pt>
                <c:pt idx="986">
                  <c:v>3.6747262384151162E-5</c:v>
                </c:pt>
                <c:pt idx="987">
                  <c:v>3.494494100402833E-5</c:v>
                </c:pt>
                <c:pt idx="988">
                  <c:v>3.3228970353201478E-5</c:v>
                </c:pt>
                <c:pt idx="989">
                  <c:v>3.1595320298516895E-5</c:v>
                </c:pt>
                <c:pt idx="990">
                  <c:v>3.0040143295812225E-5</c:v>
                </c:pt>
                <c:pt idx="991">
                  <c:v>2.855976639586486E-5</c:v>
                </c:pt>
                <c:pt idx="992">
                  <c:v>2.7150683586512766E-5</c:v>
                </c:pt>
                <c:pt idx="993">
                  <c:v>2.5809548457477787E-5</c:v>
                </c:pt>
                <c:pt idx="994">
                  <c:v>2.453316717494195E-5</c:v>
                </c:pt>
                <c:pt idx="995">
                  <c:v>2.3318491753408111E-5</c:v>
                </c:pt>
                <c:pt idx="996">
                  <c:v>2.2162613612849763E-5</c:v>
                </c:pt>
                <c:pt idx="997">
                  <c:v>2.1062757409612445E-5</c:v>
                </c:pt>
                <c:pt idx="998">
                  <c:v>2.0016275129970546E-5</c:v>
                </c:pt>
                <c:pt idx="999">
                  <c:v>1.902064043566016E-5</c:v>
                </c:pt>
                <c:pt idx="1000">
                  <c:v>1.8073443251126038E-5</c:v>
                </c:pt>
                <c:pt idx="1001">
                  <c:v>1.7172384582613708E-5</c:v>
                </c:pt>
                <c:pt idx="1002">
                  <c:v>1.631527155961498E-5</c:v>
                </c:pt>
                <c:pt idx="1003">
                  <c:v>1.5500012689541482E-5</c:v>
                </c:pt>
                <c:pt idx="1004">
                  <c:v>1.472461331686661E-5</c:v>
                </c:pt>
                <c:pt idx="1005">
                  <c:v>1.3987171278297782E-5</c:v>
                </c:pt>
                <c:pt idx="1006">
                  <c:v>1.3285872745886637E-5</c:v>
                </c:pt>
                <c:pt idx="1007">
                  <c:v>1.2618988250294851E-5</c:v>
                </c:pt>
                <c:pt idx="1008">
                  <c:v>1.1984868876736589E-5</c:v>
                </c:pt>
                <c:pt idx="1009">
                  <c:v>1.1381942626416498E-5</c:v>
                </c:pt>
                <c:pt idx="1010">
                  <c:v>1.080871093656549E-5</c:v>
                </c:pt>
                <c:pt idx="1011">
                  <c:v>1.0263745352445388E-5</c:v>
                </c:pt>
                <c:pt idx="1012">
                  <c:v>9.7456843449601564E-6</c:v>
                </c:pt>
                <c:pt idx="1013">
                  <c:v>9.2532302677657987E-6</c:v>
                </c:pt>
                <c:pt idx="1014">
                  <c:v>8.785146448007336E-6</c:v>
                </c:pt>
                <c:pt idx="1015">
                  <c:v>8.3402544050559373E-6</c:v>
                </c:pt>
                <c:pt idx="1016">
                  <c:v>7.9174311918349762E-6</c:v>
                </c:pt>
                <c:pt idx="1017">
                  <c:v>7.515606853551154E-6</c:v>
                </c:pt>
                <c:pt idx="1018">
                  <c:v>7.1337619988454149E-6</c:v>
                </c:pt>
                <c:pt idx="1019">
                  <c:v>6.7709254785879206E-6</c:v>
                </c:pt>
                <c:pt idx="1020">
                  <c:v>6.4261721677322167E-6</c:v>
                </c:pt>
                <c:pt idx="1021">
                  <c:v>6.0986208458265022E-6</c:v>
                </c:pt>
                <c:pt idx="1022">
                  <c:v>5.7874321719643629E-6</c:v>
                </c:pt>
                <c:pt idx="1023">
                  <c:v>5.4918067501267303E-6</c:v>
                </c:pt>
                <c:pt idx="1024">
                  <c:v>5.2109832810314973E-6</c:v>
                </c:pt>
                <c:pt idx="1025">
                  <c:v>4.9442367967683267E-6</c:v>
                </c:pt>
                <c:pt idx="1026">
                  <c:v>4.6908769746489864E-6</c:v>
                </c:pt>
                <c:pt idx="1027">
                  <c:v>4.4502465268493739E-6</c:v>
                </c:pt>
                <c:pt idx="1028">
                  <c:v>4.2217196625609672E-6</c:v>
                </c:pt>
                <c:pt idx="1029">
                  <c:v>4.0047006195081475E-6</c:v>
                </c:pt>
                <c:pt idx="1030">
                  <c:v>3.7986222618126414E-6</c:v>
                </c:pt>
                <c:pt idx="1031">
                  <c:v>3.6029447413185389E-6</c:v>
                </c:pt>
                <c:pt idx="1032">
                  <c:v>3.4171542196058697E-6</c:v>
                </c:pt>
                <c:pt idx="1033">
                  <c:v>3.2407616480405561E-6</c:v>
                </c:pt>
                <c:pt idx="1034">
                  <c:v>3.0733016033172565E-6</c:v>
                </c:pt>
                <c:pt idx="1035">
                  <c:v>2.9143311760594751E-6</c:v>
                </c:pt>
                <c:pt idx="1036">
                  <c:v>2.7634289101440902E-6</c:v>
                </c:pt>
                <c:pt idx="1037">
                  <c:v>2.620193790513947E-6</c:v>
                </c:pt>
                <c:pt idx="1038">
                  <c:v>2.4842442773395487E-6</c:v>
                </c:pt>
                <c:pt idx="1039">
                  <c:v>2.3552173844784905E-6</c:v>
                </c:pt>
                <c:pt idx="1040">
                  <c:v>2.2327678002705861E-6</c:v>
                </c:pt>
                <c:pt idx="1041">
                  <c:v>2.1165670487890596E-6</c:v>
                </c:pt>
                <c:pt idx="1042">
                  <c:v>2.0063026897483139E-6</c:v>
                </c:pt>
                <c:pt idx="1043">
                  <c:v>1.9016775553460061E-6</c:v>
                </c:pt>
                <c:pt idx="1044">
                  <c:v>1.8024090223907302E-6</c:v>
                </c:pt>
                <c:pt idx="1045">
                  <c:v>1.7082283181370504E-6</c:v>
                </c:pt>
                <c:pt idx="1046">
                  <c:v>1.6188798583183678E-6</c:v>
                </c:pt>
                <c:pt idx="1047">
                  <c:v>1.5341206159320492E-6</c:v>
                </c:pt>
                <c:pt idx="1048">
                  <c:v>1.4537195193940536E-6</c:v>
                </c:pt>
                <c:pt idx="1049">
                  <c:v>1.3774568787408032E-6</c:v>
                </c:pt>
                <c:pt idx="1050">
                  <c:v>1.3051238386123433E-6</c:v>
                </c:pt>
                <c:pt idx="1051">
                  <c:v>1.2365218568061056E-6</c:v>
                </c:pt>
                <c:pt idx="1052">
                  <c:v>1.171462207244046E-6</c:v>
                </c:pt>
                <c:pt idx="1053">
                  <c:v>1.1097655062453422E-6</c:v>
                </c:pt>
                <c:pt idx="1054">
                  <c:v>1.0512612610456949E-6</c:v>
                </c:pt>
                <c:pt idx="1055">
                  <c:v>9.9578743955105436E-7</c:v>
                </c:pt>
                <c:pt idx="1056">
                  <c:v>9.4319006035735523E-7</c:v>
                </c:pt>
                <c:pt idx="1057">
                  <c:v>8.9332280211067534E-7</c:v>
                </c:pt>
                <c:pt idx="1058">
                  <c:v>8.4604663132317038E-7</c:v>
                </c:pt>
                <c:pt idx="1059">
                  <c:v>8.0122944779906054E-7</c:v>
                </c:pt>
                <c:pt idx="1060">
                  <c:v>7.5874574686209337E-7</c:v>
                </c:pt>
                <c:pt idx="1061">
                  <c:v>7.1847629761227075E-7</c:v>
                </c:pt>
                <c:pt idx="1062">
                  <c:v>6.8030783647351981E-7</c:v>
                </c:pt>
                <c:pt idx="1063">
                  <c:v>6.4413277532669118E-7</c:v>
                </c:pt>
                <c:pt idx="1064">
                  <c:v>6.0984892355430025E-7</c:v>
                </c:pt>
                <c:pt idx="1065">
                  <c:v>5.7735922335293159E-7</c:v>
                </c:pt>
                <c:pt idx="1066">
                  <c:v>5.4657149769821914E-7</c:v>
                </c:pt>
                <c:pt idx="1067">
                  <c:v>5.1739821037502382E-7</c:v>
                </c:pt>
                <c:pt idx="1068">
                  <c:v>4.8975623751163693E-7</c:v>
                </c:pt>
                <c:pt idx="1069">
                  <c:v>4.6356665008205895E-7</c:v>
                </c:pt>
                <c:pt idx="1070">
                  <c:v>4.3875450686470139E-7</c:v>
                </c:pt>
                <c:pt idx="1071">
                  <c:v>4.152486573689142E-7</c:v>
                </c:pt>
                <c:pt idx="1072">
                  <c:v>3.9298155426258544E-7</c:v>
                </c:pt>
                <c:pt idx="1073">
                  <c:v>3.7188907485568725E-7</c:v>
                </c:pt>
                <c:pt idx="1074">
                  <c:v>3.5191035121442447E-7</c:v>
                </c:pt>
                <c:pt idx="1075">
                  <c:v>3.3298760850013232E-7</c:v>
                </c:pt>
                <c:pt idx="1076">
                  <c:v>3.1506601114562694E-7</c:v>
                </c:pt>
                <c:pt idx="1077">
                  <c:v>2.9809351649925592E-7</c:v>
                </c:pt>
                <c:pt idx="1078">
                  <c:v>2.820207355838813E-7</c:v>
                </c:pt>
                <c:pt idx="1079">
                  <c:v>2.6680080063415167E-7</c:v>
                </c:pt>
                <c:pt idx="1080">
                  <c:v>2.5238923909085338E-7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B-0F27-43CB-B342-0B1853660F7A}"/>
            </c:ext>
          </c:extLst>
        </c:ser>
        <c:ser>
          <c:idx val="12"/>
          <c:order val="12"/>
          <c:tx>
            <c:strRef>
              <c:f>Sheet1!$W$3</c:f>
              <c:strCache>
                <c:ptCount val="1"/>
                <c:pt idx="0">
                  <c:v>Qp = 30.0 L/s</c:v>
                </c:pt>
              </c:strCache>
            </c:strRef>
          </c:tx>
          <c:spPr>
            <a:ln w="1905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xVal>
            <c:numRef>
              <c:f>Sheet1!$J$4:$J$1084</c:f>
              <c:numCache>
                <c:formatCode>General</c:formatCode>
                <c:ptCount val="1081"/>
                <c:pt idx="0">
                  <c:v>0</c:v>
                </c:pt>
                <c:pt idx="1">
                  <c:v>2.7777777777777775E-3</c:v>
                </c:pt>
                <c:pt idx="2">
                  <c:v>5.5555555555555549E-3</c:v>
                </c:pt>
                <c:pt idx="3">
                  <c:v>8.3333333333333332E-3</c:v>
                </c:pt>
                <c:pt idx="4">
                  <c:v>1.111111111111111E-2</c:v>
                </c:pt>
                <c:pt idx="5">
                  <c:v>1.388888888888889E-2</c:v>
                </c:pt>
                <c:pt idx="6">
                  <c:v>1.6666666666666666E-2</c:v>
                </c:pt>
                <c:pt idx="7">
                  <c:v>1.9444444444444445E-2</c:v>
                </c:pt>
                <c:pt idx="8">
                  <c:v>2.222222222222222E-2</c:v>
                </c:pt>
                <c:pt idx="9">
                  <c:v>2.5000000000000001E-2</c:v>
                </c:pt>
                <c:pt idx="10">
                  <c:v>2.777777777777778E-2</c:v>
                </c:pt>
                <c:pt idx="11">
                  <c:v>3.0555555555555555E-2</c:v>
                </c:pt>
                <c:pt idx="12">
                  <c:v>3.3333333333333333E-2</c:v>
                </c:pt>
                <c:pt idx="13">
                  <c:v>3.6111111111111108E-2</c:v>
                </c:pt>
                <c:pt idx="14">
                  <c:v>3.888888888888889E-2</c:v>
                </c:pt>
                <c:pt idx="15">
                  <c:v>4.1666666666666664E-2</c:v>
                </c:pt>
                <c:pt idx="16">
                  <c:v>4.4444444444444439E-2</c:v>
                </c:pt>
                <c:pt idx="17">
                  <c:v>4.7222222222222228E-2</c:v>
                </c:pt>
                <c:pt idx="18">
                  <c:v>0.05</c:v>
                </c:pt>
                <c:pt idx="19">
                  <c:v>5.2777777777777778E-2</c:v>
                </c:pt>
                <c:pt idx="20">
                  <c:v>5.5555555555555559E-2</c:v>
                </c:pt>
                <c:pt idx="21">
                  <c:v>5.8333333333333334E-2</c:v>
                </c:pt>
                <c:pt idx="22">
                  <c:v>6.1111111111111109E-2</c:v>
                </c:pt>
                <c:pt idx="23">
                  <c:v>6.3888888888888898E-2</c:v>
                </c:pt>
                <c:pt idx="24">
                  <c:v>6.6666666666666666E-2</c:v>
                </c:pt>
                <c:pt idx="25">
                  <c:v>6.9444444444444448E-2</c:v>
                </c:pt>
                <c:pt idx="26">
                  <c:v>7.2222222222222215E-2</c:v>
                </c:pt>
                <c:pt idx="27">
                  <c:v>7.4999999999999997E-2</c:v>
                </c:pt>
                <c:pt idx="28">
                  <c:v>7.7777777777777779E-2</c:v>
                </c:pt>
                <c:pt idx="29">
                  <c:v>8.0555555555555547E-2</c:v>
                </c:pt>
                <c:pt idx="30">
                  <c:v>8.3333333333333329E-2</c:v>
                </c:pt>
                <c:pt idx="31">
                  <c:v>8.611111111111111E-2</c:v>
                </c:pt>
                <c:pt idx="32">
                  <c:v>8.8888888888888878E-2</c:v>
                </c:pt>
                <c:pt idx="33">
                  <c:v>9.166666666666666E-2</c:v>
                </c:pt>
                <c:pt idx="34">
                  <c:v>9.4444444444444456E-2</c:v>
                </c:pt>
                <c:pt idx="35">
                  <c:v>9.7222222222222224E-2</c:v>
                </c:pt>
                <c:pt idx="36">
                  <c:v>0.1</c:v>
                </c:pt>
                <c:pt idx="37">
                  <c:v>0.10277777777777779</c:v>
                </c:pt>
                <c:pt idx="38">
                  <c:v>0.10555555555555556</c:v>
                </c:pt>
                <c:pt idx="39">
                  <c:v>0.10833333333333334</c:v>
                </c:pt>
                <c:pt idx="40">
                  <c:v>0.11111111111111112</c:v>
                </c:pt>
                <c:pt idx="41">
                  <c:v>0.11388888888888889</c:v>
                </c:pt>
                <c:pt idx="42">
                  <c:v>0.11666666666666667</c:v>
                </c:pt>
                <c:pt idx="43">
                  <c:v>0.11944444444444445</c:v>
                </c:pt>
                <c:pt idx="44">
                  <c:v>0.12222222222222222</c:v>
                </c:pt>
                <c:pt idx="45">
                  <c:v>0.125</c:v>
                </c:pt>
                <c:pt idx="46">
                  <c:v>0.1277777777777778</c:v>
                </c:pt>
                <c:pt idx="47">
                  <c:v>0.13055555555555556</c:v>
                </c:pt>
                <c:pt idx="48">
                  <c:v>0.13333333333333333</c:v>
                </c:pt>
                <c:pt idx="49">
                  <c:v>0.1361111111111111</c:v>
                </c:pt>
                <c:pt idx="50">
                  <c:v>0.1388888888888889</c:v>
                </c:pt>
                <c:pt idx="51">
                  <c:v>0.14166666666666666</c:v>
                </c:pt>
                <c:pt idx="52">
                  <c:v>0.14444444444444443</c:v>
                </c:pt>
                <c:pt idx="53">
                  <c:v>0.14722222222222223</c:v>
                </c:pt>
                <c:pt idx="54">
                  <c:v>0.15</c:v>
                </c:pt>
                <c:pt idx="55">
                  <c:v>0.15277777777777776</c:v>
                </c:pt>
                <c:pt idx="56">
                  <c:v>0.15555555555555556</c:v>
                </c:pt>
                <c:pt idx="57">
                  <c:v>0.15833333333333333</c:v>
                </c:pt>
                <c:pt idx="58">
                  <c:v>0.16111111111111109</c:v>
                </c:pt>
                <c:pt idx="59">
                  <c:v>0.16388888888888889</c:v>
                </c:pt>
                <c:pt idx="60">
                  <c:v>0.16666666666666666</c:v>
                </c:pt>
                <c:pt idx="61">
                  <c:v>0.16944444444444443</c:v>
                </c:pt>
                <c:pt idx="62">
                  <c:v>0.17222222222222222</c:v>
                </c:pt>
                <c:pt idx="63">
                  <c:v>0.17499999999999999</c:v>
                </c:pt>
                <c:pt idx="64">
                  <c:v>0.17777777777777776</c:v>
                </c:pt>
                <c:pt idx="65">
                  <c:v>0.18055555555555555</c:v>
                </c:pt>
                <c:pt idx="66">
                  <c:v>0.18333333333333332</c:v>
                </c:pt>
                <c:pt idx="67">
                  <c:v>0.18611111111111109</c:v>
                </c:pt>
                <c:pt idx="68">
                  <c:v>0.18888888888888891</c:v>
                </c:pt>
                <c:pt idx="69">
                  <c:v>0.19166666666666668</c:v>
                </c:pt>
                <c:pt idx="70">
                  <c:v>0.19444444444444445</c:v>
                </c:pt>
                <c:pt idx="71">
                  <c:v>0.19722222222222224</c:v>
                </c:pt>
                <c:pt idx="72">
                  <c:v>0.2</c:v>
                </c:pt>
                <c:pt idx="73">
                  <c:v>0.20277777777777778</c:v>
                </c:pt>
                <c:pt idx="74">
                  <c:v>0.20555555555555557</c:v>
                </c:pt>
                <c:pt idx="75">
                  <c:v>0.20833333333333334</c:v>
                </c:pt>
                <c:pt idx="76">
                  <c:v>0.21111111111111111</c:v>
                </c:pt>
                <c:pt idx="77">
                  <c:v>0.21388888888888891</c:v>
                </c:pt>
                <c:pt idx="78">
                  <c:v>0.21666666666666667</c:v>
                </c:pt>
                <c:pt idx="79">
                  <c:v>0.21944444444444444</c:v>
                </c:pt>
                <c:pt idx="80">
                  <c:v>0.22222222222222224</c:v>
                </c:pt>
                <c:pt idx="81">
                  <c:v>0.22500000000000001</c:v>
                </c:pt>
                <c:pt idx="82">
                  <c:v>0.22777777777777777</c:v>
                </c:pt>
                <c:pt idx="83">
                  <c:v>0.23055555555555557</c:v>
                </c:pt>
                <c:pt idx="84">
                  <c:v>0.23333333333333334</c:v>
                </c:pt>
                <c:pt idx="85">
                  <c:v>0.2361111111111111</c:v>
                </c:pt>
                <c:pt idx="86">
                  <c:v>0.2388888888888889</c:v>
                </c:pt>
                <c:pt idx="87">
                  <c:v>0.24166666666666667</c:v>
                </c:pt>
                <c:pt idx="88">
                  <c:v>0.24444444444444444</c:v>
                </c:pt>
                <c:pt idx="89">
                  <c:v>0.24722222222222223</c:v>
                </c:pt>
                <c:pt idx="90">
                  <c:v>0.25</c:v>
                </c:pt>
                <c:pt idx="91">
                  <c:v>0.25277777777777777</c:v>
                </c:pt>
                <c:pt idx="92">
                  <c:v>0.25555555555555559</c:v>
                </c:pt>
                <c:pt idx="93">
                  <c:v>0.25833333333333336</c:v>
                </c:pt>
                <c:pt idx="94">
                  <c:v>0.26111111111111113</c:v>
                </c:pt>
                <c:pt idx="95">
                  <c:v>0.2638888888888889</c:v>
                </c:pt>
                <c:pt idx="96">
                  <c:v>0.26666666666666666</c:v>
                </c:pt>
                <c:pt idx="97">
                  <c:v>0.26944444444444449</c:v>
                </c:pt>
                <c:pt idx="98">
                  <c:v>0.2722222222222222</c:v>
                </c:pt>
                <c:pt idx="99">
                  <c:v>0.27500000000000002</c:v>
                </c:pt>
                <c:pt idx="100">
                  <c:v>0.27777777777777779</c:v>
                </c:pt>
                <c:pt idx="101">
                  <c:v>0.28055555555555556</c:v>
                </c:pt>
                <c:pt idx="102">
                  <c:v>0.28333333333333333</c:v>
                </c:pt>
                <c:pt idx="103">
                  <c:v>0.28611111111111115</c:v>
                </c:pt>
                <c:pt idx="104">
                  <c:v>0.28888888888888886</c:v>
                </c:pt>
                <c:pt idx="105">
                  <c:v>0.29166666666666669</c:v>
                </c:pt>
                <c:pt idx="106">
                  <c:v>0.29444444444444445</c:v>
                </c:pt>
                <c:pt idx="107">
                  <c:v>0.29722222222222222</c:v>
                </c:pt>
                <c:pt idx="108">
                  <c:v>0.3</c:v>
                </c:pt>
                <c:pt idx="109">
                  <c:v>0.30277777777777781</c:v>
                </c:pt>
                <c:pt idx="110">
                  <c:v>0.30555555555555552</c:v>
                </c:pt>
                <c:pt idx="111">
                  <c:v>0.30833333333333335</c:v>
                </c:pt>
                <c:pt idx="112">
                  <c:v>0.31111111111111112</c:v>
                </c:pt>
                <c:pt idx="113">
                  <c:v>0.31388888888888888</c:v>
                </c:pt>
                <c:pt idx="114">
                  <c:v>0.31666666666666665</c:v>
                </c:pt>
                <c:pt idx="115">
                  <c:v>0.31944444444444448</c:v>
                </c:pt>
                <c:pt idx="116">
                  <c:v>0.32222222222222219</c:v>
                </c:pt>
                <c:pt idx="117">
                  <c:v>0.32500000000000001</c:v>
                </c:pt>
                <c:pt idx="118">
                  <c:v>0.32777777777777778</c:v>
                </c:pt>
                <c:pt idx="119">
                  <c:v>0.33055555555555555</c:v>
                </c:pt>
                <c:pt idx="120">
                  <c:v>0.33333333333333331</c:v>
                </c:pt>
                <c:pt idx="121">
                  <c:v>0.33611111111111114</c:v>
                </c:pt>
                <c:pt idx="122">
                  <c:v>0.33888888888888885</c:v>
                </c:pt>
                <c:pt idx="123">
                  <c:v>0.34166666666666667</c:v>
                </c:pt>
                <c:pt idx="124">
                  <c:v>0.34444444444444444</c:v>
                </c:pt>
                <c:pt idx="125">
                  <c:v>0.34722222222222221</c:v>
                </c:pt>
                <c:pt idx="126">
                  <c:v>0.35</c:v>
                </c:pt>
                <c:pt idx="127">
                  <c:v>0.3527777777777778</c:v>
                </c:pt>
                <c:pt idx="128">
                  <c:v>0.35555555555555551</c:v>
                </c:pt>
                <c:pt idx="129">
                  <c:v>0.35833333333333334</c:v>
                </c:pt>
                <c:pt idx="130">
                  <c:v>0.3611111111111111</c:v>
                </c:pt>
                <c:pt idx="131">
                  <c:v>0.36388888888888887</c:v>
                </c:pt>
                <c:pt idx="132">
                  <c:v>0.36666666666666664</c:v>
                </c:pt>
                <c:pt idx="133">
                  <c:v>0.36944444444444446</c:v>
                </c:pt>
                <c:pt idx="134">
                  <c:v>0.37222222222222218</c:v>
                </c:pt>
                <c:pt idx="135">
                  <c:v>0.375</c:v>
                </c:pt>
                <c:pt idx="136">
                  <c:v>0.37777777777777782</c:v>
                </c:pt>
                <c:pt idx="137">
                  <c:v>0.38055555555555554</c:v>
                </c:pt>
                <c:pt idx="138">
                  <c:v>0.38333333333333336</c:v>
                </c:pt>
                <c:pt idx="139">
                  <c:v>0.38611111111111113</c:v>
                </c:pt>
                <c:pt idx="140">
                  <c:v>0.3888888888888889</c:v>
                </c:pt>
                <c:pt idx="141">
                  <c:v>0.39166666666666666</c:v>
                </c:pt>
                <c:pt idx="142">
                  <c:v>0.39444444444444449</c:v>
                </c:pt>
                <c:pt idx="143">
                  <c:v>0.3972222222222222</c:v>
                </c:pt>
                <c:pt idx="144">
                  <c:v>0.4</c:v>
                </c:pt>
                <c:pt idx="145">
                  <c:v>0.40277777777777779</c:v>
                </c:pt>
                <c:pt idx="146">
                  <c:v>0.40555555555555556</c:v>
                </c:pt>
                <c:pt idx="147">
                  <c:v>0.40833333333333333</c:v>
                </c:pt>
                <c:pt idx="148">
                  <c:v>0.41111111111111115</c:v>
                </c:pt>
                <c:pt idx="149">
                  <c:v>0.41388888888888886</c:v>
                </c:pt>
                <c:pt idx="150">
                  <c:v>0.41666666666666669</c:v>
                </c:pt>
                <c:pt idx="151">
                  <c:v>0.41944444444444445</c:v>
                </c:pt>
                <c:pt idx="152">
                  <c:v>0.42222222222222222</c:v>
                </c:pt>
                <c:pt idx="153">
                  <c:v>0.42499999999999999</c:v>
                </c:pt>
                <c:pt idx="154">
                  <c:v>0.42777777777777781</c:v>
                </c:pt>
                <c:pt idx="155">
                  <c:v>0.43055555555555552</c:v>
                </c:pt>
                <c:pt idx="156">
                  <c:v>0.43333333333333335</c:v>
                </c:pt>
                <c:pt idx="157">
                  <c:v>0.43611111111111112</c:v>
                </c:pt>
                <c:pt idx="158">
                  <c:v>0.43888888888888888</c:v>
                </c:pt>
                <c:pt idx="159">
                  <c:v>0.44166666666666665</c:v>
                </c:pt>
                <c:pt idx="160">
                  <c:v>0.44444444444444448</c:v>
                </c:pt>
                <c:pt idx="161">
                  <c:v>0.44722222222222219</c:v>
                </c:pt>
                <c:pt idx="162">
                  <c:v>0.45</c:v>
                </c:pt>
                <c:pt idx="163">
                  <c:v>0.45277777777777778</c:v>
                </c:pt>
                <c:pt idx="164">
                  <c:v>0.45555555555555555</c:v>
                </c:pt>
                <c:pt idx="165">
                  <c:v>0.45833333333333331</c:v>
                </c:pt>
                <c:pt idx="166">
                  <c:v>0.46111111111111114</c:v>
                </c:pt>
                <c:pt idx="167">
                  <c:v>0.46388888888888885</c:v>
                </c:pt>
                <c:pt idx="168">
                  <c:v>0.46666666666666667</c:v>
                </c:pt>
                <c:pt idx="169">
                  <c:v>0.46944444444444444</c:v>
                </c:pt>
                <c:pt idx="170">
                  <c:v>0.47222222222222221</c:v>
                </c:pt>
                <c:pt idx="171">
                  <c:v>0.47499999999999998</c:v>
                </c:pt>
                <c:pt idx="172">
                  <c:v>0.4777777777777778</c:v>
                </c:pt>
                <c:pt idx="173">
                  <c:v>0.48055555555555551</c:v>
                </c:pt>
                <c:pt idx="174">
                  <c:v>0.48333333333333334</c:v>
                </c:pt>
                <c:pt idx="175">
                  <c:v>0.4861111111111111</c:v>
                </c:pt>
                <c:pt idx="176">
                  <c:v>0.48888888888888887</c:v>
                </c:pt>
                <c:pt idx="177">
                  <c:v>0.49166666666666664</c:v>
                </c:pt>
                <c:pt idx="178">
                  <c:v>0.49444444444444446</c:v>
                </c:pt>
                <c:pt idx="179">
                  <c:v>0.49722222222222218</c:v>
                </c:pt>
                <c:pt idx="180">
                  <c:v>0.5</c:v>
                </c:pt>
                <c:pt idx="181">
                  <c:v>0.50277777777777777</c:v>
                </c:pt>
                <c:pt idx="182">
                  <c:v>0.50555555555555554</c:v>
                </c:pt>
                <c:pt idx="183">
                  <c:v>0.5083333333333333</c:v>
                </c:pt>
                <c:pt idx="184">
                  <c:v>0.51111111111111118</c:v>
                </c:pt>
                <c:pt idx="185">
                  <c:v>0.51388888888888884</c:v>
                </c:pt>
                <c:pt idx="186">
                  <c:v>0.51666666666666672</c:v>
                </c:pt>
                <c:pt idx="187">
                  <c:v>0.51944444444444449</c:v>
                </c:pt>
                <c:pt idx="188">
                  <c:v>0.52222222222222225</c:v>
                </c:pt>
                <c:pt idx="189">
                  <c:v>0.52500000000000002</c:v>
                </c:pt>
                <c:pt idx="190">
                  <c:v>0.52777777777777779</c:v>
                </c:pt>
                <c:pt idx="191">
                  <c:v>0.53055555555555556</c:v>
                </c:pt>
                <c:pt idx="192">
                  <c:v>0.53333333333333333</c:v>
                </c:pt>
                <c:pt idx="193">
                  <c:v>0.53611111111111109</c:v>
                </c:pt>
                <c:pt idx="194">
                  <c:v>0.53888888888888897</c:v>
                </c:pt>
                <c:pt idx="195">
                  <c:v>0.54166666666666663</c:v>
                </c:pt>
                <c:pt idx="196">
                  <c:v>0.5444444444444444</c:v>
                </c:pt>
                <c:pt idx="197">
                  <c:v>0.54722222222222228</c:v>
                </c:pt>
                <c:pt idx="198">
                  <c:v>0.55000000000000004</c:v>
                </c:pt>
                <c:pt idx="199">
                  <c:v>0.5527777777777777</c:v>
                </c:pt>
                <c:pt idx="200">
                  <c:v>0.55555555555555558</c:v>
                </c:pt>
                <c:pt idx="201">
                  <c:v>0.55833333333333335</c:v>
                </c:pt>
                <c:pt idx="202">
                  <c:v>0.56111111111111112</c:v>
                </c:pt>
                <c:pt idx="203">
                  <c:v>0.56388888888888888</c:v>
                </c:pt>
                <c:pt idx="204">
                  <c:v>0.56666666666666665</c:v>
                </c:pt>
                <c:pt idx="205">
                  <c:v>0.56944444444444442</c:v>
                </c:pt>
                <c:pt idx="206">
                  <c:v>0.5722222222222223</c:v>
                </c:pt>
                <c:pt idx="207">
                  <c:v>0.57499999999999996</c:v>
                </c:pt>
                <c:pt idx="208">
                  <c:v>0.57777777777777772</c:v>
                </c:pt>
                <c:pt idx="209">
                  <c:v>0.5805555555555556</c:v>
                </c:pt>
                <c:pt idx="210">
                  <c:v>0.58333333333333337</c:v>
                </c:pt>
                <c:pt idx="211">
                  <c:v>0.58611111111111103</c:v>
                </c:pt>
                <c:pt idx="212">
                  <c:v>0.58888888888888891</c:v>
                </c:pt>
                <c:pt idx="213">
                  <c:v>0.59166666666666667</c:v>
                </c:pt>
                <c:pt idx="214">
                  <c:v>0.59444444444444444</c:v>
                </c:pt>
                <c:pt idx="215">
                  <c:v>0.59722222222222221</c:v>
                </c:pt>
                <c:pt idx="216">
                  <c:v>0.6</c:v>
                </c:pt>
                <c:pt idx="217">
                  <c:v>0.60277777777777775</c:v>
                </c:pt>
                <c:pt idx="218">
                  <c:v>0.60555555555555562</c:v>
                </c:pt>
                <c:pt idx="219">
                  <c:v>0.60833333333333328</c:v>
                </c:pt>
                <c:pt idx="220">
                  <c:v>0.61111111111111105</c:v>
                </c:pt>
                <c:pt idx="221">
                  <c:v>0.61388888888888893</c:v>
                </c:pt>
                <c:pt idx="222">
                  <c:v>0.6166666666666667</c:v>
                </c:pt>
                <c:pt idx="223">
                  <c:v>0.61944444444444435</c:v>
                </c:pt>
                <c:pt idx="224">
                  <c:v>0.62222222222222223</c:v>
                </c:pt>
                <c:pt idx="225">
                  <c:v>0.625</c:v>
                </c:pt>
                <c:pt idx="226">
                  <c:v>0.62777777777777777</c:v>
                </c:pt>
                <c:pt idx="227">
                  <c:v>0.63055555555555565</c:v>
                </c:pt>
                <c:pt idx="228">
                  <c:v>0.6333333333333333</c:v>
                </c:pt>
                <c:pt idx="229">
                  <c:v>0.63611111111111107</c:v>
                </c:pt>
                <c:pt idx="230">
                  <c:v>0.63888888888888895</c:v>
                </c:pt>
                <c:pt idx="231">
                  <c:v>0.64166666666666672</c:v>
                </c:pt>
                <c:pt idx="232">
                  <c:v>0.64444444444444438</c:v>
                </c:pt>
                <c:pt idx="233">
                  <c:v>0.64722222222222225</c:v>
                </c:pt>
                <c:pt idx="234">
                  <c:v>0.65</c:v>
                </c:pt>
                <c:pt idx="235">
                  <c:v>0.65277777777777779</c:v>
                </c:pt>
                <c:pt idx="236">
                  <c:v>0.65555555555555556</c:v>
                </c:pt>
                <c:pt idx="237">
                  <c:v>0.65833333333333333</c:v>
                </c:pt>
                <c:pt idx="238">
                  <c:v>0.66111111111111109</c:v>
                </c:pt>
                <c:pt idx="239">
                  <c:v>0.66388888888888897</c:v>
                </c:pt>
                <c:pt idx="240">
                  <c:v>0.66666666666666663</c:v>
                </c:pt>
                <c:pt idx="241">
                  <c:v>0.6694444444444444</c:v>
                </c:pt>
                <c:pt idx="242">
                  <c:v>0.67222222222222228</c:v>
                </c:pt>
                <c:pt idx="243">
                  <c:v>0.67500000000000004</c:v>
                </c:pt>
                <c:pt idx="244">
                  <c:v>0.6777777777777777</c:v>
                </c:pt>
                <c:pt idx="245">
                  <c:v>0.68055555555555558</c:v>
                </c:pt>
                <c:pt idx="246">
                  <c:v>0.68333333333333335</c:v>
                </c:pt>
                <c:pt idx="247">
                  <c:v>0.68611111111111112</c:v>
                </c:pt>
                <c:pt idx="248">
                  <c:v>0.68888888888888888</c:v>
                </c:pt>
                <c:pt idx="249">
                  <c:v>0.69166666666666665</c:v>
                </c:pt>
                <c:pt idx="250">
                  <c:v>0.69444444444444442</c:v>
                </c:pt>
                <c:pt idx="251">
                  <c:v>0.6972222222222223</c:v>
                </c:pt>
                <c:pt idx="252">
                  <c:v>0.7</c:v>
                </c:pt>
                <c:pt idx="253">
                  <c:v>0.70277777777777772</c:v>
                </c:pt>
                <c:pt idx="254">
                  <c:v>0.7055555555555556</c:v>
                </c:pt>
                <c:pt idx="255">
                  <c:v>0.70833333333333337</c:v>
                </c:pt>
                <c:pt idx="256">
                  <c:v>0.71111111111111103</c:v>
                </c:pt>
                <c:pt idx="257">
                  <c:v>0.71388888888888891</c:v>
                </c:pt>
                <c:pt idx="258">
                  <c:v>0.71666666666666667</c:v>
                </c:pt>
                <c:pt idx="259">
                  <c:v>0.71944444444444444</c:v>
                </c:pt>
                <c:pt idx="260">
                  <c:v>0.72222222222222221</c:v>
                </c:pt>
                <c:pt idx="261">
                  <c:v>0.72499999999999998</c:v>
                </c:pt>
                <c:pt idx="262">
                  <c:v>0.72777777777777775</c:v>
                </c:pt>
                <c:pt idx="263">
                  <c:v>0.73055555555555562</c:v>
                </c:pt>
                <c:pt idx="264">
                  <c:v>0.73333333333333328</c:v>
                </c:pt>
                <c:pt idx="265">
                  <c:v>0.73611111111111105</c:v>
                </c:pt>
                <c:pt idx="266">
                  <c:v>0.73888888888888893</c:v>
                </c:pt>
                <c:pt idx="267">
                  <c:v>0.7416666666666667</c:v>
                </c:pt>
                <c:pt idx="268">
                  <c:v>0.74444444444444435</c:v>
                </c:pt>
                <c:pt idx="269">
                  <c:v>0.74722222222222223</c:v>
                </c:pt>
                <c:pt idx="270">
                  <c:v>0.75</c:v>
                </c:pt>
                <c:pt idx="271">
                  <c:v>0.75277777777777777</c:v>
                </c:pt>
                <c:pt idx="272">
                  <c:v>0.75555555555555565</c:v>
                </c:pt>
                <c:pt idx="273">
                  <c:v>0.7583333333333333</c:v>
                </c:pt>
                <c:pt idx="274">
                  <c:v>0.76111111111111107</c:v>
                </c:pt>
                <c:pt idx="275">
                  <c:v>0.76388888888888895</c:v>
                </c:pt>
                <c:pt idx="276">
                  <c:v>0.76666666666666672</c:v>
                </c:pt>
                <c:pt idx="277">
                  <c:v>0.76944444444444438</c:v>
                </c:pt>
                <c:pt idx="278">
                  <c:v>0.77222222222222225</c:v>
                </c:pt>
                <c:pt idx="279">
                  <c:v>0.77500000000000002</c:v>
                </c:pt>
                <c:pt idx="280">
                  <c:v>0.77777777777777779</c:v>
                </c:pt>
                <c:pt idx="281">
                  <c:v>0.78055555555555556</c:v>
                </c:pt>
                <c:pt idx="282">
                  <c:v>0.78333333333333333</c:v>
                </c:pt>
                <c:pt idx="283">
                  <c:v>0.78611111111111109</c:v>
                </c:pt>
                <c:pt idx="284">
                  <c:v>0.78888888888888897</c:v>
                </c:pt>
                <c:pt idx="285">
                  <c:v>0.79166666666666663</c:v>
                </c:pt>
                <c:pt idx="286">
                  <c:v>0.7944444444444444</c:v>
                </c:pt>
                <c:pt idx="287">
                  <c:v>0.79722222222222228</c:v>
                </c:pt>
                <c:pt idx="288">
                  <c:v>0.8</c:v>
                </c:pt>
                <c:pt idx="289">
                  <c:v>0.8027777777777777</c:v>
                </c:pt>
                <c:pt idx="290">
                  <c:v>0.80555555555555558</c:v>
                </c:pt>
                <c:pt idx="291">
                  <c:v>0.80833333333333335</c:v>
                </c:pt>
                <c:pt idx="292">
                  <c:v>0.81111111111111112</c:v>
                </c:pt>
                <c:pt idx="293">
                  <c:v>0.81388888888888888</c:v>
                </c:pt>
                <c:pt idx="294">
                  <c:v>0.81666666666666665</c:v>
                </c:pt>
                <c:pt idx="295">
                  <c:v>0.81944444444444442</c:v>
                </c:pt>
                <c:pt idx="296">
                  <c:v>0.8222222222222223</c:v>
                </c:pt>
                <c:pt idx="297">
                  <c:v>0.82499999999999996</c:v>
                </c:pt>
                <c:pt idx="298">
                  <c:v>0.82777777777777772</c:v>
                </c:pt>
                <c:pt idx="299">
                  <c:v>0.8305555555555556</c:v>
                </c:pt>
                <c:pt idx="300">
                  <c:v>0.83333333333333337</c:v>
                </c:pt>
                <c:pt idx="301">
                  <c:v>0.83611111111111103</c:v>
                </c:pt>
                <c:pt idx="302">
                  <c:v>0.83888888888888891</c:v>
                </c:pt>
                <c:pt idx="303">
                  <c:v>0.84166666666666667</c:v>
                </c:pt>
                <c:pt idx="304">
                  <c:v>0.84444444444444444</c:v>
                </c:pt>
                <c:pt idx="305">
                  <c:v>0.84722222222222221</c:v>
                </c:pt>
                <c:pt idx="306">
                  <c:v>0.85</c:v>
                </c:pt>
                <c:pt idx="307">
                  <c:v>0.85277777777777775</c:v>
                </c:pt>
                <c:pt idx="308">
                  <c:v>0.85555555555555562</c:v>
                </c:pt>
                <c:pt idx="309">
                  <c:v>0.85833333333333328</c:v>
                </c:pt>
                <c:pt idx="310">
                  <c:v>0.86111111111111105</c:v>
                </c:pt>
                <c:pt idx="311">
                  <c:v>0.86388888888888893</c:v>
                </c:pt>
                <c:pt idx="312">
                  <c:v>0.8666666666666667</c:v>
                </c:pt>
                <c:pt idx="313">
                  <c:v>0.86944444444444435</c:v>
                </c:pt>
                <c:pt idx="314">
                  <c:v>0.87222222222222223</c:v>
                </c:pt>
                <c:pt idx="315">
                  <c:v>0.875</c:v>
                </c:pt>
                <c:pt idx="316">
                  <c:v>0.87777777777777777</c:v>
                </c:pt>
                <c:pt idx="317">
                  <c:v>0.88055555555555565</c:v>
                </c:pt>
                <c:pt idx="318">
                  <c:v>0.8833333333333333</c:v>
                </c:pt>
                <c:pt idx="319">
                  <c:v>0.88611111111111107</c:v>
                </c:pt>
                <c:pt idx="320">
                  <c:v>0.88888888888888895</c:v>
                </c:pt>
                <c:pt idx="321">
                  <c:v>0.89166666666666672</c:v>
                </c:pt>
                <c:pt idx="322">
                  <c:v>0.89444444444444438</c:v>
                </c:pt>
                <c:pt idx="323">
                  <c:v>0.89722222222222225</c:v>
                </c:pt>
                <c:pt idx="324">
                  <c:v>0.9</c:v>
                </c:pt>
                <c:pt idx="325">
                  <c:v>0.90277777777777779</c:v>
                </c:pt>
                <c:pt idx="326">
                  <c:v>0.90555555555555556</c:v>
                </c:pt>
                <c:pt idx="327">
                  <c:v>0.90833333333333333</c:v>
                </c:pt>
                <c:pt idx="328">
                  <c:v>0.91111111111111109</c:v>
                </c:pt>
                <c:pt idx="329">
                  <c:v>0.91388888888888897</c:v>
                </c:pt>
                <c:pt idx="330">
                  <c:v>0.91666666666666663</c:v>
                </c:pt>
                <c:pt idx="331">
                  <c:v>0.9194444444444444</c:v>
                </c:pt>
                <c:pt idx="332">
                  <c:v>0.92222222222222228</c:v>
                </c:pt>
                <c:pt idx="333">
                  <c:v>0.92500000000000004</c:v>
                </c:pt>
                <c:pt idx="334">
                  <c:v>0.9277777777777777</c:v>
                </c:pt>
                <c:pt idx="335">
                  <c:v>0.93055555555555558</c:v>
                </c:pt>
                <c:pt idx="336">
                  <c:v>0.93333333333333335</c:v>
                </c:pt>
                <c:pt idx="337">
                  <c:v>0.93611111111111112</c:v>
                </c:pt>
                <c:pt idx="338">
                  <c:v>0.93888888888888888</c:v>
                </c:pt>
                <c:pt idx="339">
                  <c:v>0.94166666666666665</c:v>
                </c:pt>
                <c:pt idx="340">
                  <c:v>0.94444444444444442</c:v>
                </c:pt>
                <c:pt idx="341">
                  <c:v>0.9472222222222223</c:v>
                </c:pt>
                <c:pt idx="342">
                  <c:v>0.95</c:v>
                </c:pt>
                <c:pt idx="343">
                  <c:v>0.95277777777777772</c:v>
                </c:pt>
                <c:pt idx="344">
                  <c:v>0.9555555555555556</c:v>
                </c:pt>
                <c:pt idx="345">
                  <c:v>0.95833333333333337</c:v>
                </c:pt>
                <c:pt idx="346">
                  <c:v>0.96111111111111103</c:v>
                </c:pt>
                <c:pt idx="347">
                  <c:v>0.96388888888888891</c:v>
                </c:pt>
                <c:pt idx="348">
                  <c:v>0.96666666666666667</c:v>
                </c:pt>
                <c:pt idx="349">
                  <c:v>0.96944444444444444</c:v>
                </c:pt>
                <c:pt idx="350">
                  <c:v>0.97222222222222221</c:v>
                </c:pt>
                <c:pt idx="351">
                  <c:v>0.97499999999999998</c:v>
                </c:pt>
                <c:pt idx="352">
                  <c:v>0.97777777777777775</c:v>
                </c:pt>
                <c:pt idx="353">
                  <c:v>0.98055555555555562</c:v>
                </c:pt>
                <c:pt idx="354">
                  <c:v>0.98333333333333328</c:v>
                </c:pt>
                <c:pt idx="355">
                  <c:v>0.98611111111111105</c:v>
                </c:pt>
                <c:pt idx="356">
                  <c:v>0.98888888888888893</c:v>
                </c:pt>
                <c:pt idx="357">
                  <c:v>0.9916666666666667</c:v>
                </c:pt>
                <c:pt idx="358">
                  <c:v>0.99444444444444435</c:v>
                </c:pt>
                <c:pt idx="359">
                  <c:v>0.99722222222222223</c:v>
                </c:pt>
                <c:pt idx="360">
                  <c:v>1</c:v>
                </c:pt>
                <c:pt idx="361">
                  <c:v>1.0027777777777778</c:v>
                </c:pt>
                <c:pt idx="362">
                  <c:v>1.0055555555555555</c:v>
                </c:pt>
                <c:pt idx="363">
                  <c:v>1.0083333333333333</c:v>
                </c:pt>
                <c:pt idx="364">
                  <c:v>1.0111111111111111</c:v>
                </c:pt>
                <c:pt idx="365">
                  <c:v>1.0138888888888888</c:v>
                </c:pt>
                <c:pt idx="366">
                  <c:v>1.0166666666666666</c:v>
                </c:pt>
                <c:pt idx="367">
                  <c:v>1.0194444444444444</c:v>
                </c:pt>
                <c:pt idx="368">
                  <c:v>1.0222222222222224</c:v>
                </c:pt>
                <c:pt idx="369">
                  <c:v>1.0249999999999999</c:v>
                </c:pt>
                <c:pt idx="370">
                  <c:v>1.0277777777777777</c:v>
                </c:pt>
                <c:pt idx="371">
                  <c:v>1.0305555555555557</c:v>
                </c:pt>
                <c:pt idx="372">
                  <c:v>1.0333333333333334</c:v>
                </c:pt>
                <c:pt idx="373">
                  <c:v>1.036111111111111</c:v>
                </c:pt>
                <c:pt idx="374">
                  <c:v>1.038888888888889</c:v>
                </c:pt>
                <c:pt idx="375">
                  <c:v>1.0416666666666667</c:v>
                </c:pt>
                <c:pt idx="376">
                  <c:v>1.0444444444444445</c:v>
                </c:pt>
                <c:pt idx="377">
                  <c:v>1.0472222222222223</c:v>
                </c:pt>
                <c:pt idx="378">
                  <c:v>1.05</c:v>
                </c:pt>
                <c:pt idx="379">
                  <c:v>1.0527777777777778</c:v>
                </c:pt>
                <c:pt idx="380">
                  <c:v>1.0555555555555556</c:v>
                </c:pt>
                <c:pt idx="381">
                  <c:v>1.0583333333333333</c:v>
                </c:pt>
                <c:pt idx="382">
                  <c:v>1.0611111111111111</c:v>
                </c:pt>
                <c:pt idx="383">
                  <c:v>1.0638888888888889</c:v>
                </c:pt>
                <c:pt idx="384">
                  <c:v>1.0666666666666667</c:v>
                </c:pt>
                <c:pt idx="385">
                  <c:v>1.0694444444444444</c:v>
                </c:pt>
                <c:pt idx="386">
                  <c:v>1.0722222222222222</c:v>
                </c:pt>
                <c:pt idx="387">
                  <c:v>1.075</c:v>
                </c:pt>
                <c:pt idx="388">
                  <c:v>1.0777777777777779</c:v>
                </c:pt>
                <c:pt idx="389">
                  <c:v>1.0805555555555555</c:v>
                </c:pt>
                <c:pt idx="390">
                  <c:v>1.0833333333333333</c:v>
                </c:pt>
                <c:pt idx="391">
                  <c:v>1.0861111111111112</c:v>
                </c:pt>
                <c:pt idx="392">
                  <c:v>1.0888888888888888</c:v>
                </c:pt>
                <c:pt idx="393">
                  <c:v>1.0916666666666666</c:v>
                </c:pt>
                <c:pt idx="394">
                  <c:v>1.0944444444444446</c:v>
                </c:pt>
                <c:pt idx="395">
                  <c:v>1.0972222222222221</c:v>
                </c:pt>
                <c:pt idx="396">
                  <c:v>1.1000000000000001</c:v>
                </c:pt>
                <c:pt idx="397">
                  <c:v>1.1027777777777779</c:v>
                </c:pt>
                <c:pt idx="398">
                  <c:v>1.1055555555555554</c:v>
                </c:pt>
                <c:pt idx="399">
                  <c:v>1.1083333333333334</c:v>
                </c:pt>
                <c:pt idx="400">
                  <c:v>1.1111111111111112</c:v>
                </c:pt>
                <c:pt idx="401">
                  <c:v>1.1138888888888887</c:v>
                </c:pt>
                <c:pt idx="402">
                  <c:v>1.1166666666666667</c:v>
                </c:pt>
                <c:pt idx="403">
                  <c:v>1.1194444444444445</c:v>
                </c:pt>
                <c:pt idx="404">
                  <c:v>1.1222222222222222</c:v>
                </c:pt>
                <c:pt idx="405">
                  <c:v>1.125</c:v>
                </c:pt>
                <c:pt idx="406">
                  <c:v>1.1277777777777778</c:v>
                </c:pt>
                <c:pt idx="407">
                  <c:v>1.1305555555555555</c:v>
                </c:pt>
                <c:pt idx="408">
                  <c:v>1.1333333333333333</c:v>
                </c:pt>
                <c:pt idx="409">
                  <c:v>1.1361111111111113</c:v>
                </c:pt>
                <c:pt idx="410">
                  <c:v>1.1388888888888888</c:v>
                </c:pt>
                <c:pt idx="411">
                  <c:v>1.1416666666666666</c:v>
                </c:pt>
                <c:pt idx="412">
                  <c:v>1.1444444444444446</c:v>
                </c:pt>
                <c:pt idx="413">
                  <c:v>1.1472222222222221</c:v>
                </c:pt>
                <c:pt idx="414">
                  <c:v>1.1499999999999999</c:v>
                </c:pt>
                <c:pt idx="415">
                  <c:v>1.1527777777777779</c:v>
                </c:pt>
                <c:pt idx="416">
                  <c:v>1.1555555555555554</c:v>
                </c:pt>
                <c:pt idx="417">
                  <c:v>1.1583333333333334</c:v>
                </c:pt>
                <c:pt idx="418">
                  <c:v>1.1611111111111112</c:v>
                </c:pt>
                <c:pt idx="419">
                  <c:v>1.1638888888888888</c:v>
                </c:pt>
                <c:pt idx="420">
                  <c:v>1.1666666666666667</c:v>
                </c:pt>
                <c:pt idx="421">
                  <c:v>1.1694444444444445</c:v>
                </c:pt>
                <c:pt idx="422">
                  <c:v>1.1722222222222221</c:v>
                </c:pt>
                <c:pt idx="423">
                  <c:v>1.175</c:v>
                </c:pt>
                <c:pt idx="424">
                  <c:v>1.1777777777777778</c:v>
                </c:pt>
                <c:pt idx="425">
                  <c:v>1.1805555555555556</c:v>
                </c:pt>
                <c:pt idx="426">
                  <c:v>1.1833333333333333</c:v>
                </c:pt>
                <c:pt idx="427">
                  <c:v>1.1861111111111111</c:v>
                </c:pt>
                <c:pt idx="428">
                  <c:v>1.1888888888888889</c:v>
                </c:pt>
                <c:pt idx="429">
                  <c:v>1.1916666666666667</c:v>
                </c:pt>
                <c:pt idx="430">
                  <c:v>1.1944444444444444</c:v>
                </c:pt>
                <c:pt idx="431">
                  <c:v>1.1972222222222222</c:v>
                </c:pt>
                <c:pt idx="432">
                  <c:v>1.2</c:v>
                </c:pt>
                <c:pt idx="433">
                  <c:v>1.2027777777777779</c:v>
                </c:pt>
                <c:pt idx="434">
                  <c:v>1.2055555555555555</c:v>
                </c:pt>
                <c:pt idx="435">
                  <c:v>1.2083333333333333</c:v>
                </c:pt>
                <c:pt idx="436">
                  <c:v>1.2111111111111112</c:v>
                </c:pt>
                <c:pt idx="437">
                  <c:v>1.2138888888888888</c:v>
                </c:pt>
                <c:pt idx="438">
                  <c:v>1.2166666666666666</c:v>
                </c:pt>
                <c:pt idx="439">
                  <c:v>1.2194444444444446</c:v>
                </c:pt>
                <c:pt idx="440">
                  <c:v>1.2222222222222221</c:v>
                </c:pt>
                <c:pt idx="441">
                  <c:v>1.2250000000000001</c:v>
                </c:pt>
                <c:pt idx="442">
                  <c:v>1.2277777777777779</c:v>
                </c:pt>
                <c:pt idx="443">
                  <c:v>1.2305555555555554</c:v>
                </c:pt>
                <c:pt idx="444">
                  <c:v>1.2333333333333334</c:v>
                </c:pt>
                <c:pt idx="445">
                  <c:v>1.2361111111111112</c:v>
                </c:pt>
                <c:pt idx="446">
                  <c:v>1.2388888888888887</c:v>
                </c:pt>
                <c:pt idx="447">
                  <c:v>1.2416666666666667</c:v>
                </c:pt>
                <c:pt idx="448">
                  <c:v>1.2444444444444445</c:v>
                </c:pt>
                <c:pt idx="449">
                  <c:v>1.2472222222222222</c:v>
                </c:pt>
                <c:pt idx="450">
                  <c:v>1.25</c:v>
                </c:pt>
                <c:pt idx="451">
                  <c:v>1.2527777777777778</c:v>
                </c:pt>
                <c:pt idx="452">
                  <c:v>1.2555555555555555</c:v>
                </c:pt>
                <c:pt idx="453">
                  <c:v>1.2583333333333333</c:v>
                </c:pt>
                <c:pt idx="454">
                  <c:v>1.2611111111111113</c:v>
                </c:pt>
                <c:pt idx="455">
                  <c:v>1.2638888888888888</c:v>
                </c:pt>
                <c:pt idx="456">
                  <c:v>1.2666666666666666</c:v>
                </c:pt>
                <c:pt idx="457">
                  <c:v>1.2694444444444446</c:v>
                </c:pt>
                <c:pt idx="458">
                  <c:v>1.2722222222222221</c:v>
                </c:pt>
                <c:pt idx="459">
                  <c:v>1.2749999999999999</c:v>
                </c:pt>
                <c:pt idx="460">
                  <c:v>1.2777777777777779</c:v>
                </c:pt>
                <c:pt idx="461">
                  <c:v>1.2805555555555554</c:v>
                </c:pt>
                <c:pt idx="462">
                  <c:v>1.2833333333333334</c:v>
                </c:pt>
                <c:pt idx="463">
                  <c:v>1.2861111111111112</c:v>
                </c:pt>
                <c:pt idx="464">
                  <c:v>1.2888888888888888</c:v>
                </c:pt>
                <c:pt idx="465">
                  <c:v>1.2916666666666667</c:v>
                </c:pt>
                <c:pt idx="466">
                  <c:v>1.2944444444444445</c:v>
                </c:pt>
                <c:pt idx="467">
                  <c:v>1.2972222222222221</c:v>
                </c:pt>
                <c:pt idx="468">
                  <c:v>1.3</c:v>
                </c:pt>
                <c:pt idx="469">
                  <c:v>1.3027777777777778</c:v>
                </c:pt>
                <c:pt idx="470">
                  <c:v>1.3055555555555556</c:v>
                </c:pt>
                <c:pt idx="471">
                  <c:v>1.3083333333333333</c:v>
                </c:pt>
                <c:pt idx="472">
                  <c:v>1.3111111111111111</c:v>
                </c:pt>
                <c:pt idx="473">
                  <c:v>1.3138888888888889</c:v>
                </c:pt>
                <c:pt idx="474">
                  <c:v>1.3166666666666667</c:v>
                </c:pt>
                <c:pt idx="475">
                  <c:v>1.3194444444444444</c:v>
                </c:pt>
                <c:pt idx="476">
                  <c:v>1.3222222222222222</c:v>
                </c:pt>
                <c:pt idx="477">
                  <c:v>1.325</c:v>
                </c:pt>
                <c:pt idx="478">
                  <c:v>1.3277777777777779</c:v>
                </c:pt>
                <c:pt idx="479">
                  <c:v>1.3305555555555555</c:v>
                </c:pt>
                <c:pt idx="480">
                  <c:v>1.3333333333333333</c:v>
                </c:pt>
                <c:pt idx="481">
                  <c:v>1.3361111111111112</c:v>
                </c:pt>
                <c:pt idx="482">
                  <c:v>1.3388888888888888</c:v>
                </c:pt>
                <c:pt idx="483">
                  <c:v>1.3416666666666666</c:v>
                </c:pt>
                <c:pt idx="484">
                  <c:v>1.3444444444444446</c:v>
                </c:pt>
                <c:pt idx="485">
                  <c:v>1.3472222222222221</c:v>
                </c:pt>
                <c:pt idx="486">
                  <c:v>1.35</c:v>
                </c:pt>
                <c:pt idx="487">
                  <c:v>1.3527777777777779</c:v>
                </c:pt>
                <c:pt idx="488">
                  <c:v>1.3555555555555554</c:v>
                </c:pt>
                <c:pt idx="489">
                  <c:v>1.3583333333333334</c:v>
                </c:pt>
                <c:pt idx="490">
                  <c:v>1.3611111111111112</c:v>
                </c:pt>
                <c:pt idx="491">
                  <c:v>1.3638888888888887</c:v>
                </c:pt>
                <c:pt idx="492">
                  <c:v>1.3666666666666667</c:v>
                </c:pt>
                <c:pt idx="493">
                  <c:v>1.3694444444444445</c:v>
                </c:pt>
                <c:pt idx="494">
                  <c:v>1.3722222222222222</c:v>
                </c:pt>
                <c:pt idx="495">
                  <c:v>1.375</c:v>
                </c:pt>
                <c:pt idx="496">
                  <c:v>1.3777777777777778</c:v>
                </c:pt>
                <c:pt idx="497">
                  <c:v>1.3805555555555555</c:v>
                </c:pt>
                <c:pt idx="498">
                  <c:v>1.3833333333333333</c:v>
                </c:pt>
                <c:pt idx="499">
                  <c:v>1.3861111111111113</c:v>
                </c:pt>
                <c:pt idx="500">
                  <c:v>1.3888888888888888</c:v>
                </c:pt>
                <c:pt idx="501">
                  <c:v>1.3916666666666666</c:v>
                </c:pt>
                <c:pt idx="502">
                  <c:v>1.3944444444444446</c:v>
                </c:pt>
                <c:pt idx="503">
                  <c:v>1.3972222222222221</c:v>
                </c:pt>
                <c:pt idx="504">
                  <c:v>1.4</c:v>
                </c:pt>
                <c:pt idx="505">
                  <c:v>1.4027777777777779</c:v>
                </c:pt>
                <c:pt idx="506">
                  <c:v>1.4055555555555554</c:v>
                </c:pt>
                <c:pt idx="507">
                  <c:v>1.4083333333333334</c:v>
                </c:pt>
                <c:pt idx="508">
                  <c:v>1.4111111111111112</c:v>
                </c:pt>
                <c:pt idx="509">
                  <c:v>1.4138888888888888</c:v>
                </c:pt>
                <c:pt idx="510">
                  <c:v>1.4166666666666667</c:v>
                </c:pt>
                <c:pt idx="511">
                  <c:v>1.4194444444444445</c:v>
                </c:pt>
                <c:pt idx="512">
                  <c:v>1.4222222222222221</c:v>
                </c:pt>
                <c:pt idx="513">
                  <c:v>1.425</c:v>
                </c:pt>
                <c:pt idx="514">
                  <c:v>1.4277777777777778</c:v>
                </c:pt>
                <c:pt idx="515">
                  <c:v>1.4305555555555556</c:v>
                </c:pt>
                <c:pt idx="516">
                  <c:v>1.4333333333333333</c:v>
                </c:pt>
                <c:pt idx="517">
                  <c:v>1.4361111111111111</c:v>
                </c:pt>
                <c:pt idx="518">
                  <c:v>1.4388888888888889</c:v>
                </c:pt>
                <c:pt idx="519">
                  <c:v>1.4416666666666667</c:v>
                </c:pt>
                <c:pt idx="520">
                  <c:v>1.4444444444444444</c:v>
                </c:pt>
                <c:pt idx="521">
                  <c:v>1.4472222222222222</c:v>
                </c:pt>
                <c:pt idx="522">
                  <c:v>1.45</c:v>
                </c:pt>
                <c:pt idx="523">
                  <c:v>1.4527777777777779</c:v>
                </c:pt>
                <c:pt idx="524">
                  <c:v>1.4555555555555555</c:v>
                </c:pt>
                <c:pt idx="525">
                  <c:v>1.4583333333333333</c:v>
                </c:pt>
                <c:pt idx="526">
                  <c:v>1.4611111111111112</c:v>
                </c:pt>
                <c:pt idx="527">
                  <c:v>1.4638888888888888</c:v>
                </c:pt>
                <c:pt idx="528">
                  <c:v>1.4666666666666666</c:v>
                </c:pt>
                <c:pt idx="529">
                  <c:v>1.4694444444444446</c:v>
                </c:pt>
                <c:pt idx="530">
                  <c:v>1.4722222222222221</c:v>
                </c:pt>
                <c:pt idx="531">
                  <c:v>1.4750000000000001</c:v>
                </c:pt>
                <c:pt idx="532">
                  <c:v>1.4777777777777779</c:v>
                </c:pt>
                <c:pt idx="533">
                  <c:v>1.4805555555555554</c:v>
                </c:pt>
                <c:pt idx="534">
                  <c:v>1.4833333333333334</c:v>
                </c:pt>
                <c:pt idx="535">
                  <c:v>1.4861111111111112</c:v>
                </c:pt>
                <c:pt idx="536">
                  <c:v>1.4888888888888887</c:v>
                </c:pt>
                <c:pt idx="537">
                  <c:v>1.4916666666666667</c:v>
                </c:pt>
                <c:pt idx="538">
                  <c:v>1.4944444444444445</c:v>
                </c:pt>
                <c:pt idx="539">
                  <c:v>1.4972222222222222</c:v>
                </c:pt>
                <c:pt idx="540">
                  <c:v>1.5</c:v>
                </c:pt>
                <c:pt idx="541">
                  <c:v>1.5027777777777778</c:v>
                </c:pt>
                <c:pt idx="542">
                  <c:v>1.5055555555555555</c:v>
                </c:pt>
                <c:pt idx="543">
                  <c:v>1.5083333333333333</c:v>
                </c:pt>
                <c:pt idx="544">
                  <c:v>1.5111111111111113</c:v>
                </c:pt>
                <c:pt idx="545">
                  <c:v>1.5138888888888888</c:v>
                </c:pt>
                <c:pt idx="546">
                  <c:v>1.5166666666666666</c:v>
                </c:pt>
                <c:pt idx="547">
                  <c:v>1.5194444444444446</c:v>
                </c:pt>
                <c:pt idx="548">
                  <c:v>1.5222222222222221</c:v>
                </c:pt>
                <c:pt idx="549">
                  <c:v>1.5249999999999999</c:v>
                </c:pt>
                <c:pt idx="550">
                  <c:v>1.5277777777777779</c:v>
                </c:pt>
                <c:pt idx="551">
                  <c:v>1.5305555555555554</c:v>
                </c:pt>
                <c:pt idx="552">
                  <c:v>1.5333333333333334</c:v>
                </c:pt>
                <c:pt idx="553">
                  <c:v>1.5361111111111112</c:v>
                </c:pt>
                <c:pt idx="554">
                  <c:v>1.5388888888888888</c:v>
                </c:pt>
                <c:pt idx="555">
                  <c:v>1.5416666666666667</c:v>
                </c:pt>
                <c:pt idx="556">
                  <c:v>1.5444444444444445</c:v>
                </c:pt>
                <c:pt idx="557">
                  <c:v>1.5472222222222221</c:v>
                </c:pt>
                <c:pt idx="558">
                  <c:v>1.55</c:v>
                </c:pt>
                <c:pt idx="559">
                  <c:v>1.5527777777777778</c:v>
                </c:pt>
                <c:pt idx="560">
                  <c:v>1.5555555555555556</c:v>
                </c:pt>
                <c:pt idx="561">
                  <c:v>1.5583333333333333</c:v>
                </c:pt>
                <c:pt idx="562">
                  <c:v>1.5611111111111111</c:v>
                </c:pt>
                <c:pt idx="563">
                  <c:v>1.5638888888888889</c:v>
                </c:pt>
                <c:pt idx="564">
                  <c:v>1.5666666666666667</c:v>
                </c:pt>
                <c:pt idx="565">
                  <c:v>1.5694444444444444</c:v>
                </c:pt>
                <c:pt idx="566">
                  <c:v>1.5722222222222222</c:v>
                </c:pt>
                <c:pt idx="567">
                  <c:v>1.575</c:v>
                </c:pt>
                <c:pt idx="568">
                  <c:v>1.5777777777777779</c:v>
                </c:pt>
                <c:pt idx="569">
                  <c:v>1.5805555555555555</c:v>
                </c:pt>
                <c:pt idx="570">
                  <c:v>1.5833333333333333</c:v>
                </c:pt>
                <c:pt idx="571">
                  <c:v>1.5861111111111112</c:v>
                </c:pt>
                <c:pt idx="572">
                  <c:v>1.5888888888888888</c:v>
                </c:pt>
                <c:pt idx="573">
                  <c:v>1.5916666666666666</c:v>
                </c:pt>
                <c:pt idx="574">
                  <c:v>1.5944444444444446</c:v>
                </c:pt>
                <c:pt idx="575">
                  <c:v>1.5972222222222221</c:v>
                </c:pt>
                <c:pt idx="576">
                  <c:v>1.6</c:v>
                </c:pt>
                <c:pt idx="577">
                  <c:v>1.6027777777777779</c:v>
                </c:pt>
                <c:pt idx="578">
                  <c:v>1.6055555555555554</c:v>
                </c:pt>
                <c:pt idx="579">
                  <c:v>1.6083333333333334</c:v>
                </c:pt>
                <c:pt idx="580">
                  <c:v>1.6111111111111112</c:v>
                </c:pt>
                <c:pt idx="581">
                  <c:v>1.6138888888888887</c:v>
                </c:pt>
                <c:pt idx="582">
                  <c:v>1.6166666666666667</c:v>
                </c:pt>
                <c:pt idx="583">
                  <c:v>1.6194444444444445</c:v>
                </c:pt>
                <c:pt idx="584">
                  <c:v>1.6222222222222222</c:v>
                </c:pt>
                <c:pt idx="585">
                  <c:v>1.625</c:v>
                </c:pt>
                <c:pt idx="586">
                  <c:v>1.6277777777777778</c:v>
                </c:pt>
                <c:pt idx="587">
                  <c:v>1.6305555555555555</c:v>
                </c:pt>
                <c:pt idx="588">
                  <c:v>1.6333333333333333</c:v>
                </c:pt>
                <c:pt idx="589">
                  <c:v>1.6361111111111113</c:v>
                </c:pt>
                <c:pt idx="590">
                  <c:v>1.6388888888888888</c:v>
                </c:pt>
                <c:pt idx="591">
                  <c:v>1.6416666666666666</c:v>
                </c:pt>
                <c:pt idx="592">
                  <c:v>1.6444444444444446</c:v>
                </c:pt>
                <c:pt idx="593">
                  <c:v>1.6472222222222221</c:v>
                </c:pt>
                <c:pt idx="594">
                  <c:v>1.65</c:v>
                </c:pt>
                <c:pt idx="595">
                  <c:v>1.6527777777777779</c:v>
                </c:pt>
                <c:pt idx="596">
                  <c:v>1.6555555555555554</c:v>
                </c:pt>
                <c:pt idx="597">
                  <c:v>1.6583333333333334</c:v>
                </c:pt>
                <c:pt idx="598">
                  <c:v>1.6611111111111112</c:v>
                </c:pt>
                <c:pt idx="599">
                  <c:v>1.6638888888888888</c:v>
                </c:pt>
                <c:pt idx="600">
                  <c:v>1.6666666666666667</c:v>
                </c:pt>
                <c:pt idx="601">
                  <c:v>1.6694444444444445</c:v>
                </c:pt>
                <c:pt idx="602">
                  <c:v>1.6722222222222221</c:v>
                </c:pt>
                <c:pt idx="603">
                  <c:v>1.675</c:v>
                </c:pt>
                <c:pt idx="604">
                  <c:v>1.6777777777777778</c:v>
                </c:pt>
                <c:pt idx="605">
                  <c:v>1.6805555555555556</c:v>
                </c:pt>
                <c:pt idx="606">
                  <c:v>1.6833333333333333</c:v>
                </c:pt>
                <c:pt idx="607">
                  <c:v>1.6861111111111111</c:v>
                </c:pt>
                <c:pt idx="608">
                  <c:v>1.6888888888888889</c:v>
                </c:pt>
                <c:pt idx="609">
                  <c:v>1.6916666666666667</c:v>
                </c:pt>
                <c:pt idx="610">
                  <c:v>1.6944444444444444</c:v>
                </c:pt>
                <c:pt idx="611">
                  <c:v>1.6972222222222222</c:v>
                </c:pt>
                <c:pt idx="612">
                  <c:v>1.7</c:v>
                </c:pt>
                <c:pt idx="613">
                  <c:v>1.7027777777777779</c:v>
                </c:pt>
                <c:pt idx="614">
                  <c:v>1.7055555555555555</c:v>
                </c:pt>
                <c:pt idx="615">
                  <c:v>1.7083333333333333</c:v>
                </c:pt>
                <c:pt idx="616">
                  <c:v>1.7111111111111112</c:v>
                </c:pt>
                <c:pt idx="617">
                  <c:v>1.7138888888888888</c:v>
                </c:pt>
                <c:pt idx="618">
                  <c:v>1.7166666666666666</c:v>
                </c:pt>
                <c:pt idx="619">
                  <c:v>1.7194444444444446</c:v>
                </c:pt>
                <c:pt idx="620">
                  <c:v>1.7222222222222221</c:v>
                </c:pt>
                <c:pt idx="621">
                  <c:v>1.7250000000000001</c:v>
                </c:pt>
                <c:pt idx="622">
                  <c:v>1.7277777777777779</c:v>
                </c:pt>
                <c:pt idx="623">
                  <c:v>1.7305555555555554</c:v>
                </c:pt>
                <c:pt idx="624">
                  <c:v>1.7333333333333334</c:v>
                </c:pt>
                <c:pt idx="625">
                  <c:v>1.7361111111111112</c:v>
                </c:pt>
                <c:pt idx="626">
                  <c:v>1.7388888888888887</c:v>
                </c:pt>
                <c:pt idx="627">
                  <c:v>1.7416666666666667</c:v>
                </c:pt>
                <c:pt idx="628">
                  <c:v>1.7444444444444445</c:v>
                </c:pt>
                <c:pt idx="629">
                  <c:v>1.7472222222222222</c:v>
                </c:pt>
                <c:pt idx="630">
                  <c:v>1.75</c:v>
                </c:pt>
                <c:pt idx="631">
                  <c:v>1.7527777777777778</c:v>
                </c:pt>
                <c:pt idx="632">
                  <c:v>1.7555555555555555</c:v>
                </c:pt>
                <c:pt idx="633">
                  <c:v>1.7583333333333333</c:v>
                </c:pt>
                <c:pt idx="634">
                  <c:v>1.7611111111111113</c:v>
                </c:pt>
                <c:pt idx="635">
                  <c:v>1.7638888888888888</c:v>
                </c:pt>
                <c:pt idx="636">
                  <c:v>1.7666666666666666</c:v>
                </c:pt>
                <c:pt idx="637">
                  <c:v>1.7694444444444446</c:v>
                </c:pt>
                <c:pt idx="638">
                  <c:v>1.7722222222222221</c:v>
                </c:pt>
                <c:pt idx="639">
                  <c:v>1.7749999999999999</c:v>
                </c:pt>
                <c:pt idx="640">
                  <c:v>1.7777777777777779</c:v>
                </c:pt>
                <c:pt idx="641">
                  <c:v>1.7805555555555554</c:v>
                </c:pt>
                <c:pt idx="642">
                  <c:v>1.7833333333333334</c:v>
                </c:pt>
                <c:pt idx="643">
                  <c:v>1.7861111111111112</c:v>
                </c:pt>
                <c:pt idx="644">
                  <c:v>1.7888888888888888</c:v>
                </c:pt>
                <c:pt idx="645">
                  <c:v>1.7916666666666667</c:v>
                </c:pt>
                <c:pt idx="646">
                  <c:v>1.7944444444444445</c:v>
                </c:pt>
                <c:pt idx="647">
                  <c:v>1.7972222222222221</c:v>
                </c:pt>
                <c:pt idx="648">
                  <c:v>1.8</c:v>
                </c:pt>
                <c:pt idx="649">
                  <c:v>1.8027777777777778</c:v>
                </c:pt>
                <c:pt idx="650">
                  <c:v>1.8055555555555556</c:v>
                </c:pt>
                <c:pt idx="651">
                  <c:v>1.8083333333333333</c:v>
                </c:pt>
                <c:pt idx="652">
                  <c:v>1.8111111111111111</c:v>
                </c:pt>
                <c:pt idx="653">
                  <c:v>1.8138888888888889</c:v>
                </c:pt>
                <c:pt idx="654">
                  <c:v>1.8166666666666667</c:v>
                </c:pt>
                <c:pt idx="655">
                  <c:v>1.8194444444444444</c:v>
                </c:pt>
                <c:pt idx="656">
                  <c:v>1.8222222222222222</c:v>
                </c:pt>
                <c:pt idx="657">
                  <c:v>1.825</c:v>
                </c:pt>
                <c:pt idx="658">
                  <c:v>1.8277777777777779</c:v>
                </c:pt>
                <c:pt idx="659">
                  <c:v>1.8305555555555555</c:v>
                </c:pt>
                <c:pt idx="660">
                  <c:v>1.8333333333333333</c:v>
                </c:pt>
                <c:pt idx="661">
                  <c:v>1.8361111111111112</c:v>
                </c:pt>
                <c:pt idx="662">
                  <c:v>1.8388888888888888</c:v>
                </c:pt>
                <c:pt idx="663">
                  <c:v>1.8416666666666666</c:v>
                </c:pt>
                <c:pt idx="664">
                  <c:v>1.8444444444444446</c:v>
                </c:pt>
                <c:pt idx="665">
                  <c:v>1.8472222222222221</c:v>
                </c:pt>
                <c:pt idx="666">
                  <c:v>1.85</c:v>
                </c:pt>
                <c:pt idx="667">
                  <c:v>1.8527777777777779</c:v>
                </c:pt>
                <c:pt idx="668">
                  <c:v>1.8555555555555554</c:v>
                </c:pt>
                <c:pt idx="669">
                  <c:v>1.8583333333333334</c:v>
                </c:pt>
                <c:pt idx="670">
                  <c:v>1.8611111111111112</c:v>
                </c:pt>
                <c:pt idx="671">
                  <c:v>1.8638888888888887</c:v>
                </c:pt>
                <c:pt idx="672">
                  <c:v>1.8666666666666667</c:v>
                </c:pt>
                <c:pt idx="673">
                  <c:v>1.8694444444444445</c:v>
                </c:pt>
                <c:pt idx="674">
                  <c:v>1.8722222222222222</c:v>
                </c:pt>
                <c:pt idx="675">
                  <c:v>1.875</c:v>
                </c:pt>
                <c:pt idx="676">
                  <c:v>1.8777777777777778</c:v>
                </c:pt>
                <c:pt idx="677">
                  <c:v>1.8805555555555555</c:v>
                </c:pt>
                <c:pt idx="678">
                  <c:v>1.8833333333333333</c:v>
                </c:pt>
                <c:pt idx="679">
                  <c:v>1.8861111111111113</c:v>
                </c:pt>
                <c:pt idx="680">
                  <c:v>1.8888888888888888</c:v>
                </c:pt>
                <c:pt idx="681">
                  <c:v>1.8916666666666666</c:v>
                </c:pt>
                <c:pt idx="682">
                  <c:v>1.8944444444444446</c:v>
                </c:pt>
                <c:pt idx="683">
                  <c:v>1.8972222222222221</c:v>
                </c:pt>
                <c:pt idx="684">
                  <c:v>1.9</c:v>
                </c:pt>
                <c:pt idx="685">
                  <c:v>1.9027777777777779</c:v>
                </c:pt>
                <c:pt idx="686">
                  <c:v>1.9055555555555554</c:v>
                </c:pt>
                <c:pt idx="687">
                  <c:v>1.9083333333333334</c:v>
                </c:pt>
                <c:pt idx="688">
                  <c:v>1.9111111111111112</c:v>
                </c:pt>
                <c:pt idx="689">
                  <c:v>1.9138888888888888</c:v>
                </c:pt>
                <c:pt idx="690">
                  <c:v>1.9166666666666667</c:v>
                </c:pt>
                <c:pt idx="691">
                  <c:v>1.9194444444444445</c:v>
                </c:pt>
                <c:pt idx="692">
                  <c:v>1.9222222222222221</c:v>
                </c:pt>
                <c:pt idx="693">
                  <c:v>1.925</c:v>
                </c:pt>
                <c:pt idx="694">
                  <c:v>1.9277777777777778</c:v>
                </c:pt>
                <c:pt idx="695">
                  <c:v>1.9305555555555556</c:v>
                </c:pt>
                <c:pt idx="696">
                  <c:v>1.9333333333333333</c:v>
                </c:pt>
                <c:pt idx="697">
                  <c:v>1.9361111111111111</c:v>
                </c:pt>
                <c:pt idx="698">
                  <c:v>1.9388888888888889</c:v>
                </c:pt>
                <c:pt idx="699">
                  <c:v>1.9416666666666667</c:v>
                </c:pt>
                <c:pt idx="700">
                  <c:v>1.9444444444444444</c:v>
                </c:pt>
                <c:pt idx="701">
                  <c:v>1.9472222222222222</c:v>
                </c:pt>
                <c:pt idx="702">
                  <c:v>1.95</c:v>
                </c:pt>
                <c:pt idx="703">
                  <c:v>1.9527777777777779</c:v>
                </c:pt>
                <c:pt idx="704">
                  <c:v>1.9555555555555555</c:v>
                </c:pt>
                <c:pt idx="705">
                  <c:v>1.9583333333333333</c:v>
                </c:pt>
                <c:pt idx="706">
                  <c:v>1.9611111111111112</c:v>
                </c:pt>
                <c:pt idx="707">
                  <c:v>1.9638888888888888</c:v>
                </c:pt>
                <c:pt idx="708">
                  <c:v>1.9666666666666666</c:v>
                </c:pt>
                <c:pt idx="709">
                  <c:v>1.9694444444444446</c:v>
                </c:pt>
                <c:pt idx="710">
                  <c:v>1.9722222222222221</c:v>
                </c:pt>
                <c:pt idx="711">
                  <c:v>1.9750000000000001</c:v>
                </c:pt>
                <c:pt idx="712">
                  <c:v>1.9777777777777779</c:v>
                </c:pt>
                <c:pt idx="713">
                  <c:v>1.9805555555555554</c:v>
                </c:pt>
                <c:pt idx="714">
                  <c:v>1.9833333333333334</c:v>
                </c:pt>
                <c:pt idx="715">
                  <c:v>1.9861111111111112</c:v>
                </c:pt>
                <c:pt idx="716">
                  <c:v>1.9888888888888887</c:v>
                </c:pt>
                <c:pt idx="717">
                  <c:v>1.9916666666666667</c:v>
                </c:pt>
                <c:pt idx="718">
                  <c:v>1.9944444444444445</c:v>
                </c:pt>
                <c:pt idx="719">
                  <c:v>1.9972222222222222</c:v>
                </c:pt>
                <c:pt idx="720">
                  <c:v>2</c:v>
                </c:pt>
                <c:pt idx="721">
                  <c:v>2.0027777777777778</c:v>
                </c:pt>
                <c:pt idx="722">
                  <c:v>2.0055555555555555</c:v>
                </c:pt>
                <c:pt idx="723">
                  <c:v>2.0083333333333333</c:v>
                </c:pt>
                <c:pt idx="724">
                  <c:v>2.0111111111111111</c:v>
                </c:pt>
                <c:pt idx="725">
                  <c:v>2.0138888888888888</c:v>
                </c:pt>
                <c:pt idx="726">
                  <c:v>2.0166666666666666</c:v>
                </c:pt>
                <c:pt idx="727">
                  <c:v>2.0194444444444444</c:v>
                </c:pt>
                <c:pt idx="728">
                  <c:v>2.0222222222222221</c:v>
                </c:pt>
                <c:pt idx="729">
                  <c:v>2.0249999999999999</c:v>
                </c:pt>
                <c:pt idx="730">
                  <c:v>2.0277777777777777</c:v>
                </c:pt>
                <c:pt idx="731">
                  <c:v>2.0305555555555554</c:v>
                </c:pt>
                <c:pt idx="732">
                  <c:v>2.0333333333333332</c:v>
                </c:pt>
                <c:pt idx="733">
                  <c:v>2.036111111111111</c:v>
                </c:pt>
                <c:pt idx="734">
                  <c:v>2.0388888888888888</c:v>
                </c:pt>
                <c:pt idx="735">
                  <c:v>2.0416666666666665</c:v>
                </c:pt>
                <c:pt idx="736">
                  <c:v>2.0444444444444447</c:v>
                </c:pt>
                <c:pt idx="737">
                  <c:v>2.0472222222222221</c:v>
                </c:pt>
                <c:pt idx="738">
                  <c:v>2.0499999999999998</c:v>
                </c:pt>
                <c:pt idx="739">
                  <c:v>2.052777777777778</c:v>
                </c:pt>
                <c:pt idx="740">
                  <c:v>2.0555555555555554</c:v>
                </c:pt>
                <c:pt idx="741">
                  <c:v>2.0583333333333331</c:v>
                </c:pt>
                <c:pt idx="742">
                  <c:v>2.0611111111111113</c:v>
                </c:pt>
                <c:pt idx="743">
                  <c:v>2.0638888888888887</c:v>
                </c:pt>
                <c:pt idx="744">
                  <c:v>2.0666666666666669</c:v>
                </c:pt>
                <c:pt idx="745">
                  <c:v>2.0694444444444446</c:v>
                </c:pt>
                <c:pt idx="746">
                  <c:v>2.072222222222222</c:v>
                </c:pt>
                <c:pt idx="747">
                  <c:v>2.0750000000000002</c:v>
                </c:pt>
                <c:pt idx="748">
                  <c:v>2.0777777777777779</c:v>
                </c:pt>
                <c:pt idx="749">
                  <c:v>2.0805555555555553</c:v>
                </c:pt>
                <c:pt idx="750">
                  <c:v>2.0833333333333335</c:v>
                </c:pt>
                <c:pt idx="751">
                  <c:v>2.0861111111111112</c:v>
                </c:pt>
                <c:pt idx="752">
                  <c:v>2.088888888888889</c:v>
                </c:pt>
                <c:pt idx="753">
                  <c:v>2.0916666666666668</c:v>
                </c:pt>
                <c:pt idx="754">
                  <c:v>2.0944444444444446</c:v>
                </c:pt>
                <c:pt idx="755">
                  <c:v>2.0972222222222223</c:v>
                </c:pt>
                <c:pt idx="756">
                  <c:v>2.1</c:v>
                </c:pt>
                <c:pt idx="757">
                  <c:v>2.1027777777777779</c:v>
                </c:pt>
                <c:pt idx="758">
                  <c:v>2.1055555555555556</c:v>
                </c:pt>
                <c:pt idx="759">
                  <c:v>2.1083333333333334</c:v>
                </c:pt>
                <c:pt idx="760">
                  <c:v>2.1111111111111112</c:v>
                </c:pt>
                <c:pt idx="761">
                  <c:v>2.1138888888888889</c:v>
                </c:pt>
                <c:pt idx="762">
                  <c:v>2.1166666666666667</c:v>
                </c:pt>
                <c:pt idx="763">
                  <c:v>2.1194444444444445</c:v>
                </c:pt>
                <c:pt idx="764">
                  <c:v>2.1222222222222222</c:v>
                </c:pt>
                <c:pt idx="765">
                  <c:v>2.125</c:v>
                </c:pt>
                <c:pt idx="766">
                  <c:v>2.1277777777777778</c:v>
                </c:pt>
                <c:pt idx="767">
                  <c:v>2.1305555555555555</c:v>
                </c:pt>
                <c:pt idx="768">
                  <c:v>2.1333333333333333</c:v>
                </c:pt>
                <c:pt idx="769">
                  <c:v>2.1361111111111111</c:v>
                </c:pt>
                <c:pt idx="770">
                  <c:v>2.1388888888888888</c:v>
                </c:pt>
                <c:pt idx="771">
                  <c:v>2.1416666666666666</c:v>
                </c:pt>
                <c:pt idx="772">
                  <c:v>2.1444444444444444</c:v>
                </c:pt>
                <c:pt idx="773">
                  <c:v>2.1472222222222226</c:v>
                </c:pt>
                <c:pt idx="774">
                  <c:v>2.15</c:v>
                </c:pt>
                <c:pt idx="775">
                  <c:v>2.1527777777777777</c:v>
                </c:pt>
                <c:pt idx="776">
                  <c:v>2.1555555555555559</c:v>
                </c:pt>
                <c:pt idx="777">
                  <c:v>2.1583333333333332</c:v>
                </c:pt>
                <c:pt idx="778">
                  <c:v>2.161111111111111</c:v>
                </c:pt>
                <c:pt idx="779">
                  <c:v>2.1638888888888892</c:v>
                </c:pt>
                <c:pt idx="780">
                  <c:v>2.1666666666666665</c:v>
                </c:pt>
                <c:pt idx="781">
                  <c:v>2.1694444444444443</c:v>
                </c:pt>
                <c:pt idx="782">
                  <c:v>2.1722222222222225</c:v>
                </c:pt>
                <c:pt idx="783">
                  <c:v>2.1749999999999998</c:v>
                </c:pt>
                <c:pt idx="784">
                  <c:v>2.1777777777777776</c:v>
                </c:pt>
                <c:pt idx="785">
                  <c:v>2.1805555555555558</c:v>
                </c:pt>
                <c:pt idx="786">
                  <c:v>2.1833333333333331</c:v>
                </c:pt>
                <c:pt idx="787">
                  <c:v>2.1861111111111109</c:v>
                </c:pt>
                <c:pt idx="788">
                  <c:v>2.1888888888888891</c:v>
                </c:pt>
                <c:pt idx="789">
                  <c:v>2.1916666666666669</c:v>
                </c:pt>
                <c:pt idx="790">
                  <c:v>2.1944444444444442</c:v>
                </c:pt>
                <c:pt idx="791">
                  <c:v>2.1972222222222224</c:v>
                </c:pt>
                <c:pt idx="792">
                  <c:v>2.2000000000000002</c:v>
                </c:pt>
                <c:pt idx="793">
                  <c:v>2.2027777777777775</c:v>
                </c:pt>
                <c:pt idx="794">
                  <c:v>2.2055555555555557</c:v>
                </c:pt>
                <c:pt idx="795">
                  <c:v>2.2083333333333335</c:v>
                </c:pt>
                <c:pt idx="796">
                  <c:v>2.2111111111111108</c:v>
                </c:pt>
                <c:pt idx="797">
                  <c:v>2.213888888888889</c:v>
                </c:pt>
                <c:pt idx="798">
                  <c:v>2.2166666666666668</c:v>
                </c:pt>
                <c:pt idx="799">
                  <c:v>2.2194444444444441</c:v>
                </c:pt>
                <c:pt idx="800">
                  <c:v>2.2222222222222223</c:v>
                </c:pt>
                <c:pt idx="801">
                  <c:v>2.2250000000000001</c:v>
                </c:pt>
                <c:pt idx="802">
                  <c:v>2.2277777777777774</c:v>
                </c:pt>
                <c:pt idx="803">
                  <c:v>2.2305555555555556</c:v>
                </c:pt>
                <c:pt idx="804">
                  <c:v>2.2333333333333334</c:v>
                </c:pt>
                <c:pt idx="805">
                  <c:v>2.2361111111111112</c:v>
                </c:pt>
                <c:pt idx="806">
                  <c:v>2.2388888888888889</c:v>
                </c:pt>
                <c:pt idx="807">
                  <c:v>2.2416666666666667</c:v>
                </c:pt>
                <c:pt idx="808">
                  <c:v>2.2444444444444445</c:v>
                </c:pt>
                <c:pt idx="809">
                  <c:v>2.2472222222222222</c:v>
                </c:pt>
                <c:pt idx="810">
                  <c:v>2.25</c:v>
                </c:pt>
                <c:pt idx="811">
                  <c:v>2.2527777777777778</c:v>
                </c:pt>
                <c:pt idx="812">
                  <c:v>2.2555555555555555</c:v>
                </c:pt>
                <c:pt idx="813">
                  <c:v>2.2583333333333333</c:v>
                </c:pt>
                <c:pt idx="814">
                  <c:v>2.2611111111111111</c:v>
                </c:pt>
                <c:pt idx="815">
                  <c:v>2.2638888888888888</c:v>
                </c:pt>
                <c:pt idx="816">
                  <c:v>2.2666666666666666</c:v>
                </c:pt>
                <c:pt idx="817">
                  <c:v>2.2694444444444444</c:v>
                </c:pt>
                <c:pt idx="818">
                  <c:v>2.2722222222222226</c:v>
                </c:pt>
                <c:pt idx="819">
                  <c:v>2.2749999999999999</c:v>
                </c:pt>
                <c:pt idx="820">
                  <c:v>2.2777777777777777</c:v>
                </c:pt>
                <c:pt idx="821">
                  <c:v>2.2805555555555559</c:v>
                </c:pt>
                <c:pt idx="822">
                  <c:v>2.2833333333333332</c:v>
                </c:pt>
                <c:pt idx="823">
                  <c:v>2.286111111111111</c:v>
                </c:pt>
                <c:pt idx="824">
                  <c:v>2.2888888888888892</c:v>
                </c:pt>
                <c:pt idx="825">
                  <c:v>2.2916666666666665</c:v>
                </c:pt>
                <c:pt idx="826">
                  <c:v>2.2944444444444443</c:v>
                </c:pt>
                <c:pt idx="827">
                  <c:v>2.2972222222222225</c:v>
                </c:pt>
                <c:pt idx="828">
                  <c:v>2.2999999999999998</c:v>
                </c:pt>
                <c:pt idx="829">
                  <c:v>2.3027777777777776</c:v>
                </c:pt>
                <c:pt idx="830">
                  <c:v>2.3055555555555558</c:v>
                </c:pt>
                <c:pt idx="831">
                  <c:v>2.3083333333333331</c:v>
                </c:pt>
                <c:pt idx="832">
                  <c:v>2.3111111111111109</c:v>
                </c:pt>
                <c:pt idx="833">
                  <c:v>2.3138888888888891</c:v>
                </c:pt>
                <c:pt idx="834">
                  <c:v>2.3166666666666669</c:v>
                </c:pt>
                <c:pt idx="835">
                  <c:v>2.3194444444444442</c:v>
                </c:pt>
                <c:pt idx="836">
                  <c:v>2.3222222222222224</c:v>
                </c:pt>
                <c:pt idx="837">
                  <c:v>2.3250000000000002</c:v>
                </c:pt>
                <c:pt idx="838">
                  <c:v>2.3277777777777775</c:v>
                </c:pt>
                <c:pt idx="839">
                  <c:v>2.3305555555555557</c:v>
                </c:pt>
                <c:pt idx="840">
                  <c:v>2.3333333333333335</c:v>
                </c:pt>
                <c:pt idx="841">
                  <c:v>2.3361111111111108</c:v>
                </c:pt>
                <c:pt idx="842">
                  <c:v>2.338888888888889</c:v>
                </c:pt>
                <c:pt idx="843">
                  <c:v>2.3416666666666668</c:v>
                </c:pt>
                <c:pt idx="844">
                  <c:v>2.3444444444444441</c:v>
                </c:pt>
                <c:pt idx="845">
                  <c:v>2.3472222222222223</c:v>
                </c:pt>
                <c:pt idx="846">
                  <c:v>2.35</c:v>
                </c:pt>
                <c:pt idx="847">
                  <c:v>2.3527777777777774</c:v>
                </c:pt>
                <c:pt idx="848">
                  <c:v>2.3555555555555556</c:v>
                </c:pt>
                <c:pt idx="849">
                  <c:v>2.3583333333333334</c:v>
                </c:pt>
                <c:pt idx="850">
                  <c:v>2.3611111111111112</c:v>
                </c:pt>
                <c:pt idx="851">
                  <c:v>2.3638888888888889</c:v>
                </c:pt>
                <c:pt idx="852">
                  <c:v>2.3666666666666667</c:v>
                </c:pt>
                <c:pt idx="853">
                  <c:v>2.3694444444444445</c:v>
                </c:pt>
                <c:pt idx="854">
                  <c:v>2.3722222222222222</c:v>
                </c:pt>
                <c:pt idx="855">
                  <c:v>2.375</c:v>
                </c:pt>
                <c:pt idx="856">
                  <c:v>2.3777777777777778</c:v>
                </c:pt>
                <c:pt idx="857">
                  <c:v>2.3805555555555555</c:v>
                </c:pt>
                <c:pt idx="858">
                  <c:v>2.3833333333333333</c:v>
                </c:pt>
                <c:pt idx="859">
                  <c:v>2.3861111111111111</c:v>
                </c:pt>
                <c:pt idx="860">
                  <c:v>2.3888888888888888</c:v>
                </c:pt>
                <c:pt idx="861">
                  <c:v>2.3916666666666666</c:v>
                </c:pt>
                <c:pt idx="862">
                  <c:v>2.3944444444444444</c:v>
                </c:pt>
                <c:pt idx="863">
                  <c:v>2.3972222222222226</c:v>
                </c:pt>
                <c:pt idx="864">
                  <c:v>2.4</c:v>
                </c:pt>
                <c:pt idx="865">
                  <c:v>2.4027777777777777</c:v>
                </c:pt>
                <c:pt idx="866">
                  <c:v>2.4055555555555559</c:v>
                </c:pt>
                <c:pt idx="867">
                  <c:v>2.4083333333333332</c:v>
                </c:pt>
                <c:pt idx="868">
                  <c:v>2.411111111111111</c:v>
                </c:pt>
                <c:pt idx="869">
                  <c:v>2.4138888888888892</c:v>
                </c:pt>
                <c:pt idx="870">
                  <c:v>2.4166666666666665</c:v>
                </c:pt>
                <c:pt idx="871">
                  <c:v>2.4194444444444443</c:v>
                </c:pt>
                <c:pt idx="872">
                  <c:v>2.4222222222222225</c:v>
                </c:pt>
                <c:pt idx="873">
                  <c:v>2.4249999999999998</c:v>
                </c:pt>
                <c:pt idx="874">
                  <c:v>2.4277777777777776</c:v>
                </c:pt>
                <c:pt idx="875">
                  <c:v>2.4305555555555558</c:v>
                </c:pt>
                <c:pt idx="876">
                  <c:v>2.4333333333333331</c:v>
                </c:pt>
                <c:pt idx="877">
                  <c:v>2.4361111111111109</c:v>
                </c:pt>
                <c:pt idx="878">
                  <c:v>2.4388888888888891</c:v>
                </c:pt>
                <c:pt idx="879">
                  <c:v>2.4416666666666669</c:v>
                </c:pt>
                <c:pt idx="880">
                  <c:v>2.4444444444444442</c:v>
                </c:pt>
                <c:pt idx="881">
                  <c:v>2.4472222222222224</c:v>
                </c:pt>
                <c:pt idx="882">
                  <c:v>2.4500000000000002</c:v>
                </c:pt>
                <c:pt idx="883">
                  <c:v>2.4527777777777775</c:v>
                </c:pt>
                <c:pt idx="884">
                  <c:v>2.4555555555555557</c:v>
                </c:pt>
                <c:pt idx="885">
                  <c:v>2.4583333333333335</c:v>
                </c:pt>
                <c:pt idx="886">
                  <c:v>2.4611111111111108</c:v>
                </c:pt>
                <c:pt idx="887">
                  <c:v>2.463888888888889</c:v>
                </c:pt>
                <c:pt idx="888">
                  <c:v>2.4666666666666668</c:v>
                </c:pt>
                <c:pt idx="889">
                  <c:v>2.4694444444444441</c:v>
                </c:pt>
                <c:pt idx="890">
                  <c:v>2.4722222222222223</c:v>
                </c:pt>
                <c:pt idx="891">
                  <c:v>2.4750000000000001</c:v>
                </c:pt>
                <c:pt idx="892">
                  <c:v>2.4777777777777774</c:v>
                </c:pt>
                <c:pt idx="893">
                  <c:v>2.4805555555555556</c:v>
                </c:pt>
                <c:pt idx="894">
                  <c:v>2.4833333333333334</c:v>
                </c:pt>
                <c:pt idx="895">
                  <c:v>2.4861111111111112</c:v>
                </c:pt>
                <c:pt idx="896">
                  <c:v>2.4888888888888889</c:v>
                </c:pt>
                <c:pt idx="897">
                  <c:v>2.4916666666666667</c:v>
                </c:pt>
                <c:pt idx="898">
                  <c:v>2.4944444444444445</c:v>
                </c:pt>
                <c:pt idx="899">
                  <c:v>2.4972222222222222</c:v>
                </c:pt>
                <c:pt idx="900">
                  <c:v>2.5</c:v>
                </c:pt>
                <c:pt idx="901">
                  <c:v>2.5027777777777778</c:v>
                </c:pt>
                <c:pt idx="902">
                  <c:v>2.5055555555555555</c:v>
                </c:pt>
                <c:pt idx="903">
                  <c:v>2.5083333333333333</c:v>
                </c:pt>
                <c:pt idx="904">
                  <c:v>2.5111111111111111</c:v>
                </c:pt>
                <c:pt idx="905">
                  <c:v>2.5138888888888888</c:v>
                </c:pt>
                <c:pt idx="906">
                  <c:v>2.5166666666666666</c:v>
                </c:pt>
                <c:pt idx="907">
                  <c:v>2.5194444444444444</c:v>
                </c:pt>
                <c:pt idx="908">
                  <c:v>2.5222222222222226</c:v>
                </c:pt>
                <c:pt idx="909">
                  <c:v>2.5249999999999999</c:v>
                </c:pt>
                <c:pt idx="910">
                  <c:v>2.5277777777777777</c:v>
                </c:pt>
                <c:pt idx="911">
                  <c:v>2.5305555555555559</c:v>
                </c:pt>
                <c:pt idx="912">
                  <c:v>2.5333333333333332</c:v>
                </c:pt>
                <c:pt idx="913">
                  <c:v>2.536111111111111</c:v>
                </c:pt>
                <c:pt idx="914">
                  <c:v>2.5388888888888892</c:v>
                </c:pt>
                <c:pt idx="915">
                  <c:v>2.5416666666666665</c:v>
                </c:pt>
                <c:pt idx="916">
                  <c:v>2.5444444444444443</c:v>
                </c:pt>
                <c:pt idx="917">
                  <c:v>2.5472222222222225</c:v>
                </c:pt>
                <c:pt idx="918">
                  <c:v>2.5499999999999998</c:v>
                </c:pt>
                <c:pt idx="919">
                  <c:v>2.5527777777777776</c:v>
                </c:pt>
                <c:pt idx="920">
                  <c:v>2.5555555555555558</c:v>
                </c:pt>
                <c:pt idx="921">
                  <c:v>2.5583333333333331</c:v>
                </c:pt>
                <c:pt idx="922">
                  <c:v>2.5611111111111109</c:v>
                </c:pt>
                <c:pt idx="923">
                  <c:v>2.5638888888888891</c:v>
                </c:pt>
                <c:pt idx="924">
                  <c:v>2.5666666666666669</c:v>
                </c:pt>
                <c:pt idx="925">
                  <c:v>2.5694444444444442</c:v>
                </c:pt>
                <c:pt idx="926">
                  <c:v>2.5722222222222224</c:v>
                </c:pt>
                <c:pt idx="927">
                  <c:v>2.5750000000000002</c:v>
                </c:pt>
                <c:pt idx="928">
                  <c:v>2.5777777777777775</c:v>
                </c:pt>
                <c:pt idx="929">
                  <c:v>2.5805555555555557</c:v>
                </c:pt>
                <c:pt idx="930">
                  <c:v>2.5833333333333335</c:v>
                </c:pt>
                <c:pt idx="931">
                  <c:v>2.5861111111111108</c:v>
                </c:pt>
                <c:pt idx="932">
                  <c:v>2.588888888888889</c:v>
                </c:pt>
                <c:pt idx="933">
                  <c:v>2.5916666666666668</c:v>
                </c:pt>
                <c:pt idx="934">
                  <c:v>2.5944444444444441</c:v>
                </c:pt>
                <c:pt idx="935">
                  <c:v>2.5972222222222223</c:v>
                </c:pt>
                <c:pt idx="936">
                  <c:v>2.6</c:v>
                </c:pt>
                <c:pt idx="937">
                  <c:v>2.6027777777777774</c:v>
                </c:pt>
                <c:pt idx="938">
                  <c:v>2.6055555555555556</c:v>
                </c:pt>
                <c:pt idx="939">
                  <c:v>2.6083333333333334</c:v>
                </c:pt>
                <c:pt idx="940">
                  <c:v>2.6111111111111112</c:v>
                </c:pt>
                <c:pt idx="941">
                  <c:v>2.6138888888888889</c:v>
                </c:pt>
                <c:pt idx="942">
                  <c:v>2.6166666666666667</c:v>
                </c:pt>
                <c:pt idx="943">
                  <c:v>2.6194444444444445</c:v>
                </c:pt>
                <c:pt idx="944">
                  <c:v>2.6222222222222222</c:v>
                </c:pt>
                <c:pt idx="945">
                  <c:v>2.625</c:v>
                </c:pt>
                <c:pt idx="946">
                  <c:v>2.6277777777777778</c:v>
                </c:pt>
                <c:pt idx="947">
                  <c:v>2.6305555555555555</c:v>
                </c:pt>
                <c:pt idx="948">
                  <c:v>2.6333333333333333</c:v>
                </c:pt>
                <c:pt idx="949">
                  <c:v>2.6361111111111111</c:v>
                </c:pt>
                <c:pt idx="950">
                  <c:v>2.6388888888888888</c:v>
                </c:pt>
                <c:pt idx="951">
                  <c:v>2.6416666666666666</c:v>
                </c:pt>
                <c:pt idx="952">
                  <c:v>2.6444444444444444</c:v>
                </c:pt>
                <c:pt idx="953">
                  <c:v>2.6472222222222226</c:v>
                </c:pt>
                <c:pt idx="954">
                  <c:v>2.65</c:v>
                </c:pt>
                <c:pt idx="955">
                  <c:v>2.6527777777777777</c:v>
                </c:pt>
                <c:pt idx="956">
                  <c:v>2.6555555555555559</c:v>
                </c:pt>
                <c:pt idx="957">
                  <c:v>2.6583333333333332</c:v>
                </c:pt>
                <c:pt idx="958">
                  <c:v>2.661111111111111</c:v>
                </c:pt>
                <c:pt idx="959">
                  <c:v>2.6638888888888892</c:v>
                </c:pt>
                <c:pt idx="960">
                  <c:v>2.6666666666666665</c:v>
                </c:pt>
                <c:pt idx="961">
                  <c:v>2.6694444444444443</c:v>
                </c:pt>
                <c:pt idx="962">
                  <c:v>2.6722222222222225</c:v>
                </c:pt>
                <c:pt idx="963">
                  <c:v>2.6749999999999998</c:v>
                </c:pt>
                <c:pt idx="964">
                  <c:v>2.6777777777777776</c:v>
                </c:pt>
                <c:pt idx="965">
                  <c:v>2.6805555555555558</c:v>
                </c:pt>
                <c:pt idx="966">
                  <c:v>2.6833333333333331</c:v>
                </c:pt>
                <c:pt idx="967">
                  <c:v>2.6861111111111109</c:v>
                </c:pt>
                <c:pt idx="968">
                  <c:v>2.6888888888888891</c:v>
                </c:pt>
                <c:pt idx="969">
                  <c:v>2.6916666666666669</c:v>
                </c:pt>
                <c:pt idx="970">
                  <c:v>2.6944444444444442</c:v>
                </c:pt>
                <c:pt idx="971">
                  <c:v>2.6972222222222224</c:v>
                </c:pt>
                <c:pt idx="972">
                  <c:v>2.7</c:v>
                </c:pt>
                <c:pt idx="973">
                  <c:v>2.7027777777777775</c:v>
                </c:pt>
                <c:pt idx="974">
                  <c:v>2.7055555555555557</c:v>
                </c:pt>
                <c:pt idx="975">
                  <c:v>2.7083333333333335</c:v>
                </c:pt>
                <c:pt idx="976">
                  <c:v>2.7111111111111108</c:v>
                </c:pt>
                <c:pt idx="977">
                  <c:v>2.713888888888889</c:v>
                </c:pt>
                <c:pt idx="978">
                  <c:v>2.7166666666666668</c:v>
                </c:pt>
                <c:pt idx="979">
                  <c:v>2.7194444444444441</c:v>
                </c:pt>
                <c:pt idx="980">
                  <c:v>2.7222222222222223</c:v>
                </c:pt>
                <c:pt idx="981">
                  <c:v>2.7250000000000001</c:v>
                </c:pt>
                <c:pt idx="982">
                  <c:v>2.7277777777777774</c:v>
                </c:pt>
                <c:pt idx="983">
                  <c:v>2.7305555555555556</c:v>
                </c:pt>
                <c:pt idx="984">
                  <c:v>2.7333333333333334</c:v>
                </c:pt>
                <c:pt idx="985">
                  <c:v>2.7361111111111112</c:v>
                </c:pt>
                <c:pt idx="986">
                  <c:v>2.7388888888888889</c:v>
                </c:pt>
                <c:pt idx="987">
                  <c:v>2.7416666666666667</c:v>
                </c:pt>
                <c:pt idx="988">
                  <c:v>2.7444444444444445</c:v>
                </c:pt>
                <c:pt idx="989">
                  <c:v>2.7472222222222222</c:v>
                </c:pt>
                <c:pt idx="990">
                  <c:v>2.75</c:v>
                </c:pt>
                <c:pt idx="991">
                  <c:v>2.7527777777777778</c:v>
                </c:pt>
                <c:pt idx="992">
                  <c:v>2.7555555555555555</c:v>
                </c:pt>
                <c:pt idx="993">
                  <c:v>2.7583333333333333</c:v>
                </c:pt>
                <c:pt idx="994">
                  <c:v>2.7611111111111111</c:v>
                </c:pt>
                <c:pt idx="995">
                  <c:v>2.7638888888888888</c:v>
                </c:pt>
                <c:pt idx="996">
                  <c:v>2.7666666666666666</c:v>
                </c:pt>
                <c:pt idx="997">
                  <c:v>2.7694444444444444</c:v>
                </c:pt>
                <c:pt idx="998">
                  <c:v>2.7722222222222226</c:v>
                </c:pt>
                <c:pt idx="999">
                  <c:v>2.7749999999999999</c:v>
                </c:pt>
                <c:pt idx="1000">
                  <c:v>2.7777777777777777</c:v>
                </c:pt>
                <c:pt idx="1001">
                  <c:v>2.7805555555555559</c:v>
                </c:pt>
                <c:pt idx="1002">
                  <c:v>2.7833333333333332</c:v>
                </c:pt>
                <c:pt idx="1003">
                  <c:v>2.786111111111111</c:v>
                </c:pt>
                <c:pt idx="1004">
                  <c:v>2.7888888888888892</c:v>
                </c:pt>
                <c:pt idx="1005">
                  <c:v>2.7916666666666665</c:v>
                </c:pt>
                <c:pt idx="1006">
                  <c:v>2.7944444444444443</c:v>
                </c:pt>
                <c:pt idx="1007">
                  <c:v>2.7972222222222225</c:v>
                </c:pt>
                <c:pt idx="1008">
                  <c:v>2.8</c:v>
                </c:pt>
                <c:pt idx="1009">
                  <c:v>2.8027777777777776</c:v>
                </c:pt>
                <c:pt idx="1010">
                  <c:v>2.8055555555555558</c:v>
                </c:pt>
                <c:pt idx="1011">
                  <c:v>2.8083333333333331</c:v>
                </c:pt>
                <c:pt idx="1012">
                  <c:v>2.8111111111111109</c:v>
                </c:pt>
                <c:pt idx="1013">
                  <c:v>2.8138888888888891</c:v>
                </c:pt>
                <c:pt idx="1014">
                  <c:v>2.8166666666666669</c:v>
                </c:pt>
                <c:pt idx="1015">
                  <c:v>2.8194444444444442</c:v>
                </c:pt>
                <c:pt idx="1016">
                  <c:v>2.8222222222222224</c:v>
                </c:pt>
                <c:pt idx="1017">
                  <c:v>2.8250000000000002</c:v>
                </c:pt>
                <c:pt idx="1018">
                  <c:v>2.8277777777777775</c:v>
                </c:pt>
                <c:pt idx="1019">
                  <c:v>2.8305555555555557</c:v>
                </c:pt>
                <c:pt idx="1020">
                  <c:v>2.8333333333333335</c:v>
                </c:pt>
                <c:pt idx="1021">
                  <c:v>2.8361111111111108</c:v>
                </c:pt>
                <c:pt idx="1022">
                  <c:v>2.838888888888889</c:v>
                </c:pt>
                <c:pt idx="1023">
                  <c:v>2.8416666666666668</c:v>
                </c:pt>
                <c:pt idx="1024">
                  <c:v>2.8444444444444441</c:v>
                </c:pt>
                <c:pt idx="1025">
                  <c:v>2.8472222222222223</c:v>
                </c:pt>
                <c:pt idx="1026">
                  <c:v>2.85</c:v>
                </c:pt>
                <c:pt idx="1027">
                  <c:v>2.8527777777777774</c:v>
                </c:pt>
                <c:pt idx="1028">
                  <c:v>2.8555555555555556</c:v>
                </c:pt>
                <c:pt idx="1029">
                  <c:v>2.8583333333333334</c:v>
                </c:pt>
                <c:pt idx="1030">
                  <c:v>2.8611111111111112</c:v>
                </c:pt>
                <c:pt idx="1031">
                  <c:v>2.8638888888888889</c:v>
                </c:pt>
                <c:pt idx="1032">
                  <c:v>2.8666666666666667</c:v>
                </c:pt>
                <c:pt idx="1033">
                  <c:v>2.8694444444444445</c:v>
                </c:pt>
                <c:pt idx="1034">
                  <c:v>2.8722222222222222</c:v>
                </c:pt>
                <c:pt idx="1035">
                  <c:v>2.875</c:v>
                </c:pt>
                <c:pt idx="1036">
                  <c:v>2.8777777777777778</c:v>
                </c:pt>
                <c:pt idx="1037">
                  <c:v>2.8805555555555555</c:v>
                </c:pt>
                <c:pt idx="1038">
                  <c:v>2.8833333333333333</c:v>
                </c:pt>
                <c:pt idx="1039">
                  <c:v>2.8861111111111111</c:v>
                </c:pt>
                <c:pt idx="1040">
                  <c:v>2.8888888888888888</c:v>
                </c:pt>
                <c:pt idx="1041">
                  <c:v>2.8916666666666666</c:v>
                </c:pt>
                <c:pt idx="1042">
                  <c:v>2.8944444444444444</c:v>
                </c:pt>
                <c:pt idx="1043">
                  <c:v>2.8972222222222226</c:v>
                </c:pt>
                <c:pt idx="1044">
                  <c:v>2.9</c:v>
                </c:pt>
                <c:pt idx="1045">
                  <c:v>2.9027777777777777</c:v>
                </c:pt>
                <c:pt idx="1046">
                  <c:v>2.9055555555555559</c:v>
                </c:pt>
                <c:pt idx="1047">
                  <c:v>2.9083333333333332</c:v>
                </c:pt>
                <c:pt idx="1048">
                  <c:v>2.911111111111111</c:v>
                </c:pt>
                <c:pt idx="1049">
                  <c:v>2.9138888888888892</c:v>
                </c:pt>
                <c:pt idx="1050">
                  <c:v>2.9166666666666665</c:v>
                </c:pt>
                <c:pt idx="1051">
                  <c:v>2.9194444444444443</c:v>
                </c:pt>
                <c:pt idx="1052">
                  <c:v>2.9222222222222225</c:v>
                </c:pt>
                <c:pt idx="1053">
                  <c:v>2.9249999999999998</c:v>
                </c:pt>
                <c:pt idx="1054">
                  <c:v>2.9277777777777776</c:v>
                </c:pt>
                <c:pt idx="1055">
                  <c:v>2.9305555555555558</c:v>
                </c:pt>
                <c:pt idx="1056">
                  <c:v>2.9333333333333331</c:v>
                </c:pt>
                <c:pt idx="1057">
                  <c:v>2.9361111111111109</c:v>
                </c:pt>
                <c:pt idx="1058">
                  <c:v>2.9388888888888891</c:v>
                </c:pt>
                <c:pt idx="1059">
                  <c:v>2.9416666666666669</c:v>
                </c:pt>
                <c:pt idx="1060">
                  <c:v>2.9444444444444442</c:v>
                </c:pt>
                <c:pt idx="1061">
                  <c:v>2.9472222222222224</c:v>
                </c:pt>
                <c:pt idx="1062">
                  <c:v>2.95</c:v>
                </c:pt>
                <c:pt idx="1063">
                  <c:v>2.9527777777777775</c:v>
                </c:pt>
                <c:pt idx="1064">
                  <c:v>2.9555555555555557</c:v>
                </c:pt>
                <c:pt idx="1065">
                  <c:v>2.9583333333333335</c:v>
                </c:pt>
                <c:pt idx="1066">
                  <c:v>2.9611111111111108</c:v>
                </c:pt>
                <c:pt idx="1067">
                  <c:v>2.963888888888889</c:v>
                </c:pt>
                <c:pt idx="1068">
                  <c:v>2.9666666666666668</c:v>
                </c:pt>
                <c:pt idx="1069">
                  <c:v>2.9694444444444441</c:v>
                </c:pt>
                <c:pt idx="1070">
                  <c:v>2.9722222222222223</c:v>
                </c:pt>
                <c:pt idx="1071">
                  <c:v>2.9750000000000001</c:v>
                </c:pt>
                <c:pt idx="1072">
                  <c:v>2.9777777777777774</c:v>
                </c:pt>
                <c:pt idx="1073">
                  <c:v>2.9805555555555556</c:v>
                </c:pt>
                <c:pt idx="1074">
                  <c:v>2.9833333333333334</c:v>
                </c:pt>
                <c:pt idx="1075">
                  <c:v>2.9861111111111112</c:v>
                </c:pt>
                <c:pt idx="1076">
                  <c:v>2.9888888888888889</c:v>
                </c:pt>
                <c:pt idx="1077">
                  <c:v>2.9916666666666667</c:v>
                </c:pt>
                <c:pt idx="1078">
                  <c:v>2.9944444444444445</c:v>
                </c:pt>
                <c:pt idx="1079">
                  <c:v>2.9972222222222222</c:v>
                </c:pt>
                <c:pt idx="1080">
                  <c:v>3</c:v>
                </c:pt>
              </c:numCache>
            </c:numRef>
          </c:xVal>
          <c:yVal>
            <c:numRef>
              <c:f>Sheet1!$W$4:$W$1084</c:f>
              <c:numCache>
                <c:formatCode>0.00</c:formatCode>
                <c:ptCount val="1081"/>
                <c:pt idx="0">
                  <c:v>0</c:v>
                </c:pt>
                <c:pt idx="1">
                  <c:v>3.4906767801779944E-137</c:v>
                </c:pt>
                <c:pt idx="2">
                  <c:v>3.6012596456451338E-119</c:v>
                </c:pt>
                <c:pt idx="3">
                  <c:v>1.1848818183615586E-108</c:v>
                </c:pt>
                <c:pt idx="4">
                  <c:v>3.3246374258689326E-101</c:v>
                </c:pt>
                <c:pt idx="5">
                  <c:v>1.9412887042654182E-95</c:v>
                </c:pt>
                <c:pt idx="6">
                  <c:v>9.7883603230491435E-91</c:v>
                </c:pt>
                <c:pt idx="7">
                  <c:v>9.1046317193614692E-87</c:v>
                </c:pt>
                <c:pt idx="8">
                  <c:v>2.4576739124454083E-83</c:v>
                </c:pt>
                <c:pt idx="9">
                  <c:v>2.5788178283515631E-80</c:v>
                </c:pt>
                <c:pt idx="10">
                  <c:v>1.2841482232020299E-77</c:v>
                </c:pt>
                <c:pt idx="11">
                  <c:v>3.498817759368922E-75</c:v>
                </c:pt>
                <c:pt idx="12">
                  <c:v>5.7940205764298551E-73</c:v>
                </c:pt>
                <c:pt idx="13">
                  <c:v>6.3161359065893303E-71</c:v>
                </c:pt>
                <c:pt idx="14">
                  <c:v>4.8225587399235177E-69</c:v>
                </c:pt>
                <c:pt idx="15">
                  <c:v>2.7090435478690398E-67</c:v>
                </c:pt>
                <c:pt idx="16">
                  <c:v>1.164888773867846E-65</c:v>
                </c:pt>
                <c:pt idx="17">
                  <c:v>3.9606443008472425E-64</c:v>
                </c:pt>
                <c:pt idx="18">
                  <c:v>1.0937697848848538E-62</c:v>
                </c:pt>
                <c:pt idx="19">
                  <c:v>2.5092083868509433E-61</c:v>
                </c:pt>
                <c:pt idx="20">
                  <c:v>4.8737749415197242E-60</c:v>
                </c:pt>
                <c:pt idx="21">
                  <c:v>8.1464514284537924E-59</c:v>
                </c:pt>
                <c:pt idx="22">
                  <c:v>1.1882742754422014E-57</c:v>
                </c:pt>
                <c:pt idx="23">
                  <c:v>1.5309854545699487E-56</c:v>
                </c:pt>
                <c:pt idx="24">
                  <c:v>1.7608423051640106E-55</c:v>
                </c:pt>
                <c:pt idx="25">
                  <c:v>1.8247002813602597E-54</c:v>
                </c:pt>
                <c:pt idx="26">
                  <c:v>1.7176590206097565E-53</c:v>
                </c:pt>
                <c:pt idx="27">
                  <c:v>1.4794727941018138E-52</c:v>
                </c:pt>
                <c:pt idx="28">
                  <c:v>1.1735674945629633E-51</c:v>
                </c:pt>
                <c:pt idx="29">
                  <c:v>8.6228557889062438E-51</c:v>
                </c:pt>
                <c:pt idx="30">
                  <c:v>5.8991792098605285E-50</c:v>
                </c:pt>
                <c:pt idx="31">
                  <c:v>3.7754001970118115E-49</c:v>
                </c:pt>
                <c:pt idx="32">
                  <c:v>2.2698916164704539E-48</c:v>
                </c:pt>
                <c:pt idx="33">
                  <c:v>1.2870276342346172E-47</c:v>
                </c:pt>
                <c:pt idx="34">
                  <c:v>6.9060792751694059E-47</c:v>
                </c:pt>
                <c:pt idx="35">
                  <c:v>3.5182302256274504E-46</c:v>
                </c:pt>
                <c:pt idx="36">
                  <c:v>1.7066194777780164E-45</c:v>
                </c:pt>
                <c:pt idx="37">
                  <c:v>7.9037856463617824E-45</c:v>
                </c:pt>
                <c:pt idx="38">
                  <c:v>3.5034228973389684E-44</c:v>
                </c:pt>
                <c:pt idx="39">
                  <c:v>1.489698039480076E-43</c:v>
                </c:pt>
                <c:pt idx="40">
                  <c:v>6.0892858528187181E-43</c:v>
                </c:pt>
                <c:pt idx="41">
                  <c:v>2.3974156882171969E-42</c:v>
                </c:pt>
                <c:pt idx="42">
                  <c:v>9.1078196273804502E-42</c:v>
                </c:pt>
                <c:pt idx="43">
                  <c:v>3.3443320406799304E-41</c:v>
                </c:pt>
                <c:pt idx="44">
                  <c:v>1.1887970032175344E-40</c:v>
                </c:pt>
                <c:pt idx="45">
                  <c:v>4.0967833382571661E-40</c:v>
                </c:pt>
                <c:pt idx="46">
                  <c:v>1.3705886418790178E-39</c:v>
                </c:pt>
                <c:pt idx="47">
                  <c:v>4.457114195809207E-39</c:v>
                </c:pt>
                <c:pt idx="48">
                  <c:v>1.4105925482217124E-38</c:v>
                </c:pt>
                <c:pt idx="49">
                  <c:v>4.3494786360234224E-38</c:v>
                </c:pt>
                <c:pt idx="50">
                  <c:v>1.3080300399263763E-37</c:v>
                </c:pt>
                <c:pt idx="51">
                  <c:v>3.8403701137171353E-37</c:v>
                </c:pt>
                <c:pt idx="52">
                  <c:v>1.1018137582624692E-36</c:v>
                </c:pt>
                <c:pt idx="53">
                  <c:v>3.0917531119932269E-36</c:v>
                </c:pt>
                <c:pt idx="54">
                  <c:v>8.4922599098240717E-36</c:v>
                </c:pt>
                <c:pt idx="55">
                  <c:v>2.2850942386462786E-35</c:v>
                </c:pt>
                <c:pt idx="56">
                  <c:v>6.0279469784095609E-35</c:v>
                </c:pt>
                <c:pt idx="57">
                  <c:v>1.5599985732850652E-34</c:v>
                </c:pt>
                <c:pt idx="58">
                  <c:v>3.963305337502285E-34</c:v>
                </c:pt>
                <c:pt idx="59">
                  <c:v>9.8910790886573007E-34</c:v>
                </c:pt>
                <c:pt idx="60">
                  <c:v>2.426291945675223E-33</c:v>
                </c:pt>
                <c:pt idx="61">
                  <c:v>5.8533324556172148E-33</c:v>
                </c:pt>
                <c:pt idx="62">
                  <c:v>1.3895030952378072E-32</c:v>
                </c:pt>
                <c:pt idx="63">
                  <c:v>3.2474028943877487E-32</c:v>
                </c:pt>
                <c:pt idx="64">
                  <c:v>7.4756111448391575E-32</c:v>
                </c:pt>
                <c:pt idx="65">
                  <c:v>1.6958784437677414E-31</c:v>
                </c:pt>
                <c:pt idx="66">
                  <c:v>3.792927237772713E-31</c:v>
                </c:pt>
                <c:pt idx="67">
                  <c:v>8.3670352475545893E-31</c:v>
                </c:pt>
                <c:pt idx="68">
                  <c:v>1.8212235455667857E-30</c:v>
                </c:pt>
                <c:pt idx="69">
                  <c:v>3.9130824240064483E-30</c:v>
                </c:pt>
                <c:pt idx="70">
                  <c:v>8.3023494679012593E-30</c:v>
                </c:pt>
                <c:pt idx="71">
                  <c:v>1.740061467201422E-29</c:v>
                </c:pt>
                <c:pt idx="72">
                  <c:v>3.6037819869661223E-29</c:v>
                </c:pt>
                <c:pt idx="73">
                  <c:v>7.377774705940717E-29</c:v>
                </c:pt>
                <c:pt idx="74">
                  <c:v>1.4934889830141043E-28</c:v>
                </c:pt>
                <c:pt idx="75">
                  <c:v>2.9903340119372001E-28</c:v>
                </c:pt>
                <c:pt idx="76">
                  <c:v>5.9238559793945467E-28</c:v>
                </c:pt>
                <c:pt idx="77">
                  <c:v>1.161388503023654E-27</c:v>
                </c:pt>
                <c:pt idx="78">
                  <c:v>2.2540068478730216E-27</c:v>
                </c:pt>
                <c:pt idx="79">
                  <c:v>4.3316125637096721E-27</c:v>
                </c:pt>
                <c:pt idx="80">
                  <c:v>8.2445774919640002E-27</c:v>
                </c:pt>
                <c:pt idx="81">
                  <c:v>1.5545882294535749E-26</c:v>
                </c:pt>
                <c:pt idx="82">
                  <c:v>2.9046274879883305E-26</c:v>
                </c:pt>
                <c:pt idx="83">
                  <c:v>5.3788557817489693E-26</c:v>
                </c:pt>
                <c:pt idx="84">
                  <c:v>9.8743059351959103E-26</c:v>
                </c:pt>
                <c:pt idx="85">
                  <c:v>1.7973390723118493E-25</c:v>
                </c:pt>
                <c:pt idx="86">
                  <c:v>3.244491232042317E-25</c:v>
                </c:pt>
                <c:pt idx="87">
                  <c:v>5.8095132281400801E-25</c:v>
                </c:pt>
                <c:pt idx="88">
                  <c:v>1.032024421408244E-24</c:v>
                </c:pt>
                <c:pt idx="89">
                  <c:v>1.8191776076876226E-24</c:v>
                </c:pt>
                <c:pt idx="90">
                  <c:v>3.1825140297210594E-24</c:v>
                </c:pt>
                <c:pt idx="91">
                  <c:v>5.5264768780072683E-24</c:v>
                </c:pt>
                <c:pt idx="92">
                  <c:v>9.5275122616562476E-24</c:v>
                </c:pt>
                <c:pt idx="93">
                  <c:v>1.6309169503698536E-23</c:v>
                </c:pt>
                <c:pt idx="94">
                  <c:v>2.7724977779514174E-23</c:v>
                </c:pt>
                <c:pt idx="95">
                  <c:v>4.6812449405990749E-23</c:v>
                </c:pt>
                <c:pt idx="96">
                  <c:v>7.8517070631685832E-23</c:v>
                </c:pt>
                <c:pt idx="97">
                  <c:v>1.308396035259698E-22</c:v>
                </c:pt>
                <c:pt idx="98">
                  <c:v>2.1664305066830643E-22</c:v>
                </c:pt>
                <c:pt idx="99">
                  <c:v>3.5648146541977819E-22</c:v>
                </c:pt>
                <c:pt idx="100">
                  <c:v>5.830023913799178E-22</c:v>
                </c:pt>
                <c:pt idx="101">
                  <c:v>9.4775878935763111E-22</c:v>
                </c:pt>
                <c:pt idx="102">
                  <c:v>1.5316895769279679E-21</c:v>
                </c:pt>
                <c:pt idx="103">
                  <c:v>2.4611551437771985E-21</c:v>
                </c:pt>
                <c:pt idx="104">
                  <c:v>3.9323387629972373E-21</c:v>
                </c:pt>
                <c:pt idx="105">
                  <c:v>6.2481805153580037E-21</c:v>
                </c:pt>
                <c:pt idx="106">
                  <c:v>9.8739880539235137E-21</c:v>
                </c:pt>
                <c:pt idx="107">
                  <c:v>1.5520739159282207E-20</c:v>
                </c:pt>
                <c:pt idx="108">
                  <c:v>2.4269237175613511E-20</c:v>
                </c:pt>
                <c:pt idx="109">
                  <c:v>3.7754239864340656E-20</c:v>
                </c:pt>
                <c:pt idx="110">
                  <c:v>5.8436207336578268E-20</c:v>
                </c:pt>
                <c:pt idx="111">
                  <c:v>9.0000453251433724E-20</c:v>
                </c:pt>
                <c:pt idx="112">
                  <c:v>1.3794068781138419E-19</c:v>
                </c:pt>
                <c:pt idx="113">
                  <c:v>2.1040821572478279E-19</c:v>
                </c:pt>
                <c:pt idx="114">
                  <c:v>3.1944215152700621E-19</c:v>
                </c:pt>
                <c:pt idx="115">
                  <c:v>4.8274370678964814E-19</c:v>
                </c:pt>
                <c:pt idx="116">
                  <c:v>7.2622402276701873E-19</c:v>
                </c:pt>
                <c:pt idx="117">
                  <c:v>1.0876471334125421E-18</c:v>
                </c:pt>
                <c:pt idx="118">
                  <c:v>1.6218168592763578E-18</c:v>
                </c:pt>
                <c:pt idx="119">
                  <c:v>2.4079314189182278E-18</c:v>
                </c:pt>
                <c:pt idx="120">
                  <c:v>3.5599692801138448E-18</c:v>
                </c:pt>
                <c:pt idx="121">
                  <c:v>5.2412969299064213E-18</c:v>
                </c:pt>
                <c:pt idx="122">
                  <c:v>7.6851339776540539E-18</c:v>
                </c:pt>
                <c:pt idx="123">
                  <c:v>1.1223113282167227E-17</c:v>
                </c:pt>
                <c:pt idx="124">
                  <c:v>1.632498637544991E-17</c:v>
                </c:pt>
                <c:pt idx="125">
                  <c:v>2.3653616748602819E-17</c:v>
                </c:pt>
                <c:pt idx="126">
                  <c:v>3.4140866544903104E-17</c:v>
                </c:pt>
                <c:pt idx="127">
                  <c:v>4.9091934694177569E-17</c:v>
                </c:pt>
                <c:pt idx="128">
                  <c:v>7.0328301177610905E-17</c:v>
                </c:pt>
                <c:pt idx="129">
                  <c:v>1.0038287353868162E-16</c:v>
                </c:pt>
                <c:pt idx="130">
                  <c:v>1.4276547728152902E-16</c:v>
                </c:pt>
                <c:pt idx="131">
                  <c:v>2.0232281554671213E-16</c:v>
                </c:pt>
                <c:pt idx="132">
                  <c:v>2.8572487450609226E-16</c:v>
                </c:pt>
                <c:pt idx="133">
                  <c:v>4.0212001851602475E-16</c:v>
                </c:pt>
                <c:pt idx="134">
                  <c:v>5.6401440402398526E-16</c:v>
                </c:pt>
                <c:pt idx="135">
                  <c:v>7.8844873494083312E-16</c:v>
                </c:pt>
                <c:pt idx="136">
                  <c:v>1.0985679149758463E-15</c:v>
                </c:pt>
                <c:pt idx="137">
                  <c:v>1.5257082531467668E-15</c:v>
                </c:pt>
                <c:pt idx="138">
                  <c:v>2.1121643481441164E-15</c:v>
                </c:pt>
                <c:pt idx="139">
                  <c:v>2.9148458783124313E-15</c:v>
                </c:pt>
                <c:pt idx="140">
                  <c:v>4.0100960918103278E-15</c:v>
                </c:pt>
                <c:pt idx="141">
                  <c:v>5.500022367768035E-15</c:v>
                </c:pt>
                <c:pt idx="142">
                  <c:v>7.5207892158521668E-15</c:v>
                </c:pt>
                <c:pt idx="143">
                  <c:v>1.025345097880511E-14</c:v>
                </c:pt>
                <c:pt idx="144">
                  <c:v>1.3938062088594832E-14</c:v>
                </c:pt>
                <c:pt idx="145">
                  <c:v>1.889200538730259E-14</c:v>
                </c:pt>
                <c:pt idx="146">
                  <c:v>2.5533734089119834E-14</c:v>
                </c:pt>
                <c:pt idx="147">
                  <c:v>3.4413443121752704E-14</c:v>
                </c:pt>
                <c:pt idx="148">
                  <c:v>4.6252586396257637E-14</c:v>
                </c:pt>
                <c:pt idx="149">
                  <c:v>6.1994657020667635E-14</c:v>
                </c:pt>
                <c:pt idx="150">
                  <c:v>8.2870270763363703E-14</c:v>
                </c:pt>
                <c:pt idx="151">
                  <c:v>1.1048036735658513E-13</c:v>
                </c:pt>
                <c:pt idx="152">
                  <c:v>1.4690230367176664E-13</c:v>
                </c:pt>
                <c:pt idx="153">
                  <c:v>1.9482479872447454E-13</c:v>
                </c:pt>
                <c:pt idx="154">
                  <c:v>2.5771915274942638E-13</c:v>
                </c:pt>
                <c:pt idx="155">
                  <c:v>3.4005596125952843E-13</c:v>
                </c:pt>
                <c:pt idx="156">
                  <c:v>4.4757875216012162E-13</c:v>
                </c:pt>
                <c:pt idx="157">
                  <c:v>5.8764867599595632E-13</c:v>
                </c:pt>
                <c:pt idx="158">
                  <c:v>7.6967767948224383E-13</c:v>
                </c:pt>
                <c:pt idx="159">
                  <c:v>1.0056716136838021E-12</c:v>
                </c:pt>
                <c:pt idx="160">
                  <c:v>1.3109096169572275E-12</c:v>
                </c:pt>
                <c:pt idx="161">
                  <c:v>1.7047920428102051E-12</c:v>
                </c:pt>
                <c:pt idx="162">
                  <c:v>2.2118963799033779E-12</c:v>
                </c:pt>
                <c:pt idx="163">
                  <c:v>2.863289278591882E-12</c:v>
                </c:pt>
                <c:pt idx="164">
                  <c:v>3.6981532422164181E-12</c:v>
                </c:pt>
                <c:pt idx="165">
                  <c:v>4.7657990988253874E-12</c:v>
                </c:pt>
                <c:pt idx="166">
                  <c:v>6.1281504356756658E-12</c:v>
                </c:pt>
                <c:pt idx="167">
                  <c:v>7.8628042179195294E-12</c:v>
                </c:pt>
                <c:pt idx="168">
                  <c:v>1.0066793365601094E-11</c:v>
                </c:pt>
                <c:pt idx="169">
                  <c:v>1.2861202760590053E-11</c:v>
                </c:pt>
                <c:pt idx="170">
                  <c:v>1.6396820731768679E-11</c:v>
                </c:pt>
                <c:pt idx="171">
                  <c:v>2.0861044375335676E-11</c:v>
                </c:pt>
                <c:pt idx="172">
                  <c:v>2.6486300095570503E-11</c:v>
                </c:pt>
                <c:pt idx="173">
                  <c:v>3.3560291642265012E-11</c:v>
                </c:pt>
                <c:pt idx="174">
                  <c:v>4.2438447992661331E-11</c:v>
                </c:pt>
                <c:pt idx="175">
                  <c:v>5.3559014196294987E-11</c:v>
                </c:pt>
                <c:pt idx="176">
                  <c:v>6.7461311515529854E-11</c:v>
                </c:pt>
                <c:pt idx="177">
                  <c:v>8.4807790853874513E-11</c:v>
                </c:pt>
                <c:pt idx="178">
                  <c:v>1.064106178592418E-10</c:v>
                </c:pt>
                <c:pt idx="179">
                  <c:v>1.3326366183702047E-10</c:v>
                </c:pt>
                <c:pt idx="180">
                  <c:v>1.6658091669174984E-10</c:v>
                </c:pt>
                <c:pt idx="181">
                  <c:v>2.0784256393164325E-10</c:v>
                </c:pt>
                <c:pt idx="182">
                  <c:v>2.5885009917298402E-10</c:v>
                </c:pt>
                <c:pt idx="183">
                  <c:v>3.2179218894207706E-10</c:v>
                </c:pt>
                <c:pt idx="184">
                  <c:v>3.9932320883579318E-10</c:v>
                </c:pt>
                <c:pt idx="185">
                  <c:v>4.946567428507117E-10</c:v>
                </c:pt>
                <c:pt idx="186">
                  <c:v>6.1167670321810531E-10</c:v>
                </c:pt>
                <c:pt idx="187">
                  <c:v>7.5506916746473173E-10</c:v>
                </c:pt>
                <c:pt idx="188">
                  <c:v>9.3047853260515431E-10</c:v>
                </c:pt>
                <c:pt idx="189">
                  <c:v>1.1446921642641285E-9</c:v>
                </c:pt>
                <c:pt idx="190">
                  <c:v>1.4058583810887028E-9</c:v>
                </c:pt>
                <c:pt idx="191">
                  <c:v>1.7237433731585385E-9</c:v>
                </c:pt>
                <c:pt idx="192">
                  <c:v>2.1100335196311858E-9</c:v>
                </c:pt>
                <c:pt idx="193">
                  <c:v>2.5786905593493301E-9</c:v>
                </c:pt>
                <c:pt idx="194">
                  <c:v>3.1463681938891991E-9</c:v>
                </c:pt>
                <c:pt idx="195">
                  <c:v>3.8328999825011454E-9</c:v>
                </c:pt>
                <c:pt idx="196">
                  <c:v>4.6618698413366675E-9</c:v>
                </c:pt>
                <c:pt idx="197">
                  <c:v>5.6612781059766086E-9</c:v>
                </c:pt>
                <c:pt idx="198">
                  <c:v>6.8643179793907718E-9</c:v>
                </c:pt>
                <c:pt idx="199">
                  <c:v>8.3102792921628667E-9</c:v>
                </c:pt>
                <c:pt idx="200">
                  <c:v>1.0045598875663665E-8</c:v>
                </c:pt>
                <c:pt idx="201">
                  <c:v>1.2125079522037246E-8</c:v>
                </c:pt>
                <c:pt idx="202">
                  <c:v>1.4613302510419872E-8</c:v>
                </c:pt>
                <c:pt idx="203">
                  <c:v>1.7586262052771622E-8</c:v>
                </c:pt>
                <c:pt idx="204">
                  <c:v>2.1133253794391841E-8</c:v>
                </c:pt>
                <c:pt idx="205">
                  <c:v>2.5359053736314736E-8</c:v>
                </c:pt>
                <c:pt idx="206">
                  <c:v>3.0386428675760499E-8</c:v>
                </c:pt>
                <c:pt idx="207">
                  <c:v>3.6359024536904959E-8</c:v>
                </c:pt>
                <c:pt idx="208">
                  <c:v>4.344468484182277E-8</c:v>
                </c:pt>
                <c:pt idx="209">
                  <c:v>5.1839258109164681E-8</c:v>
                </c:pt>
                <c:pt idx="210">
                  <c:v>6.1770960229299804E-8</c:v>
                </c:pt>
                <c:pt idx="211">
                  <c:v>7.3505365917105279E-8</c:v>
                </c:pt>
                <c:pt idx="212">
                  <c:v>8.7351112260354841E-8</c:v>
                </c:pt>
                <c:pt idx="213">
                  <c:v>1.0366640724085511E-7</c:v>
                </c:pt>
                <c:pt idx="214">
                  <c:v>1.2286644699048503E-7</c:v>
                </c:pt>
                <c:pt idx="215">
                  <c:v>1.4543185754426032E-7</c:v>
                </c:pt>
                <c:pt idx="216">
                  <c:v>1.7191829006209928E-7</c:v>
                </c:pt>
                <c:pt idx="217">
                  <c:v>2.0296731301086472E-7</c:v>
                </c:pt>
                <c:pt idx="218">
                  <c:v>2.3931876073500157E-7</c:v>
                </c:pt>
                <c:pt idx="219">
                  <c:v>2.818247153105277E-7</c:v>
                </c:pt>
                <c:pt idx="220">
                  <c:v>3.3146531769229665E-7</c:v>
                </c:pt>
                <c:pt idx="221">
                  <c:v>3.8936662505327412E-7</c:v>
                </c:pt>
                <c:pt idx="222">
                  <c:v>4.5682075400897248E-7</c:v>
                </c:pt>
                <c:pt idx="223">
                  <c:v>5.3530857425749225E-7</c:v>
                </c:pt>
                <c:pt idx="224">
                  <c:v>6.2652524419007773E-7</c:v>
                </c:pt>
                <c:pt idx="225">
                  <c:v>7.32408909388343E-7</c:v>
                </c:pt>
                <c:pt idx="226">
                  <c:v>8.5517291677898559E-7</c:v>
                </c:pt>
                <c:pt idx="227">
                  <c:v>9.9734193172519057E-7</c:v>
                </c:pt>
                <c:pt idx="228">
                  <c:v>1.1617923826647253E-6</c:v>
                </c:pt>
                <c:pt idx="229">
                  <c:v>1.3517976982286231E-6</c:v>
                </c:pt>
                <c:pt idx="230">
                  <c:v>1.5710788452683164E-6</c:v>
                </c:pt>
                <c:pt idx="231">
                  <c:v>1.8238607230653727E-6</c:v>
                </c:pt>
                <c:pt idx="232">
                  <c:v>2.1149350193782671E-6</c:v>
                </c:pt>
                <c:pt idx="233">
                  <c:v>2.4497301880860825E-6</c:v>
                </c:pt>
                <c:pt idx="234">
                  <c:v>2.8343892662047251E-6</c:v>
                </c:pt>
                <c:pt idx="235">
                  <c:v>3.2758563101740627E-6</c:v>
                </c:pt>
                <c:pt idx="236">
                  <c:v>3.7819722977280351E-6</c:v>
                </c:pt>
                <c:pt idx="237">
                  <c:v>4.3615814125651546E-6</c:v>
                </c:pt>
                <c:pt idx="238">
                  <c:v>5.0246487046112874E-6</c:v>
                </c:pt>
                <c:pt idx="239">
                  <c:v>5.7823901991094413E-6</c:v>
                </c:pt>
                <c:pt idx="240">
                  <c:v>6.6474166132526506E-6</c:v>
                </c:pt>
                <c:pt idx="241">
                  <c:v>7.6338919297821677E-6</c:v>
                </c:pt>
                <c:pt idx="242">
                  <c:v>8.7577081730659558E-6</c:v>
                </c:pt>
                <c:pt idx="243">
                  <c:v>1.0036677834819181E-5</c:v>
                </c:pt>
                <c:pt idx="244">
                  <c:v>1.1490745503973621E-5</c:v>
                </c:pt>
                <c:pt idx="245">
                  <c:v>1.3142220368387867E-5</c:v>
                </c:pt>
                <c:pt idx="246">
                  <c:v>1.5016031375235865E-5</c:v>
                </c:pt>
                <c:pt idx="247">
                  <c:v>1.7140006962128582E-5</c:v>
                </c:pt>
                <c:pt idx="248">
                  <c:v>1.9545181402397779E-5</c:v>
                </c:pt>
                <c:pt idx="249">
                  <c:v>2.2266129945568046E-5</c:v>
                </c:pt>
                <c:pt idx="250">
                  <c:v>2.5341335077915101E-5</c:v>
                </c:pt>
                <c:pt idx="251">
                  <c:v>2.8813586378174474E-5</c:v>
                </c:pt>
                <c:pt idx="252">
                  <c:v>3.2730416599895132E-5</c:v>
                </c:pt>
                <c:pt idx="253">
                  <c:v>3.7144576774641945E-5</c:v>
                </c:pt>
                <c:pt idx="254">
                  <c:v>4.2114553299087466E-5</c:v>
                </c:pt>
                <c:pt idx="255">
                  <c:v>4.770513014398049E-5</c:v>
                </c:pt>
                <c:pt idx="256">
                  <c:v>5.3987999503822525E-5</c:v>
                </c:pt>
                <c:pt idx="257">
                  <c:v>6.1042424392665124E-5</c:v>
                </c:pt>
                <c:pt idx="258">
                  <c:v>6.8955956883541824E-5</c:v>
                </c:pt>
                <c:pt idx="259">
                  <c:v>7.7825215886385531E-5</c:v>
                </c:pt>
                <c:pt idx="260">
                  <c:v>8.7756728561514495E-5</c:v>
                </c:pt>
                <c:pt idx="261">
                  <c:v>9.8867839672555594E-5</c:v>
                </c:pt>
                <c:pt idx="262">
                  <c:v>1.1128769339359693E-4</c:v>
                </c:pt>
                <c:pt idx="263">
                  <c:v>1.2515829229984795E-4</c:v>
                </c:pt>
                <c:pt idx="264">
                  <c:v>1.406356384887567E-4</c:v>
                </c:pt>
                <c:pt idx="265">
                  <c:v>1.5789096199864632E-4</c:v>
                </c:pt>
                <c:pt idx="266">
                  <c:v>1.7711204191385926E-4</c:v>
                </c:pt>
                <c:pt idx="267">
                  <c:v>1.9850462576853287E-4</c:v>
                </c:pt>
                <c:pt idx="268">
                  <c:v>2.2229395308446636E-4</c:v>
                </c:pt>
                <c:pt idx="269">
                  <c:v>2.487263891014795E-4</c:v>
                </c:pt>
                <c:pt idx="270">
                  <c:v>2.7807117497999958E-4</c:v>
                </c:pt>
                <c:pt idx="271">
                  <c:v>3.1062230097472332E-4</c:v>
                </c:pt>
                <c:pt idx="272">
                  <c:v>3.46700509293613E-4</c:v>
                </c:pt>
                <c:pt idx="273">
                  <c:v>3.8665543356738752E-4</c:v>
                </c:pt>
                <c:pt idx="274">
                  <c:v>4.3086788205979064E-4</c:v>
                </c:pt>
                <c:pt idx="275">
                  <c:v>4.7975227194696897E-4</c:v>
                </c:pt>
                <c:pt idx="276">
                  <c:v>5.3375922218373687E-4</c:v>
                </c:pt>
                <c:pt idx="277">
                  <c:v>5.933783126547056E-4</c:v>
                </c:pt>
                <c:pt idx="278">
                  <c:v>6.5914101747650594E-4</c:v>
                </c:pt>
                <c:pt idx="279">
                  <c:v>7.3162382047350352E-4</c:v>
                </c:pt>
                <c:pt idx="280">
                  <c:v>8.1145152099077519E-4</c:v>
                </c:pt>
                <c:pt idx="281">
                  <c:v>8.9930073833395313E-4</c:v>
                </c:pt>
                <c:pt idx="282">
                  <c:v>9.9590362323332478E-4</c:v>
                </c:pt>
                <c:pt idx="283">
                  <c:v>1.1020517848184075E-3</c:v>
                </c:pt>
                <c:pt idx="284">
                  <c:v>1.2186004416568383E-3</c:v>
                </c:pt>
                <c:pt idx="285">
                  <c:v>1.3464728054556879E-3</c:v>
                </c:pt>
                <c:pt idx="286">
                  <c:v>1.4866647060439427E-3</c:v>
                </c:pt>
                <c:pt idx="287">
                  <c:v>1.6402494662473483E-3</c:v>
                </c:pt>
                <c:pt idx="288">
                  <c:v>1.808383035232378E-3</c:v>
                </c:pt>
                <c:pt idx="289">
                  <c:v>1.9923093888300387E-3</c:v>
                </c:pt>
                <c:pt idx="290">
                  <c:v>2.1933662052526269E-3</c:v>
                </c:pt>
                <c:pt idx="291">
                  <c:v>2.4129908244845859E-3</c:v>
                </c:pt>
                <c:pt idx="292">
                  <c:v>2.6527264994607763E-3</c:v>
                </c:pt>
                <c:pt idx="293">
                  <c:v>2.9142289469388733E-3</c:v>
                </c:pt>
                <c:pt idx="294">
                  <c:v>3.1992732057280452E-3</c:v>
                </c:pt>
                <c:pt idx="295">
                  <c:v>3.5097608096485559E-3</c:v>
                </c:pt>
                <c:pt idx="296">
                  <c:v>3.8477272822657741E-3</c:v>
                </c:pt>
                <c:pt idx="297">
                  <c:v>4.2153499600687174E-3</c:v>
                </c:pt>
                <c:pt idx="298">
                  <c:v>4.6149561503401396E-3</c:v>
                </c:pt>
                <c:pt idx="299">
                  <c:v>5.0490316294953116E-3</c:v>
                </c:pt>
                <c:pt idx="300">
                  <c:v>5.5202294871495809E-3</c:v>
                </c:pt>
                <c:pt idx="301">
                  <c:v>6.0313793206022599E-3</c:v>
                </c:pt>
                <c:pt idx="302">
                  <c:v>6.5854967838055393E-3</c:v>
                </c:pt>
                <c:pt idx="303">
                  <c:v>7.1857934942088858E-3</c:v>
                </c:pt>
                <c:pt idx="304">
                  <c:v>7.8356873001460044E-3</c:v>
                </c:pt>
                <c:pt idx="305">
                  <c:v>8.5388129106419939E-3</c:v>
                </c:pt>
                <c:pt idx="306">
                  <c:v>9.2990328886858563E-3</c:v>
                </c:pt>
                <c:pt idx="307">
                  <c:v>1.0120449008114273E-2</c:v>
                </c:pt>
                <c:pt idx="308">
                  <c:v>1.1007413973306497E-2</c:v>
                </c:pt>
                <c:pt idx="309">
                  <c:v>1.1964543499881426E-2</c:v>
                </c:pt>
                <c:pt idx="310">
                  <c:v>1.2996728753526095E-2</c:v>
                </c:pt>
                <c:pt idx="311">
                  <c:v>1.4109149142971796E-2</c:v>
                </c:pt>
                <c:pt idx="312">
                  <c:v>1.5307285461952511E-2</c:v>
                </c:pt>
                <c:pt idx="313">
                  <c:v>1.6596933373766342E-2</c:v>
                </c:pt>
                <c:pt idx="314">
                  <c:v>1.7984217230769463E-2</c:v>
                </c:pt>
                <c:pt idx="315">
                  <c:v>1.9475604219811832E-2</c:v>
                </c:pt>
                <c:pt idx="316">
                  <c:v>2.1077918823233868E-2</c:v>
                </c:pt>
                <c:pt idx="317">
                  <c:v>2.2798357583623367E-2</c:v>
                </c:pt>
                <c:pt idx="318">
                  <c:v>2.4644504159048598E-2</c:v>
                </c:pt>
                <c:pt idx="319">
                  <c:v>2.6624344653971552E-2</c:v>
                </c:pt>
                <c:pt idx="320">
                  <c:v>2.8746283209483109E-2</c:v>
                </c:pt>
                <c:pt idx="321">
                  <c:v>3.1019157834903312E-2</c:v>
                </c:pt>
                <c:pt idx="322">
                  <c:v>3.3452256461160144E-2</c:v>
                </c:pt>
                <c:pt idx="323">
                  <c:v>3.6055333194695581E-2</c:v>
                </c:pt>
                <c:pt idx="324">
                  <c:v>3.883862474895345E-2</c:v>
                </c:pt>
                <c:pt idx="325">
                  <c:v>4.1812867028799938E-2</c:v>
                </c:pt>
                <c:pt idx="326">
                  <c:v>4.4989311841473555E-2</c:v>
                </c:pt>
                <c:pt idx="327">
                  <c:v>4.8379743705939254E-2</c:v>
                </c:pt>
                <c:pt idx="328">
                  <c:v>5.1996496730741741E-2</c:v>
                </c:pt>
                <c:pt idx="329">
                  <c:v>5.5852471528696525E-2</c:v>
                </c:pt>
                <c:pt idx="330">
                  <c:v>5.9961152135008446E-2</c:v>
                </c:pt>
                <c:pt idx="331">
                  <c:v>6.433662289362635E-2</c:v>
                </c:pt>
                <c:pt idx="332">
                  <c:v>6.8993585274926453E-2</c:v>
                </c:pt>
                <c:pt idx="333">
                  <c:v>7.3947374586068107E-2</c:v>
                </c:pt>
                <c:pt idx="334">
                  <c:v>7.9213976533681188E-2</c:v>
                </c:pt>
                <c:pt idx="335">
                  <c:v>8.4810043596867044E-2</c:v>
                </c:pt>
                <c:pt idx="336">
                  <c:v>9.0752911166851052E-2</c:v>
                </c:pt>
                <c:pt idx="337">
                  <c:v>9.7060613408062782E-2</c:v>
                </c:pt>
                <c:pt idx="338">
                  <c:v>0.10375189879383419</c:v>
                </c:pt>
                <c:pt idx="339">
                  <c:v>0.11084624526849171</c:v>
                </c:pt>
                <c:pt idx="340">
                  <c:v>0.11836387498610346</c:v>
                </c:pt>
                <c:pt idx="341">
                  <c:v>0.12632576857491054</c:v>
                </c:pt>
                <c:pt idx="342">
                  <c:v>0.13475367887510009</c:v>
                </c:pt>
                <c:pt idx="343">
                  <c:v>0.14367014409644838</c:v>
                </c:pt>
                <c:pt idx="344">
                  <c:v>0.15309850034127043</c:v>
                </c:pt>
                <c:pt idx="345">
                  <c:v>0.16306289343708691</c:v>
                </c:pt>
                <c:pt idx="346">
                  <c:v>0.17358829002257026</c:v>
                </c:pt>
                <c:pt idx="347">
                  <c:v>0.18470048782952497</c:v>
                </c:pt>
                <c:pt idx="348">
                  <c:v>0.19642612510303242</c:v>
                </c:pt>
                <c:pt idx="349">
                  <c:v>0.20879268910132393</c:v>
                </c:pt>
                <c:pt idx="350">
                  <c:v>0.22182852361659436</c:v>
                </c:pt>
                <c:pt idx="351">
                  <c:v>0.235562835457653</c:v>
                </c:pt>
                <c:pt idx="352">
                  <c:v>0.25002569983526218</c:v>
                </c:pt>
                <c:pt idx="353">
                  <c:v>0.26524806459096029</c:v>
                </c:pt>
                <c:pt idx="354">
                  <c:v>0.28126175321045538</c:v>
                </c:pt>
                <c:pt idx="355">
                  <c:v>0.29809946656291925</c:v>
                </c:pt>
                <c:pt idx="356">
                  <c:v>0.31579478330809269</c:v>
                </c:pt>
                <c:pt idx="357">
                  <c:v>0.33438215891380435</c:v>
                </c:pt>
                <c:pt idx="358">
                  <c:v>0.35389692322726901</c:v>
                </c:pt>
                <c:pt idx="359">
                  <c:v>0.37437527654463293</c:v>
                </c:pt>
                <c:pt idx="360">
                  <c:v>0.39585428412444851</c:v>
                </c:pt>
                <c:pt idx="361">
                  <c:v>0.41837186909208229</c:v>
                </c:pt>
                <c:pt idx="362">
                  <c:v>0.44196680368367514</c:v>
                </c:pt>
                <c:pt idx="363">
                  <c:v>0.46667869877997159</c:v>
                </c:pt>
                <c:pt idx="364">
                  <c:v>0.49254799168239333</c:v>
                </c:pt>
                <c:pt idx="365">
                  <c:v>0.5196159320856939</c:v>
                </c:pt>
                <c:pt idx="366">
                  <c:v>0.54792456620390284</c:v>
                </c:pt>
                <c:pt idx="367">
                  <c:v>0.57751671900882817</c:v>
                </c:pt>
                <c:pt idx="368">
                  <c:v>0.60843597454295106</c:v>
                </c:pt>
                <c:pt idx="369">
                  <c:v>0.6407266542713832</c:v>
                </c:pt>
                <c:pt idx="370">
                  <c:v>0.67443379344077858</c:v>
                </c:pt>
                <c:pt idx="371">
                  <c:v>0.70960311541594867</c:v>
                </c:pt>
                <c:pt idx="372">
                  <c:v>0.74628100396873198</c:v>
                </c:pt>
                <c:pt idx="373">
                  <c:v>0.78451447349677372</c:v>
                </c:pt>
                <c:pt idx="374">
                  <c:v>0.82435113715390906</c:v>
                </c:pt>
                <c:pt idx="375">
                  <c:v>0.86583917287745038</c:v>
                </c:pt>
                <c:pt idx="376">
                  <c:v>0.90902728730196403</c:v>
                </c:pt>
                <c:pt idx="377">
                  <c:v>0.95396467755282166</c:v>
                </c:pt>
                <c:pt idx="378">
                  <c:v>1.0007009909175837</c:v>
                </c:pt>
                <c:pt idx="379">
                  <c:v>1.0492862823973759</c:v>
                </c:pt>
                <c:pt idx="380">
                  <c:v>1.0997709701448612</c:v>
                </c:pt>
                <c:pt idx="381">
                  <c:v>1.1522057888004631</c:v>
                </c:pt>
                <c:pt idx="382">
                  <c:v>1.2066417407425483</c:v>
                </c:pt>
                <c:pt idx="383">
                  <c:v>1.2631300452728778</c:v>
                </c:pt>
                <c:pt idx="384">
                  <c:v>1.3217220857628202</c:v>
                </c:pt>
                <c:pt idx="385">
                  <c:v>1.3824693547910107</c:v>
                </c:pt>
                <c:pt idx="386">
                  <c:v>1.4454233973086921</c:v>
                </c:pt>
                <c:pt idx="387">
                  <c:v>1.5106357518728049</c:v>
                </c:pt>
                <c:pt idx="388">
                  <c:v>1.5781578899932465</c:v>
                </c:pt>
                <c:pt idx="389">
                  <c:v>1.6480411536450905</c:v>
                </c:pt>
                <c:pt idx="390">
                  <c:v>1.7203366910017772</c:v>
                </c:pt>
                <c:pt idx="391">
                  <c:v>1.7950953904504361</c:v>
                </c:pt>
                <c:pt idx="392">
                  <c:v>1.8723678129555332</c:v>
                </c:pt>
                <c:pt idx="393">
                  <c:v>1.9522041228423179</c:v>
                </c:pt>
                <c:pt idx="394">
                  <c:v>2.0346540170758116</c:v>
                </c:pt>
                <c:pt idx="395">
                  <c:v>2.1197666531168866</c:v>
                </c:pt>
                <c:pt idx="396">
                  <c:v>2.2075905754414276</c:v>
                </c:pt>
                <c:pt idx="397">
                  <c:v>2.2981736408126627</c:v>
                </c:pt>
                <c:pt idx="398">
                  <c:v>2.3915629424029587</c:v>
                </c:pt>
                <c:pt idx="399">
                  <c:v>2.4878047328641375</c:v>
                </c:pt>
                <c:pt idx="400">
                  <c:v>2.5869443464509416</c:v>
                </c:pt>
                <c:pt idx="401">
                  <c:v>2.6890261203059982</c:v>
                </c:pt>
                <c:pt idx="402">
                  <c:v>2.7940933150192073</c:v>
                </c:pt>
                <c:pt idx="403">
                  <c:v>2.9021880345770881</c:v>
                </c:pt>
                <c:pt idx="404">
                  <c:v>3.0133511458233366</c:v>
                </c:pt>
                <c:pt idx="405">
                  <c:v>3.1276221975538214</c:v>
                </c:pt>
                <c:pt idx="406">
                  <c:v>3.2450393393726387</c:v>
                </c:pt>
                <c:pt idx="407">
                  <c:v>3.3656392404398545</c:v>
                </c:pt>
                <c:pt idx="408">
                  <c:v>3.4894570082438698</c:v>
                </c:pt>
                <c:pt idx="409">
                  <c:v>3.6165261075332973</c:v>
                </c:pt>
                <c:pt idx="410">
                  <c:v>3.7468782795469342</c:v>
                </c:pt>
                <c:pt idx="411">
                  <c:v>3.8805434616815857</c:v>
                </c:pt>
                <c:pt idx="412">
                  <c:v>4.0175497077391302</c:v>
                </c:pt>
                <c:pt idx="413">
                  <c:v>4.1579231088968092</c:v>
                </c:pt>
                <c:pt idx="414">
                  <c:v>4.301687715544646</c:v>
                </c:pt>
                <c:pt idx="415">
                  <c:v>4.4488654601360151</c:v>
                </c:pt>
                <c:pt idx="416">
                  <c:v>4.5994760811970172</c:v>
                </c:pt>
                <c:pt idx="417">
                  <c:v>4.7535370486417579</c:v>
                </c:pt>
                <c:pt idx="418">
                  <c:v>4.9110634905392487</c:v>
                </c:pt>
                <c:pt idx="419">
                  <c:v>5.0720681214788081</c:v>
                </c:pt>
                <c:pt idx="420">
                  <c:v>5.2365611726793357</c:v>
                </c:pt>
                <c:pt idx="421">
                  <c:v>5.4045503239871122</c:v>
                </c:pt>
                <c:pt idx="422">
                  <c:v>5.5760406379053169</c:v>
                </c:pt>
                <c:pt idx="423">
                  <c:v>5.7510344957977342</c:v>
                </c:pt>
                <c:pt idx="424">
                  <c:v>5.9295315364058894</c:v>
                </c:pt>
                <c:pt idx="425">
                  <c:v>6.1115285968177835</c:v>
                </c:pt>
                <c:pt idx="426">
                  <c:v>6.2970196560231955</c:v>
                </c:pt>
                <c:pt idx="427">
                  <c:v>6.4859957811882047</c:v>
                </c:pt>
                <c:pt idx="428">
                  <c:v>6.6784450767772991</c:v>
                </c:pt>
                <c:pt idx="429">
                  <c:v>6.8743526366500474</c:v>
                </c:pt>
                <c:pt idx="430">
                  <c:v>7.0737004992524382</c:v>
                </c:pt>
                <c:pt idx="431">
                  <c:v>7.2764676060231928</c:v>
                </c:pt>
                <c:pt idx="432">
                  <c:v>7.4826297631253995</c:v>
                </c:pt>
                <c:pt idx="433">
                  <c:v>7.692159606615256</c:v>
                </c:pt>
                <c:pt idx="434">
                  <c:v>7.9050265711495289</c:v>
                </c:pt>
                <c:pt idx="435">
                  <c:v>8.1211968623320168</c:v>
                </c:pt>
                <c:pt idx="436">
                  <c:v>8.3406334327916465</c:v>
                </c:pt>
                <c:pt idx="437">
                  <c:v>8.563295962078767</c:v>
                </c:pt>
                <c:pt idx="438">
                  <c:v>8.7891408404637303</c:v>
                </c:pt>
                <c:pt idx="439">
                  <c:v>9.01812115671102</c:v>
                </c:pt>
                <c:pt idx="440">
                  <c:v>9.2501866898991949</c:v>
                </c:pt>
                <c:pt idx="441">
                  <c:v>9.4852839053489859</c:v>
                </c:pt>
                <c:pt idx="442">
                  <c:v>9.7233559547161406</c:v>
                </c:pt>
                <c:pt idx="443">
                  <c:v>9.9643426802969248</c:v>
                </c:pt>
                <c:pt idx="444">
                  <c:v>10.208180623590122</c:v>
                </c:pt>
                <c:pt idx="445">
                  <c:v>10.454803038148093</c:v>
                </c:pt>
                <c:pt idx="446">
                  <c:v>10.704139906747551</c:v>
                </c:pt>
                <c:pt idx="447">
                  <c:v>10.956117962896482</c:v>
                </c:pt>
                <c:pt idx="448">
                  <c:v>11.210660716694946</c:v>
                </c:pt>
                <c:pt idx="449">
                  <c:v>11.467688485050136</c:v>
                </c:pt>
                <c:pt idx="450">
                  <c:v>11.727118426246237</c:v>
                </c:pt>
                <c:pt idx="451">
                  <c:v>11.988864578859825</c:v>
                </c:pt>
                <c:pt idx="452">
                  <c:v>12.252837904999231</c:v>
                </c:pt>
                <c:pt idx="453">
                  <c:v>12.51894633784881</c:v>
                </c:pt>
                <c:pt idx="454">
                  <c:v>12.787094833479426</c:v>
                </c:pt>
                <c:pt idx="455">
                  <c:v>13.057185426887941</c:v>
                </c:pt>
                <c:pt idx="456">
                  <c:v>13.329117292218212</c:v>
                </c:pt>
                <c:pt idx="457">
                  <c:v>13.602786807104621</c:v>
                </c:pt>
                <c:pt idx="458">
                  <c:v>13.878087621080757</c:v>
                </c:pt>
                <c:pt idx="459">
                  <c:v>14.154910727977539</c:v>
                </c:pt>
                <c:pt idx="460">
                  <c:v>14.433144542237368</c:v>
                </c:pt>
                <c:pt idx="461">
                  <c:v>14.712674979057557</c:v>
                </c:pt>
                <c:pt idx="462">
                  <c:v>14.99338553827519</c:v>
                </c:pt>
                <c:pt idx="463">
                  <c:v>15.275157391888781</c:v>
                </c:pt>
                <c:pt idx="464">
                  <c:v>15.557869475121553</c:v>
                </c:pt>
                <c:pt idx="465">
                  <c:v>15.841398580905594</c:v>
                </c:pt>
                <c:pt idx="466">
                  <c:v>16.125619457677026</c:v>
                </c:pt>
                <c:pt idx="467">
                  <c:v>16.4104049103554</c:v>
                </c:pt>
                <c:pt idx="468">
                  <c:v>16.695625904379984</c:v>
                </c:pt>
                <c:pt idx="469">
                  <c:v>16.981151672667494</c:v>
                </c:pt>
                <c:pt idx="470">
                  <c:v>17.266849825352889</c:v>
                </c:pt>
                <c:pt idx="471">
                  <c:v>17.552586462167831</c:v>
                </c:pt>
                <c:pt idx="472">
                  <c:v>17.838226287307492</c:v>
                </c:pt>
                <c:pt idx="473">
                  <c:v>18.123632726633456</c:v>
                </c:pt>
                <c:pt idx="474">
                  <c:v>18.408668047053112</c:v>
                </c:pt>
                <c:pt idx="475">
                  <c:v>18.693193477914992</c:v>
                </c:pt>
                <c:pt idx="476">
                  <c:v>18.977069334255166</c:v>
                </c:pt>
                <c:pt idx="477">
                  <c:v>19.260155141724663</c:v>
                </c:pt>
                <c:pt idx="478">
                  <c:v>19.542309763030097</c:v>
                </c:pt>
                <c:pt idx="479">
                  <c:v>19.823391525710708</c:v>
                </c:pt>
                <c:pt idx="480">
                  <c:v>20.103258351075958</c:v>
                </c:pt>
                <c:pt idx="481">
                  <c:v>20.381767884128447</c:v>
                </c:pt>
                <c:pt idx="482">
                  <c:v>20.658777624289872</c:v>
                </c:pt>
                <c:pt idx="483">
                  <c:v>20.934145056751223</c:v>
                </c:pt>
                <c:pt idx="484">
                  <c:v>21.207727784264854</c:v>
                </c:pt>
                <c:pt idx="485">
                  <c:v>21.479383659196476</c:v>
                </c:pt>
                <c:pt idx="486">
                  <c:v>21.74897091565477</c:v>
                </c:pt>
                <c:pt idx="487">
                  <c:v>22.016348301517603</c:v>
                </c:pt>
                <c:pt idx="488">
                  <c:v>22.281375210170065</c:v>
                </c:pt>
                <c:pt idx="489">
                  <c:v>22.543911811778202</c:v>
                </c:pt>
                <c:pt idx="490">
                  <c:v>22.803819183912776</c:v>
                </c:pt>
                <c:pt idx="491">
                  <c:v>23.060959441352662</c:v>
                </c:pt>
                <c:pt idx="492">
                  <c:v>23.315195864879986</c:v>
                </c:pt>
                <c:pt idx="493">
                  <c:v>23.566393028905264</c:v>
                </c:pt>
                <c:pt idx="494">
                  <c:v>23.814416927741238</c:v>
                </c:pt>
                <c:pt idx="495">
                  <c:v>24.059135100358297</c:v>
                </c:pt>
                <c:pt idx="496">
                  <c:v>24.300416753457732</c:v>
                </c:pt>
                <c:pt idx="497">
                  <c:v>24.538132882695553</c:v>
                </c:pt>
                <c:pt idx="498">
                  <c:v>24.772156391901145</c:v>
                </c:pt>
                <c:pt idx="499">
                  <c:v>25.002362210129299</c:v>
                </c:pt>
                <c:pt idx="500">
                  <c:v>25.228627406402257</c:v>
                </c:pt>
                <c:pt idx="501">
                  <c:v>25.450831301983772</c:v>
                </c:pt>
                <c:pt idx="502">
                  <c:v>25.6688555800519</c:v>
                </c:pt>
                <c:pt idx="503">
                  <c:v>25.882584392624523</c:v>
                </c:pt>
                <c:pt idx="504">
                  <c:v>26.09190446460951</c:v>
                </c:pt>
                <c:pt idx="505">
                  <c:v>26.296705194849611</c:v>
                </c:pt>
                <c:pt idx="506">
                  <c:v>26.496878754035905</c:v>
                </c:pt>
                <c:pt idx="507">
                  <c:v>26.692320179379958</c:v>
                </c:pt>
                <c:pt idx="508">
                  <c:v>26.882927465925857</c:v>
                </c:pt>
                <c:pt idx="509">
                  <c:v>27.06860165439781</c:v>
                </c:pt>
                <c:pt idx="510">
                  <c:v>27.2492469154902</c:v>
                </c:pt>
                <c:pt idx="511">
                  <c:v>27.424770630494724</c:v>
                </c:pt>
                <c:pt idx="512">
                  <c:v>27.595083468186829</c:v>
                </c:pt>
                <c:pt idx="513">
                  <c:v>27.760099457887598</c:v>
                </c:pt>
                <c:pt idx="514">
                  <c:v>27.919736058622181</c:v>
                </c:pt>
                <c:pt idx="515">
                  <c:v>28.073914224312738</c:v>
                </c:pt>
                <c:pt idx="516">
                  <c:v>28.222558464939873</c:v>
                </c:pt>
                <c:pt idx="517">
                  <c:v>28.365596903618293</c:v>
                </c:pt>
                <c:pt idx="518">
                  <c:v>28.502961329540419</c:v>
                </c:pt>
                <c:pt idx="519">
                  <c:v>28.634587246739223</c:v>
                </c:pt>
                <c:pt idx="520">
                  <c:v>28.760413918644627</c:v>
                </c:pt>
                <c:pt idx="521">
                  <c:v>28.880384408396321</c:v>
                </c:pt>
                <c:pt idx="522">
                  <c:v>28.994445614894328</c:v>
                </c:pt>
                <c:pt idx="523">
                  <c:v>29.102548304572082</c:v>
                </c:pt>
                <c:pt idx="524">
                  <c:v>29.204647138881167</c:v>
                </c:pt>
                <c:pt idx="525">
                  <c:v>29.300700697486075</c:v>
                </c:pt>
                <c:pt idx="526">
                  <c:v>29.390671497173773</c:v>
                </c:pt>
                <c:pt idx="527">
                  <c:v>29.474526006482549</c:v>
                </c:pt>
                <c:pt idx="528">
                  <c:v>29.55223465607817</c:v>
                </c:pt>
                <c:pt idx="529">
                  <c:v>29.62377184488324</c:v>
                </c:pt>
                <c:pt idx="530">
                  <c:v>29.689115942002314</c:v>
                </c:pt>
                <c:pt idx="531">
                  <c:v>29.748249284472134</c:v>
                </c:pt>
                <c:pt idx="532">
                  <c:v>29.801158170872</c:v>
                </c:pt>
                <c:pt idx="533">
                  <c:v>29.847832850848469</c:v>
                </c:pt>
                <c:pt idx="534">
                  <c:v>29.888267510599121</c:v>
                </c:pt>
                <c:pt idx="535">
                  <c:v>29.922460254373934</c:v>
                </c:pt>
                <c:pt idx="536">
                  <c:v>29.95041308205575</c:v>
                </c:pt>
                <c:pt idx="537">
                  <c:v>29.972131862886577</c:v>
                </c:pt>
                <c:pt idx="538">
                  <c:v>29.987626305409659</c:v>
                </c:pt>
                <c:pt idx="539">
                  <c:v>29.996909923705918</c:v>
                </c:pt>
                <c:pt idx="540">
                  <c:v>30</c:v>
                </c:pt>
                <c:pt idx="541">
                  <c:v>29.996917543727186</c:v>
                </c:pt>
                <c:pt idx="542">
                  <c:v>29.987687247143295</c:v>
                </c:pt>
                <c:pt idx="543">
                  <c:v>29.972337437575661</c:v>
                </c:pt>
                <c:pt idx="544">
                  <c:v>29.950900026405581</c:v>
                </c:pt>
                <c:pt idx="545">
                  <c:v>29.923410454886213</c:v>
                </c:pt>
                <c:pt idx="546">
                  <c:v>29.889907636896673</c:v>
                </c:pt>
                <c:pt idx="547">
                  <c:v>29.85043389873676</c:v>
                </c:pt>
                <c:pt idx="548">
                  <c:v>29.80503491607428</c:v>
                </c:pt>
                <c:pt idx="549">
                  <c:v>29.753759648151007</c:v>
                </c:pt>
                <c:pt idx="550">
                  <c:v>29.696660269363633</c:v>
                </c:pt>
                <c:pt idx="551">
                  <c:v>29.633792098336645</c:v>
                </c:pt>
                <c:pt idx="552">
                  <c:v>29.565213524597976</c:v>
                </c:pt>
                <c:pt idx="553">
                  <c:v>29.490985932985076</c:v>
                </c:pt>
                <c:pt idx="554">
                  <c:v>29.411173625893646</c:v>
                </c:pt>
                <c:pt idx="555">
                  <c:v>29.325843743496016</c:v>
                </c:pt>
                <c:pt idx="556">
                  <c:v>29.235066182048268</c:v>
                </c:pt>
                <c:pt idx="557">
                  <c:v>29.138913510412948</c:v>
                </c:pt>
                <c:pt idx="558">
                  <c:v>29.037460884919039</c:v>
                </c:pt>
                <c:pt idx="559">
                  <c:v>28.930785962683089</c:v>
                </c:pt>
                <c:pt idx="560">
                  <c:v>28.818968813517014</c:v>
                </c:pt>
                <c:pt idx="561">
                  <c:v>28.702091830549968</c:v>
                </c:pt>
                <c:pt idx="562">
                  <c:v>28.580239639681857</c:v>
                </c:pt>
                <c:pt idx="563">
                  <c:v>28.453499007999262</c:v>
                </c:pt>
                <c:pt idx="564">
                  <c:v>28.321958751273069</c:v>
                </c:pt>
                <c:pt idx="565">
                  <c:v>28.185709640662974</c:v>
                </c:pt>
                <c:pt idx="566">
                  <c:v>28.044844308747702</c:v>
                </c:pt>
                <c:pt idx="567">
                  <c:v>27.899457155002228</c:v>
                </c:pt>
                <c:pt idx="568">
                  <c:v>27.749644250845698</c:v>
                </c:pt>
                <c:pt idx="569">
                  <c:v>27.595503244369347</c:v>
                </c:pt>
                <c:pt idx="570">
                  <c:v>27.437133264868475</c:v>
                </c:pt>
                <c:pt idx="571">
                  <c:v>27.274634827288246</c:v>
                </c:pt>
                <c:pt idx="572">
                  <c:v>27.108109736697159</c:v>
                </c:pt>
                <c:pt idx="573">
                  <c:v>26.937660992899453</c:v>
                </c:pt>
                <c:pt idx="574">
                  <c:v>26.763392695293454</c:v>
                </c:pt>
                <c:pt idx="575">
                  <c:v>26.585409948082152</c:v>
                </c:pt>
                <c:pt idx="576">
                  <c:v>26.403818765939821</c:v>
                </c:pt>
                <c:pt idx="577">
                  <c:v>26.218725980236318</c:v>
                </c:pt>
                <c:pt idx="578">
                  <c:v>26.030239145916358</c:v>
                </c:pt>
                <c:pt idx="579">
                  <c:v>25.838466449129307</c:v>
                </c:pt>
                <c:pt idx="580">
                  <c:v>25.643516615704478</c:v>
                </c:pt>
                <c:pt idx="581">
                  <c:v>25.445498820559408</c:v>
                </c:pt>
                <c:pt idx="582">
                  <c:v>25.244522598128519</c:v>
                </c:pt>
                <c:pt idx="583">
                  <c:v>25.040697753899316</c:v>
                </c:pt>
                <c:pt idx="584">
                  <c:v>24.834134277131319</c:v>
                </c:pt>
                <c:pt idx="585">
                  <c:v>24.624942254841304</c:v>
                </c:pt>
                <c:pt idx="586">
                  <c:v>24.413231787124218</c:v>
                </c:pt>
                <c:pt idx="587">
                  <c:v>24.199112903885329</c:v>
                </c:pt>
                <c:pt idx="588">
                  <c:v>23.982695483047966</c:v>
                </c:pt>
                <c:pt idx="589">
                  <c:v>23.764089170304842</c:v>
                </c:pt>
                <c:pt idx="590">
                  <c:v>23.543403300470626</c:v>
                </c:pt>
                <c:pt idx="591">
                  <c:v>23.320746820497099</c:v>
                </c:pt>
                <c:pt idx="592">
                  <c:v>23.096228214202004</c:v>
                </c:pt>
                <c:pt idx="593">
                  <c:v>22.869955428766715</c:v>
                </c:pt>
                <c:pt idx="594">
                  <c:v>22.642035803047062</c:v>
                </c:pt>
                <c:pt idx="595">
                  <c:v>22.412575997742167</c:v>
                </c:pt>
                <c:pt idx="596">
                  <c:v>22.181681927465871</c:v>
                </c:pt>
                <c:pt idx="597">
                  <c:v>21.949458694751904</c:v>
                </c:pt>
                <c:pt idx="598">
                  <c:v>21.716010526034527</c:v>
                </c:pt>
                <c:pt idx="599">
                  <c:v>21.481440709630096</c:v>
                </c:pt>
                <c:pt idx="600">
                  <c:v>21.245851535749146</c:v>
                </c:pt>
                <c:pt idx="601">
                  <c:v>21.009344238565475</c:v>
                </c:pt>
                <c:pt idx="602">
                  <c:v>20.772018940359583</c:v>
                </c:pt>
                <c:pt idx="603">
                  <c:v>20.533974597759698</c:v>
                </c:pt>
                <c:pt idx="604">
                  <c:v>20.29530895008978</c:v>
                </c:pt>
                <c:pt idx="605">
                  <c:v>20.056118469842836</c:v>
                </c:pt>
                <c:pt idx="606">
                  <c:v>19.816498315282619</c:v>
                </c:pt>
                <c:pt idx="607">
                  <c:v>19.576542285184889</c:v>
                </c:pt>
                <c:pt idx="608">
                  <c:v>19.336342775717895</c:v>
                </c:pt>
                <c:pt idx="609">
                  <c:v>19.095990739465307</c:v>
                </c:pt>
                <c:pt idx="610">
                  <c:v>18.855575646587287</c:v>
                </c:pt>
                <c:pt idx="611">
                  <c:v>18.615185448116197</c:v>
                </c:pt>
                <c:pt idx="612">
                  <c:v>18.374906541379051</c:v>
                </c:pt>
                <c:pt idx="613">
                  <c:v>18.13482373753655</c:v>
                </c:pt>
                <c:pt idx="614">
                  <c:v>17.895020231226699</c:v>
                </c:pt>
                <c:pt idx="615">
                  <c:v>17.65557757229849</c:v>
                </c:pt>
                <c:pt idx="616">
                  <c:v>17.416575639617257</c:v>
                </c:pt>
                <c:pt idx="617">
                  <c:v>17.178092616924804</c:v>
                </c:pt>
                <c:pt idx="618">
                  <c:v>16.94020497073102</c:v>
                </c:pt>
                <c:pt idx="619">
                  <c:v>16.70298743021424</c:v>
                </c:pt>
                <c:pt idx="620">
                  <c:v>16.466512969106923</c:v>
                </c:pt>
                <c:pt idx="621">
                  <c:v>16.230852789534911</c:v>
                </c:pt>
                <c:pt idx="622">
                  <c:v>15.996076307788915</c:v>
                </c:pt>
                <c:pt idx="623">
                  <c:v>15.762251141989081</c:v>
                </c:pt>
                <c:pt idx="624">
                  <c:v>15.529443101617765</c:v>
                </c:pt>
                <c:pt idx="625">
                  <c:v>15.297716178883485</c:v>
                </c:pt>
                <c:pt idx="626">
                  <c:v>15.06713254188057</c:v>
                </c:pt>
                <c:pt idx="627">
                  <c:v>14.837752529510491</c:v>
                </c:pt>
                <c:pt idx="628">
                  <c:v>14.60963464812688</c:v>
                </c:pt>
                <c:pt idx="629">
                  <c:v>14.382835569863227</c:v>
                </c:pt>
                <c:pt idx="630">
                  <c:v>14.157410132606772</c:v>
                </c:pt>
                <c:pt idx="631">
                  <c:v>13.933411341576004</c:v>
                </c:pt>
                <c:pt idx="632">
                  <c:v>13.710890372460289</c:v>
                </c:pt>
                <c:pt idx="633">
                  <c:v>13.489896576080943</c:v>
                </c:pt>
                <c:pt idx="634">
                  <c:v>13.270477484527758</c:v>
                </c:pt>
                <c:pt idx="635">
                  <c:v>13.05267881873012</c:v>
                </c:pt>
                <c:pt idx="636">
                  <c:v>12.836544497416826</c:v>
                </c:pt>
                <c:pt idx="637">
                  <c:v>12.622116647420032</c:v>
                </c:pt>
                <c:pt idx="638">
                  <c:v>12.409435615278685</c:v>
                </c:pt>
                <c:pt idx="639">
                  <c:v>12.198539980095031</c:v>
                </c:pt>
                <c:pt idx="640">
                  <c:v>11.989466567599772</c:v>
                </c:pt>
                <c:pt idx="641">
                  <c:v>11.782250465377736</c:v>
                </c:pt>
                <c:pt idx="642">
                  <c:v>11.576925039210533</c:v>
                </c:pt>
                <c:pt idx="643">
                  <c:v>11.373521950488302</c:v>
                </c:pt>
                <c:pt idx="644">
                  <c:v>11.17207117464436</c:v>
                </c:pt>
                <c:pt idx="645">
                  <c:v>10.97260102056803</c:v>
                </c:pt>
                <c:pt idx="646">
                  <c:v>10.775138150947786</c:v>
                </c:pt>
                <c:pt idx="647">
                  <c:v>10.579707603500776</c:v>
                </c:pt>
                <c:pt idx="648">
                  <c:v>10.386332813042044</c:v>
                </c:pt>
                <c:pt idx="649">
                  <c:v>10.195035634348306</c:v>
                </c:pt>
                <c:pt idx="650">
                  <c:v>10.005836365772414</c:v>
                </c:pt>
                <c:pt idx="651">
                  <c:v>9.8187537735622179</c:v>
                </c:pt>
                <c:pt idx="652">
                  <c:v>9.6338051168414829</c:v>
                </c:pt>
                <c:pt idx="653">
                  <c:v>9.451006173209457</c:v>
                </c:pt>
                <c:pt idx="654">
                  <c:v>9.2703712649129955</c:v>
                </c:pt>
                <c:pt idx="655">
                  <c:v>9.0919132855543374</c:v>
                </c:pt>
                <c:pt idx="656">
                  <c:v>8.9156437272870832</c:v>
                </c:pt>
                <c:pt idx="657">
                  <c:v>8.7415727084630817</c:v>
                </c:pt>
                <c:pt idx="658">
                  <c:v>8.5697090016879294</c:v>
                </c:pt>
                <c:pt idx="659">
                  <c:v>8.4000600622466326</c:v>
                </c:pt>
                <c:pt idx="660">
                  <c:v>8.2326320568587832</c:v>
                </c:pt>
                <c:pt idx="661">
                  <c:v>8.067429892726814</c:v>
                </c:pt>
                <c:pt idx="662">
                  <c:v>7.9044572468392156</c:v>
                </c:pt>
                <c:pt idx="663">
                  <c:v>7.7437165954915708</c:v>
                </c:pt>
                <c:pt idx="664">
                  <c:v>7.585209243990966</c:v>
                </c:pt>
                <c:pt idx="665">
                  <c:v>7.4289353565082337</c:v>
                </c:pt>
                <c:pt idx="666">
                  <c:v>7.2748939860440789</c:v>
                </c:pt>
                <c:pt idx="667">
                  <c:v>7.1230831044762253</c:v>
                </c:pt>
                <c:pt idx="668">
                  <c:v>6.9734996326559866</c:v>
                </c:pt>
                <c:pt idx="669">
                  <c:v>6.8261394705217517</c:v>
                </c:pt>
                <c:pt idx="670">
                  <c:v>6.6809975272011517</c:v>
                </c:pt>
                <c:pt idx="671">
                  <c:v>6.5380677510709599</c:v>
                </c:pt>
                <c:pt idx="672">
                  <c:v>6.3973431597470478</c:v>
                </c:pt>
                <c:pt idx="673">
                  <c:v>6.2588158699778367</c:v>
                </c:pt>
                <c:pt idx="674">
                  <c:v>6.1224771274131582</c:v>
                </c:pt>
                <c:pt idx="675">
                  <c:v>5.988317336225049</c:v>
                </c:pt>
                <c:pt idx="676">
                  <c:v>5.8563260885549768</c:v>
                </c:pt>
                <c:pt idx="677">
                  <c:v>5.7264921937641544</c:v>
                </c:pt>
                <c:pt idx="678">
                  <c:v>5.5988037074649775</c:v>
                </c:pt>
                <c:pt idx="679">
                  <c:v>5.4732479603114736</c:v>
                </c:pt>
                <c:pt idx="680">
                  <c:v>5.3498115865289195</c:v>
                </c:pt>
                <c:pt idx="681">
                  <c:v>5.2284805521625879</c:v>
                </c:pt>
                <c:pt idx="682">
                  <c:v>5.1092401830269312</c:v>
                </c:pt>
                <c:pt idx="683">
                  <c:v>4.9920751923383522</c:v>
                </c:pt>
                <c:pt idx="684">
                  <c:v>4.8769697080134309</c:v>
                </c:pt>
                <c:pt idx="685">
                  <c:v>4.7639072996184462</c:v>
                </c:pt>
                <c:pt idx="686">
                  <c:v>4.6528710049536963</c:v>
                </c:pt>
                <c:pt idx="687">
                  <c:v>4.5438433562598748</c:v>
                </c:pt>
                <c:pt idx="688">
                  <c:v>4.4368064060328249</c:v>
                </c:pt>
                <c:pt idx="689">
                  <c:v>4.3317417524342012</c:v>
                </c:pt>
                <c:pt idx="690">
                  <c:v>4.2286305642872932</c:v>
                </c:pt>
                <c:pt idx="691">
                  <c:v>4.1274536056468571</c:v>
                </c:pt>
                <c:pt idx="692">
                  <c:v>4.0281912599336813</c:v>
                </c:pt>
                <c:pt idx="693">
                  <c:v>3.9308235536246685</c:v>
                </c:pt>
                <c:pt idx="694">
                  <c:v>3.8353301794906032</c:v>
                </c:pt>
                <c:pt idx="695">
                  <c:v>3.7416905193739738</c:v>
                </c:pt>
                <c:pt idx="696">
                  <c:v>3.649883666500394</c:v>
                </c:pt>
                <c:pt idx="697">
                  <c:v>3.559888447317944</c:v>
                </c:pt>
                <c:pt idx="698">
                  <c:v>3.4716834428591223</c:v>
                </c:pt>
                <c:pt idx="699">
                  <c:v>3.3852470096207434</c:v>
                </c:pt>
                <c:pt idx="700">
                  <c:v>3.3005572999589403</c:v>
                </c:pt>
                <c:pt idx="701">
                  <c:v>3.2175922819946727</c:v>
                </c:pt>
                <c:pt idx="702">
                  <c:v>3.136329759029084</c:v>
                </c:pt>
                <c:pt idx="703">
                  <c:v>3.0567473884654448</c:v>
                </c:pt>
                <c:pt idx="704">
                  <c:v>2.9788227002372101</c:v>
                </c:pt>
                <c:pt idx="705">
                  <c:v>2.9025331147412361</c:v>
                </c:pt>
                <c:pt idx="706">
                  <c:v>2.8278559602765156</c:v>
                </c:pt>
                <c:pt idx="707">
                  <c:v>2.7547684899881699</c:v>
                </c:pt>
                <c:pt idx="708">
                  <c:v>2.6832478983183554</c:v>
                </c:pt>
                <c:pt idx="709">
                  <c:v>2.6132713369653611</c:v>
                </c:pt>
                <c:pt idx="710">
                  <c:v>2.5448159303526556</c:v>
                </c:pt>
                <c:pt idx="711">
                  <c:v>2.4778587906104033</c:v>
                </c:pt>
                <c:pt idx="712">
                  <c:v>2.4123770320727798</c:v>
                </c:pt>
                <c:pt idx="713">
                  <c:v>2.3483477852934391</c:v>
                </c:pt>
                <c:pt idx="714">
                  <c:v>2.2857482105836624</c:v>
                </c:pt>
                <c:pt idx="715">
                  <c:v>2.2245555110769426</c:v>
                </c:pt>
                <c:pt idx="716">
                  <c:v>2.1647469453242172</c:v>
                </c:pt>
                <c:pt idx="717">
                  <c:v>2.1062998394248158</c:v>
                </c:pt>
                <c:pt idx="718">
                  <c:v>2.0491915986982812</c:v>
                </c:pt>
                <c:pt idx="719">
                  <c:v>1.9933997189020101</c:v>
                </c:pt>
                <c:pt idx="720">
                  <c:v>1.9389017970008546</c:v>
                </c:pt>
                <c:pt idx="721">
                  <c:v>1.8856755414945183</c:v>
                </c:pt>
                <c:pt idx="722">
                  <c:v>1.8336987823086783</c:v>
                </c:pt>
                <c:pt idx="723">
                  <c:v>1.7829494802567625</c:v>
                </c:pt>
                <c:pt idx="724">
                  <c:v>1.7334057360786272</c:v>
                </c:pt>
                <c:pt idx="725">
                  <c:v>1.6850457990631986</c:v>
                </c:pt>
                <c:pt idx="726">
                  <c:v>1.6378480752620543</c:v>
                </c:pt>
                <c:pt idx="727">
                  <c:v>1.5917911353011795</c:v>
                </c:pt>
                <c:pt idx="728">
                  <c:v>1.5468537217983707</c:v>
                </c:pt>
                <c:pt idx="729">
                  <c:v>1.5030147563935847</c:v>
                </c:pt>
                <c:pt idx="730">
                  <c:v>1.4602533464000012</c:v>
                </c:pt>
                <c:pt idx="731">
                  <c:v>1.4185487910837549</c:v>
                </c:pt>
                <c:pt idx="732">
                  <c:v>1.3778805875796389</c:v>
                </c:pt>
                <c:pt idx="733">
                  <c:v>1.3382284364512893</c:v>
                </c:pt>
                <c:pt idx="734">
                  <c:v>1.299572246903657</c:v>
                </c:pt>
                <c:pt idx="735">
                  <c:v>1.2618921416554896</c:v>
                </c:pt>
                <c:pt idx="736">
                  <c:v>1.225168461480602</c:v>
                </c:pt>
                <c:pt idx="737">
                  <c:v>1.1893817694255617</c:v>
                </c:pt>
                <c:pt idx="738">
                  <c:v>1.1545128547119954</c:v>
                </c:pt>
                <c:pt idx="739">
                  <c:v>1.1205427363321274</c:v>
                </c:pt>
                <c:pt idx="740">
                  <c:v>1.0874526663452189</c:v>
                </c:pt>
                <c:pt idx="741">
                  <c:v>1.0552241328834253</c:v>
                </c:pt>
                <c:pt idx="742">
                  <c:v>1.0238388628751058</c:v>
                </c:pt>
                <c:pt idx="743">
                  <c:v>0.99327882449388871</c:v>
                </c:pt>
                <c:pt idx="744">
                  <c:v>0.96352622934127441</c:v>
                </c:pt>
                <c:pt idx="745">
                  <c:v>0.93456353437137263</c:v>
                </c:pt>
                <c:pt idx="746">
                  <c:v>0.90637344356520766</c:v>
                </c:pt>
                <c:pt idx="747">
                  <c:v>0.87893890936303987</c:v>
                </c:pt>
                <c:pt idx="748">
                  <c:v>0.85224313386240191</c:v>
                </c:pt>
                <c:pt idx="749">
                  <c:v>0.82626956978960375</c:v>
                </c:pt>
                <c:pt idx="750">
                  <c:v>0.80100192125267455</c:v>
                </c:pt>
                <c:pt idx="751">
                  <c:v>0.77642414428331441</c:v>
                </c:pt>
                <c:pt idx="752">
                  <c:v>0.75252044717535249</c:v>
                </c:pt>
                <c:pt idx="753">
                  <c:v>0.72927529062741092</c:v>
                </c:pt>
                <c:pt idx="754">
                  <c:v>0.70667338769698096</c:v>
                </c:pt>
                <c:pt idx="755">
                  <c:v>0.6846997035733472</c:v>
                </c:pt>
                <c:pt idx="756">
                  <c:v>0.66333945517645398</c:v>
                </c:pt>
                <c:pt idx="757">
                  <c:v>0.64257811058883552</c:v>
                </c:pt>
                <c:pt idx="758">
                  <c:v>0.6224013883276015</c:v>
                </c:pt>
                <c:pt idx="759">
                  <c:v>0.60279525646321863</c:v>
                </c:pt>
                <c:pt idx="760">
                  <c:v>0.58374593159198773</c:v>
                </c:pt>
                <c:pt idx="761">
                  <c:v>0.56523987766859141</c:v>
                </c:pt>
                <c:pt idx="762">
                  <c:v>0.54726380470543468</c:v>
                </c:pt>
                <c:pt idx="763">
                  <c:v>0.5298046673449206</c:v>
                </c:pt>
                <c:pt idx="764">
                  <c:v>0.51284966331101556</c:v>
                </c:pt>
                <c:pt idx="765">
                  <c:v>0.49638623174606994</c:v>
                </c:pt>
                <c:pt idx="766">
                  <c:v>0.48040205143902287</c:v>
                </c:pt>
                <c:pt idx="767">
                  <c:v>0.46488503895060029</c:v>
                </c:pt>
                <c:pt idx="768">
                  <c:v>0.44982334664133755</c:v>
                </c:pt>
                <c:pt idx="769">
                  <c:v>0.4352053606079479</c:v>
                </c:pt>
                <c:pt idx="770">
                  <c:v>0.42101969853339016</c:v>
                </c:pt>
                <c:pt idx="771">
                  <c:v>0.4072552074559827</c:v>
                </c:pt>
                <c:pt idx="772">
                  <c:v>0.3939009614626327</c:v>
                </c:pt>
                <c:pt idx="773">
                  <c:v>0.38094625931126663</c:v>
                </c:pt>
                <c:pt idx="774">
                  <c:v>0.3683806219872271</c:v>
                </c:pt>
                <c:pt idx="775">
                  <c:v>0.35619379019841668</c:v>
                </c:pt>
                <c:pt idx="776">
                  <c:v>0.34437572181378756</c:v>
                </c:pt>
                <c:pt idx="777">
                  <c:v>0.33291658924964512</c:v>
                </c:pt>
                <c:pt idx="778">
                  <c:v>0.32180677680795128</c:v>
                </c:pt>
                <c:pt idx="779">
                  <c:v>0.31103687797106133</c:v>
                </c:pt>
                <c:pt idx="780">
                  <c:v>0.30059769265670083</c:v>
                </c:pt>
                <c:pt idx="781">
                  <c:v>0.29048022443724636</c:v>
                </c:pt>
                <c:pt idx="782">
                  <c:v>0.28067567772709567</c:v>
                </c:pt>
                <c:pt idx="783">
                  <c:v>0.27117545494172957</c:v>
                </c:pt>
                <c:pt idx="784">
                  <c:v>0.26197115363202422</c:v>
                </c:pt>
                <c:pt idx="785">
                  <c:v>0.25305456359730311</c:v>
                </c:pt>
                <c:pt idx="786">
                  <c:v>0.24441766398028444</c:v>
                </c:pt>
                <c:pt idx="787">
                  <c:v>0.23605262034718355</c:v>
                </c:pt>
                <c:pt idx="788">
                  <c:v>0.22795178175598654</c:v>
                </c:pt>
                <c:pt idx="789">
                  <c:v>0.22010767781584156</c:v>
                </c:pt>
                <c:pt idx="790">
                  <c:v>0.21251301574030371</c:v>
                </c:pt>
                <c:pt idx="791">
                  <c:v>0.20516067739724925</c:v>
                </c:pt>
                <c:pt idx="792">
                  <c:v>0.19804371635793866</c:v>
                </c:pt>
                <c:pt idx="793">
                  <c:v>0.19115535494774955</c:v>
                </c:pt>
                <c:pt idx="794">
                  <c:v>0.18448898130093494</c:v>
                </c:pt>
                <c:pt idx="795">
                  <c:v>0.17803814642168039</c:v>
                </c:pt>
                <c:pt idx="796">
                  <c:v>0.1717965612535714</c:v>
                </c:pt>
                <c:pt idx="797">
                  <c:v>0.1657580937595754</c:v>
                </c:pt>
                <c:pt idx="798">
                  <c:v>0.15991676601448601</c:v>
                </c:pt>
                <c:pt idx="799">
                  <c:v>0.15426675131163492</c:v>
                </c:pt>
                <c:pt idx="800">
                  <c:v>0.1488023712857007</c:v>
                </c:pt>
                <c:pt idx="801">
                  <c:v>0.14351809305326493</c:v>
                </c:pt>
                <c:pt idx="802">
                  <c:v>0.1384085263726626</c:v>
                </c:pt>
                <c:pt idx="803">
                  <c:v>0.13346842082466903</c:v>
                </c:pt>
                <c:pt idx="804">
                  <c:v>0.12869266301540647</c:v>
                </c:pt>
                <c:pt idx="805">
                  <c:v>0.12407627380279079</c:v>
                </c:pt>
                <c:pt idx="806">
                  <c:v>0.11961440554778374</c:v>
                </c:pt>
                <c:pt idx="807">
                  <c:v>0.11530233939159037</c:v>
                </c:pt>
                <c:pt idx="808">
                  <c:v>0.1111354825599202</c:v>
                </c:pt>
                <c:pt idx="809">
                  <c:v>0.10710936569529711</c:v>
                </c:pt>
                <c:pt idx="810">
                  <c:v>0.10321964021839622</c:v>
                </c:pt>
                <c:pt idx="811">
                  <c:v>9.946207571925271E-2</c:v>
                </c:pt>
                <c:pt idx="812">
                  <c:v>9.5832557379172845E-2</c:v>
                </c:pt>
                <c:pt idx="813">
                  <c:v>9.2327083424081163E-2</c:v>
                </c:pt>
                <c:pt idx="814">
                  <c:v>8.8941762609975092E-2</c:v>
                </c:pt>
                <c:pt idx="815">
                  <c:v>8.5672811741138374E-2</c:v>
                </c:pt>
                <c:pt idx="816">
                  <c:v>8.2516553221636549E-2</c:v>
                </c:pt>
                <c:pt idx="817">
                  <c:v>7.9469412640624765E-2</c:v>
                </c:pt>
                <c:pt idx="818">
                  <c:v>7.652791639191063E-2</c:v>
                </c:pt>
                <c:pt idx="819">
                  <c:v>7.3688689328181164E-2</c:v>
                </c:pt>
                <c:pt idx="820">
                  <c:v>7.0948452450217331E-2</c:v>
                </c:pt>
                <c:pt idx="821">
                  <c:v>6.830402063142757E-2</c:v>
                </c:pt>
                <c:pt idx="822">
                  <c:v>6.5752300377938347E-2</c:v>
                </c:pt>
                <c:pt idx="823">
                  <c:v>6.3290287624439653E-2</c:v>
                </c:pt>
                <c:pt idx="824">
                  <c:v>6.0915065565984597E-2</c:v>
                </c:pt>
                <c:pt idx="825">
                  <c:v>5.8623802525835648E-2</c:v>
                </c:pt>
                <c:pt idx="826">
                  <c:v>5.6413749859459662E-2</c:v>
                </c:pt>
                <c:pt idx="827">
                  <c:v>5.4282239894727302E-2</c:v>
                </c:pt>
                <c:pt idx="828">
                  <c:v>5.2226683908318923E-2</c:v>
                </c:pt>
                <c:pt idx="829">
                  <c:v>5.0244570138316035E-2</c:v>
                </c:pt>
                <c:pt idx="830">
                  <c:v>4.833346183294026E-2</c:v>
                </c:pt>
                <c:pt idx="831">
                  <c:v>4.6490995335341546E-2</c:v>
                </c:pt>
                <c:pt idx="832">
                  <c:v>4.4714878204331614E-2</c:v>
                </c:pt>
                <c:pt idx="833">
                  <c:v>4.3002887370917474E-2</c:v>
                </c:pt>
                <c:pt idx="834">
                  <c:v>4.1352867330471152E-2</c:v>
                </c:pt>
                <c:pt idx="835">
                  <c:v>3.9762728370346986E-2</c:v>
                </c:pt>
                <c:pt idx="836">
                  <c:v>3.8230444832721748E-2</c:v>
                </c:pt>
                <c:pt idx="837">
                  <c:v>3.6754053412435414E-2</c:v>
                </c:pt>
                <c:pt idx="838">
                  <c:v>3.5331651489558732E-2</c:v>
                </c:pt>
                <c:pt idx="839">
                  <c:v>3.3961395496421652E-2</c:v>
                </c:pt>
                <c:pt idx="840">
                  <c:v>3.264149931880396E-2</c:v>
                </c:pt>
                <c:pt idx="841">
                  <c:v>3.137023273097022E-2</c:v>
                </c:pt>
                <c:pt idx="842">
                  <c:v>3.0145919864224862E-2</c:v>
                </c:pt>
                <c:pt idx="843">
                  <c:v>2.8966937708644003E-2</c:v>
                </c:pt>
                <c:pt idx="844">
                  <c:v>2.7831714647623511E-2</c:v>
                </c:pt>
                <c:pt idx="845">
                  <c:v>2.6738729024869293E-2</c:v>
                </c:pt>
                <c:pt idx="846">
                  <c:v>2.5686507743458421E-2</c:v>
                </c:pt>
                <c:pt idx="847">
                  <c:v>2.4673624896562944E-2</c:v>
                </c:pt>
                <c:pt idx="848">
                  <c:v>2.3698700429446055E-2</c:v>
                </c:pt>
                <c:pt idx="849">
                  <c:v>2.2760398832310826E-2</c:v>
                </c:pt>
                <c:pt idx="850">
                  <c:v>2.1857427863581472E-2</c:v>
                </c:pt>
                <c:pt idx="851">
                  <c:v>2.0988537303193409E-2</c:v>
                </c:pt>
                <c:pt idx="852">
                  <c:v>2.0152517735452159E-2</c:v>
                </c:pt>
                <c:pt idx="853">
                  <c:v>1.9348199361025758E-2</c:v>
                </c:pt>
                <c:pt idx="854">
                  <c:v>1.8574450837621999E-2</c:v>
                </c:pt>
                <c:pt idx="855">
                  <c:v>1.7830178148900883E-2</c:v>
                </c:pt>
                <c:pt idx="856">
                  <c:v>1.7114323501172337E-2</c:v>
                </c:pt>
                <c:pt idx="857">
                  <c:v>1.6425864247418282E-2</c:v>
                </c:pt>
                <c:pt idx="858">
                  <c:v>1.5763811838184007E-2</c:v>
                </c:pt>
                <c:pt idx="859">
                  <c:v>1.5127210798874711E-2</c:v>
                </c:pt>
                <c:pt idx="860">
                  <c:v>1.451513773299699E-2</c:v>
                </c:pt>
                <c:pt idx="861">
                  <c:v>1.392670035088487E-2</c:v>
                </c:pt>
                <c:pt idx="862">
                  <c:v>1.3361036523440952E-2</c:v>
                </c:pt>
                <c:pt idx="863">
                  <c:v>1.2817313360436823E-2</c:v>
                </c:pt>
                <c:pt idx="864">
                  <c:v>1.2294726312906906E-2</c:v>
                </c:pt>
                <c:pt idx="865">
                  <c:v>1.1792498299173254E-2</c:v>
                </c:pt>
                <c:pt idx="866">
                  <c:v>1.1309878854046896E-2</c:v>
                </c:pt>
                <c:pt idx="867">
                  <c:v>1.0846143300743452E-2</c:v>
                </c:pt>
                <c:pt idx="868">
                  <c:v>1.0400591945058418E-2</c:v>
                </c:pt>
                <c:pt idx="869">
                  <c:v>9.9725492913534265E-3</c:v>
                </c:pt>
                <c:pt idx="870">
                  <c:v>9.5613632798966699E-3</c:v>
                </c:pt>
                <c:pt idx="871">
                  <c:v>9.1664045451175392E-3</c:v>
                </c:pt>
                <c:pt idx="872">
                  <c:v>8.7870656943290996E-3</c:v>
                </c:pt>
                <c:pt idx="873">
                  <c:v>8.4227606064794635E-3</c:v>
                </c:pt>
                <c:pt idx="874">
                  <c:v>8.0729237504975435E-3</c:v>
                </c:pt>
                <c:pt idx="875">
                  <c:v>7.7370095228014709E-3</c:v>
                </c:pt>
                <c:pt idx="876">
                  <c:v>7.4144916035450772E-3</c:v>
                </c:pt>
                <c:pt idx="877">
                  <c:v>7.1048623311773902E-3</c:v>
                </c:pt>
                <c:pt idx="878">
                  <c:v>6.8076320949017168E-3</c:v>
                </c:pt>
                <c:pt idx="879">
                  <c:v>6.5223287446202734E-3</c:v>
                </c:pt>
                <c:pt idx="880">
                  <c:v>6.2484970179587365E-3</c:v>
                </c:pt>
                <c:pt idx="881">
                  <c:v>5.9856979839680267E-3</c:v>
                </c:pt>
                <c:pt idx="882">
                  <c:v>5.7335085031098559E-3</c:v>
                </c:pt>
                <c:pt idx="883">
                  <c:v>5.4915207031330559E-3</c:v>
                </c:pt>
                <c:pt idx="884">
                  <c:v>5.2593414704575443E-3</c:v>
                </c:pt>
                <c:pt idx="885">
                  <c:v>5.0365919566869588E-3</c:v>
                </c:pt>
                <c:pt idx="886">
                  <c:v>4.8229070998764912E-3</c:v>
                </c:pt>
                <c:pt idx="887">
                  <c:v>4.6179351601885812E-3</c:v>
                </c:pt>
                <c:pt idx="888">
                  <c:v>4.4213372695764992E-3</c:v>
                </c:pt>
                <c:pt idx="889">
                  <c:v>4.2327869951389891E-3</c:v>
                </c:pt>
                <c:pt idx="890">
                  <c:v>4.0519699157981611E-3</c:v>
                </c:pt>
                <c:pt idx="891">
                  <c:v>3.8785832119569738E-3</c:v>
                </c:pt>
                <c:pt idx="892">
                  <c:v>3.7123352677999114E-3</c:v>
                </c:pt>
                <c:pt idx="893">
                  <c:v>3.5529452859051265E-3</c:v>
                </c:pt>
                <c:pt idx="894">
                  <c:v>3.4001429138451316E-3</c:v>
                </c:pt>
                <c:pt idx="895">
                  <c:v>3.25366788245558E-3</c:v>
                </c:pt>
                <c:pt idx="896">
                  <c:v>3.1132696554608133E-3</c:v>
                </c:pt>
                <c:pt idx="897">
                  <c:v>2.9787070901504697E-3</c:v>
                </c:pt>
                <c:pt idx="898">
                  <c:v>2.8497481088054521E-3</c:v>
                </c:pt>
                <c:pt idx="899">
                  <c:v>2.7261693805807953E-3</c:v>
                </c:pt>
                <c:pt idx="900">
                  <c:v>2.6077560135561273E-3</c:v>
                </c:pt>
                <c:pt idx="901">
                  <c:v>2.4943012566726827E-3</c:v>
                </c:pt>
                <c:pt idx="902">
                  <c:v>2.3856062112801854E-3</c:v>
                </c:pt>
                <c:pt idx="903">
                  <c:v>2.281479552023668E-3</c:v>
                </c:pt>
                <c:pt idx="904">
                  <c:v>2.1817372568062507E-3</c:v>
                </c:pt>
                <c:pt idx="905">
                  <c:v>2.0862023455689113E-3</c:v>
                </c:pt>
                <c:pt idx="906">
                  <c:v>1.9947046276351708E-3</c:v>
                </c:pt>
                <c:pt idx="907">
                  <c:v>1.9070804573735666E-3</c:v>
                </c:pt>
                <c:pt idx="908">
                  <c:v>1.8231724979363669E-3</c:v>
                </c:pt>
                <c:pt idx="909">
                  <c:v>1.7428294928394871E-3</c:v>
                </c:pt>
                <c:pt idx="910">
                  <c:v>1.6659060451525791E-3</c:v>
                </c:pt>
                <c:pt idx="911">
                  <c:v>1.5922624040754993E-3</c:v>
                </c:pt>
                <c:pt idx="912">
                  <c:v>1.5217642586812959E-3</c:v>
                </c:pt>
                <c:pt idx="913">
                  <c:v>1.4542825386115561E-3</c:v>
                </c:pt>
                <c:pt idx="914">
                  <c:v>1.389693221515925E-3</c:v>
                </c:pt>
                <c:pt idx="915">
                  <c:v>1.327877147031758E-3</c:v>
                </c:pt>
                <c:pt idx="916">
                  <c:v>1.2687198371051495E-3</c:v>
                </c:pt>
                <c:pt idx="917">
                  <c:v>1.2121113224605018E-3</c:v>
                </c:pt>
                <c:pt idx="918">
                  <c:v>1.1579459750293295E-3</c:v>
                </c:pt>
                <c:pt idx="919">
                  <c:v>1.1061223461547095E-3</c:v>
                </c:pt>
                <c:pt idx="920">
                  <c:v>1.0565430103925311E-3</c:v>
                </c:pt>
                <c:pt idx="921">
                  <c:v>1.009114414735018E-3</c:v>
                </c:pt>
                <c:pt idx="922">
                  <c:v>9.6374673308662973E-4</c:v>
                </c:pt>
                <c:pt idx="923">
                  <c:v>9.2035372582736756E-4</c:v>
                </c:pt>
                <c:pt idx="924">
                  <c:v>8.7885260430243606E-4</c:v>
                </c:pt>
                <c:pt idx="925">
                  <c:v>8.3916390008168754E-4</c:v>
                </c:pt>
                <c:pt idx="926">
                  <c:v>8.0121133883683969E-4</c:v>
                </c:pt>
                <c:pt idx="927">
                  <c:v>7.6492171868825518E-4</c:v>
                </c:pt>
                <c:pt idx="928">
                  <c:v>7.3022479287711598E-4</c:v>
                </c:pt>
                <c:pt idx="929">
                  <c:v>6.9705315662331381E-4</c:v>
                </c:pt>
                <c:pt idx="930">
                  <c:v>6.6534213803281161E-4</c:v>
                </c:pt>
                <c:pt idx="931">
                  <c:v>6.3502969292217185E-4</c:v>
                </c:pt>
                <c:pt idx="932">
                  <c:v>6.0605630343193073E-4</c:v>
                </c:pt>
                <c:pt idx="933">
                  <c:v>5.7836488030397007E-4</c:v>
                </c:pt>
                <c:pt idx="934">
                  <c:v>5.5190066870151736E-4</c:v>
                </c:pt>
                <c:pt idx="935">
                  <c:v>5.2661115745429934E-4</c:v>
                </c:pt>
                <c:pt idx="936">
                  <c:v>5.0244599161448488E-4</c:v>
                </c:pt>
                <c:pt idx="937">
                  <c:v>4.7935688821237557E-4</c:v>
                </c:pt>
                <c:pt idx="938">
                  <c:v>4.5729755510443205E-4</c:v>
                </c:pt>
                <c:pt idx="939">
                  <c:v>4.3622361280904593E-4</c:v>
                </c:pt>
                <c:pt idx="940">
                  <c:v>4.1609251922873549E-4</c:v>
                </c:pt>
                <c:pt idx="941">
                  <c:v>3.9686349716054685E-4</c:v>
                </c:pt>
                <c:pt idx="942">
                  <c:v>3.7849746449938328E-4</c:v>
                </c:pt>
                <c:pt idx="943">
                  <c:v>3.6095696704174264E-4</c:v>
                </c:pt>
                <c:pt idx="944">
                  <c:v>3.4420611380042091E-4</c:v>
                </c:pt>
                <c:pt idx="945">
                  <c:v>3.2821051474327112E-4</c:v>
                </c:pt>
                <c:pt idx="946">
                  <c:v>3.1293722087196834E-4</c:v>
                </c:pt>
                <c:pt idx="947">
                  <c:v>2.9835466655916038E-4</c:v>
                </c:pt>
                <c:pt idx="948">
                  <c:v>2.8443261406513787E-4</c:v>
                </c:pt>
                <c:pt idx="949">
                  <c:v>2.7114210015749567E-4</c:v>
                </c:pt>
                <c:pt idx="950">
                  <c:v>2.5845538475970851E-4</c:v>
                </c:pt>
                <c:pt idx="951">
                  <c:v>2.463459015569358E-4</c:v>
                </c:pt>
                <c:pt idx="952">
                  <c:v>2.3478821048961011E-4</c:v>
                </c:pt>
                <c:pt idx="953">
                  <c:v>2.2375795206762099E-4</c:v>
                </c:pt>
                <c:pt idx="954">
                  <c:v>2.1323180344007072E-4</c:v>
                </c:pt>
                <c:pt idx="955">
                  <c:v>2.0318743615764539E-4</c:v>
                </c:pt>
                <c:pt idx="956">
                  <c:v>1.9360347556677862E-4</c:v>
                </c:pt>
                <c:pt idx="957">
                  <c:v>1.844594617766776E-4</c:v>
                </c:pt>
                <c:pt idx="958">
                  <c:v>1.7573581214227709E-4</c:v>
                </c:pt>
                <c:pt idx="959">
                  <c:v>1.6741378520804652E-4</c:v>
                </c:pt>
                <c:pt idx="960">
                  <c:v>1.594754460594478E-4</c:v>
                </c:pt>
                <c:pt idx="961">
                  <c:v>1.5190363303047014E-4</c:v>
                </c:pt>
                <c:pt idx="962">
                  <c:v>1.446819257176241E-4</c:v>
                </c:pt>
                <c:pt idx="963">
                  <c:v>1.3779461425222257E-4</c:v>
                </c:pt>
                <c:pt idx="964">
                  <c:v>1.3122666978451387E-4</c:v>
                </c:pt>
                <c:pt idx="965">
                  <c:v>1.2496371613482626E-4</c:v>
                </c:pt>
                <c:pt idx="966">
                  <c:v>1.1899200256832674E-4</c:v>
                </c:pt>
                <c:pt idx="967">
                  <c:v>1.1329837765152179E-4</c:v>
                </c:pt>
                <c:pt idx="968">
                  <c:v>1.0787026415010889E-4</c:v>
                </c:pt>
                <c:pt idx="969">
                  <c:v>1.0269563492909322E-4</c:v>
                </c:pt>
                <c:pt idx="970">
                  <c:v>9.7762989817496809E-5</c:v>
                </c:pt>
                <c:pt idx="971">
                  <c:v>9.3061333401274276E-5</c:v>
                </c:pt>
                <c:pt idx="972">
                  <c:v>8.8580153709332286E-5</c:v>
                </c:pt>
                <c:pt idx="973">
                  <c:v>8.4309401758752103E-5</c:v>
                </c:pt>
                <c:pt idx="974">
                  <c:v>8.0239471926524391E-5</c:v>
                </c:pt>
                <c:pt idx="975">
                  <c:v>7.6361183116281141E-5</c:v>
                </c:pt>
                <c:pt idx="976">
                  <c:v>7.266576068955583E-5</c:v>
                </c:pt>
                <c:pt idx="977">
                  <c:v>6.9144819132267753E-5</c:v>
                </c:pt>
                <c:pt idx="978">
                  <c:v>6.5790345428123637E-5</c:v>
                </c:pt>
                <c:pt idx="979">
                  <c:v>6.2594683111639917E-5</c:v>
                </c:pt>
                <c:pt idx="980">
                  <c:v>5.9550516974497679E-5</c:v>
                </c:pt>
                <c:pt idx="981">
                  <c:v>5.6650858399876863E-5</c:v>
                </c:pt>
                <c:pt idx="982">
                  <c:v>5.3889031300317344E-5</c:v>
                </c:pt>
                <c:pt idx="983">
                  <c:v>5.1258658635571033E-5</c:v>
                </c:pt>
                <c:pt idx="984">
                  <c:v>4.8753649487751225E-5</c:v>
                </c:pt>
                <c:pt idx="985">
                  <c:v>4.6368186671908787E-5</c:v>
                </c:pt>
                <c:pt idx="986">
                  <c:v>4.409671486098139E-5</c:v>
                </c:pt>
                <c:pt idx="987">
                  <c:v>4.1933929204833994E-5</c:v>
                </c:pt>
                <c:pt idx="988">
                  <c:v>3.9874764423841776E-5</c:v>
                </c:pt>
                <c:pt idx="989">
                  <c:v>3.7914384358220276E-5</c:v>
                </c:pt>
                <c:pt idx="990">
                  <c:v>3.6048171954974671E-5</c:v>
                </c:pt>
                <c:pt idx="991">
                  <c:v>3.427171967503783E-5</c:v>
                </c:pt>
                <c:pt idx="992">
                  <c:v>3.2580820303815322E-5</c:v>
                </c:pt>
                <c:pt idx="993">
                  <c:v>3.0971458148973341E-5</c:v>
                </c:pt>
                <c:pt idx="994">
                  <c:v>2.9439800609930342E-5</c:v>
                </c:pt>
                <c:pt idx="995">
                  <c:v>2.7982190104089735E-5</c:v>
                </c:pt>
                <c:pt idx="996">
                  <c:v>2.6595136335419718E-5</c:v>
                </c:pt>
                <c:pt idx="997">
                  <c:v>2.5275308891534934E-5</c:v>
                </c:pt>
                <c:pt idx="998">
                  <c:v>2.4019530155964656E-5</c:v>
                </c:pt>
                <c:pt idx="999">
                  <c:v>2.2824768522792192E-5</c:v>
                </c:pt>
                <c:pt idx="1000">
                  <c:v>2.1688131901351244E-5</c:v>
                </c:pt>
                <c:pt idx="1001">
                  <c:v>2.0606861499136449E-5</c:v>
                </c:pt>
                <c:pt idx="1002">
                  <c:v>1.9578325871537977E-5</c:v>
                </c:pt>
                <c:pt idx="1003">
                  <c:v>1.8600015227449782E-5</c:v>
                </c:pt>
                <c:pt idx="1004">
                  <c:v>1.766953598023993E-5</c:v>
                </c:pt>
                <c:pt idx="1005">
                  <c:v>1.6784605533957338E-5</c:v>
                </c:pt>
                <c:pt idx="1006">
                  <c:v>1.5943047295063963E-5</c:v>
                </c:pt>
                <c:pt idx="1007">
                  <c:v>1.5142785900353821E-5</c:v>
                </c:pt>
                <c:pt idx="1008">
                  <c:v>1.4381842652083906E-5</c:v>
                </c:pt>
                <c:pt idx="1009">
                  <c:v>1.3658331151699797E-5</c:v>
                </c:pt>
                <c:pt idx="1010">
                  <c:v>1.2970453123878588E-5</c:v>
                </c:pt>
                <c:pt idx="1011">
                  <c:v>1.2316494422934465E-5</c:v>
                </c:pt>
                <c:pt idx="1012">
                  <c:v>1.1694821213952187E-5</c:v>
                </c:pt>
                <c:pt idx="1013">
                  <c:v>1.1103876321318958E-5</c:v>
                </c:pt>
                <c:pt idx="1014">
                  <c:v>1.0542175737608803E-5</c:v>
                </c:pt>
                <c:pt idx="1015">
                  <c:v>1.0008305286067125E-5</c:v>
                </c:pt>
                <c:pt idx="1016">
                  <c:v>9.5009174302019715E-6</c:v>
                </c:pt>
                <c:pt idx="1017">
                  <c:v>9.0187282242613838E-6</c:v>
                </c:pt>
                <c:pt idx="1018">
                  <c:v>8.5605143986144965E-6</c:v>
                </c:pt>
                <c:pt idx="1019">
                  <c:v>8.1251105743055044E-6</c:v>
                </c:pt>
                <c:pt idx="1020">
                  <c:v>7.7114066012786604E-6</c:v>
                </c:pt>
                <c:pt idx="1021">
                  <c:v>7.3183450149918026E-6</c:v>
                </c:pt>
                <c:pt idx="1022">
                  <c:v>6.9449186063572354E-6</c:v>
                </c:pt>
                <c:pt idx="1023">
                  <c:v>6.5901681001520762E-6</c:v>
                </c:pt>
                <c:pt idx="1024">
                  <c:v>6.2531799372377961E-6</c:v>
                </c:pt>
                <c:pt idx="1025">
                  <c:v>5.9330841561219928E-6</c:v>
                </c:pt>
                <c:pt idx="1026">
                  <c:v>5.6290523695787831E-6</c:v>
                </c:pt>
                <c:pt idx="1027">
                  <c:v>5.3402958322192482E-6</c:v>
                </c:pt>
                <c:pt idx="1028">
                  <c:v>5.0660635950731606E-6</c:v>
                </c:pt>
                <c:pt idx="1029">
                  <c:v>4.8056407434097762E-6</c:v>
                </c:pt>
                <c:pt idx="1030">
                  <c:v>4.5583467141751697E-6</c:v>
                </c:pt>
                <c:pt idx="1031">
                  <c:v>4.323533689582247E-6</c:v>
                </c:pt>
                <c:pt idx="1032">
                  <c:v>4.1005850635270433E-6</c:v>
                </c:pt>
                <c:pt idx="1033">
                  <c:v>3.8889139776486675E-6</c:v>
                </c:pt>
                <c:pt idx="1034">
                  <c:v>3.6879619239807076E-6</c:v>
                </c:pt>
                <c:pt idx="1035">
                  <c:v>3.4971974112713696E-6</c:v>
                </c:pt>
                <c:pt idx="1036">
                  <c:v>3.3161146921729081E-6</c:v>
                </c:pt>
                <c:pt idx="1037">
                  <c:v>3.1442325486167368E-6</c:v>
                </c:pt>
                <c:pt idx="1038">
                  <c:v>2.9810931328074585E-6</c:v>
                </c:pt>
                <c:pt idx="1039">
                  <c:v>2.8262608613741888E-6</c:v>
                </c:pt>
                <c:pt idx="1040">
                  <c:v>2.6793213603247032E-6</c:v>
                </c:pt>
                <c:pt idx="1041">
                  <c:v>2.5398804585468717E-6</c:v>
                </c:pt>
                <c:pt idx="1042">
                  <c:v>2.4075632276979765E-6</c:v>
                </c:pt>
                <c:pt idx="1043">
                  <c:v>2.2820130664152072E-6</c:v>
                </c:pt>
                <c:pt idx="1044">
                  <c:v>2.1628908268688763E-6</c:v>
                </c:pt>
                <c:pt idx="1045">
                  <c:v>2.0498739817644604E-6</c:v>
                </c:pt>
                <c:pt idx="1046">
                  <c:v>1.9426558299820413E-6</c:v>
                </c:pt>
                <c:pt idx="1047">
                  <c:v>1.840944739118459E-6</c:v>
                </c:pt>
                <c:pt idx="1048">
                  <c:v>1.7444634232728642E-6</c:v>
                </c:pt>
                <c:pt idx="1049">
                  <c:v>1.652948254488964E-6</c:v>
                </c:pt>
                <c:pt idx="1050">
                  <c:v>1.5661486063348119E-6</c:v>
                </c:pt>
                <c:pt idx="1051">
                  <c:v>1.4838262281673269E-6</c:v>
                </c:pt>
                <c:pt idx="1052">
                  <c:v>1.4057546486928551E-6</c:v>
                </c:pt>
                <c:pt idx="1053">
                  <c:v>1.3317186074944107E-6</c:v>
                </c:pt>
                <c:pt idx="1054">
                  <c:v>1.2615135132548338E-6</c:v>
                </c:pt>
                <c:pt idx="1055">
                  <c:v>1.1949449274612651E-6</c:v>
                </c:pt>
                <c:pt idx="1056">
                  <c:v>1.1318280724288262E-6</c:v>
                </c:pt>
                <c:pt idx="1057">
                  <c:v>1.0719873625328104E-6</c:v>
                </c:pt>
                <c:pt idx="1058">
                  <c:v>1.0152559575878045E-6</c:v>
                </c:pt>
                <c:pt idx="1059">
                  <c:v>9.6147533735887264E-7</c:v>
                </c:pt>
                <c:pt idx="1060">
                  <c:v>9.104948962345121E-7</c:v>
                </c:pt>
                <c:pt idx="1061">
                  <c:v>8.6217155713472496E-7</c:v>
                </c:pt>
                <c:pt idx="1062">
                  <c:v>8.1636940376822373E-7</c:v>
                </c:pt>
                <c:pt idx="1063">
                  <c:v>7.7295933039202941E-7</c:v>
                </c:pt>
                <c:pt idx="1064">
                  <c:v>7.3181870826516019E-7</c:v>
                </c:pt>
                <c:pt idx="1065">
                  <c:v>6.9283106802351798E-7</c:v>
                </c:pt>
                <c:pt idx="1066">
                  <c:v>6.5588579723786303E-7</c:v>
                </c:pt>
                <c:pt idx="1067">
                  <c:v>6.2087785245002858E-7</c:v>
                </c:pt>
                <c:pt idx="1068">
                  <c:v>5.8770748501396434E-7</c:v>
                </c:pt>
                <c:pt idx="1069">
                  <c:v>5.5627998009847074E-7</c:v>
                </c:pt>
                <c:pt idx="1070">
                  <c:v>5.2650540823764175E-7</c:v>
                </c:pt>
                <c:pt idx="1071">
                  <c:v>4.9829838884269702E-7</c:v>
                </c:pt>
                <c:pt idx="1072">
                  <c:v>4.7157786511510254E-7</c:v>
                </c:pt>
                <c:pt idx="1073">
                  <c:v>4.4626688982682473E-7</c:v>
                </c:pt>
                <c:pt idx="1074">
                  <c:v>4.2229242145730933E-7</c:v>
                </c:pt>
                <c:pt idx="1075">
                  <c:v>3.9958513020015882E-7</c:v>
                </c:pt>
                <c:pt idx="1076">
                  <c:v>3.7807921337475232E-7</c:v>
                </c:pt>
                <c:pt idx="1077">
                  <c:v>3.5771221979910713E-7</c:v>
                </c:pt>
                <c:pt idx="1078">
                  <c:v>3.3842488270065756E-7</c:v>
                </c:pt>
                <c:pt idx="1079">
                  <c:v>3.2016096076098204E-7</c:v>
                </c:pt>
                <c:pt idx="1080">
                  <c:v>3.0286708690902404E-7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C-0F27-43CB-B342-0B1853660F7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56296432"/>
        <c:axId val="556296848"/>
      </c:scatterChart>
      <c:valAx>
        <c:axId val="556296432"/>
        <c:scaling>
          <c:orientation val="minMax"/>
          <c:max val="3"/>
          <c:min val="0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200" b="1">
                    <a:solidFill>
                      <a:sysClr val="windowText" lastClr="000000"/>
                    </a:solidFill>
                  </a:rPr>
                  <a:t>Tempo</a:t>
                </a:r>
                <a:r>
                  <a:rPr lang="en-US" sz="1200" b="1" baseline="0">
                    <a:solidFill>
                      <a:sysClr val="windowText" lastClr="000000"/>
                    </a:solidFill>
                  </a:rPr>
                  <a:t> Decorrido (h)</a:t>
                </a:r>
                <a:endParaRPr lang="en-US" sz="1200" b="1">
                  <a:solidFill>
                    <a:sysClr val="windowText" lastClr="000000"/>
                  </a:solidFill>
                </a:endParaRPr>
              </a:p>
            </c:rich>
          </c:tx>
          <c:layout>
            <c:manualLayout>
              <c:xMode val="edge"/>
              <c:yMode val="edge"/>
              <c:x val="0.42669903762029748"/>
              <c:y val="0.8734703995333917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in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56296848"/>
        <c:crosses val="autoZero"/>
        <c:crossBetween val="midCat"/>
        <c:majorUnit val="1"/>
        <c:minorUnit val="0.2"/>
      </c:valAx>
      <c:valAx>
        <c:axId val="556296848"/>
        <c:scaling>
          <c:orientation val="minMax"/>
          <c:max val="30"/>
          <c:min val="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200" b="1" i="0" u="none" strike="noStrike" kern="1200" baseline="0">
                    <a:solidFill>
                      <a:sysClr val="windowText" lastClr="000000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200" b="1">
                    <a:solidFill>
                      <a:sysClr val="windowText" lastClr="000000"/>
                    </a:solidFill>
                  </a:rPr>
                  <a:t>Vazão</a:t>
                </a:r>
                <a:r>
                  <a:rPr lang="en-US" sz="1200" b="1" baseline="0">
                    <a:solidFill>
                      <a:sysClr val="windowText" lastClr="000000"/>
                    </a:solidFill>
                  </a:rPr>
                  <a:t> (m</a:t>
                </a:r>
                <a:r>
                  <a:rPr lang="en-US" sz="1200" b="1" baseline="30000">
                    <a:solidFill>
                      <a:sysClr val="windowText" lastClr="000000"/>
                    </a:solidFill>
                  </a:rPr>
                  <a:t>3</a:t>
                </a:r>
                <a:r>
                  <a:rPr lang="en-US" sz="1200" b="1" baseline="0">
                    <a:solidFill>
                      <a:sysClr val="windowText" lastClr="000000"/>
                    </a:solidFill>
                  </a:rPr>
                  <a:t>/s)</a:t>
                </a:r>
                <a:endParaRPr lang="en-US" sz="1200" b="1">
                  <a:solidFill>
                    <a:sysClr val="windowText" lastClr="000000"/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200" b="1" i="0" u="none" strike="noStrike" kern="1200" baseline="0">
                  <a:solidFill>
                    <a:sysClr val="windowText" lastClr="000000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56296432"/>
        <c:crosses val="autoZero"/>
        <c:crossBetween val="midCat"/>
      </c:valAx>
      <c:spPr>
        <a:noFill/>
        <a:ln>
          <a:solidFill>
            <a:schemeClr val="tx1"/>
          </a:solidFill>
        </a:ln>
        <a:effectLst/>
      </c:spPr>
    </c:plotArea>
    <c:legend>
      <c:legendPos val="b"/>
      <c:layout>
        <c:manualLayout>
          <c:xMode val="edge"/>
          <c:yMode val="edge"/>
          <c:x val="9.7482322062683341E-2"/>
          <c:y val="8.7382618839311754E-2"/>
          <c:w val="0.17440049035786695"/>
          <c:h val="0.66191393628987871"/>
        </c:manualLayout>
      </c:layout>
      <c:overlay val="0"/>
      <c:spPr>
        <a:solidFill>
          <a:schemeClr val="bg1"/>
        </a:solidFill>
        <a:ln>
          <a:solidFill>
            <a:schemeClr val="tx1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071371653483552"/>
          <c:y val="0.16946972502094987"/>
          <c:w val="0.74851467160645424"/>
          <c:h val="0.61357853868523682"/>
        </c:manualLayout>
      </c:layout>
      <c:scatterChart>
        <c:scatterStyle val="smoothMarker"/>
        <c:varyColors val="0"/>
        <c:ser>
          <c:idx val="0"/>
          <c:order val="0"/>
          <c:spPr>
            <a:ln w="38100" cap="rnd">
              <a:solidFill>
                <a:srgbClr val="FF0000"/>
              </a:solidFill>
              <a:prstDash val="sysDot"/>
              <a:round/>
            </a:ln>
            <a:effectLst/>
          </c:spPr>
          <c:marker>
            <c:symbol val="none"/>
          </c:marker>
          <c:xVal>
            <c:numRef>
              <c:f>'Curva Cota-Descarga'!$B$12:$B$112</c:f>
              <c:numCache>
                <c:formatCode>General</c:formatCode>
                <c:ptCount val="101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0.15000000000000002</c:v>
                </c:pt>
                <c:pt idx="4">
                  <c:v>0.2</c:v>
                </c:pt>
                <c:pt idx="5">
                  <c:v>0.25</c:v>
                </c:pt>
                <c:pt idx="6">
                  <c:v>0.3</c:v>
                </c:pt>
                <c:pt idx="7">
                  <c:v>0.35</c:v>
                </c:pt>
                <c:pt idx="8">
                  <c:v>0.39999999999999997</c:v>
                </c:pt>
                <c:pt idx="9">
                  <c:v>0.44999999999999996</c:v>
                </c:pt>
                <c:pt idx="10">
                  <c:v>0.49999999999999994</c:v>
                </c:pt>
                <c:pt idx="11">
                  <c:v>0.54999999999999993</c:v>
                </c:pt>
                <c:pt idx="12">
                  <c:v>0.6</c:v>
                </c:pt>
                <c:pt idx="13">
                  <c:v>0.65</c:v>
                </c:pt>
                <c:pt idx="14">
                  <c:v>0.70000000000000007</c:v>
                </c:pt>
                <c:pt idx="15">
                  <c:v>0.75000000000000011</c:v>
                </c:pt>
                <c:pt idx="16">
                  <c:v>0.80000000000000016</c:v>
                </c:pt>
                <c:pt idx="17">
                  <c:v>0.8500000000000002</c:v>
                </c:pt>
                <c:pt idx="18">
                  <c:v>0.90000000000000024</c:v>
                </c:pt>
                <c:pt idx="19">
                  <c:v>0.95000000000000029</c:v>
                </c:pt>
                <c:pt idx="20">
                  <c:v>1.0000000000000002</c:v>
                </c:pt>
                <c:pt idx="21">
                  <c:v>1.0500000000000003</c:v>
                </c:pt>
                <c:pt idx="22">
                  <c:v>1.1000000000000003</c:v>
                </c:pt>
                <c:pt idx="23">
                  <c:v>1.1500000000000004</c:v>
                </c:pt>
                <c:pt idx="24">
                  <c:v>1.2000000000000004</c:v>
                </c:pt>
                <c:pt idx="25">
                  <c:v>1.2500000000000004</c:v>
                </c:pt>
                <c:pt idx="26">
                  <c:v>1.3000000000000005</c:v>
                </c:pt>
                <c:pt idx="27">
                  <c:v>1.3500000000000005</c:v>
                </c:pt>
                <c:pt idx="28">
                  <c:v>1.4000000000000006</c:v>
                </c:pt>
                <c:pt idx="29">
                  <c:v>1.4500000000000006</c:v>
                </c:pt>
                <c:pt idx="30">
                  <c:v>1.5000000000000007</c:v>
                </c:pt>
                <c:pt idx="31">
                  <c:v>1.5500000000000007</c:v>
                </c:pt>
                <c:pt idx="32">
                  <c:v>1.6000000000000008</c:v>
                </c:pt>
                <c:pt idx="33">
                  <c:v>1.6500000000000008</c:v>
                </c:pt>
                <c:pt idx="34">
                  <c:v>1.7000000000000008</c:v>
                </c:pt>
                <c:pt idx="35">
                  <c:v>1.7500000000000009</c:v>
                </c:pt>
                <c:pt idx="36">
                  <c:v>1.8000000000000009</c:v>
                </c:pt>
                <c:pt idx="37">
                  <c:v>1.850000000000001</c:v>
                </c:pt>
                <c:pt idx="38">
                  <c:v>1.900000000000001</c:v>
                </c:pt>
                <c:pt idx="39">
                  <c:v>1.9500000000000011</c:v>
                </c:pt>
                <c:pt idx="40">
                  <c:v>2.0000000000000009</c:v>
                </c:pt>
                <c:pt idx="41">
                  <c:v>2.0500000000000007</c:v>
                </c:pt>
                <c:pt idx="42">
                  <c:v>2.1000000000000005</c:v>
                </c:pt>
                <c:pt idx="43">
                  <c:v>2.1500000000000004</c:v>
                </c:pt>
                <c:pt idx="44">
                  <c:v>2.2000000000000002</c:v>
                </c:pt>
                <c:pt idx="45">
                  <c:v>2.25</c:v>
                </c:pt>
                <c:pt idx="46">
                  <c:v>2.2999999999999998</c:v>
                </c:pt>
                <c:pt idx="47">
                  <c:v>2.3499999999999996</c:v>
                </c:pt>
                <c:pt idx="48">
                  <c:v>2.3999999999999995</c:v>
                </c:pt>
                <c:pt idx="49">
                  <c:v>2.4499999999999993</c:v>
                </c:pt>
                <c:pt idx="50">
                  <c:v>2.4999999999999991</c:v>
                </c:pt>
                <c:pt idx="51">
                  <c:v>2.5499999999999989</c:v>
                </c:pt>
                <c:pt idx="52">
                  <c:v>2.5999999999999988</c:v>
                </c:pt>
                <c:pt idx="53">
                  <c:v>2.6499999999999986</c:v>
                </c:pt>
                <c:pt idx="54">
                  <c:v>2.6999999999999984</c:v>
                </c:pt>
                <c:pt idx="55">
                  <c:v>2.7499999999999982</c:v>
                </c:pt>
                <c:pt idx="56">
                  <c:v>2.799999999999998</c:v>
                </c:pt>
                <c:pt idx="57">
                  <c:v>2.8499999999999979</c:v>
                </c:pt>
                <c:pt idx="58">
                  <c:v>2.8999999999999977</c:v>
                </c:pt>
                <c:pt idx="59">
                  <c:v>2.9499999999999975</c:v>
                </c:pt>
                <c:pt idx="60">
                  <c:v>2.9999999999999973</c:v>
                </c:pt>
                <c:pt idx="61">
                  <c:v>3.0499999999999972</c:v>
                </c:pt>
                <c:pt idx="62">
                  <c:v>3.099999999999997</c:v>
                </c:pt>
                <c:pt idx="63">
                  <c:v>3.1499999999999968</c:v>
                </c:pt>
                <c:pt idx="64">
                  <c:v>3.1999999999999966</c:v>
                </c:pt>
                <c:pt idx="65">
                  <c:v>3.2499999999999964</c:v>
                </c:pt>
                <c:pt idx="66">
                  <c:v>3.2999999999999963</c:v>
                </c:pt>
                <c:pt idx="67">
                  <c:v>3.3499999999999961</c:v>
                </c:pt>
                <c:pt idx="68">
                  <c:v>3.3999999999999959</c:v>
                </c:pt>
                <c:pt idx="69">
                  <c:v>3.4499999999999957</c:v>
                </c:pt>
                <c:pt idx="70">
                  <c:v>3.4999999999999956</c:v>
                </c:pt>
                <c:pt idx="71">
                  <c:v>3.5499999999999954</c:v>
                </c:pt>
                <c:pt idx="72">
                  <c:v>3.5999999999999952</c:v>
                </c:pt>
                <c:pt idx="73">
                  <c:v>3.649999999999995</c:v>
                </c:pt>
                <c:pt idx="74">
                  <c:v>3.6999999999999948</c:v>
                </c:pt>
                <c:pt idx="75">
                  <c:v>3.7499999999999947</c:v>
                </c:pt>
                <c:pt idx="76">
                  <c:v>3.7999999999999945</c:v>
                </c:pt>
                <c:pt idx="77">
                  <c:v>3.8499999999999943</c:v>
                </c:pt>
                <c:pt idx="78">
                  <c:v>3.8999999999999941</c:v>
                </c:pt>
                <c:pt idx="79">
                  <c:v>3.949999999999994</c:v>
                </c:pt>
                <c:pt idx="80">
                  <c:v>3.9999999999999938</c:v>
                </c:pt>
                <c:pt idx="81">
                  <c:v>4.0499999999999936</c:v>
                </c:pt>
                <c:pt idx="82">
                  <c:v>4.0999999999999934</c:v>
                </c:pt>
                <c:pt idx="83">
                  <c:v>4.1499999999999932</c:v>
                </c:pt>
                <c:pt idx="84">
                  <c:v>4.1999999999999931</c:v>
                </c:pt>
                <c:pt idx="85">
                  <c:v>4.2499999999999929</c:v>
                </c:pt>
                <c:pt idx="86">
                  <c:v>4.2999999999999927</c:v>
                </c:pt>
                <c:pt idx="87">
                  <c:v>4.3499999999999925</c:v>
                </c:pt>
                <c:pt idx="88">
                  <c:v>4.3999999999999924</c:v>
                </c:pt>
                <c:pt idx="89">
                  <c:v>4.4499999999999922</c:v>
                </c:pt>
                <c:pt idx="90">
                  <c:v>4.499999999999992</c:v>
                </c:pt>
                <c:pt idx="91">
                  <c:v>4.5499999999999918</c:v>
                </c:pt>
                <c:pt idx="92">
                  <c:v>4.5999999999999917</c:v>
                </c:pt>
                <c:pt idx="93">
                  <c:v>4.6499999999999915</c:v>
                </c:pt>
                <c:pt idx="94">
                  <c:v>4.6999999999999913</c:v>
                </c:pt>
                <c:pt idx="95">
                  <c:v>4.7499999999999911</c:v>
                </c:pt>
                <c:pt idx="96">
                  <c:v>4.7999999999999909</c:v>
                </c:pt>
                <c:pt idx="97">
                  <c:v>4.8499999999999908</c:v>
                </c:pt>
                <c:pt idx="98">
                  <c:v>4.8999999999999906</c:v>
                </c:pt>
                <c:pt idx="99">
                  <c:v>4.9499999999999904</c:v>
                </c:pt>
                <c:pt idx="100">
                  <c:v>4.9999999999999902</c:v>
                </c:pt>
              </c:numCache>
            </c:numRef>
          </c:xVal>
          <c:yVal>
            <c:numRef>
              <c:f>'Curva Cota-Descarga'!$E$12:$E$112</c:f>
              <c:numCache>
                <c:formatCode>General</c:formatCode>
                <c:ptCount val="10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0.13224106018933748</c:v>
                </c:pt>
                <c:pt idx="11">
                  <c:v>0.1870171008223579</c:v>
                </c:pt>
                <c:pt idx="12">
                  <c:v>0.22904823509470662</c:v>
                </c:pt>
                <c:pt idx="13">
                  <c:v>0.26448212037867513</c:v>
                </c:pt>
                <c:pt idx="14">
                  <c:v>0.29570000000000002</c:v>
                </c:pt>
                <c:pt idx="15">
                  <c:v>0.32392312050855532</c:v>
                </c:pt>
                <c:pt idx="16">
                  <c:v>0.34987695837251137</c:v>
                </c:pt>
                <c:pt idx="17">
                  <c:v>0.37403420164471601</c:v>
                </c:pt>
                <c:pt idx="18">
                  <c:v>0.39672318056801281</c:v>
                </c:pt>
                <c:pt idx="19">
                  <c:v>0.41818295039372433</c:v>
                </c:pt>
                <c:pt idx="20">
                  <c:v>0.43859397852683762</c:v>
                </c:pt>
                <c:pt idx="21">
                  <c:v>0.45809647018941346</c:v>
                </c:pt>
                <c:pt idx="22">
                  <c:v>0.47680192323437637</c:v>
                </c:pt>
                <c:pt idx="23">
                  <c:v>0.49480073969225247</c:v>
                </c:pt>
                <c:pt idx="24">
                  <c:v>0.51216742379811719</c:v>
                </c:pt>
                <c:pt idx="25">
                  <c:v>0.52896424075735049</c:v>
                </c:pt>
                <c:pt idx="26">
                  <c:v>0.54524385920430152</c:v>
                </c:pt>
                <c:pt idx="27">
                  <c:v>0.56105130246707402</c:v>
                </c:pt>
                <c:pt idx="28">
                  <c:v>0.57642541755200227</c:v>
                </c:pt>
                <c:pt idx="29">
                  <c:v>0.59140000000000026</c:v>
                </c:pt>
                <c:pt idx="30">
                  <c:v>0.60600466829885091</c:v>
                </c:pt>
                <c:pt idx="31">
                  <c:v>0.6202655528078278</c:v>
                </c:pt>
                <c:pt idx="32">
                  <c:v>0.63420584513232015</c:v>
                </c:pt>
                <c:pt idx="33">
                  <c:v>0.64784624101711075</c:v>
                </c:pt>
                <c:pt idx="34">
                  <c:v>0.66120530094668817</c:v>
                </c:pt>
                <c:pt idx="35">
                  <c:v>0.67429974640363055</c:v>
                </c:pt>
                <c:pt idx="36">
                  <c:v>0.68714470528412019</c:v>
                </c:pt>
                <c:pt idx="37">
                  <c:v>0.69975391674502285</c:v>
                </c:pt>
                <c:pt idx="38">
                  <c:v>0.71213990338977673</c:v>
                </c:pt>
                <c:pt idx="39">
                  <c:v>0.72431411694098613</c:v>
                </c:pt>
                <c:pt idx="40">
                  <c:v>0.73628706222505391</c:v>
                </c:pt>
                <c:pt idx="41">
                  <c:v>0.74806840328943203</c:v>
                </c:pt>
                <c:pt idx="42">
                  <c:v>0.75966705470225593</c:v>
                </c:pt>
                <c:pt idx="43">
                  <c:v>0.77109126048736942</c:v>
                </c:pt>
                <c:pt idx="44">
                  <c:v>0.78234866268179948</c:v>
                </c:pt>
                <c:pt idx="45">
                  <c:v>0.7934463611360254</c:v>
                </c:pt>
                <c:pt idx="46">
                  <c:v>0.80439096588661407</c:v>
                </c:pt>
                <c:pt idx="47">
                  <c:v>0.81518864319861573</c:v>
                </c:pt>
                <c:pt idx="48">
                  <c:v>0.82584515618849508</c:v>
                </c:pt>
                <c:pt idx="49">
                  <c:v>0.83636590078744844</c:v>
                </c:pt>
                <c:pt idx="50">
                  <c:v>0.8467559376821634</c:v>
                </c:pt>
                <c:pt idx="51">
                  <c:v>0.85702002076964323</c:v>
                </c:pt>
                <c:pt idx="52">
                  <c:v>0.86716262258010157</c:v>
                </c:pt>
                <c:pt idx="53">
                  <c:v>0.87718795705367469</c:v>
                </c:pt>
                <c:pt idx="54">
                  <c:v>0.88709999999999967</c:v>
                </c:pt>
                <c:pt idx="55">
                  <c:v>0.89690250752241718</c:v>
                </c:pt>
                <c:pt idx="56">
                  <c:v>0.90659903264894304</c:v>
                </c:pt>
                <c:pt idx="57">
                  <c:v>0.91619294037882615</c:v>
                </c:pt>
                <c:pt idx="58">
                  <c:v>0.92568742132536241</c:v>
                </c:pt>
                <c:pt idx="59">
                  <c:v>0.93508550411178937</c:v>
                </c:pt>
                <c:pt idx="60">
                  <c:v>0.94439006665678094</c:v>
                </c:pt>
                <c:pt idx="61">
                  <c:v>0.98429387945993396</c:v>
                </c:pt>
                <c:pt idx="62">
                  <c:v>1.0495339718249541</c:v>
                </c:pt>
                <c:pt idx="63">
                  <c:v>1.1312394508057504</c:v>
                </c:pt>
                <c:pt idx="64">
                  <c:v>1.2262462144375619</c:v>
                </c:pt>
                <c:pt idx="65">
                  <c:v>1.3327264793844966</c:v>
                </c:pt>
                <c:pt idx="66">
                  <c:v>1.4494476360796678</c:v>
                </c:pt>
                <c:pt idx="67">
                  <c:v>1.5755052748421727</c:v>
                </c:pt>
                <c:pt idx="68">
                  <c:v>1.7101990313399318</c:v>
                </c:pt>
                <c:pt idx="69">
                  <c:v>1.8529657383582063</c:v>
                </c:pt>
                <c:pt idx="70">
                  <c:v>2.0033397546638492</c:v>
                </c:pt>
                <c:pt idx="71">
                  <c:v>2.1609277157877669</c:v>
                </c:pt>
                <c:pt idx="72">
                  <c:v>2.3253915893582411</c:v>
                </c:pt>
                <c:pt idx="73">
                  <c:v>2.4964368202548517</c:v>
                </c:pt>
                <c:pt idx="74">
                  <c:v>2.6738037531399095</c:v>
                </c:pt>
                <c:pt idx="75">
                  <c:v>2.8572612516891471</c:v>
                </c:pt>
                <c:pt idx="76">
                  <c:v>3.0466018400119399</c:v>
                </c:pt>
                <c:pt idx="77">
                  <c:v>3.2416379289064432</c:v>
                </c:pt>
                <c:pt idx="78">
                  <c:v>3.4421988340601075</c:v>
                </c:pt>
                <c:pt idx="79">
                  <c:v>3.6481283845365868</c:v>
                </c:pt>
                <c:pt idx="80">
                  <c:v>3.8592829793189614</c:v>
                </c:pt>
                <c:pt idx="81">
                  <c:v>4.075529989452825</c:v>
                </c:pt>
                <c:pt idx="82">
                  <c:v>4.2967464305922043</c:v>
                </c:pt>
                <c:pt idx="83">
                  <c:v>4.5228178498317151</c:v>
                </c:pt>
                <c:pt idx="84">
                  <c:v>4.7536373843175355</c:v>
                </c:pt>
                <c:pt idx="85">
                  <c:v>4.9891049590020469</c:v>
                </c:pt>
                <c:pt idx="86">
                  <c:v>5.2291265981786541</c:v>
                </c:pt>
                <c:pt idx="87">
                  <c:v>5.4736138308643012</c:v>
                </c:pt>
                <c:pt idx="88">
                  <c:v>5.7224831742050917</c:v>
                </c:pt>
                <c:pt idx="89">
                  <c:v>5.9756556822237634</c:v>
                </c:pt>
                <c:pt idx="90">
                  <c:v>6.2330565496588655</c:v>
                </c:pt>
                <c:pt idx="91">
                  <c:v>6.4946147625442761</c:v>
                </c:pt>
                <c:pt idx="92">
                  <c:v>6.760262788674348</c:v>
                </c:pt>
                <c:pt idx="93">
                  <c:v>7.029936302289558</c:v>
                </c:pt>
                <c:pt idx="94">
                  <c:v>7.303573938270727</c:v>
                </c:pt>
                <c:pt idx="95">
                  <c:v>7.5811170718990155</c:v>
                </c:pt>
                <c:pt idx="96">
                  <c:v>7.8625096208641096</c:v>
                </c:pt>
                <c:pt idx="97">
                  <c:v>8.1476978667141786</c:v>
                </c:pt>
                <c:pt idx="98">
                  <c:v>8.4366302933619721</c:v>
                </c:pt>
                <c:pt idx="99">
                  <c:v>8.7292574406095369</c:v>
                </c:pt>
                <c:pt idx="100">
                  <c:v>9.0255317709437026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9189-40EA-BD98-253E476822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76092496"/>
        <c:axId val="376092912"/>
      </c:scatterChart>
      <c:scatterChart>
        <c:scatterStyle val="smoothMarker"/>
        <c:varyColors val="0"/>
        <c:ser>
          <c:idx val="1"/>
          <c:order val="1"/>
          <c:tx>
            <c:v>Area</c:v>
          </c:tx>
          <c:spPr>
            <a:ln w="28575" cap="rnd">
              <a:solidFill>
                <a:srgbClr val="002060"/>
              </a:solidFill>
              <a:round/>
            </a:ln>
            <a:effectLst/>
          </c:spPr>
          <c:marker>
            <c:symbol val="none"/>
          </c:marker>
          <c:xVal>
            <c:numRef>
              <c:f>'Curva Cota-Descarga'!$B$12:$B$112</c:f>
              <c:numCache>
                <c:formatCode>General</c:formatCode>
                <c:ptCount val="101"/>
                <c:pt idx="0">
                  <c:v>0</c:v>
                </c:pt>
                <c:pt idx="1">
                  <c:v>0.05</c:v>
                </c:pt>
                <c:pt idx="2">
                  <c:v>0.1</c:v>
                </c:pt>
                <c:pt idx="3">
                  <c:v>0.15000000000000002</c:v>
                </c:pt>
                <c:pt idx="4">
                  <c:v>0.2</c:v>
                </c:pt>
                <c:pt idx="5">
                  <c:v>0.25</c:v>
                </c:pt>
                <c:pt idx="6">
                  <c:v>0.3</c:v>
                </c:pt>
                <c:pt idx="7">
                  <c:v>0.35</c:v>
                </c:pt>
                <c:pt idx="8">
                  <c:v>0.39999999999999997</c:v>
                </c:pt>
                <c:pt idx="9">
                  <c:v>0.44999999999999996</c:v>
                </c:pt>
                <c:pt idx="10">
                  <c:v>0.49999999999999994</c:v>
                </c:pt>
                <c:pt idx="11">
                  <c:v>0.54999999999999993</c:v>
                </c:pt>
                <c:pt idx="12">
                  <c:v>0.6</c:v>
                </c:pt>
                <c:pt idx="13">
                  <c:v>0.65</c:v>
                </c:pt>
                <c:pt idx="14">
                  <c:v>0.70000000000000007</c:v>
                </c:pt>
                <c:pt idx="15">
                  <c:v>0.75000000000000011</c:v>
                </c:pt>
                <c:pt idx="16">
                  <c:v>0.80000000000000016</c:v>
                </c:pt>
                <c:pt idx="17">
                  <c:v>0.8500000000000002</c:v>
                </c:pt>
                <c:pt idx="18">
                  <c:v>0.90000000000000024</c:v>
                </c:pt>
                <c:pt idx="19">
                  <c:v>0.95000000000000029</c:v>
                </c:pt>
                <c:pt idx="20">
                  <c:v>1.0000000000000002</c:v>
                </c:pt>
                <c:pt idx="21">
                  <c:v>1.0500000000000003</c:v>
                </c:pt>
                <c:pt idx="22">
                  <c:v>1.1000000000000003</c:v>
                </c:pt>
                <c:pt idx="23">
                  <c:v>1.1500000000000004</c:v>
                </c:pt>
                <c:pt idx="24">
                  <c:v>1.2000000000000004</c:v>
                </c:pt>
                <c:pt idx="25">
                  <c:v>1.2500000000000004</c:v>
                </c:pt>
                <c:pt idx="26">
                  <c:v>1.3000000000000005</c:v>
                </c:pt>
                <c:pt idx="27">
                  <c:v>1.3500000000000005</c:v>
                </c:pt>
                <c:pt idx="28">
                  <c:v>1.4000000000000006</c:v>
                </c:pt>
                <c:pt idx="29">
                  <c:v>1.4500000000000006</c:v>
                </c:pt>
                <c:pt idx="30">
                  <c:v>1.5000000000000007</c:v>
                </c:pt>
                <c:pt idx="31">
                  <c:v>1.5500000000000007</c:v>
                </c:pt>
                <c:pt idx="32">
                  <c:v>1.6000000000000008</c:v>
                </c:pt>
                <c:pt idx="33">
                  <c:v>1.6500000000000008</c:v>
                </c:pt>
                <c:pt idx="34">
                  <c:v>1.7000000000000008</c:v>
                </c:pt>
                <c:pt idx="35">
                  <c:v>1.7500000000000009</c:v>
                </c:pt>
                <c:pt idx="36">
                  <c:v>1.8000000000000009</c:v>
                </c:pt>
                <c:pt idx="37">
                  <c:v>1.850000000000001</c:v>
                </c:pt>
                <c:pt idx="38">
                  <c:v>1.900000000000001</c:v>
                </c:pt>
                <c:pt idx="39">
                  <c:v>1.9500000000000011</c:v>
                </c:pt>
                <c:pt idx="40">
                  <c:v>2.0000000000000009</c:v>
                </c:pt>
                <c:pt idx="41">
                  <c:v>2.0500000000000007</c:v>
                </c:pt>
                <c:pt idx="42">
                  <c:v>2.1000000000000005</c:v>
                </c:pt>
                <c:pt idx="43">
                  <c:v>2.1500000000000004</c:v>
                </c:pt>
                <c:pt idx="44">
                  <c:v>2.2000000000000002</c:v>
                </c:pt>
                <c:pt idx="45">
                  <c:v>2.25</c:v>
                </c:pt>
                <c:pt idx="46">
                  <c:v>2.2999999999999998</c:v>
                </c:pt>
                <c:pt idx="47">
                  <c:v>2.3499999999999996</c:v>
                </c:pt>
                <c:pt idx="48">
                  <c:v>2.3999999999999995</c:v>
                </c:pt>
                <c:pt idx="49">
                  <c:v>2.4499999999999993</c:v>
                </c:pt>
                <c:pt idx="50">
                  <c:v>2.4999999999999991</c:v>
                </c:pt>
                <c:pt idx="51">
                  <c:v>2.5499999999999989</c:v>
                </c:pt>
                <c:pt idx="52">
                  <c:v>2.5999999999999988</c:v>
                </c:pt>
                <c:pt idx="53">
                  <c:v>2.6499999999999986</c:v>
                </c:pt>
                <c:pt idx="54">
                  <c:v>2.6999999999999984</c:v>
                </c:pt>
                <c:pt idx="55">
                  <c:v>2.7499999999999982</c:v>
                </c:pt>
                <c:pt idx="56">
                  <c:v>2.799999999999998</c:v>
                </c:pt>
                <c:pt idx="57">
                  <c:v>2.8499999999999979</c:v>
                </c:pt>
                <c:pt idx="58">
                  <c:v>2.8999999999999977</c:v>
                </c:pt>
                <c:pt idx="59">
                  <c:v>2.9499999999999975</c:v>
                </c:pt>
                <c:pt idx="60">
                  <c:v>2.9999999999999973</c:v>
                </c:pt>
                <c:pt idx="61">
                  <c:v>3.0499999999999972</c:v>
                </c:pt>
                <c:pt idx="62">
                  <c:v>3.099999999999997</c:v>
                </c:pt>
                <c:pt idx="63">
                  <c:v>3.1499999999999968</c:v>
                </c:pt>
                <c:pt idx="64">
                  <c:v>3.1999999999999966</c:v>
                </c:pt>
                <c:pt idx="65">
                  <c:v>3.2499999999999964</c:v>
                </c:pt>
                <c:pt idx="66">
                  <c:v>3.2999999999999963</c:v>
                </c:pt>
                <c:pt idx="67">
                  <c:v>3.3499999999999961</c:v>
                </c:pt>
                <c:pt idx="68">
                  <c:v>3.3999999999999959</c:v>
                </c:pt>
                <c:pt idx="69">
                  <c:v>3.4499999999999957</c:v>
                </c:pt>
                <c:pt idx="70">
                  <c:v>3.4999999999999956</c:v>
                </c:pt>
                <c:pt idx="71">
                  <c:v>3.5499999999999954</c:v>
                </c:pt>
                <c:pt idx="72">
                  <c:v>3.5999999999999952</c:v>
                </c:pt>
                <c:pt idx="73">
                  <c:v>3.649999999999995</c:v>
                </c:pt>
                <c:pt idx="74">
                  <c:v>3.6999999999999948</c:v>
                </c:pt>
                <c:pt idx="75">
                  <c:v>3.7499999999999947</c:v>
                </c:pt>
                <c:pt idx="76">
                  <c:v>3.7999999999999945</c:v>
                </c:pt>
                <c:pt idx="77">
                  <c:v>3.8499999999999943</c:v>
                </c:pt>
                <c:pt idx="78">
                  <c:v>3.8999999999999941</c:v>
                </c:pt>
                <c:pt idx="79">
                  <c:v>3.949999999999994</c:v>
                </c:pt>
                <c:pt idx="80">
                  <c:v>3.9999999999999938</c:v>
                </c:pt>
                <c:pt idx="81">
                  <c:v>4.0499999999999936</c:v>
                </c:pt>
                <c:pt idx="82">
                  <c:v>4.0999999999999934</c:v>
                </c:pt>
                <c:pt idx="83">
                  <c:v>4.1499999999999932</c:v>
                </c:pt>
                <c:pt idx="84">
                  <c:v>4.1999999999999931</c:v>
                </c:pt>
                <c:pt idx="85">
                  <c:v>4.2499999999999929</c:v>
                </c:pt>
                <c:pt idx="86">
                  <c:v>4.2999999999999927</c:v>
                </c:pt>
                <c:pt idx="87">
                  <c:v>4.3499999999999925</c:v>
                </c:pt>
                <c:pt idx="88">
                  <c:v>4.3999999999999924</c:v>
                </c:pt>
                <c:pt idx="89">
                  <c:v>4.4499999999999922</c:v>
                </c:pt>
                <c:pt idx="90">
                  <c:v>4.499999999999992</c:v>
                </c:pt>
                <c:pt idx="91">
                  <c:v>4.5499999999999918</c:v>
                </c:pt>
                <c:pt idx="92">
                  <c:v>4.5999999999999917</c:v>
                </c:pt>
                <c:pt idx="93">
                  <c:v>4.6499999999999915</c:v>
                </c:pt>
                <c:pt idx="94">
                  <c:v>4.6999999999999913</c:v>
                </c:pt>
                <c:pt idx="95">
                  <c:v>4.7499999999999911</c:v>
                </c:pt>
                <c:pt idx="96">
                  <c:v>4.7999999999999909</c:v>
                </c:pt>
                <c:pt idx="97">
                  <c:v>4.8499999999999908</c:v>
                </c:pt>
                <c:pt idx="98">
                  <c:v>4.8999999999999906</c:v>
                </c:pt>
                <c:pt idx="99">
                  <c:v>4.9499999999999904</c:v>
                </c:pt>
                <c:pt idx="100">
                  <c:v>4.9999999999999902</c:v>
                </c:pt>
              </c:numCache>
            </c:numRef>
          </c:xVal>
          <c:yVal>
            <c:numRef>
              <c:f>'Curva Cota-Descarga'!$J$12:$J$112</c:f>
              <c:numCache>
                <c:formatCode>General</c:formatCode>
                <c:ptCount val="101"/>
                <c:pt idx="0">
                  <c:v>5000</c:v>
                </c:pt>
                <c:pt idx="1">
                  <c:v>5000</c:v>
                </c:pt>
                <c:pt idx="2">
                  <c:v>5000</c:v>
                </c:pt>
                <c:pt idx="3">
                  <c:v>5000</c:v>
                </c:pt>
                <c:pt idx="4">
                  <c:v>5000</c:v>
                </c:pt>
                <c:pt idx="5">
                  <c:v>5000</c:v>
                </c:pt>
                <c:pt idx="6">
                  <c:v>5000</c:v>
                </c:pt>
                <c:pt idx="7">
                  <c:v>5000</c:v>
                </c:pt>
                <c:pt idx="8">
                  <c:v>5000</c:v>
                </c:pt>
                <c:pt idx="9">
                  <c:v>5000</c:v>
                </c:pt>
                <c:pt idx="10">
                  <c:v>5000</c:v>
                </c:pt>
                <c:pt idx="11">
                  <c:v>5000</c:v>
                </c:pt>
                <c:pt idx="12">
                  <c:v>5000</c:v>
                </c:pt>
                <c:pt idx="13">
                  <c:v>5000</c:v>
                </c:pt>
                <c:pt idx="14">
                  <c:v>5000</c:v>
                </c:pt>
                <c:pt idx="15">
                  <c:v>5000</c:v>
                </c:pt>
                <c:pt idx="16">
                  <c:v>5000</c:v>
                </c:pt>
                <c:pt idx="17">
                  <c:v>5000</c:v>
                </c:pt>
                <c:pt idx="18">
                  <c:v>5000</c:v>
                </c:pt>
                <c:pt idx="19">
                  <c:v>5000</c:v>
                </c:pt>
                <c:pt idx="20">
                  <c:v>5000</c:v>
                </c:pt>
                <c:pt idx="21">
                  <c:v>5000</c:v>
                </c:pt>
                <c:pt idx="22">
                  <c:v>5000</c:v>
                </c:pt>
                <c:pt idx="23">
                  <c:v>5000</c:v>
                </c:pt>
                <c:pt idx="24">
                  <c:v>5000</c:v>
                </c:pt>
                <c:pt idx="25">
                  <c:v>5000</c:v>
                </c:pt>
                <c:pt idx="26">
                  <c:v>5000</c:v>
                </c:pt>
                <c:pt idx="27">
                  <c:v>5000</c:v>
                </c:pt>
                <c:pt idx="28">
                  <c:v>5000</c:v>
                </c:pt>
                <c:pt idx="29">
                  <c:v>5000</c:v>
                </c:pt>
                <c:pt idx="30">
                  <c:v>5000</c:v>
                </c:pt>
                <c:pt idx="31">
                  <c:v>5000</c:v>
                </c:pt>
                <c:pt idx="32">
                  <c:v>5000</c:v>
                </c:pt>
                <c:pt idx="33">
                  <c:v>5000</c:v>
                </c:pt>
                <c:pt idx="34">
                  <c:v>5000</c:v>
                </c:pt>
                <c:pt idx="35">
                  <c:v>5000</c:v>
                </c:pt>
                <c:pt idx="36">
                  <c:v>5000</c:v>
                </c:pt>
                <c:pt idx="37">
                  <c:v>5000</c:v>
                </c:pt>
                <c:pt idx="38">
                  <c:v>5000</c:v>
                </c:pt>
                <c:pt idx="39">
                  <c:v>5000</c:v>
                </c:pt>
                <c:pt idx="40">
                  <c:v>5000</c:v>
                </c:pt>
                <c:pt idx="41">
                  <c:v>5000</c:v>
                </c:pt>
                <c:pt idx="42">
                  <c:v>5000</c:v>
                </c:pt>
                <c:pt idx="43">
                  <c:v>5000</c:v>
                </c:pt>
                <c:pt idx="44">
                  <c:v>5000</c:v>
                </c:pt>
                <c:pt idx="45">
                  <c:v>5000</c:v>
                </c:pt>
                <c:pt idx="46">
                  <c:v>5000</c:v>
                </c:pt>
                <c:pt idx="47">
                  <c:v>5000</c:v>
                </c:pt>
                <c:pt idx="48">
                  <c:v>5000</c:v>
                </c:pt>
                <c:pt idx="49">
                  <c:v>5000</c:v>
                </c:pt>
                <c:pt idx="50">
                  <c:v>5000</c:v>
                </c:pt>
                <c:pt idx="51">
                  <c:v>5000</c:v>
                </c:pt>
                <c:pt idx="52">
                  <c:v>5000</c:v>
                </c:pt>
                <c:pt idx="53">
                  <c:v>5000</c:v>
                </c:pt>
                <c:pt idx="54">
                  <c:v>5000</c:v>
                </c:pt>
                <c:pt idx="55">
                  <c:v>5000</c:v>
                </c:pt>
                <c:pt idx="56">
                  <c:v>5000</c:v>
                </c:pt>
                <c:pt idx="57">
                  <c:v>5000</c:v>
                </c:pt>
                <c:pt idx="58">
                  <c:v>5000</c:v>
                </c:pt>
                <c:pt idx="59">
                  <c:v>5000</c:v>
                </c:pt>
                <c:pt idx="60">
                  <c:v>5000</c:v>
                </c:pt>
                <c:pt idx="61">
                  <c:v>5000</c:v>
                </c:pt>
                <c:pt idx="62">
                  <c:v>5000</c:v>
                </c:pt>
                <c:pt idx="63">
                  <c:v>5000</c:v>
                </c:pt>
                <c:pt idx="64">
                  <c:v>5000</c:v>
                </c:pt>
                <c:pt idx="65">
                  <c:v>5000</c:v>
                </c:pt>
                <c:pt idx="66">
                  <c:v>5000</c:v>
                </c:pt>
                <c:pt idx="67">
                  <c:v>5000</c:v>
                </c:pt>
                <c:pt idx="68">
                  <c:v>5000</c:v>
                </c:pt>
                <c:pt idx="69">
                  <c:v>5000</c:v>
                </c:pt>
                <c:pt idx="70">
                  <c:v>5000</c:v>
                </c:pt>
                <c:pt idx="71">
                  <c:v>5000</c:v>
                </c:pt>
                <c:pt idx="72">
                  <c:v>5000</c:v>
                </c:pt>
                <c:pt idx="73">
                  <c:v>5000</c:v>
                </c:pt>
                <c:pt idx="74">
                  <c:v>5000</c:v>
                </c:pt>
                <c:pt idx="75">
                  <c:v>5000</c:v>
                </c:pt>
                <c:pt idx="76">
                  <c:v>5000</c:v>
                </c:pt>
                <c:pt idx="77">
                  <c:v>5000</c:v>
                </c:pt>
                <c:pt idx="78">
                  <c:v>5000</c:v>
                </c:pt>
                <c:pt idx="79">
                  <c:v>5000</c:v>
                </c:pt>
                <c:pt idx="80">
                  <c:v>5000</c:v>
                </c:pt>
                <c:pt idx="81">
                  <c:v>5000</c:v>
                </c:pt>
                <c:pt idx="82">
                  <c:v>5000</c:v>
                </c:pt>
                <c:pt idx="83">
                  <c:v>5000</c:v>
                </c:pt>
                <c:pt idx="84">
                  <c:v>5000</c:v>
                </c:pt>
                <c:pt idx="85">
                  <c:v>5000</c:v>
                </c:pt>
                <c:pt idx="86">
                  <c:v>5000</c:v>
                </c:pt>
                <c:pt idx="87">
                  <c:v>5000</c:v>
                </c:pt>
                <c:pt idx="88">
                  <c:v>5000</c:v>
                </c:pt>
                <c:pt idx="89">
                  <c:v>5000</c:v>
                </c:pt>
                <c:pt idx="90">
                  <c:v>5000</c:v>
                </c:pt>
                <c:pt idx="91">
                  <c:v>5000</c:v>
                </c:pt>
                <c:pt idx="92">
                  <c:v>5000</c:v>
                </c:pt>
                <c:pt idx="93">
                  <c:v>5000</c:v>
                </c:pt>
                <c:pt idx="94">
                  <c:v>5000</c:v>
                </c:pt>
                <c:pt idx="95">
                  <c:v>5000</c:v>
                </c:pt>
                <c:pt idx="96">
                  <c:v>5000</c:v>
                </c:pt>
                <c:pt idx="97">
                  <c:v>5000</c:v>
                </c:pt>
                <c:pt idx="98">
                  <c:v>5000</c:v>
                </c:pt>
                <c:pt idx="99">
                  <c:v>5000</c:v>
                </c:pt>
                <c:pt idx="100">
                  <c:v>5000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9189-40EA-BD98-253E476822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67235056"/>
        <c:axId val="1867237136"/>
      </c:scatterChart>
      <c:valAx>
        <c:axId val="376092496"/>
        <c:scaling>
          <c:orientation val="minMax"/>
          <c:max val="5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in"/>
        <c:tickLblPos val="nextTo"/>
        <c:spPr>
          <a:solidFill>
            <a:schemeClr val="bg1"/>
          </a:solidFill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5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76092912"/>
        <c:crosses val="autoZero"/>
        <c:crossBetween val="midCat"/>
      </c:valAx>
      <c:valAx>
        <c:axId val="376092912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in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5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76092496"/>
        <c:crosses val="autoZero"/>
        <c:crossBetween val="midCat"/>
        <c:majorUnit val="5"/>
        <c:minorUnit val="2.5"/>
      </c:valAx>
      <c:valAx>
        <c:axId val="1867237136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5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67235056"/>
        <c:crosses val="max"/>
        <c:crossBetween val="midCat"/>
      </c:valAx>
      <c:valAx>
        <c:axId val="1867235056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867237136"/>
        <c:crosses val="autoZero"/>
        <c:crossBetween val="midCat"/>
      </c:valAx>
      <c:spPr>
        <a:noFill/>
        <a:ln>
          <a:solidFill>
            <a:sysClr val="windowText" lastClr="000000"/>
          </a:solidFill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93F2B-6498-A038-B488-A55D160FF1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984CD8-79BD-49E3-CFD8-4F8B26D2C4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47C52F-651E-26ED-21DA-32E1A1EDA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FBA25-C7B1-4B1D-AF8D-4E44697AF6E0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CFD419-1251-D48A-F5B0-92142C6EB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B82B08-4315-47CD-606F-AC167C598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7E1BE-F2DA-434E-B426-359B2A133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328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3BA78-DD30-689A-3A8A-FB4A14D68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50808-C493-2A3D-A504-5072CB5713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B11513-8098-B5B1-D692-EDDA11CE0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FBA25-C7B1-4B1D-AF8D-4E44697AF6E0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7CE9EF-27EE-FC67-9121-56962C64F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F7726-1B2E-22B5-21D1-F64C63727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7E1BE-F2DA-434E-B426-359B2A133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71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151B4-EBB8-11F0-A3CB-886FE9A47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AD8ED1-4211-6396-1719-8889035863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5FEB27-7C12-68F6-5770-FDE32CEDF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FBA25-C7B1-4B1D-AF8D-4E44697AF6E0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4E8F1E-2D75-BCCB-0D22-267BF133A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6E7A2C-BF21-32A7-6EDA-8E9D2AABB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7E1BE-F2DA-434E-B426-359B2A133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301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0FAEA-669A-5317-ABC1-ACD9481E4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37B57A-7978-6F03-B41B-4F220D15D9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D2EF50-F061-4220-20AC-02AAB1C0BE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26947-84A2-5E2F-A1E2-630ADF881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FBA25-C7B1-4B1D-AF8D-4E44697AF6E0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574B99-70EF-8DF7-8779-C46C8F42A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390A22-7658-A5F4-D820-03C158B64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7E1BE-F2DA-434E-B426-359B2A133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364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7773A-C395-56F8-7168-7EA556E3E2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2E8B71-830B-A425-65BC-93CB0307EB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EC3C34-7133-574B-1E82-CA3BEF0DFE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446B8F-6A73-48BA-60FC-2245867F1F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854486-B39C-09D0-7955-BA5BCC2929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9258A1-9296-7941-38A3-06288081E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FBA25-C7B1-4B1D-AF8D-4E44697AF6E0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E827B7-A926-B5D9-6232-734880A21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CA8E54-51EC-B61F-ED8D-FD80D227C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7E1BE-F2DA-434E-B426-359B2A133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98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BE03F-341A-F177-2756-5F031CE5F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0258A1-DB02-03F2-41C1-D1E024E2E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FBA25-C7B1-4B1D-AF8D-4E44697AF6E0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10F6CC-CB09-B487-CF7B-60F9C2E0A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F2D37B-6458-0D34-7197-5F148CF0B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7E1BE-F2DA-434E-B426-359B2A133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9615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34BB37-9881-E297-0FC1-1F18297C5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FBA25-C7B1-4B1D-AF8D-4E44697AF6E0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781CEE-63A8-8043-3FFE-4E694F4FD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618C7B-884C-A449-0485-2B1B1857A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7E1BE-F2DA-434E-B426-359B2A133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703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7CBD3-59D4-20C7-719A-34E7688E8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70BA1F-0308-A8AA-8D29-07D59D99E9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907279-FA90-DED1-35FF-3E9B460115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63DA17-4CEC-E913-AE50-4F9D3D04A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FBA25-C7B1-4B1D-AF8D-4E44697AF6E0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3EF7E9-024C-2AA3-20B0-978D193D8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5A7FBB-8084-7FD9-6427-3BC282B92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7E1BE-F2DA-434E-B426-359B2A133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231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D8AC8-E881-6068-62E4-F23A11F31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6BFD0E-10F5-378E-13D3-2F9DEABBA6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C4FDFC-3860-D319-E735-864FCA274F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1B9AEA-A1D2-59E0-D6CB-D28BE85D1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FBA25-C7B1-4B1D-AF8D-4E44697AF6E0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0CA795-2A29-47AF-A039-F5DD9B6FA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E9E339-CE1E-D0A6-CFA4-B8D3202A2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7E1BE-F2DA-434E-B426-359B2A133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385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BF0795-D720-230C-9CC5-0F4429EAC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E9FAAA-F558-A527-EB58-418C128762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79D23E-89F6-67DB-C260-E619E4AE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FBA25-C7B1-4B1D-AF8D-4E44697AF6E0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8C5B58-D960-6021-41CA-45535B779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DB802E-EA4E-D712-9803-60F95B085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7E1BE-F2DA-434E-B426-359B2A133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8102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819752-2C0F-3624-1C30-9267CAA2BE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572F51-0B04-2C3E-B0E2-8C7F863A54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B19029-C994-A571-86DF-9A2C8A9CE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FBA25-C7B1-4B1D-AF8D-4E44697AF6E0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62A104-D512-051B-4F47-788C8D97D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76BA54-BF2D-21FB-3E66-87AA44B19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7E1BE-F2DA-434E-B426-359B2A133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51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753EC1-6DC4-52C3-5959-36F3DFFA5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63F06F-32FA-72FC-C75C-8FC20C3CAE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073DD2-0418-2FCA-96F6-775E6ED5DE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FFBA25-C7B1-4B1D-AF8D-4E44697AF6E0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BFE86A-7189-4F87-9689-AA7DEC280C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560FE8-2BDF-B997-5E7C-7BEA397D67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57E1BE-F2DA-434E-B426-359B2A133E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37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image" Target="../media/image3.png"/><Relationship Id="rId26" Type="http://schemas.openxmlformats.org/officeDocument/2006/relationships/image" Target="../media/image11.png"/><Relationship Id="rId3" Type="http://schemas.openxmlformats.org/officeDocument/2006/relationships/tags" Target="../tags/tag3.xml"/><Relationship Id="rId21" Type="http://schemas.openxmlformats.org/officeDocument/2006/relationships/image" Target="../media/image6.png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image" Target="../media/image2.png"/><Relationship Id="rId25" Type="http://schemas.openxmlformats.org/officeDocument/2006/relationships/image" Target="../media/image10.png"/><Relationship Id="rId2" Type="http://schemas.openxmlformats.org/officeDocument/2006/relationships/tags" Target="../tags/tag2.xml"/><Relationship Id="rId16" Type="http://schemas.openxmlformats.org/officeDocument/2006/relationships/image" Target="../media/image1.png"/><Relationship Id="rId20" Type="http://schemas.openxmlformats.org/officeDocument/2006/relationships/image" Target="../media/image5.png"/><Relationship Id="rId29" Type="http://schemas.openxmlformats.org/officeDocument/2006/relationships/image" Target="../media/image14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image" Target="../media/image9.png"/><Relationship Id="rId5" Type="http://schemas.openxmlformats.org/officeDocument/2006/relationships/tags" Target="../tags/tag5.xml"/><Relationship Id="rId15" Type="http://schemas.openxmlformats.org/officeDocument/2006/relationships/slideLayout" Target="../slideLayouts/slideLayout1.xml"/><Relationship Id="rId23" Type="http://schemas.openxmlformats.org/officeDocument/2006/relationships/image" Target="../media/image8.png"/><Relationship Id="rId28" Type="http://schemas.openxmlformats.org/officeDocument/2006/relationships/image" Target="../media/image13.png"/><Relationship Id="rId10" Type="http://schemas.openxmlformats.org/officeDocument/2006/relationships/tags" Target="../tags/tag10.xml"/><Relationship Id="rId19" Type="http://schemas.openxmlformats.org/officeDocument/2006/relationships/image" Target="../media/image4.pn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image" Target="../media/image7.png"/><Relationship Id="rId27" Type="http://schemas.openxmlformats.org/officeDocument/2006/relationships/image" Target="../media/image12.png"/><Relationship Id="rId30" Type="http://schemas.openxmlformats.org/officeDocument/2006/relationships/image" Target="../media/image15.pn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tags" Target="../tags/tag27.xml"/><Relationship Id="rId18" Type="http://schemas.openxmlformats.org/officeDocument/2006/relationships/tags" Target="../tags/tag32.xml"/><Relationship Id="rId26" Type="http://schemas.openxmlformats.org/officeDocument/2006/relationships/tags" Target="../tags/tag40.xml"/><Relationship Id="rId39" Type="http://schemas.openxmlformats.org/officeDocument/2006/relationships/image" Target="../media/image22.png"/><Relationship Id="rId21" Type="http://schemas.openxmlformats.org/officeDocument/2006/relationships/tags" Target="../tags/tag35.xml"/><Relationship Id="rId34" Type="http://schemas.openxmlformats.org/officeDocument/2006/relationships/image" Target="../media/image17.png"/><Relationship Id="rId42" Type="http://schemas.openxmlformats.org/officeDocument/2006/relationships/image" Target="../media/image25.png"/><Relationship Id="rId47" Type="http://schemas.openxmlformats.org/officeDocument/2006/relationships/image" Target="../media/image30.png"/><Relationship Id="rId50" Type="http://schemas.openxmlformats.org/officeDocument/2006/relationships/image" Target="../media/image33.png"/><Relationship Id="rId55" Type="http://schemas.openxmlformats.org/officeDocument/2006/relationships/image" Target="../media/image38.png"/><Relationship Id="rId7" Type="http://schemas.openxmlformats.org/officeDocument/2006/relationships/tags" Target="../tags/tag21.xml"/><Relationship Id="rId2" Type="http://schemas.openxmlformats.org/officeDocument/2006/relationships/tags" Target="../tags/tag16.xml"/><Relationship Id="rId16" Type="http://schemas.openxmlformats.org/officeDocument/2006/relationships/tags" Target="../tags/tag30.xml"/><Relationship Id="rId29" Type="http://schemas.openxmlformats.org/officeDocument/2006/relationships/tags" Target="../tags/tag43.xml"/><Relationship Id="rId11" Type="http://schemas.openxmlformats.org/officeDocument/2006/relationships/tags" Target="../tags/tag25.xml"/><Relationship Id="rId24" Type="http://schemas.openxmlformats.org/officeDocument/2006/relationships/tags" Target="../tags/tag38.xml"/><Relationship Id="rId32" Type="http://schemas.openxmlformats.org/officeDocument/2006/relationships/image" Target="../media/image2.png"/><Relationship Id="rId37" Type="http://schemas.openxmlformats.org/officeDocument/2006/relationships/image" Target="../media/image20.png"/><Relationship Id="rId40" Type="http://schemas.openxmlformats.org/officeDocument/2006/relationships/image" Target="../media/image23.png"/><Relationship Id="rId45" Type="http://schemas.openxmlformats.org/officeDocument/2006/relationships/image" Target="../media/image28.png"/><Relationship Id="rId53" Type="http://schemas.openxmlformats.org/officeDocument/2006/relationships/image" Target="../media/image36.png"/><Relationship Id="rId58" Type="http://schemas.openxmlformats.org/officeDocument/2006/relationships/image" Target="../media/image41.png"/><Relationship Id="rId5" Type="http://schemas.openxmlformats.org/officeDocument/2006/relationships/tags" Target="../tags/tag19.xml"/><Relationship Id="rId19" Type="http://schemas.openxmlformats.org/officeDocument/2006/relationships/tags" Target="../tags/tag33.xml"/><Relationship Id="rId4" Type="http://schemas.openxmlformats.org/officeDocument/2006/relationships/tags" Target="../tags/tag18.xml"/><Relationship Id="rId9" Type="http://schemas.openxmlformats.org/officeDocument/2006/relationships/tags" Target="../tags/tag23.xml"/><Relationship Id="rId14" Type="http://schemas.openxmlformats.org/officeDocument/2006/relationships/tags" Target="../tags/tag28.xml"/><Relationship Id="rId22" Type="http://schemas.openxmlformats.org/officeDocument/2006/relationships/tags" Target="../tags/tag36.xml"/><Relationship Id="rId27" Type="http://schemas.openxmlformats.org/officeDocument/2006/relationships/tags" Target="../tags/tag41.xml"/><Relationship Id="rId30" Type="http://schemas.openxmlformats.org/officeDocument/2006/relationships/slideLayout" Target="../slideLayouts/slideLayout2.xml"/><Relationship Id="rId35" Type="http://schemas.openxmlformats.org/officeDocument/2006/relationships/image" Target="../media/image18.png"/><Relationship Id="rId43" Type="http://schemas.openxmlformats.org/officeDocument/2006/relationships/image" Target="../media/image26.png"/><Relationship Id="rId48" Type="http://schemas.openxmlformats.org/officeDocument/2006/relationships/image" Target="../media/image31.png"/><Relationship Id="rId56" Type="http://schemas.openxmlformats.org/officeDocument/2006/relationships/image" Target="../media/image39.png"/><Relationship Id="rId8" Type="http://schemas.openxmlformats.org/officeDocument/2006/relationships/tags" Target="../tags/tag22.xml"/><Relationship Id="rId51" Type="http://schemas.openxmlformats.org/officeDocument/2006/relationships/image" Target="../media/image34.png"/><Relationship Id="rId3" Type="http://schemas.openxmlformats.org/officeDocument/2006/relationships/tags" Target="../tags/tag17.xml"/><Relationship Id="rId12" Type="http://schemas.openxmlformats.org/officeDocument/2006/relationships/tags" Target="../tags/tag26.xml"/><Relationship Id="rId17" Type="http://schemas.openxmlformats.org/officeDocument/2006/relationships/tags" Target="../tags/tag31.xml"/><Relationship Id="rId25" Type="http://schemas.openxmlformats.org/officeDocument/2006/relationships/tags" Target="../tags/tag39.xml"/><Relationship Id="rId33" Type="http://schemas.openxmlformats.org/officeDocument/2006/relationships/image" Target="../media/image16.png"/><Relationship Id="rId38" Type="http://schemas.openxmlformats.org/officeDocument/2006/relationships/image" Target="../media/image21.png"/><Relationship Id="rId46" Type="http://schemas.openxmlformats.org/officeDocument/2006/relationships/image" Target="../media/image29.png"/><Relationship Id="rId59" Type="http://schemas.openxmlformats.org/officeDocument/2006/relationships/image" Target="../media/image42.png"/><Relationship Id="rId20" Type="http://schemas.openxmlformats.org/officeDocument/2006/relationships/tags" Target="../tags/tag34.xml"/><Relationship Id="rId41" Type="http://schemas.openxmlformats.org/officeDocument/2006/relationships/image" Target="../media/image24.png"/><Relationship Id="rId54" Type="http://schemas.openxmlformats.org/officeDocument/2006/relationships/image" Target="../media/image37.png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15" Type="http://schemas.openxmlformats.org/officeDocument/2006/relationships/tags" Target="../tags/tag29.xml"/><Relationship Id="rId23" Type="http://schemas.openxmlformats.org/officeDocument/2006/relationships/tags" Target="../tags/tag37.xml"/><Relationship Id="rId28" Type="http://schemas.openxmlformats.org/officeDocument/2006/relationships/tags" Target="../tags/tag42.xml"/><Relationship Id="rId36" Type="http://schemas.openxmlformats.org/officeDocument/2006/relationships/image" Target="../media/image19.png"/><Relationship Id="rId49" Type="http://schemas.openxmlformats.org/officeDocument/2006/relationships/image" Target="../media/image32.png"/><Relationship Id="rId57" Type="http://schemas.openxmlformats.org/officeDocument/2006/relationships/image" Target="../media/image40.png"/><Relationship Id="rId10" Type="http://schemas.openxmlformats.org/officeDocument/2006/relationships/tags" Target="../tags/tag24.xml"/><Relationship Id="rId31" Type="http://schemas.openxmlformats.org/officeDocument/2006/relationships/image" Target="../media/image1.png"/><Relationship Id="rId44" Type="http://schemas.openxmlformats.org/officeDocument/2006/relationships/image" Target="../media/image27.png"/><Relationship Id="rId52" Type="http://schemas.openxmlformats.org/officeDocument/2006/relationships/image" Target="../media/image3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png"/><Relationship Id="rId3" Type="http://schemas.openxmlformats.org/officeDocument/2006/relationships/tags" Target="../tags/tag46.xml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47.png"/><Relationship Id="rId4" Type="http://schemas.openxmlformats.org/officeDocument/2006/relationships/tags" Target="../tags/tag47.xml"/><Relationship Id="rId9" Type="http://schemas.openxmlformats.org/officeDocument/2006/relationships/image" Target="../media/image46.png"/><Relationship Id="rId14" Type="http://schemas.openxmlformats.org/officeDocument/2006/relationships/image" Target="../media/image5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chart" Target="../charts/chart2.xml"/><Relationship Id="rId5" Type="http://schemas.openxmlformats.org/officeDocument/2006/relationships/image" Target="../media/image52.png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tags" Target="../tags/tag75.xml"/><Relationship Id="rId21" Type="http://schemas.openxmlformats.org/officeDocument/2006/relationships/tags" Target="../tags/tag70.xml"/><Relationship Id="rId42" Type="http://schemas.openxmlformats.org/officeDocument/2006/relationships/tags" Target="../tags/tag91.xml"/><Relationship Id="rId47" Type="http://schemas.openxmlformats.org/officeDocument/2006/relationships/tags" Target="../tags/tag96.xml"/><Relationship Id="rId63" Type="http://schemas.openxmlformats.org/officeDocument/2006/relationships/image" Target="../media/image54.png"/><Relationship Id="rId68" Type="http://schemas.openxmlformats.org/officeDocument/2006/relationships/image" Target="../media/image59.png"/><Relationship Id="rId84" Type="http://schemas.openxmlformats.org/officeDocument/2006/relationships/image" Target="../media/image75.svg"/><Relationship Id="rId89" Type="http://schemas.openxmlformats.org/officeDocument/2006/relationships/image" Target="../media/image80.png"/><Relationship Id="rId112" Type="http://schemas.openxmlformats.org/officeDocument/2006/relationships/image" Target="../media/image102.png"/><Relationship Id="rId16" Type="http://schemas.openxmlformats.org/officeDocument/2006/relationships/tags" Target="../tags/tag65.xml"/><Relationship Id="rId107" Type="http://schemas.openxmlformats.org/officeDocument/2006/relationships/image" Target="../media/image97.png"/><Relationship Id="rId11" Type="http://schemas.openxmlformats.org/officeDocument/2006/relationships/tags" Target="../tags/tag60.xml"/><Relationship Id="rId32" Type="http://schemas.openxmlformats.org/officeDocument/2006/relationships/tags" Target="../tags/tag81.xml"/><Relationship Id="rId37" Type="http://schemas.openxmlformats.org/officeDocument/2006/relationships/tags" Target="../tags/tag86.xml"/><Relationship Id="rId53" Type="http://schemas.openxmlformats.org/officeDocument/2006/relationships/tags" Target="../tags/tag102.xml"/><Relationship Id="rId58" Type="http://schemas.openxmlformats.org/officeDocument/2006/relationships/tags" Target="../tags/tag107.xml"/><Relationship Id="rId74" Type="http://schemas.openxmlformats.org/officeDocument/2006/relationships/image" Target="../media/image65.png"/><Relationship Id="rId79" Type="http://schemas.openxmlformats.org/officeDocument/2006/relationships/image" Target="../media/image70.png"/><Relationship Id="rId102" Type="http://schemas.openxmlformats.org/officeDocument/2006/relationships/chart" Target="../charts/chart3.xml"/><Relationship Id="rId5" Type="http://schemas.openxmlformats.org/officeDocument/2006/relationships/tags" Target="../tags/tag54.xml"/><Relationship Id="rId90" Type="http://schemas.openxmlformats.org/officeDocument/2006/relationships/image" Target="../media/image81.png"/><Relationship Id="rId95" Type="http://schemas.openxmlformats.org/officeDocument/2006/relationships/image" Target="../media/image86.png"/><Relationship Id="rId22" Type="http://schemas.openxmlformats.org/officeDocument/2006/relationships/tags" Target="../tags/tag71.xml"/><Relationship Id="rId27" Type="http://schemas.openxmlformats.org/officeDocument/2006/relationships/tags" Target="../tags/tag76.xml"/><Relationship Id="rId43" Type="http://schemas.openxmlformats.org/officeDocument/2006/relationships/tags" Target="../tags/tag92.xml"/><Relationship Id="rId48" Type="http://schemas.openxmlformats.org/officeDocument/2006/relationships/tags" Target="../tags/tag97.xml"/><Relationship Id="rId64" Type="http://schemas.openxmlformats.org/officeDocument/2006/relationships/image" Target="../media/image55.svg"/><Relationship Id="rId69" Type="http://schemas.openxmlformats.org/officeDocument/2006/relationships/image" Target="../media/image60.png"/><Relationship Id="rId80" Type="http://schemas.openxmlformats.org/officeDocument/2006/relationships/image" Target="../media/image71.png"/><Relationship Id="rId85" Type="http://schemas.openxmlformats.org/officeDocument/2006/relationships/image" Target="../media/image76.png"/><Relationship Id="rId12" Type="http://schemas.openxmlformats.org/officeDocument/2006/relationships/tags" Target="../tags/tag61.xml"/><Relationship Id="rId17" Type="http://schemas.openxmlformats.org/officeDocument/2006/relationships/tags" Target="../tags/tag66.xml"/><Relationship Id="rId33" Type="http://schemas.openxmlformats.org/officeDocument/2006/relationships/tags" Target="../tags/tag82.xml"/><Relationship Id="rId38" Type="http://schemas.openxmlformats.org/officeDocument/2006/relationships/tags" Target="../tags/tag87.xml"/><Relationship Id="rId59" Type="http://schemas.openxmlformats.org/officeDocument/2006/relationships/tags" Target="../tags/tag108.xml"/><Relationship Id="rId103" Type="http://schemas.openxmlformats.org/officeDocument/2006/relationships/image" Target="../media/image93.png"/><Relationship Id="rId108" Type="http://schemas.openxmlformats.org/officeDocument/2006/relationships/image" Target="../media/image98.png"/><Relationship Id="rId54" Type="http://schemas.openxmlformats.org/officeDocument/2006/relationships/tags" Target="../tags/tag103.xml"/><Relationship Id="rId70" Type="http://schemas.openxmlformats.org/officeDocument/2006/relationships/image" Target="../media/image61.png"/><Relationship Id="rId75" Type="http://schemas.openxmlformats.org/officeDocument/2006/relationships/image" Target="../media/image66.png"/><Relationship Id="rId91" Type="http://schemas.openxmlformats.org/officeDocument/2006/relationships/image" Target="../media/image82.png"/><Relationship Id="rId96" Type="http://schemas.openxmlformats.org/officeDocument/2006/relationships/image" Target="../media/image87.png"/><Relationship Id="rId1" Type="http://schemas.openxmlformats.org/officeDocument/2006/relationships/tags" Target="../tags/tag50.xml"/><Relationship Id="rId6" Type="http://schemas.openxmlformats.org/officeDocument/2006/relationships/tags" Target="../tags/tag55.xml"/><Relationship Id="rId15" Type="http://schemas.openxmlformats.org/officeDocument/2006/relationships/tags" Target="../tags/tag64.xml"/><Relationship Id="rId23" Type="http://schemas.openxmlformats.org/officeDocument/2006/relationships/tags" Target="../tags/tag72.xml"/><Relationship Id="rId28" Type="http://schemas.openxmlformats.org/officeDocument/2006/relationships/tags" Target="../tags/tag77.xml"/><Relationship Id="rId36" Type="http://schemas.openxmlformats.org/officeDocument/2006/relationships/tags" Target="../tags/tag85.xml"/><Relationship Id="rId49" Type="http://schemas.openxmlformats.org/officeDocument/2006/relationships/tags" Target="../tags/tag98.xml"/><Relationship Id="rId57" Type="http://schemas.openxmlformats.org/officeDocument/2006/relationships/tags" Target="../tags/tag106.xml"/><Relationship Id="rId106" Type="http://schemas.openxmlformats.org/officeDocument/2006/relationships/image" Target="../media/image96.png"/><Relationship Id="rId10" Type="http://schemas.openxmlformats.org/officeDocument/2006/relationships/tags" Target="../tags/tag59.xml"/><Relationship Id="rId31" Type="http://schemas.openxmlformats.org/officeDocument/2006/relationships/tags" Target="../tags/tag80.xml"/><Relationship Id="rId44" Type="http://schemas.openxmlformats.org/officeDocument/2006/relationships/tags" Target="../tags/tag93.xml"/><Relationship Id="rId52" Type="http://schemas.openxmlformats.org/officeDocument/2006/relationships/tags" Target="../tags/tag101.xml"/><Relationship Id="rId60" Type="http://schemas.openxmlformats.org/officeDocument/2006/relationships/tags" Target="../tags/tag109.xml"/><Relationship Id="rId65" Type="http://schemas.openxmlformats.org/officeDocument/2006/relationships/image" Target="../media/image56.png"/><Relationship Id="rId73" Type="http://schemas.openxmlformats.org/officeDocument/2006/relationships/image" Target="../media/image64.png"/><Relationship Id="rId78" Type="http://schemas.openxmlformats.org/officeDocument/2006/relationships/image" Target="../media/image69.png"/><Relationship Id="rId81" Type="http://schemas.openxmlformats.org/officeDocument/2006/relationships/image" Target="../media/image72.png"/><Relationship Id="rId86" Type="http://schemas.openxmlformats.org/officeDocument/2006/relationships/image" Target="../media/image77.svg"/><Relationship Id="rId94" Type="http://schemas.openxmlformats.org/officeDocument/2006/relationships/image" Target="../media/image85.png"/><Relationship Id="rId99" Type="http://schemas.openxmlformats.org/officeDocument/2006/relationships/image" Target="../media/image90.png"/><Relationship Id="rId101" Type="http://schemas.openxmlformats.org/officeDocument/2006/relationships/image" Target="../media/image92.png"/><Relationship Id="rId4" Type="http://schemas.openxmlformats.org/officeDocument/2006/relationships/tags" Target="../tags/tag53.xml"/><Relationship Id="rId9" Type="http://schemas.openxmlformats.org/officeDocument/2006/relationships/tags" Target="../tags/tag58.xml"/><Relationship Id="rId13" Type="http://schemas.openxmlformats.org/officeDocument/2006/relationships/tags" Target="../tags/tag62.xml"/><Relationship Id="rId18" Type="http://schemas.openxmlformats.org/officeDocument/2006/relationships/tags" Target="../tags/tag67.xml"/><Relationship Id="rId39" Type="http://schemas.openxmlformats.org/officeDocument/2006/relationships/tags" Target="../tags/tag88.xml"/><Relationship Id="rId109" Type="http://schemas.openxmlformats.org/officeDocument/2006/relationships/image" Target="../media/image99.png"/><Relationship Id="rId34" Type="http://schemas.openxmlformats.org/officeDocument/2006/relationships/tags" Target="../tags/tag83.xml"/><Relationship Id="rId50" Type="http://schemas.openxmlformats.org/officeDocument/2006/relationships/tags" Target="../tags/tag99.xml"/><Relationship Id="rId55" Type="http://schemas.openxmlformats.org/officeDocument/2006/relationships/tags" Target="../tags/tag104.xml"/><Relationship Id="rId76" Type="http://schemas.openxmlformats.org/officeDocument/2006/relationships/image" Target="../media/image67.png"/><Relationship Id="rId97" Type="http://schemas.openxmlformats.org/officeDocument/2006/relationships/image" Target="../media/image88.png"/><Relationship Id="rId104" Type="http://schemas.openxmlformats.org/officeDocument/2006/relationships/image" Target="../media/image94.png"/><Relationship Id="rId7" Type="http://schemas.openxmlformats.org/officeDocument/2006/relationships/tags" Target="../tags/tag56.xml"/><Relationship Id="rId71" Type="http://schemas.openxmlformats.org/officeDocument/2006/relationships/image" Target="../media/image62.png"/><Relationship Id="rId92" Type="http://schemas.openxmlformats.org/officeDocument/2006/relationships/image" Target="../media/image83.png"/><Relationship Id="rId2" Type="http://schemas.openxmlformats.org/officeDocument/2006/relationships/tags" Target="../tags/tag51.xml"/><Relationship Id="rId29" Type="http://schemas.openxmlformats.org/officeDocument/2006/relationships/tags" Target="../tags/tag78.xml"/><Relationship Id="rId24" Type="http://schemas.openxmlformats.org/officeDocument/2006/relationships/tags" Target="../tags/tag73.xml"/><Relationship Id="rId40" Type="http://schemas.openxmlformats.org/officeDocument/2006/relationships/tags" Target="../tags/tag89.xml"/><Relationship Id="rId45" Type="http://schemas.openxmlformats.org/officeDocument/2006/relationships/tags" Target="../tags/tag94.xml"/><Relationship Id="rId66" Type="http://schemas.openxmlformats.org/officeDocument/2006/relationships/image" Target="../media/image57.svg"/><Relationship Id="rId87" Type="http://schemas.openxmlformats.org/officeDocument/2006/relationships/image" Target="../media/image78.png"/><Relationship Id="rId110" Type="http://schemas.openxmlformats.org/officeDocument/2006/relationships/image" Target="../media/image100.png"/><Relationship Id="rId61" Type="http://schemas.openxmlformats.org/officeDocument/2006/relationships/slideLayout" Target="../slideLayouts/slideLayout2.xml"/><Relationship Id="rId82" Type="http://schemas.openxmlformats.org/officeDocument/2006/relationships/image" Target="../media/image73.svg"/><Relationship Id="rId19" Type="http://schemas.openxmlformats.org/officeDocument/2006/relationships/tags" Target="../tags/tag68.xml"/><Relationship Id="rId14" Type="http://schemas.openxmlformats.org/officeDocument/2006/relationships/tags" Target="../tags/tag63.xml"/><Relationship Id="rId30" Type="http://schemas.openxmlformats.org/officeDocument/2006/relationships/tags" Target="../tags/tag79.xml"/><Relationship Id="rId35" Type="http://schemas.openxmlformats.org/officeDocument/2006/relationships/tags" Target="../tags/tag84.xml"/><Relationship Id="rId56" Type="http://schemas.openxmlformats.org/officeDocument/2006/relationships/tags" Target="../tags/tag105.xml"/><Relationship Id="rId77" Type="http://schemas.openxmlformats.org/officeDocument/2006/relationships/image" Target="../media/image68.png"/><Relationship Id="rId100" Type="http://schemas.openxmlformats.org/officeDocument/2006/relationships/image" Target="../media/image91.png"/><Relationship Id="rId105" Type="http://schemas.openxmlformats.org/officeDocument/2006/relationships/image" Target="../media/image95.png"/><Relationship Id="rId8" Type="http://schemas.openxmlformats.org/officeDocument/2006/relationships/tags" Target="../tags/tag57.xml"/><Relationship Id="rId51" Type="http://schemas.openxmlformats.org/officeDocument/2006/relationships/tags" Target="../tags/tag100.xml"/><Relationship Id="rId72" Type="http://schemas.openxmlformats.org/officeDocument/2006/relationships/image" Target="../media/image63.png"/><Relationship Id="rId93" Type="http://schemas.openxmlformats.org/officeDocument/2006/relationships/image" Target="../media/image84.png"/><Relationship Id="rId98" Type="http://schemas.openxmlformats.org/officeDocument/2006/relationships/image" Target="../media/image89.png"/><Relationship Id="rId3" Type="http://schemas.openxmlformats.org/officeDocument/2006/relationships/tags" Target="../tags/tag52.xml"/><Relationship Id="rId25" Type="http://schemas.openxmlformats.org/officeDocument/2006/relationships/tags" Target="../tags/tag74.xml"/><Relationship Id="rId46" Type="http://schemas.openxmlformats.org/officeDocument/2006/relationships/tags" Target="../tags/tag95.xml"/><Relationship Id="rId67" Type="http://schemas.openxmlformats.org/officeDocument/2006/relationships/image" Target="../media/image58.png"/><Relationship Id="rId20" Type="http://schemas.openxmlformats.org/officeDocument/2006/relationships/tags" Target="../tags/tag69.xml"/><Relationship Id="rId41" Type="http://schemas.openxmlformats.org/officeDocument/2006/relationships/tags" Target="../tags/tag90.xml"/><Relationship Id="rId62" Type="http://schemas.openxmlformats.org/officeDocument/2006/relationships/image" Target="../media/image53.png"/><Relationship Id="rId83" Type="http://schemas.openxmlformats.org/officeDocument/2006/relationships/image" Target="../media/image74.png"/><Relationship Id="rId88" Type="http://schemas.openxmlformats.org/officeDocument/2006/relationships/image" Target="../media/image79.png"/><Relationship Id="rId111" Type="http://schemas.openxmlformats.org/officeDocument/2006/relationships/image" Target="../media/image10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tângulo 24">
            <a:extLst>
              <a:ext uri="{FF2B5EF4-FFF2-40B4-BE49-F238E27FC236}">
                <a16:creationId xmlns:a16="http://schemas.microsoft.com/office/drawing/2014/main" id="{22C374AC-29B3-6532-8CC5-98682A07E539}"/>
              </a:ext>
            </a:extLst>
          </p:cNvPr>
          <p:cNvSpPr/>
          <p:nvPr/>
        </p:nvSpPr>
        <p:spPr>
          <a:xfrm>
            <a:off x="2423435" y="2185784"/>
            <a:ext cx="2721753" cy="191326"/>
          </a:xfrm>
          <a:custGeom>
            <a:avLst/>
            <a:gdLst>
              <a:gd name="connsiteX0" fmla="*/ 0 w 2709595"/>
              <a:gd name="connsiteY0" fmla="*/ 0 h 1000560"/>
              <a:gd name="connsiteX1" fmla="*/ 2709595 w 2709595"/>
              <a:gd name="connsiteY1" fmla="*/ 0 h 1000560"/>
              <a:gd name="connsiteX2" fmla="*/ 2709595 w 2709595"/>
              <a:gd name="connsiteY2" fmla="*/ 1000560 h 1000560"/>
              <a:gd name="connsiteX3" fmla="*/ 0 w 2709595"/>
              <a:gd name="connsiteY3" fmla="*/ 1000560 h 1000560"/>
              <a:gd name="connsiteX4" fmla="*/ 0 w 2709595"/>
              <a:gd name="connsiteY4" fmla="*/ 0 h 1000560"/>
              <a:gd name="connsiteX0" fmla="*/ 0 w 2713405"/>
              <a:gd name="connsiteY0" fmla="*/ 72390 h 1072950"/>
              <a:gd name="connsiteX1" fmla="*/ 2713405 w 2713405"/>
              <a:gd name="connsiteY1" fmla="*/ 0 h 1072950"/>
              <a:gd name="connsiteX2" fmla="*/ 2709595 w 2713405"/>
              <a:gd name="connsiteY2" fmla="*/ 1072950 h 1072950"/>
              <a:gd name="connsiteX3" fmla="*/ 0 w 2713405"/>
              <a:gd name="connsiteY3" fmla="*/ 1072950 h 1072950"/>
              <a:gd name="connsiteX4" fmla="*/ 0 w 2713405"/>
              <a:gd name="connsiteY4" fmla="*/ 72390 h 1072950"/>
              <a:gd name="connsiteX0" fmla="*/ 10129 w 2713405"/>
              <a:gd name="connsiteY0" fmla="*/ 31409 h 1072950"/>
              <a:gd name="connsiteX1" fmla="*/ 2713405 w 2713405"/>
              <a:gd name="connsiteY1" fmla="*/ 0 h 1072950"/>
              <a:gd name="connsiteX2" fmla="*/ 2709595 w 2713405"/>
              <a:gd name="connsiteY2" fmla="*/ 1072950 h 1072950"/>
              <a:gd name="connsiteX3" fmla="*/ 0 w 2713405"/>
              <a:gd name="connsiteY3" fmla="*/ 1072950 h 1072950"/>
              <a:gd name="connsiteX4" fmla="*/ 10129 w 2713405"/>
              <a:gd name="connsiteY4" fmla="*/ 31409 h 1072950"/>
              <a:gd name="connsiteX0" fmla="*/ 10129 w 2713405"/>
              <a:gd name="connsiteY0" fmla="*/ 5330 h 1046871"/>
              <a:gd name="connsiteX1" fmla="*/ 2713405 w 2713405"/>
              <a:gd name="connsiteY1" fmla="*/ 0 h 1046871"/>
              <a:gd name="connsiteX2" fmla="*/ 2709595 w 2713405"/>
              <a:gd name="connsiteY2" fmla="*/ 1046871 h 1046871"/>
              <a:gd name="connsiteX3" fmla="*/ 0 w 2713405"/>
              <a:gd name="connsiteY3" fmla="*/ 1046871 h 1046871"/>
              <a:gd name="connsiteX4" fmla="*/ 10129 w 2713405"/>
              <a:gd name="connsiteY4" fmla="*/ 5330 h 1046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13405" h="1046871">
                <a:moveTo>
                  <a:pt x="10129" y="5330"/>
                </a:moveTo>
                <a:lnTo>
                  <a:pt x="2713405" y="0"/>
                </a:lnTo>
                <a:lnTo>
                  <a:pt x="2709595" y="1046871"/>
                </a:lnTo>
                <a:lnTo>
                  <a:pt x="0" y="1046871"/>
                </a:lnTo>
                <a:cubicBezTo>
                  <a:pt x="3376" y="699691"/>
                  <a:pt x="6753" y="352510"/>
                  <a:pt x="10129" y="5330"/>
                </a:cubicBezTo>
                <a:close/>
              </a:path>
            </a:pathLst>
          </a:custGeom>
          <a:pattFill prst="sphere">
            <a:fgClr>
              <a:schemeClr val="bg1">
                <a:lumMod val="75000"/>
              </a:schemeClr>
            </a:fgClr>
            <a:bgClr>
              <a:schemeClr val="bg1"/>
            </a:bgClr>
          </a:pattFill>
          <a:ln>
            <a:solidFill>
              <a:schemeClr val="bg1">
                <a:lumMod val="50000"/>
                <a:alpha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cxnSp>
        <p:nvCxnSpPr>
          <p:cNvPr id="6" name="Conector reto 25">
            <a:extLst>
              <a:ext uri="{FF2B5EF4-FFF2-40B4-BE49-F238E27FC236}">
                <a16:creationId xmlns:a16="http://schemas.microsoft.com/office/drawing/2014/main" id="{4A8B20FC-FB6E-FF22-CC8E-094F9262E140}"/>
              </a:ext>
            </a:extLst>
          </p:cNvPr>
          <p:cNvCxnSpPr>
            <a:cxnSpLocks/>
          </p:cNvCxnSpPr>
          <p:nvPr/>
        </p:nvCxnSpPr>
        <p:spPr>
          <a:xfrm>
            <a:off x="1537636" y="2462899"/>
            <a:ext cx="921348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30">
            <a:extLst>
              <a:ext uri="{FF2B5EF4-FFF2-40B4-BE49-F238E27FC236}">
                <a16:creationId xmlns:a16="http://schemas.microsoft.com/office/drawing/2014/main" id="{59235B18-F9F1-9A53-7F6F-E8FF39B08811}"/>
              </a:ext>
            </a:extLst>
          </p:cNvPr>
          <p:cNvCxnSpPr>
            <a:cxnSpLocks/>
          </p:cNvCxnSpPr>
          <p:nvPr/>
        </p:nvCxnSpPr>
        <p:spPr>
          <a:xfrm>
            <a:off x="1733550" y="1585450"/>
            <a:ext cx="691561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31">
            <a:extLst>
              <a:ext uri="{FF2B5EF4-FFF2-40B4-BE49-F238E27FC236}">
                <a16:creationId xmlns:a16="http://schemas.microsoft.com/office/drawing/2014/main" id="{5F19E7CF-03A5-DF61-D60D-D897223D651B}"/>
              </a:ext>
            </a:extLst>
          </p:cNvPr>
          <p:cNvCxnSpPr>
            <a:cxnSpLocks/>
          </p:cNvCxnSpPr>
          <p:nvPr/>
        </p:nvCxnSpPr>
        <p:spPr>
          <a:xfrm flipV="1">
            <a:off x="2151049" y="1427081"/>
            <a:ext cx="135160" cy="77471"/>
          </a:xfrm>
          <a:prstGeom prst="line">
            <a:avLst/>
          </a:prstGeom>
          <a:ln w="381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09">
            <a:extLst>
              <a:ext uri="{FF2B5EF4-FFF2-40B4-BE49-F238E27FC236}">
                <a16:creationId xmlns:a16="http://schemas.microsoft.com/office/drawing/2014/main" id="{367F5FE7-1654-883D-A13A-E44E37BC17EE}"/>
              </a:ext>
            </a:extLst>
          </p:cNvPr>
          <p:cNvCxnSpPr>
            <a:cxnSpLocks/>
          </p:cNvCxnSpPr>
          <p:nvPr/>
        </p:nvCxnSpPr>
        <p:spPr>
          <a:xfrm>
            <a:off x="2946120" y="2618877"/>
            <a:ext cx="1775588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to 114">
            <a:extLst>
              <a:ext uri="{FF2B5EF4-FFF2-40B4-BE49-F238E27FC236}">
                <a16:creationId xmlns:a16="http://schemas.microsoft.com/office/drawing/2014/main" id="{AE4A07F2-73D4-F5D2-5E29-6DFDCB58FAF7}"/>
              </a:ext>
            </a:extLst>
          </p:cNvPr>
          <p:cNvCxnSpPr>
            <a:cxnSpLocks/>
          </p:cNvCxnSpPr>
          <p:nvPr/>
        </p:nvCxnSpPr>
        <p:spPr>
          <a:xfrm>
            <a:off x="5140960" y="1585450"/>
            <a:ext cx="0" cy="877449"/>
          </a:xfrm>
          <a:prstGeom prst="line">
            <a:avLst/>
          </a:prstGeom>
          <a:ln w="28575" cap="rnd">
            <a:solidFill>
              <a:schemeClr val="tx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33">
            <a:extLst>
              <a:ext uri="{FF2B5EF4-FFF2-40B4-BE49-F238E27FC236}">
                <a16:creationId xmlns:a16="http://schemas.microsoft.com/office/drawing/2014/main" id="{D5566016-6399-25B4-E864-A8B53000A3F3}"/>
              </a:ext>
            </a:extLst>
          </p:cNvPr>
          <p:cNvCxnSpPr>
            <a:cxnSpLocks/>
          </p:cNvCxnSpPr>
          <p:nvPr/>
        </p:nvCxnSpPr>
        <p:spPr>
          <a:xfrm flipH="1">
            <a:off x="2423435" y="2462185"/>
            <a:ext cx="2717525" cy="0"/>
          </a:xfrm>
          <a:prstGeom prst="line">
            <a:avLst/>
          </a:prstGeom>
          <a:ln w="28575" cap="rnd">
            <a:solidFill>
              <a:schemeClr val="tx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35">
            <a:extLst>
              <a:ext uri="{FF2B5EF4-FFF2-40B4-BE49-F238E27FC236}">
                <a16:creationId xmlns:a16="http://schemas.microsoft.com/office/drawing/2014/main" id="{3762C4FB-FAD5-DA91-EC0A-BFF49A17CD90}"/>
              </a:ext>
            </a:extLst>
          </p:cNvPr>
          <p:cNvCxnSpPr>
            <a:cxnSpLocks/>
          </p:cNvCxnSpPr>
          <p:nvPr/>
        </p:nvCxnSpPr>
        <p:spPr>
          <a:xfrm>
            <a:off x="2423435" y="1594485"/>
            <a:ext cx="0" cy="867700"/>
          </a:xfrm>
          <a:prstGeom prst="line">
            <a:avLst/>
          </a:prstGeom>
          <a:ln w="28575" cap="rnd">
            <a:solidFill>
              <a:schemeClr val="tx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40">
            <a:extLst>
              <a:ext uri="{FF2B5EF4-FFF2-40B4-BE49-F238E27FC236}">
                <a16:creationId xmlns:a16="http://schemas.microsoft.com/office/drawing/2014/main" id="{F94577D9-0DE3-CC71-D460-F0A083CA415F}"/>
              </a:ext>
            </a:extLst>
          </p:cNvPr>
          <p:cNvCxnSpPr>
            <a:cxnSpLocks/>
            <a:stCxn id="46" idx="3"/>
          </p:cNvCxnSpPr>
          <p:nvPr/>
        </p:nvCxnSpPr>
        <p:spPr>
          <a:xfrm>
            <a:off x="5168945" y="1908813"/>
            <a:ext cx="147780" cy="23450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to 142">
            <a:extLst>
              <a:ext uri="{FF2B5EF4-FFF2-40B4-BE49-F238E27FC236}">
                <a16:creationId xmlns:a16="http://schemas.microsoft.com/office/drawing/2014/main" id="{F76D0C74-EC0F-3E44-5DA1-599FD77EE6CC}"/>
              </a:ext>
            </a:extLst>
          </p:cNvPr>
          <p:cNvCxnSpPr>
            <a:cxnSpLocks/>
          </p:cNvCxnSpPr>
          <p:nvPr/>
        </p:nvCxnSpPr>
        <p:spPr>
          <a:xfrm>
            <a:off x="5316725" y="2143315"/>
            <a:ext cx="1270765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6 1" descr="Ícone de grama simples - Baixar PNG/SVG Transparente">
            <a:extLst>
              <a:ext uri="{FF2B5EF4-FFF2-40B4-BE49-F238E27FC236}">
                <a16:creationId xmlns:a16="http://schemas.microsoft.com/office/drawing/2014/main" id="{77BAD7C6-C3FE-A800-E00C-D2F036DA45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7831" y="1141152"/>
            <a:ext cx="490111" cy="490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6 2" descr="Ícone de grama simples - Baixar PNG/SVG Transparente">
            <a:extLst>
              <a:ext uri="{FF2B5EF4-FFF2-40B4-BE49-F238E27FC236}">
                <a16:creationId xmlns:a16="http://schemas.microsoft.com/office/drawing/2014/main" id="{6AC9A1C5-9D2E-3626-B0D8-21A788F879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1944" y="1141152"/>
            <a:ext cx="490111" cy="490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6 3" descr="Ícone de grama simples - Baixar PNG/SVG Transparente">
            <a:extLst>
              <a:ext uri="{FF2B5EF4-FFF2-40B4-BE49-F238E27FC236}">
                <a16:creationId xmlns:a16="http://schemas.microsoft.com/office/drawing/2014/main" id="{5F10FC52-443D-16DB-E150-202332A187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1543" y="1141152"/>
            <a:ext cx="490111" cy="490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6 4" descr="Ícone de grama simples - Baixar PNG/SVG Transparente">
            <a:extLst>
              <a:ext uri="{FF2B5EF4-FFF2-40B4-BE49-F238E27FC236}">
                <a16:creationId xmlns:a16="http://schemas.microsoft.com/office/drawing/2014/main" id="{8262C29F-4810-6175-D779-040F6E1873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2577" y="1141152"/>
            <a:ext cx="490111" cy="490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6 5" descr="Ícone de grama simples - Baixar PNG/SVG Transparente">
            <a:extLst>
              <a:ext uri="{FF2B5EF4-FFF2-40B4-BE49-F238E27FC236}">
                <a16:creationId xmlns:a16="http://schemas.microsoft.com/office/drawing/2014/main" id="{3214E476-D0CD-D37D-D5C3-C5B365D094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6690" y="1141152"/>
            <a:ext cx="490111" cy="490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6 6" descr="Ícone de grama simples - Baixar PNG/SVG Transparente">
            <a:extLst>
              <a:ext uri="{FF2B5EF4-FFF2-40B4-BE49-F238E27FC236}">
                <a16:creationId xmlns:a16="http://schemas.microsoft.com/office/drawing/2014/main" id="{162BB168-761A-B79A-D478-4ECABFFECE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4518" y="1141152"/>
            <a:ext cx="490111" cy="490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6 7" descr="Ícone de grama simples - Baixar PNG/SVG Transparente">
            <a:extLst>
              <a:ext uri="{FF2B5EF4-FFF2-40B4-BE49-F238E27FC236}">
                <a16:creationId xmlns:a16="http://schemas.microsoft.com/office/drawing/2014/main" id="{55C390CA-9DD5-D960-A4E0-4ECEBC9509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5552" y="1141152"/>
            <a:ext cx="490111" cy="490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6 8" descr="Ícone de grama simples - Baixar PNG/SVG Transparente">
            <a:extLst>
              <a:ext uri="{FF2B5EF4-FFF2-40B4-BE49-F238E27FC236}">
                <a16:creationId xmlns:a16="http://schemas.microsoft.com/office/drawing/2014/main" id="{53999ADB-F178-C9A3-10ED-848BFCC515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9665" y="1141152"/>
            <a:ext cx="490111" cy="490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Retângulo 1023">
            <a:extLst>
              <a:ext uri="{FF2B5EF4-FFF2-40B4-BE49-F238E27FC236}">
                <a16:creationId xmlns:a16="http://schemas.microsoft.com/office/drawing/2014/main" id="{F3FFAD89-3674-65A5-815E-31CC532A0ED3}"/>
              </a:ext>
            </a:extLst>
          </p:cNvPr>
          <p:cNvSpPr/>
          <p:nvPr/>
        </p:nvSpPr>
        <p:spPr>
          <a:xfrm>
            <a:off x="2434249" y="1586235"/>
            <a:ext cx="2700816" cy="59668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Picture 6 9" descr="Ícone de grama simples - Baixar PNG/SVG Transparente">
            <a:extLst>
              <a:ext uri="{FF2B5EF4-FFF2-40B4-BE49-F238E27FC236}">
                <a16:creationId xmlns:a16="http://schemas.microsoft.com/office/drawing/2014/main" id="{83840E3E-0BFA-92E7-DE9F-4B2A7AEA3E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8778" y="1141152"/>
            <a:ext cx="490111" cy="490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6 10" descr="Ícone de grama simples - Baixar PNG/SVG Transparente">
            <a:extLst>
              <a:ext uri="{FF2B5EF4-FFF2-40B4-BE49-F238E27FC236}">
                <a16:creationId xmlns:a16="http://schemas.microsoft.com/office/drawing/2014/main" id="{F76C3E77-EA66-ABD8-99CE-2AB00E1A87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9812" y="1141152"/>
            <a:ext cx="490111" cy="490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6 11" descr="Ícone de grama simples - Baixar PNG/SVG Transparente">
            <a:extLst>
              <a:ext uri="{FF2B5EF4-FFF2-40B4-BE49-F238E27FC236}">
                <a16:creationId xmlns:a16="http://schemas.microsoft.com/office/drawing/2014/main" id="{E3AA9243-C01B-64B6-0D1C-A2DB3ED9EB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3925" y="1141152"/>
            <a:ext cx="490111" cy="490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6 12" descr="Ícone de grama simples - Baixar PNG/SVG Transparente">
            <a:extLst>
              <a:ext uri="{FF2B5EF4-FFF2-40B4-BE49-F238E27FC236}">
                <a16:creationId xmlns:a16="http://schemas.microsoft.com/office/drawing/2014/main" id="{005FC354-AA19-CD8B-FCF9-77E272400D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3524" y="1141152"/>
            <a:ext cx="490111" cy="490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6 13" descr="Ícone de grama simples - Baixar PNG/SVG Transparente">
            <a:extLst>
              <a:ext uri="{FF2B5EF4-FFF2-40B4-BE49-F238E27FC236}">
                <a16:creationId xmlns:a16="http://schemas.microsoft.com/office/drawing/2014/main" id="{6DD367DB-E20C-BE6B-DD45-E7A00DB414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4558" y="1141152"/>
            <a:ext cx="490111" cy="490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6 14" descr="Ícone de grama simples - Baixar PNG/SVG Transparente">
            <a:extLst>
              <a:ext uri="{FF2B5EF4-FFF2-40B4-BE49-F238E27FC236}">
                <a16:creationId xmlns:a16="http://schemas.microsoft.com/office/drawing/2014/main" id="{D3E61537-6CF0-FEC3-35AD-E259D9F2D5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71" y="1141152"/>
            <a:ext cx="490111" cy="490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6 15" descr="Ícone de grama simples - Baixar PNG/SVG Transparente">
            <a:extLst>
              <a:ext uri="{FF2B5EF4-FFF2-40B4-BE49-F238E27FC236}">
                <a16:creationId xmlns:a16="http://schemas.microsoft.com/office/drawing/2014/main" id="{DA39E36A-8556-6982-B831-B1E2B7E511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6499" y="1141152"/>
            <a:ext cx="490111" cy="490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6 16" descr="Ícone de grama simples - Baixar PNG/SVG Transparente">
            <a:extLst>
              <a:ext uri="{FF2B5EF4-FFF2-40B4-BE49-F238E27FC236}">
                <a16:creationId xmlns:a16="http://schemas.microsoft.com/office/drawing/2014/main" id="{7D0467BA-AF14-8B00-3104-655DACA948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7533" y="1141152"/>
            <a:ext cx="490111" cy="490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6 17" descr="Ícone de grama simples - Baixar PNG/SVG Transparente">
            <a:extLst>
              <a:ext uri="{FF2B5EF4-FFF2-40B4-BE49-F238E27FC236}">
                <a16:creationId xmlns:a16="http://schemas.microsoft.com/office/drawing/2014/main" id="{870BF353-DB4A-AFDF-38D1-F723E2EDC3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1646" y="1141152"/>
            <a:ext cx="490111" cy="490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8" name="Picture 6 18" descr="Ícone de grama simples - Baixar PNG/SVG Transparente">
            <a:extLst>
              <a:ext uri="{FF2B5EF4-FFF2-40B4-BE49-F238E27FC236}">
                <a16:creationId xmlns:a16="http://schemas.microsoft.com/office/drawing/2014/main" id="{D6118C5B-F775-D249-EC32-0E761A63FA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4344" y="1141152"/>
            <a:ext cx="490111" cy="490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Picture 6 19" descr="Ícone de grama simples - Baixar PNG/SVG Transparente">
            <a:extLst>
              <a:ext uri="{FF2B5EF4-FFF2-40B4-BE49-F238E27FC236}">
                <a16:creationId xmlns:a16="http://schemas.microsoft.com/office/drawing/2014/main" id="{444198CF-E4DC-5775-59B4-8638E7C9A4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5378" y="1141152"/>
            <a:ext cx="490111" cy="490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6 20" descr="Ícone de grama simples - Baixar PNG/SVG Transparente">
            <a:extLst>
              <a:ext uri="{FF2B5EF4-FFF2-40B4-BE49-F238E27FC236}">
                <a16:creationId xmlns:a16="http://schemas.microsoft.com/office/drawing/2014/main" id="{544E6A1E-A81E-DCF8-4FAD-DCC2320A2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9093" y="1144013"/>
            <a:ext cx="490111" cy="490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Retângulo 1028">
            <a:extLst>
              <a:ext uri="{FF2B5EF4-FFF2-40B4-BE49-F238E27FC236}">
                <a16:creationId xmlns:a16="http://schemas.microsoft.com/office/drawing/2014/main" id="{0BC73051-A262-CD7D-8AB2-A913F025C19B}"/>
              </a:ext>
            </a:extLst>
          </p:cNvPr>
          <p:cNvSpPr/>
          <p:nvPr/>
        </p:nvSpPr>
        <p:spPr>
          <a:xfrm>
            <a:off x="5068981" y="1175644"/>
            <a:ext cx="79581" cy="29224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Conector reto 225">
            <a:extLst>
              <a:ext uri="{FF2B5EF4-FFF2-40B4-BE49-F238E27FC236}">
                <a16:creationId xmlns:a16="http://schemas.microsoft.com/office/drawing/2014/main" id="{D3708B82-A135-1486-316D-5915F2617503}"/>
              </a:ext>
            </a:extLst>
          </p:cNvPr>
          <p:cNvCxnSpPr>
            <a:cxnSpLocks/>
          </p:cNvCxnSpPr>
          <p:nvPr/>
        </p:nvCxnSpPr>
        <p:spPr>
          <a:xfrm>
            <a:off x="5156533" y="1360254"/>
            <a:ext cx="160192" cy="18369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227">
            <a:extLst>
              <a:ext uri="{FF2B5EF4-FFF2-40B4-BE49-F238E27FC236}">
                <a16:creationId xmlns:a16="http://schemas.microsoft.com/office/drawing/2014/main" id="{AA9EC921-3B5C-AFA2-FFFF-2709100B446A}"/>
              </a:ext>
            </a:extLst>
          </p:cNvPr>
          <p:cNvCxnSpPr>
            <a:cxnSpLocks/>
          </p:cNvCxnSpPr>
          <p:nvPr/>
        </p:nvCxnSpPr>
        <p:spPr>
          <a:xfrm>
            <a:off x="5316725" y="1543952"/>
            <a:ext cx="1327915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to 235">
            <a:extLst>
              <a:ext uri="{FF2B5EF4-FFF2-40B4-BE49-F238E27FC236}">
                <a16:creationId xmlns:a16="http://schemas.microsoft.com/office/drawing/2014/main" id="{E906167A-084B-1F4B-1286-8046AA8AC274}"/>
              </a:ext>
            </a:extLst>
          </p:cNvPr>
          <p:cNvCxnSpPr>
            <a:cxnSpLocks/>
          </p:cNvCxnSpPr>
          <p:nvPr/>
        </p:nvCxnSpPr>
        <p:spPr>
          <a:xfrm flipV="1">
            <a:off x="3550059" y="1121300"/>
            <a:ext cx="577801" cy="84796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Elipse 1036">
            <a:extLst>
              <a:ext uri="{FF2B5EF4-FFF2-40B4-BE49-F238E27FC236}">
                <a16:creationId xmlns:a16="http://schemas.microsoft.com/office/drawing/2014/main" id="{CE9AA1A2-FDA1-9776-517F-D718C0483852}"/>
              </a:ext>
            </a:extLst>
          </p:cNvPr>
          <p:cNvSpPr/>
          <p:nvPr/>
        </p:nvSpPr>
        <p:spPr>
          <a:xfrm flipH="1">
            <a:off x="5113846" y="1853714"/>
            <a:ext cx="64552" cy="6455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Elipse 239">
            <a:extLst>
              <a:ext uri="{FF2B5EF4-FFF2-40B4-BE49-F238E27FC236}">
                <a16:creationId xmlns:a16="http://schemas.microsoft.com/office/drawing/2014/main" id="{7EC09D53-D987-927C-8D0F-10A6C693EA7D}"/>
              </a:ext>
            </a:extLst>
          </p:cNvPr>
          <p:cNvSpPr/>
          <p:nvPr/>
        </p:nvSpPr>
        <p:spPr>
          <a:xfrm flipH="1">
            <a:off x="3733725" y="1460085"/>
            <a:ext cx="64552" cy="6455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Conector reto 250">
            <a:extLst>
              <a:ext uri="{FF2B5EF4-FFF2-40B4-BE49-F238E27FC236}">
                <a16:creationId xmlns:a16="http://schemas.microsoft.com/office/drawing/2014/main" id="{B581F164-7DFC-1884-4CA0-FEBB757E5708}"/>
              </a:ext>
            </a:extLst>
          </p:cNvPr>
          <p:cNvCxnSpPr>
            <a:cxnSpLocks/>
          </p:cNvCxnSpPr>
          <p:nvPr/>
        </p:nvCxnSpPr>
        <p:spPr>
          <a:xfrm>
            <a:off x="4142784" y="1109196"/>
            <a:ext cx="61468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tângulo 88">
            <a:extLst>
              <a:ext uri="{FF2B5EF4-FFF2-40B4-BE49-F238E27FC236}">
                <a16:creationId xmlns:a16="http://schemas.microsoft.com/office/drawing/2014/main" id="{18A34368-EB84-30B0-F3BD-C6C59C1EF3B4}"/>
              </a:ext>
            </a:extLst>
          </p:cNvPr>
          <p:cNvSpPr/>
          <p:nvPr/>
        </p:nvSpPr>
        <p:spPr>
          <a:xfrm>
            <a:off x="2419337" y="1175644"/>
            <a:ext cx="144130" cy="40980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Cilindro 5">
            <a:extLst>
              <a:ext uri="{FF2B5EF4-FFF2-40B4-BE49-F238E27FC236}">
                <a16:creationId xmlns:a16="http://schemas.microsoft.com/office/drawing/2014/main" id="{6436EEAE-E1B4-8ACD-7D53-3CA9A3E6A456}"/>
              </a:ext>
            </a:extLst>
          </p:cNvPr>
          <p:cNvSpPr/>
          <p:nvPr/>
        </p:nvSpPr>
        <p:spPr>
          <a:xfrm rot="5400000">
            <a:off x="2373563" y="972395"/>
            <a:ext cx="138653" cy="275645"/>
          </a:xfrm>
          <a:custGeom>
            <a:avLst/>
            <a:gdLst>
              <a:gd name="csX0" fmla="*/ 0 w 138653"/>
              <a:gd name="csY0" fmla="*/ 17332 h 275645"/>
              <a:gd name="csX1" fmla="*/ 69327 w 138653"/>
              <a:gd name="csY1" fmla="*/ 34664 h 275645"/>
              <a:gd name="csX2" fmla="*/ 138654 w 138653"/>
              <a:gd name="csY2" fmla="*/ 17332 h 275645"/>
              <a:gd name="csX3" fmla="*/ 138653 w 138653"/>
              <a:gd name="csY3" fmla="*/ 258313 h 275645"/>
              <a:gd name="csX4" fmla="*/ 69326 w 138653"/>
              <a:gd name="csY4" fmla="*/ 275645 h 275645"/>
              <a:gd name="csX5" fmla="*/ -1 w 138653"/>
              <a:gd name="csY5" fmla="*/ 258313 h 275645"/>
              <a:gd name="csX6" fmla="*/ 0 w 138653"/>
              <a:gd name="csY6" fmla="*/ 17332 h 275645"/>
              <a:gd name="csX0" fmla="*/ 0 w 138653"/>
              <a:gd name="csY0" fmla="*/ 17332 h 275645"/>
              <a:gd name="csX1" fmla="*/ 69327 w 138653"/>
              <a:gd name="csY1" fmla="*/ 0 h 275645"/>
              <a:gd name="csX2" fmla="*/ 138654 w 138653"/>
              <a:gd name="csY2" fmla="*/ 17332 h 275645"/>
              <a:gd name="csX3" fmla="*/ 69327 w 138653"/>
              <a:gd name="csY3" fmla="*/ 34664 h 275645"/>
              <a:gd name="csX4" fmla="*/ 0 w 138653"/>
              <a:gd name="csY4" fmla="*/ 17332 h 275645"/>
              <a:gd name="csX0" fmla="*/ 138653 w 138653"/>
              <a:gd name="csY0" fmla="*/ 17332 h 275645"/>
              <a:gd name="csX1" fmla="*/ 69326 w 138653"/>
              <a:gd name="csY1" fmla="*/ 34664 h 275645"/>
              <a:gd name="csX2" fmla="*/ -1 w 138653"/>
              <a:gd name="csY2" fmla="*/ 17332 h 275645"/>
              <a:gd name="csX3" fmla="*/ 69326 w 138653"/>
              <a:gd name="csY3" fmla="*/ 0 h 275645"/>
              <a:gd name="csX4" fmla="*/ 138653 w 138653"/>
              <a:gd name="csY4" fmla="*/ 17332 h 275645"/>
              <a:gd name="csX5" fmla="*/ 138653 w 138653"/>
              <a:gd name="csY5" fmla="*/ 258313 h 275645"/>
              <a:gd name="csX6" fmla="*/ 69326 w 138653"/>
              <a:gd name="csY6" fmla="*/ 275645 h 275645"/>
              <a:gd name="csX7" fmla="*/ -1 w 138653"/>
              <a:gd name="csY7" fmla="*/ 258313 h 275645"/>
              <a:gd name="csX8" fmla="*/ 0 w 138653"/>
              <a:gd name="csY8" fmla="*/ 17332 h 27564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38653" h="275645" stroke="0" extrusionOk="0">
                <a:moveTo>
                  <a:pt x="0" y="17332"/>
                </a:moveTo>
                <a:cubicBezTo>
                  <a:pt x="3855" y="26839"/>
                  <a:pt x="29299" y="40903"/>
                  <a:pt x="69327" y="34664"/>
                </a:cubicBezTo>
                <a:cubicBezTo>
                  <a:pt x="108615" y="34617"/>
                  <a:pt x="137706" y="24935"/>
                  <a:pt x="138654" y="17332"/>
                </a:cubicBezTo>
                <a:cubicBezTo>
                  <a:pt x="127502" y="86990"/>
                  <a:pt x="141892" y="180029"/>
                  <a:pt x="138653" y="258313"/>
                </a:cubicBezTo>
                <a:cubicBezTo>
                  <a:pt x="137313" y="267930"/>
                  <a:pt x="108488" y="279281"/>
                  <a:pt x="69326" y="275645"/>
                </a:cubicBezTo>
                <a:cubicBezTo>
                  <a:pt x="31394" y="275658"/>
                  <a:pt x="203" y="267571"/>
                  <a:pt x="-1" y="258313"/>
                </a:cubicBezTo>
                <a:cubicBezTo>
                  <a:pt x="-8210" y="186522"/>
                  <a:pt x="-3080" y="98102"/>
                  <a:pt x="0" y="17332"/>
                </a:cubicBezTo>
                <a:close/>
              </a:path>
              <a:path w="138653" h="275645" fill="lighten" stroke="0" extrusionOk="0">
                <a:moveTo>
                  <a:pt x="0" y="17332"/>
                </a:moveTo>
                <a:cubicBezTo>
                  <a:pt x="7074" y="5271"/>
                  <a:pt x="26003" y="2613"/>
                  <a:pt x="69327" y="0"/>
                </a:cubicBezTo>
                <a:cubicBezTo>
                  <a:pt x="105845" y="-1304"/>
                  <a:pt x="137789" y="9128"/>
                  <a:pt x="138654" y="17332"/>
                </a:cubicBezTo>
                <a:cubicBezTo>
                  <a:pt x="133153" y="31885"/>
                  <a:pt x="110415" y="35246"/>
                  <a:pt x="69327" y="34664"/>
                </a:cubicBezTo>
                <a:cubicBezTo>
                  <a:pt x="33159" y="34584"/>
                  <a:pt x="903" y="27916"/>
                  <a:pt x="0" y="17332"/>
                </a:cubicBezTo>
                <a:close/>
              </a:path>
              <a:path w="138653" h="275645" fill="none" extrusionOk="0">
                <a:moveTo>
                  <a:pt x="138653" y="17332"/>
                </a:moveTo>
                <a:cubicBezTo>
                  <a:pt x="139288" y="28869"/>
                  <a:pt x="110580" y="39486"/>
                  <a:pt x="69326" y="34664"/>
                </a:cubicBezTo>
                <a:cubicBezTo>
                  <a:pt x="31502" y="33483"/>
                  <a:pt x="-812" y="26374"/>
                  <a:pt x="-1" y="17332"/>
                </a:cubicBezTo>
                <a:cubicBezTo>
                  <a:pt x="5535" y="6619"/>
                  <a:pt x="26542" y="2082"/>
                  <a:pt x="69326" y="0"/>
                </a:cubicBezTo>
                <a:cubicBezTo>
                  <a:pt x="107430" y="637"/>
                  <a:pt x="137904" y="7036"/>
                  <a:pt x="138653" y="17332"/>
                </a:cubicBezTo>
                <a:cubicBezTo>
                  <a:pt x="138368" y="134111"/>
                  <a:pt x="136996" y="151118"/>
                  <a:pt x="138653" y="258313"/>
                </a:cubicBezTo>
                <a:cubicBezTo>
                  <a:pt x="139228" y="266993"/>
                  <a:pt x="101771" y="278304"/>
                  <a:pt x="69326" y="275645"/>
                </a:cubicBezTo>
                <a:cubicBezTo>
                  <a:pt x="31780" y="273684"/>
                  <a:pt x="639" y="266820"/>
                  <a:pt x="-1" y="258313"/>
                </a:cubicBezTo>
                <a:cubicBezTo>
                  <a:pt x="1791" y="178356"/>
                  <a:pt x="889" y="82794"/>
                  <a:pt x="0" y="17332"/>
                </a:cubicBezTo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1418567760">
                  <a:prstGeom prst="can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tângulo 147">
            <a:extLst>
              <a:ext uri="{FF2B5EF4-FFF2-40B4-BE49-F238E27FC236}">
                <a16:creationId xmlns:a16="http://schemas.microsoft.com/office/drawing/2014/main" id="{BFB0346D-E427-7062-47C5-FF48D7521FB2}"/>
              </a:ext>
            </a:extLst>
          </p:cNvPr>
          <p:cNvSpPr/>
          <p:nvPr/>
        </p:nvSpPr>
        <p:spPr>
          <a:xfrm>
            <a:off x="5074885" y="1467268"/>
            <a:ext cx="79581" cy="1146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Cilindro 41">
            <a:extLst>
              <a:ext uri="{FF2B5EF4-FFF2-40B4-BE49-F238E27FC236}">
                <a16:creationId xmlns:a16="http://schemas.microsoft.com/office/drawing/2014/main" id="{126AD7FC-E4FD-7076-1143-C6E752D108B6}"/>
              </a:ext>
            </a:extLst>
          </p:cNvPr>
          <p:cNvSpPr/>
          <p:nvPr/>
        </p:nvSpPr>
        <p:spPr>
          <a:xfrm rot="5400000">
            <a:off x="3821561" y="976329"/>
            <a:ext cx="64551" cy="2868883"/>
          </a:xfrm>
          <a:prstGeom prst="ca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8" name="Conector reto 154">
            <a:extLst>
              <a:ext uri="{FF2B5EF4-FFF2-40B4-BE49-F238E27FC236}">
                <a16:creationId xmlns:a16="http://schemas.microsoft.com/office/drawing/2014/main" id="{37B64E01-94EB-1B92-4ADC-D0E49C1935EB}"/>
              </a:ext>
            </a:extLst>
          </p:cNvPr>
          <p:cNvCxnSpPr>
            <a:cxnSpLocks/>
          </p:cNvCxnSpPr>
          <p:nvPr/>
        </p:nvCxnSpPr>
        <p:spPr>
          <a:xfrm>
            <a:off x="2118360" y="1467268"/>
            <a:ext cx="300977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reto 167 1">
            <a:extLst>
              <a:ext uri="{FF2B5EF4-FFF2-40B4-BE49-F238E27FC236}">
                <a16:creationId xmlns:a16="http://schemas.microsoft.com/office/drawing/2014/main" id="{23845FA8-4CBD-A8D9-F224-3893A91387C9}"/>
              </a:ext>
            </a:extLst>
          </p:cNvPr>
          <p:cNvCxnSpPr>
            <a:cxnSpLocks/>
          </p:cNvCxnSpPr>
          <p:nvPr/>
        </p:nvCxnSpPr>
        <p:spPr>
          <a:xfrm flipH="1">
            <a:off x="5316725" y="2410771"/>
            <a:ext cx="205235" cy="0"/>
          </a:xfrm>
          <a:prstGeom prst="line">
            <a:avLst/>
          </a:prstGeom>
          <a:ln w="28575" cap="rnd">
            <a:solidFill>
              <a:srgbClr val="00B0F0"/>
            </a:solidFill>
            <a:round/>
            <a:headEnd type="arrow"/>
            <a:tailEnd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ector reto 105">
            <a:extLst>
              <a:ext uri="{FF2B5EF4-FFF2-40B4-BE49-F238E27FC236}">
                <a16:creationId xmlns:a16="http://schemas.microsoft.com/office/drawing/2014/main" id="{79F88281-A11E-2833-18A9-B6EFE132810F}"/>
              </a:ext>
            </a:extLst>
          </p:cNvPr>
          <p:cNvCxnSpPr>
            <a:cxnSpLocks/>
          </p:cNvCxnSpPr>
          <p:nvPr/>
        </p:nvCxnSpPr>
        <p:spPr>
          <a:xfrm>
            <a:off x="2857609" y="2377110"/>
            <a:ext cx="71955" cy="25473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Elipse 237">
            <a:extLst>
              <a:ext uri="{FF2B5EF4-FFF2-40B4-BE49-F238E27FC236}">
                <a16:creationId xmlns:a16="http://schemas.microsoft.com/office/drawing/2014/main" id="{EC9DA442-253A-C190-30C0-CBC9DE05C6F0}"/>
              </a:ext>
            </a:extLst>
          </p:cNvPr>
          <p:cNvSpPr/>
          <p:nvPr/>
        </p:nvSpPr>
        <p:spPr>
          <a:xfrm flipH="1">
            <a:off x="5125849" y="1331823"/>
            <a:ext cx="64552" cy="6455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9" name="Conector reto 65 1">
            <a:extLst>
              <a:ext uri="{FF2B5EF4-FFF2-40B4-BE49-F238E27FC236}">
                <a16:creationId xmlns:a16="http://schemas.microsoft.com/office/drawing/2014/main" id="{A1BA4EE4-A433-87AD-8BD2-33255B75B777}"/>
              </a:ext>
            </a:extLst>
          </p:cNvPr>
          <p:cNvCxnSpPr>
            <a:cxnSpLocks/>
          </p:cNvCxnSpPr>
          <p:nvPr/>
        </p:nvCxnSpPr>
        <p:spPr>
          <a:xfrm flipV="1">
            <a:off x="3839689" y="1851034"/>
            <a:ext cx="0" cy="236455"/>
          </a:xfrm>
          <a:prstGeom prst="line">
            <a:avLst/>
          </a:prstGeom>
          <a:ln w="28575" cap="rnd">
            <a:solidFill>
              <a:schemeClr val="bg1">
                <a:lumMod val="50000"/>
              </a:schemeClr>
            </a:solidFill>
            <a:round/>
            <a:headEnd type="arrow"/>
            <a:tailEnd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Elipse 2">
            <a:extLst>
              <a:ext uri="{FF2B5EF4-FFF2-40B4-BE49-F238E27FC236}">
                <a16:creationId xmlns:a16="http://schemas.microsoft.com/office/drawing/2014/main" id="{8554E9BB-A8A4-CDC2-EB5D-9DD40266DE1F}"/>
              </a:ext>
            </a:extLst>
          </p:cNvPr>
          <p:cNvSpPr/>
          <p:nvPr/>
        </p:nvSpPr>
        <p:spPr>
          <a:xfrm>
            <a:off x="2442889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Elipse 93">
            <a:extLst>
              <a:ext uri="{FF2B5EF4-FFF2-40B4-BE49-F238E27FC236}">
                <a16:creationId xmlns:a16="http://schemas.microsoft.com/office/drawing/2014/main" id="{1E25922E-3A13-8219-1469-D10AB494B945}"/>
              </a:ext>
            </a:extLst>
          </p:cNvPr>
          <p:cNvSpPr/>
          <p:nvPr/>
        </p:nvSpPr>
        <p:spPr>
          <a:xfrm>
            <a:off x="2515835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Elipse 94">
            <a:extLst>
              <a:ext uri="{FF2B5EF4-FFF2-40B4-BE49-F238E27FC236}">
                <a16:creationId xmlns:a16="http://schemas.microsoft.com/office/drawing/2014/main" id="{284F9272-44A9-6868-7830-8C2108E695D2}"/>
              </a:ext>
            </a:extLst>
          </p:cNvPr>
          <p:cNvSpPr/>
          <p:nvPr/>
        </p:nvSpPr>
        <p:spPr>
          <a:xfrm>
            <a:off x="2586447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Elipse 95">
            <a:extLst>
              <a:ext uri="{FF2B5EF4-FFF2-40B4-BE49-F238E27FC236}">
                <a16:creationId xmlns:a16="http://schemas.microsoft.com/office/drawing/2014/main" id="{B0C1FDFE-9E44-BE19-6579-FBCFEDA7E8EE}"/>
              </a:ext>
            </a:extLst>
          </p:cNvPr>
          <p:cNvSpPr/>
          <p:nvPr/>
        </p:nvSpPr>
        <p:spPr>
          <a:xfrm>
            <a:off x="2653155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Elipse 97">
            <a:extLst>
              <a:ext uri="{FF2B5EF4-FFF2-40B4-BE49-F238E27FC236}">
                <a16:creationId xmlns:a16="http://schemas.microsoft.com/office/drawing/2014/main" id="{B7801585-D220-7185-3092-8D6A9B646B89}"/>
              </a:ext>
            </a:extLst>
          </p:cNvPr>
          <p:cNvSpPr/>
          <p:nvPr/>
        </p:nvSpPr>
        <p:spPr>
          <a:xfrm>
            <a:off x="2722954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Elipse 98">
            <a:extLst>
              <a:ext uri="{FF2B5EF4-FFF2-40B4-BE49-F238E27FC236}">
                <a16:creationId xmlns:a16="http://schemas.microsoft.com/office/drawing/2014/main" id="{4685CEEB-1045-3146-E7A9-7AA9C05D3C1C}"/>
              </a:ext>
            </a:extLst>
          </p:cNvPr>
          <p:cNvSpPr/>
          <p:nvPr/>
        </p:nvSpPr>
        <p:spPr>
          <a:xfrm>
            <a:off x="2795900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Elipse 106">
            <a:extLst>
              <a:ext uri="{FF2B5EF4-FFF2-40B4-BE49-F238E27FC236}">
                <a16:creationId xmlns:a16="http://schemas.microsoft.com/office/drawing/2014/main" id="{F6EC07FF-9708-3A69-2F70-8AEE8A899490}"/>
              </a:ext>
            </a:extLst>
          </p:cNvPr>
          <p:cNvSpPr/>
          <p:nvPr/>
        </p:nvSpPr>
        <p:spPr>
          <a:xfrm>
            <a:off x="2866512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Elipse 110">
            <a:extLst>
              <a:ext uri="{FF2B5EF4-FFF2-40B4-BE49-F238E27FC236}">
                <a16:creationId xmlns:a16="http://schemas.microsoft.com/office/drawing/2014/main" id="{1DD36D3D-535C-62F0-DB97-08F016DA5C95}"/>
              </a:ext>
            </a:extLst>
          </p:cNvPr>
          <p:cNvSpPr/>
          <p:nvPr/>
        </p:nvSpPr>
        <p:spPr>
          <a:xfrm>
            <a:off x="2933220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Elipse 111">
            <a:extLst>
              <a:ext uri="{FF2B5EF4-FFF2-40B4-BE49-F238E27FC236}">
                <a16:creationId xmlns:a16="http://schemas.microsoft.com/office/drawing/2014/main" id="{B839A330-6CB7-7AB0-012D-0E2329E14432}"/>
              </a:ext>
            </a:extLst>
          </p:cNvPr>
          <p:cNvSpPr/>
          <p:nvPr/>
        </p:nvSpPr>
        <p:spPr>
          <a:xfrm>
            <a:off x="2999671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Elipse 112">
            <a:extLst>
              <a:ext uri="{FF2B5EF4-FFF2-40B4-BE49-F238E27FC236}">
                <a16:creationId xmlns:a16="http://schemas.microsoft.com/office/drawing/2014/main" id="{528240A4-34D2-BE3C-9228-547916697909}"/>
              </a:ext>
            </a:extLst>
          </p:cNvPr>
          <p:cNvSpPr/>
          <p:nvPr/>
        </p:nvSpPr>
        <p:spPr>
          <a:xfrm>
            <a:off x="3072617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Elipse 113">
            <a:extLst>
              <a:ext uri="{FF2B5EF4-FFF2-40B4-BE49-F238E27FC236}">
                <a16:creationId xmlns:a16="http://schemas.microsoft.com/office/drawing/2014/main" id="{714B2C5F-C98F-65CA-3215-4F3899824441}"/>
              </a:ext>
            </a:extLst>
          </p:cNvPr>
          <p:cNvSpPr/>
          <p:nvPr/>
        </p:nvSpPr>
        <p:spPr>
          <a:xfrm>
            <a:off x="3143229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Elipse 115">
            <a:extLst>
              <a:ext uri="{FF2B5EF4-FFF2-40B4-BE49-F238E27FC236}">
                <a16:creationId xmlns:a16="http://schemas.microsoft.com/office/drawing/2014/main" id="{BF9CC85D-7F91-C14E-1195-052E65E05ECE}"/>
              </a:ext>
            </a:extLst>
          </p:cNvPr>
          <p:cNvSpPr/>
          <p:nvPr/>
        </p:nvSpPr>
        <p:spPr>
          <a:xfrm>
            <a:off x="3209937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Elipse 116">
            <a:extLst>
              <a:ext uri="{FF2B5EF4-FFF2-40B4-BE49-F238E27FC236}">
                <a16:creationId xmlns:a16="http://schemas.microsoft.com/office/drawing/2014/main" id="{D1832EFE-65AE-36BB-6007-048128E3B614}"/>
              </a:ext>
            </a:extLst>
          </p:cNvPr>
          <p:cNvSpPr/>
          <p:nvPr/>
        </p:nvSpPr>
        <p:spPr>
          <a:xfrm>
            <a:off x="3279736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Elipse 117">
            <a:extLst>
              <a:ext uri="{FF2B5EF4-FFF2-40B4-BE49-F238E27FC236}">
                <a16:creationId xmlns:a16="http://schemas.microsoft.com/office/drawing/2014/main" id="{A3329D9A-B734-3A65-DB26-804EAD7B15FC}"/>
              </a:ext>
            </a:extLst>
          </p:cNvPr>
          <p:cNvSpPr/>
          <p:nvPr/>
        </p:nvSpPr>
        <p:spPr>
          <a:xfrm>
            <a:off x="3352682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Elipse 118">
            <a:extLst>
              <a:ext uri="{FF2B5EF4-FFF2-40B4-BE49-F238E27FC236}">
                <a16:creationId xmlns:a16="http://schemas.microsoft.com/office/drawing/2014/main" id="{3A79B08A-9D27-AEAE-7F42-5E1BDAC9FAC4}"/>
              </a:ext>
            </a:extLst>
          </p:cNvPr>
          <p:cNvSpPr/>
          <p:nvPr/>
        </p:nvSpPr>
        <p:spPr>
          <a:xfrm>
            <a:off x="3423294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Elipse 119">
            <a:extLst>
              <a:ext uri="{FF2B5EF4-FFF2-40B4-BE49-F238E27FC236}">
                <a16:creationId xmlns:a16="http://schemas.microsoft.com/office/drawing/2014/main" id="{E5D926CA-88AD-DE5E-FCB2-991D7C6D8F73}"/>
              </a:ext>
            </a:extLst>
          </p:cNvPr>
          <p:cNvSpPr/>
          <p:nvPr/>
        </p:nvSpPr>
        <p:spPr>
          <a:xfrm>
            <a:off x="3490002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Elipse 120">
            <a:extLst>
              <a:ext uri="{FF2B5EF4-FFF2-40B4-BE49-F238E27FC236}">
                <a16:creationId xmlns:a16="http://schemas.microsoft.com/office/drawing/2014/main" id="{415121AC-E956-641C-5182-5B366E6CFEE5}"/>
              </a:ext>
            </a:extLst>
          </p:cNvPr>
          <p:cNvSpPr/>
          <p:nvPr/>
        </p:nvSpPr>
        <p:spPr>
          <a:xfrm>
            <a:off x="3557930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Elipse 126">
            <a:extLst>
              <a:ext uri="{FF2B5EF4-FFF2-40B4-BE49-F238E27FC236}">
                <a16:creationId xmlns:a16="http://schemas.microsoft.com/office/drawing/2014/main" id="{FF208784-B6A5-EA03-97AC-9A581FBF9E40}"/>
              </a:ext>
            </a:extLst>
          </p:cNvPr>
          <p:cNvSpPr/>
          <p:nvPr/>
        </p:nvSpPr>
        <p:spPr>
          <a:xfrm>
            <a:off x="3630876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Elipse 127">
            <a:extLst>
              <a:ext uri="{FF2B5EF4-FFF2-40B4-BE49-F238E27FC236}">
                <a16:creationId xmlns:a16="http://schemas.microsoft.com/office/drawing/2014/main" id="{68FF4F8C-CC04-000B-7A2F-692DFA01CF93}"/>
              </a:ext>
            </a:extLst>
          </p:cNvPr>
          <p:cNvSpPr/>
          <p:nvPr/>
        </p:nvSpPr>
        <p:spPr>
          <a:xfrm>
            <a:off x="3701488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Elipse 129">
            <a:extLst>
              <a:ext uri="{FF2B5EF4-FFF2-40B4-BE49-F238E27FC236}">
                <a16:creationId xmlns:a16="http://schemas.microsoft.com/office/drawing/2014/main" id="{801B2D5D-8996-675B-9C41-C658FF8DDCA4}"/>
              </a:ext>
            </a:extLst>
          </p:cNvPr>
          <p:cNvSpPr/>
          <p:nvPr/>
        </p:nvSpPr>
        <p:spPr>
          <a:xfrm>
            <a:off x="3768196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Elipse 130">
            <a:extLst>
              <a:ext uri="{FF2B5EF4-FFF2-40B4-BE49-F238E27FC236}">
                <a16:creationId xmlns:a16="http://schemas.microsoft.com/office/drawing/2014/main" id="{4A09A59B-B0FC-610C-FE25-89D303708114}"/>
              </a:ext>
            </a:extLst>
          </p:cNvPr>
          <p:cNvSpPr/>
          <p:nvPr/>
        </p:nvSpPr>
        <p:spPr>
          <a:xfrm>
            <a:off x="3837995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Elipse 131">
            <a:extLst>
              <a:ext uri="{FF2B5EF4-FFF2-40B4-BE49-F238E27FC236}">
                <a16:creationId xmlns:a16="http://schemas.microsoft.com/office/drawing/2014/main" id="{38994F97-D5E8-9D11-E1C5-C5D79D23C9C4}"/>
              </a:ext>
            </a:extLst>
          </p:cNvPr>
          <p:cNvSpPr/>
          <p:nvPr/>
        </p:nvSpPr>
        <p:spPr>
          <a:xfrm>
            <a:off x="3910941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Elipse 132">
            <a:extLst>
              <a:ext uri="{FF2B5EF4-FFF2-40B4-BE49-F238E27FC236}">
                <a16:creationId xmlns:a16="http://schemas.microsoft.com/office/drawing/2014/main" id="{44BC0C02-3B5A-6070-DBDD-6CB655BE099C}"/>
              </a:ext>
            </a:extLst>
          </p:cNvPr>
          <p:cNvSpPr/>
          <p:nvPr/>
        </p:nvSpPr>
        <p:spPr>
          <a:xfrm>
            <a:off x="3981553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Elipse 134">
            <a:extLst>
              <a:ext uri="{FF2B5EF4-FFF2-40B4-BE49-F238E27FC236}">
                <a16:creationId xmlns:a16="http://schemas.microsoft.com/office/drawing/2014/main" id="{75578D1B-E083-4264-4EEC-B99FBB4E1F0E}"/>
              </a:ext>
            </a:extLst>
          </p:cNvPr>
          <p:cNvSpPr/>
          <p:nvPr/>
        </p:nvSpPr>
        <p:spPr>
          <a:xfrm>
            <a:off x="4048261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Elipse 136">
            <a:extLst>
              <a:ext uri="{FF2B5EF4-FFF2-40B4-BE49-F238E27FC236}">
                <a16:creationId xmlns:a16="http://schemas.microsoft.com/office/drawing/2014/main" id="{687C1910-042E-28A4-EEB6-5849C364DA24}"/>
              </a:ext>
            </a:extLst>
          </p:cNvPr>
          <p:cNvSpPr/>
          <p:nvPr/>
        </p:nvSpPr>
        <p:spPr>
          <a:xfrm>
            <a:off x="4114712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Elipse 137">
            <a:extLst>
              <a:ext uri="{FF2B5EF4-FFF2-40B4-BE49-F238E27FC236}">
                <a16:creationId xmlns:a16="http://schemas.microsoft.com/office/drawing/2014/main" id="{62EA90F4-2743-3661-F260-58EC124E61DD}"/>
              </a:ext>
            </a:extLst>
          </p:cNvPr>
          <p:cNvSpPr/>
          <p:nvPr/>
        </p:nvSpPr>
        <p:spPr>
          <a:xfrm>
            <a:off x="4187658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Elipse 138">
            <a:extLst>
              <a:ext uri="{FF2B5EF4-FFF2-40B4-BE49-F238E27FC236}">
                <a16:creationId xmlns:a16="http://schemas.microsoft.com/office/drawing/2014/main" id="{AF77C99A-A8E2-3F09-5809-CE3484007796}"/>
              </a:ext>
            </a:extLst>
          </p:cNvPr>
          <p:cNvSpPr/>
          <p:nvPr/>
        </p:nvSpPr>
        <p:spPr>
          <a:xfrm>
            <a:off x="4258270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Elipse 139">
            <a:extLst>
              <a:ext uri="{FF2B5EF4-FFF2-40B4-BE49-F238E27FC236}">
                <a16:creationId xmlns:a16="http://schemas.microsoft.com/office/drawing/2014/main" id="{0DAE91E0-ED79-7E89-659A-0A07AA72370A}"/>
              </a:ext>
            </a:extLst>
          </p:cNvPr>
          <p:cNvSpPr/>
          <p:nvPr/>
        </p:nvSpPr>
        <p:spPr>
          <a:xfrm>
            <a:off x="4324978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Elipse 141">
            <a:extLst>
              <a:ext uri="{FF2B5EF4-FFF2-40B4-BE49-F238E27FC236}">
                <a16:creationId xmlns:a16="http://schemas.microsoft.com/office/drawing/2014/main" id="{EE3DA08F-D38C-D13E-EC4B-DC54443909B2}"/>
              </a:ext>
            </a:extLst>
          </p:cNvPr>
          <p:cNvSpPr/>
          <p:nvPr/>
        </p:nvSpPr>
        <p:spPr>
          <a:xfrm>
            <a:off x="4394777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Elipse 144">
            <a:extLst>
              <a:ext uri="{FF2B5EF4-FFF2-40B4-BE49-F238E27FC236}">
                <a16:creationId xmlns:a16="http://schemas.microsoft.com/office/drawing/2014/main" id="{E13F2A6D-1BEB-1758-A7AE-FA2E2CEA18AA}"/>
              </a:ext>
            </a:extLst>
          </p:cNvPr>
          <p:cNvSpPr/>
          <p:nvPr/>
        </p:nvSpPr>
        <p:spPr>
          <a:xfrm>
            <a:off x="4467723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Elipse 145">
            <a:extLst>
              <a:ext uri="{FF2B5EF4-FFF2-40B4-BE49-F238E27FC236}">
                <a16:creationId xmlns:a16="http://schemas.microsoft.com/office/drawing/2014/main" id="{66DBE7F6-0FCD-BC6A-79C8-4CEC6DED9E05}"/>
              </a:ext>
            </a:extLst>
          </p:cNvPr>
          <p:cNvSpPr/>
          <p:nvPr/>
        </p:nvSpPr>
        <p:spPr>
          <a:xfrm>
            <a:off x="4538335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Elipse 146">
            <a:extLst>
              <a:ext uri="{FF2B5EF4-FFF2-40B4-BE49-F238E27FC236}">
                <a16:creationId xmlns:a16="http://schemas.microsoft.com/office/drawing/2014/main" id="{7A59A6E6-E9FA-3E1D-DF5C-2BC83248C465}"/>
              </a:ext>
            </a:extLst>
          </p:cNvPr>
          <p:cNvSpPr/>
          <p:nvPr/>
        </p:nvSpPr>
        <p:spPr>
          <a:xfrm>
            <a:off x="4605043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Elipse 148">
            <a:extLst>
              <a:ext uri="{FF2B5EF4-FFF2-40B4-BE49-F238E27FC236}">
                <a16:creationId xmlns:a16="http://schemas.microsoft.com/office/drawing/2014/main" id="{0BC6A77A-A047-F8EC-D3AE-D10330692A7D}"/>
              </a:ext>
            </a:extLst>
          </p:cNvPr>
          <p:cNvSpPr/>
          <p:nvPr/>
        </p:nvSpPr>
        <p:spPr>
          <a:xfrm>
            <a:off x="4675989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Elipse 150">
            <a:extLst>
              <a:ext uri="{FF2B5EF4-FFF2-40B4-BE49-F238E27FC236}">
                <a16:creationId xmlns:a16="http://schemas.microsoft.com/office/drawing/2014/main" id="{A9445780-0913-AB87-91E4-4E9CFC162C99}"/>
              </a:ext>
            </a:extLst>
          </p:cNvPr>
          <p:cNvSpPr/>
          <p:nvPr/>
        </p:nvSpPr>
        <p:spPr>
          <a:xfrm>
            <a:off x="4748935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5" name="Elipse 155">
            <a:extLst>
              <a:ext uri="{FF2B5EF4-FFF2-40B4-BE49-F238E27FC236}">
                <a16:creationId xmlns:a16="http://schemas.microsoft.com/office/drawing/2014/main" id="{B463F14E-427C-34D3-2C67-42EE7B83688D}"/>
              </a:ext>
            </a:extLst>
          </p:cNvPr>
          <p:cNvSpPr/>
          <p:nvPr/>
        </p:nvSpPr>
        <p:spPr>
          <a:xfrm>
            <a:off x="4819547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6" name="Elipse 156">
            <a:extLst>
              <a:ext uri="{FF2B5EF4-FFF2-40B4-BE49-F238E27FC236}">
                <a16:creationId xmlns:a16="http://schemas.microsoft.com/office/drawing/2014/main" id="{0A7C95A2-34A7-4F95-094B-1AA2E39E4D25}"/>
              </a:ext>
            </a:extLst>
          </p:cNvPr>
          <p:cNvSpPr/>
          <p:nvPr/>
        </p:nvSpPr>
        <p:spPr>
          <a:xfrm>
            <a:off x="4886255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Elipse 157">
            <a:extLst>
              <a:ext uri="{FF2B5EF4-FFF2-40B4-BE49-F238E27FC236}">
                <a16:creationId xmlns:a16="http://schemas.microsoft.com/office/drawing/2014/main" id="{30ECB2B8-747C-6105-5CC8-FD71CDF468C5}"/>
              </a:ext>
            </a:extLst>
          </p:cNvPr>
          <p:cNvSpPr/>
          <p:nvPr/>
        </p:nvSpPr>
        <p:spPr>
          <a:xfrm>
            <a:off x="4956054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8" name="Elipse 173">
            <a:extLst>
              <a:ext uri="{FF2B5EF4-FFF2-40B4-BE49-F238E27FC236}">
                <a16:creationId xmlns:a16="http://schemas.microsoft.com/office/drawing/2014/main" id="{8666CAD7-402F-0C4E-56B0-E04D1950F256}"/>
              </a:ext>
            </a:extLst>
          </p:cNvPr>
          <p:cNvSpPr/>
          <p:nvPr/>
        </p:nvSpPr>
        <p:spPr>
          <a:xfrm>
            <a:off x="5029000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Elipse 174">
            <a:extLst>
              <a:ext uri="{FF2B5EF4-FFF2-40B4-BE49-F238E27FC236}">
                <a16:creationId xmlns:a16="http://schemas.microsoft.com/office/drawing/2014/main" id="{5EBFEE5B-C31D-DA38-6BD3-1A4A6661AF50}"/>
              </a:ext>
            </a:extLst>
          </p:cNvPr>
          <p:cNvSpPr/>
          <p:nvPr/>
        </p:nvSpPr>
        <p:spPr>
          <a:xfrm>
            <a:off x="5099612" y="2363620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2" name="Conector reto 177 1">
            <a:extLst>
              <a:ext uri="{FF2B5EF4-FFF2-40B4-BE49-F238E27FC236}">
                <a16:creationId xmlns:a16="http://schemas.microsoft.com/office/drawing/2014/main" id="{7080644C-7612-A016-BD71-77C5E977BB3E}"/>
              </a:ext>
            </a:extLst>
          </p:cNvPr>
          <p:cNvCxnSpPr>
            <a:cxnSpLocks/>
          </p:cNvCxnSpPr>
          <p:nvPr/>
        </p:nvCxnSpPr>
        <p:spPr>
          <a:xfrm>
            <a:off x="1893272" y="1174678"/>
            <a:ext cx="0" cy="144660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Conector reto 179">
            <a:extLst>
              <a:ext uri="{FF2B5EF4-FFF2-40B4-BE49-F238E27FC236}">
                <a16:creationId xmlns:a16="http://schemas.microsoft.com/office/drawing/2014/main" id="{9246AC37-DE0C-2A1C-78AA-DE3E04F017B0}"/>
              </a:ext>
            </a:extLst>
          </p:cNvPr>
          <p:cNvCxnSpPr>
            <a:cxnSpLocks/>
          </p:cNvCxnSpPr>
          <p:nvPr/>
        </p:nvCxnSpPr>
        <p:spPr>
          <a:xfrm flipV="1">
            <a:off x="2151049" y="1538953"/>
            <a:ext cx="135160" cy="77471"/>
          </a:xfrm>
          <a:prstGeom prst="line">
            <a:avLst/>
          </a:prstGeom>
          <a:ln w="381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nector reto 183">
            <a:extLst>
              <a:ext uri="{FF2B5EF4-FFF2-40B4-BE49-F238E27FC236}">
                <a16:creationId xmlns:a16="http://schemas.microsoft.com/office/drawing/2014/main" id="{64435741-EA13-77B3-70D2-03293536986E}"/>
              </a:ext>
            </a:extLst>
          </p:cNvPr>
          <p:cNvCxnSpPr>
            <a:cxnSpLocks/>
          </p:cNvCxnSpPr>
          <p:nvPr/>
        </p:nvCxnSpPr>
        <p:spPr>
          <a:xfrm flipV="1">
            <a:off x="1820688" y="1538953"/>
            <a:ext cx="135160" cy="77471"/>
          </a:xfrm>
          <a:prstGeom prst="line">
            <a:avLst/>
          </a:prstGeom>
          <a:ln w="381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Conector reto 186">
            <a:extLst>
              <a:ext uri="{FF2B5EF4-FFF2-40B4-BE49-F238E27FC236}">
                <a16:creationId xmlns:a16="http://schemas.microsoft.com/office/drawing/2014/main" id="{89B5A9F9-CC99-B07F-3CB3-00000626BA70}"/>
              </a:ext>
            </a:extLst>
          </p:cNvPr>
          <p:cNvCxnSpPr>
            <a:cxnSpLocks/>
          </p:cNvCxnSpPr>
          <p:nvPr/>
        </p:nvCxnSpPr>
        <p:spPr>
          <a:xfrm flipV="1">
            <a:off x="1812123" y="2417201"/>
            <a:ext cx="135160" cy="77471"/>
          </a:xfrm>
          <a:prstGeom prst="line">
            <a:avLst/>
          </a:prstGeom>
          <a:ln w="381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Conector reto 188">
            <a:extLst>
              <a:ext uri="{FF2B5EF4-FFF2-40B4-BE49-F238E27FC236}">
                <a16:creationId xmlns:a16="http://schemas.microsoft.com/office/drawing/2014/main" id="{66803F3E-5FCA-F773-9BFD-F896E52ED1F9}"/>
              </a:ext>
            </a:extLst>
          </p:cNvPr>
          <p:cNvCxnSpPr>
            <a:cxnSpLocks/>
          </p:cNvCxnSpPr>
          <p:nvPr/>
        </p:nvCxnSpPr>
        <p:spPr>
          <a:xfrm flipV="1">
            <a:off x="3689325" y="658787"/>
            <a:ext cx="0" cy="256015"/>
          </a:xfrm>
          <a:prstGeom prst="line">
            <a:avLst/>
          </a:prstGeom>
          <a:ln w="28575" cap="rnd">
            <a:solidFill>
              <a:srgbClr val="002060"/>
            </a:solidFill>
            <a:round/>
            <a:headEnd type="arrow"/>
            <a:tailEnd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Conector reto 189">
            <a:extLst>
              <a:ext uri="{FF2B5EF4-FFF2-40B4-BE49-F238E27FC236}">
                <a16:creationId xmlns:a16="http://schemas.microsoft.com/office/drawing/2014/main" id="{73EEE841-0651-72F6-12DF-4E5D5E292255}"/>
              </a:ext>
            </a:extLst>
          </p:cNvPr>
          <p:cNvCxnSpPr>
            <a:cxnSpLocks/>
          </p:cNvCxnSpPr>
          <p:nvPr/>
        </p:nvCxnSpPr>
        <p:spPr>
          <a:xfrm>
            <a:off x="3908060" y="683378"/>
            <a:ext cx="0" cy="210632"/>
          </a:xfrm>
          <a:prstGeom prst="line">
            <a:avLst/>
          </a:prstGeom>
          <a:ln w="28575" cap="rnd">
            <a:solidFill>
              <a:srgbClr val="00B050"/>
            </a:solidFill>
            <a:round/>
            <a:headEnd type="arrow"/>
            <a:tailEnd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Retângulo 34">
            <a:extLst>
              <a:ext uri="{FF2B5EF4-FFF2-40B4-BE49-F238E27FC236}">
                <a16:creationId xmlns:a16="http://schemas.microsoft.com/office/drawing/2014/main" id="{E4AEA4DD-820A-0BB0-42B1-9CFAE622421B}"/>
              </a:ext>
            </a:extLst>
          </p:cNvPr>
          <p:cNvSpPr/>
          <p:nvPr/>
        </p:nvSpPr>
        <p:spPr>
          <a:xfrm>
            <a:off x="2569276" y="1298069"/>
            <a:ext cx="2498508" cy="296465"/>
          </a:xfrm>
          <a:prstGeom prst="rect">
            <a:avLst/>
          </a:prstGeom>
          <a:solidFill>
            <a:srgbClr val="00206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4" name="Retângulo 232">
            <a:extLst>
              <a:ext uri="{FF2B5EF4-FFF2-40B4-BE49-F238E27FC236}">
                <a16:creationId xmlns:a16="http://schemas.microsoft.com/office/drawing/2014/main" id="{0C31C184-640E-D64D-D448-B09FB9E3938B}"/>
              </a:ext>
            </a:extLst>
          </p:cNvPr>
          <p:cNvSpPr/>
          <p:nvPr/>
        </p:nvSpPr>
        <p:spPr>
          <a:xfrm>
            <a:off x="5138382" y="2381800"/>
            <a:ext cx="150546" cy="67964"/>
          </a:xfrm>
          <a:prstGeom prst="rect">
            <a:avLst/>
          </a:prstGeom>
          <a:solidFill>
            <a:srgbClr val="002060">
              <a:alpha val="2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46" name="Conector reto 234">
            <a:extLst>
              <a:ext uri="{FF2B5EF4-FFF2-40B4-BE49-F238E27FC236}">
                <a16:creationId xmlns:a16="http://schemas.microsoft.com/office/drawing/2014/main" id="{43B62DC5-9123-A5C2-6A66-937863ABC22C}"/>
              </a:ext>
            </a:extLst>
          </p:cNvPr>
          <p:cNvCxnSpPr>
            <a:cxnSpLocks/>
          </p:cNvCxnSpPr>
          <p:nvPr/>
        </p:nvCxnSpPr>
        <p:spPr>
          <a:xfrm>
            <a:off x="2692331" y="1109196"/>
            <a:ext cx="76238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Conector reto 236">
            <a:extLst>
              <a:ext uri="{FF2B5EF4-FFF2-40B4-BE49-F238E27FC236}">
                <a16:creationId xmlns:a16="http://schemas.microsoft.com/office/drawing/2014/main" id="{548A6A0D-0A54-131F-2CFF-F1889D03FAB4}"/>
              </a:ext>
            </a:extLst>
          </p:cNvPr>
          <p:cNvCxnSpPr>
            <a:cxnSpLocks/>
          </p:cNvCxnSpPr>
          <p:nvPr/>
        </p:nvCxnSpPr>
        <p:spPr>
          <a:xfrm flipH="1" flipV="1">
            <a:off x="3459402" y="1106400"/>
            <a:ext cx="313217" cy="37084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Elipse 285">
            <a:extLst>
              <a:ext uri="{FF2B5EF4-FFF2-40B4-BE49-F238E27FC236}">
                <a16:creationId xmlns:a16="http://schemas.microsoft.com/office/drawing/2014/main" id="{5B3BFED5-46EA-A0FA-95B9-D47144468958}"/>
              </a:ext>
            </a:extLst>
          </p:cNvPr>
          <p:cNvSpPr/>
          <p:nvPr/>
        </p:nvSpPr>
        <p:spPr>
          <a:xfrm flipH="1">
            <a:off x="3511888" y="1950868"/>
            <a:ext cx="64552" cy="6455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0" name="Conector reto 167 2">
            <a:extLst>
              <a:ext uri="{FF2B5EF4-FFF2-40B4-BE49-F238E27FC236}">
                <a16:creationId xmlns:a16="http://schemas.microsoft.com/office/drawing/2014/main" id="{AB6F5656-3C30-CB8A-E907-D04BDBCBF054}"/>
              </a:ext>
            </a:extLst>
          </p:cNvPr>
          <p:cNvCxnSpPr>
            <a:cxnSpLocks/>
          </p:cNvCxnSpPr>
          <p:nvPr/>
        </p:nvCxnSpPr>
        <p:spPr>
          <a:xfrm flipH="1">
            <a:off x="5316725" y="1281693"/>
            <a:ext cx="205235" cy="0"/>
          </a:xfrm>
          <a:prstGeom prst="line">
            <a:avLst/>
          </a:prstGeom>
          <a:ln w="28575" cap="rnd">
            <a:solidFill>
              <a:srgbClr val="00B0F0"/>
            </a:solidFill>
            <a:round/>
            <a:headEnd type="arrow"/>
            <a:tailEnd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Retângulo 226">
            <a:extLst>
              <a:ext uri="{FF2B5EF4-FFF2-40B4-BE49-F238E27FC236}">
                <a16:creationId xmlns:a16="http://schemas.microsoft.com/office/drawing/2014/main" id="{927FBD4F-65A8-764C-E249-5257972DBF90}"/>
              </a:ext>
            </a:extLst>
          </p:cNvPr>
          <p:cNvSpPr/>
          <p:nvPr/>
        </p:nvSpPr>
        <p:spPr>
          <a:xfrm>
            <a:off x="2430284" y="2194234"/>
            <a:ext cx="2710673" cy="241599"/>
          </a:xfrm>
          <a:prstGeom prst="rect">
            <a:avLst/>
          </a:prstGeom>
          <a:solidFill>
            <a:srgbClr val="002060">
              <a:alpha val="2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55" name="Conector reto 177 2">
            <a:extLst>
              <a:ext uri="{FF2B5EF4-FFF2-40B4-BE49-F238E27FC236}">
                <a16:creationId xmlns:a16="http://schemas.microsoft.com/office/drawing/2014/main" id="{74566DC5-C80C-C8CD-CC09-4CEDC22BE4BB}"/>
              </a:ext>
            </a:extLst>
          </p:cNvPr>
          <p:cNvCxnSpPr>
            <a:cxnSpLocks/>
          </p:cNvCxnSpPr>
          <p:nvPr/>
        </p:nvCxnSpPr>
        <p:spPr>
          <a:xfrm>
            <a:off x="2213046" y="1196340"/>
            <a:ext cx="0" cy="5638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Conector reto 65 2">
            <a:extLst>
              <a:ext uri="{FF2B5EF4-FFF2-40B4-BE49-F238E27FC236}">
                <a16:creationId xmlns:a16="http://schemas.microsoft.com/office/drawing/2014/main" id="{6CA1B739-57C9-54E2-61BE-6FDCBFE0AC84}"/>
              </a:ext>
            </a:extLst>
          </p:cNvPr>
          <p:cNvCxnSpPr>
            <a:cxnSpLocks/>
          </p:cNvCxnSpPr>
          <p:nvPr/>
        </p:nvCxnSpPr>
        <p:spPr>
          <a:xfrm flipV="1">
            <a:off x="3839689" y="1346794"/>
            <a:ext cx="0" cy="236455"/>
          </a:xfrm>
          <a:prstGeom prst="line">
            <a:avLst/>
          </a:prstGeom>
          <a:ln w="28575" cap="rnd">
            <a:solidFill>
              <a:schemeClr val="bg1">
                <a:lumMod val="50000"/>
              </a:schemeClr>
            </a:solidFill>
            <a:round/>
            <a:headEnd type="arrow"/>
            <a:tailEnd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Conector reto 167 3">
            <a:extLst>
              <a:ext uri="{FF2B5EF4-FFF2-40B4-BE49-F238E27FC236}">
                <a16:creationId xmlns:a16="http://schemas.microsoft.com/office/drawing/2014/main" id="{25359635-E3CF-541D-7D74-623DA3FC70C4}"/>
              </a:ext>
            </a:extLst>
          </p:cNvPr>
          <p:cNvCxnSpPr>
            <a:cxnSpLocks/>
          </p:cNvCxnSpPr>
          <p:nvPr/>
        </p:nvCxnSpPr>
        <p:spPr>
          <a:xfrm flipH="1">
            <a:off x="2070518" y="838299"/>
            <a:ext cx="205235" cy="0"/>
          </a:xfrm>
          <a:prstGeom prst="line">
            <a:avLst/>
          </a:prstGeom>
          <a:ln w="28575" cap="rnd">
            <a:solidFill>
              <a:srgbClr val="00B0F0"/>
            </a:solidFill>
            <a:round/>
            <a:headEnd type="arrow"/>
            <a:tailEnd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3" name="Picture 172" descr="\documentclass{article}&#10;\usepackage{amsmath}&#10;\pagestyle{empty}&#10;\begin{document}&#10;\noindent&#10;$L_d$&#10;\end{document}" title="IguanaTex Bitmap Display">
            <a:extLst>
              <a:ext uri="{FF2B5EF4-FFF2-40B4-BE49-F238E27FC236}">
                <a16:creationId xmlns:a16="http://schemas.microsoft.com/office/drawing/2014/main" id="{6B0D3722-C862-9003-4284-1B33FF5A059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1647127" y="1983144"/>
            <a:ext cx="159086" cy="127269"/>
          </a:xfrm>
          <a:prstGeom prst="rect">
            <a:avLst/>
          </a:prstGeom>
        </p:spPr>
      </p:pic>
      <p:pic>
        <p:nvPicPr>
          <p:cNvPr id="176" name="Picture 175" descr="\documentclass{article}&#10;\usepackage{amsmath}&#10;\pagestyle{empty}&#10;\begin{document}&#10;\noindent&#10;$p$&#10;\end{document}" title="IguanaTex Bitmap Display">
            <a:extLst>
              <a:ext uri="{FF2B5EF4-FFF2-40B4-BE49-F238E27FC236}">
                <a16:creationId xmlns:a16="http://schemas.microsoft.com/office/drawing/2014/main" id="{FC21B38B-2196-D8A8-5967-D3523C6C41C9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2011686" y="1453957"/>
            <a:ext cx="79543" cy="96549"/>
          </a:xfrm>
          <a:prstGeom prst="rect">
            <a:avLst/>
          </a:prstGeom>
        </p:spPr>
      </p:pic>
      <p:pic>
        <p:nvPicPr>
          <p:cNvPr id="179" name="Picture 178" descr="\documentclass{article}&#10;\usepackage{amsmath}&#10;\pagestyle{empty}&#10;\begin{document}&#10;\noindent&#10;$Q_{in}$&#10;\end{document}" title="IguanaTex Bitmap Display">
            <a:extLst>
              <a:ext uri="{FF2B5EF4-FFF2-40B4-BE49-F238E27FC236}">
                <a16:creationId xmlns:a16="http://schemas.microsoft.com/office/drawing/2014/main" id="{FABDA85C-2104-56A3-59F7-2C1ABBE7D686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2041368" y="586333"/>
            <a:ext cx="226012" cy="136595"/>
          </a:xfrm>
          <a:prstGeom prst="rect">
            <a:avLst/>
          </a:prstGeom>
        </p:spPr>
      </p:pic>
      <p:pic>
        <p:nvPicPr>
          <p:cNvPr id="182" name="Picture 181" descr="\documentclass{article}&#10;\usepackage{amsmath}&#10;\pagestyle{empty}&#10;\begin{document}&#10;\noindent&#10;$i$&#10;\end{document}" title="IguanaTex Bitmap Display">
            <a:extLst>
              <a:ext uri="{FF2B5EF4-FFF2-40B4-BE49-F238E27FC236}">
                <a16:creationId xmlns:a16="http://schemas.microsoft.com/office/drawing/2014/main" id="{D3BC8358-EFC0-9794-4A0C-3E41470C1C6E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3603649" y="527010"/>
            <a:ext cx="40046" cy="102035"/>
          </a:xfrm>
          <a:prstGeom prst="rect">
            <a:avLst/>
          </a:prstGeom>
        </p:spPr>
      </p:pic>
      <p:pic>
        <p:nvPicPr>
          <p:cNvPr id="186" name="Picture 185" descr="\documentclass{article}&#10;\usepackage{amsmath}&#10;\pagestyle{empty}&#10;\begin{document}&#10;\noindent&#10;$q_{ETR}$&#10;\end{document}" title="IguanaTex Bitmap Display">
            <a:extLst>
              <a:ext uri="{FF2B5EF4-FFF2-40B4-BE49-F238E27FC236}">
                <a16:creationId xmlns:a16="http://schemas.microsoft.com/office/drawing/2014/main" id="{46F7CF76-E6CA-C242-D7B7-F9267455575E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3883714" y="543486"/>
            <a:ext cx="335180" cy="96549"/>
          </a:xfrm>
          <a:prstGeom prst="rect">
            <a:avLst/>
          </a:prstGeom>
        </p:spPr>
      </p:pic>
      <p:pic>
        <p:nvPicPr>
          <p:cNvPr id="189" name="Picture 188" descr="\documentclass{article}&#10;\usepackage{amsmath}&#10;\pagestyle{empty}&#10;\begin{document}&#10;\noindent&#10;Zona de Ponding&#10;\end{document}" title="IguanaTex Bitmap Display">
            <a:extLst>
              <a:ext uri="{FF2B5EF4-FFF2-40B4-BE49-F238E27FC236}">
                <a16:creationId xmlns:a16="http://schemas.microsoft.com/office/drawing/2014/main" id="{BAC252C0-1EAF-C3D4-9361-B19378077CE9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2"/>
          <a:stretch>
            <a:fillRect/>
          </a:stretch>
        </p:blipFill>
        <p:spPr>
          <a:xfrm>
            <a:off x="2581784" y="937153"/>
            <a:ext cx="1117992" cy="136595"/>
          </a:xfrm>
          <a:prstGeom prst="rect">
            <a:avLst/>
          </a:prstGeom>
        </p:spPr>
      </p:pic>
      <p:pic>
        <p:nvPicPr>
          <p:cNvPr id="194" name="Picture 193" descr="\documentclass{article}&#10;\usepackage{amsmath}&#10;\pagestyle{empty}&#10;\begin{document}&#10;\noindent&#10;Solo de Projeto&#10;\end{document}" title="IguanaTex Bitmap Display">
            <a:extLst>
              <a:ext uri="{FF2B5EF4-FFF2-40B4-BE49-F238E27FC236}">
                <a16:creationId xmlns:a16="http://schemas.microsoft.com/office/drawing/2014/main" id="{7111C6EE-C794-4A05-EB86-7EF68E481244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3"/>
          <a:stretch>
            <a:fillRect/>
          </a:stretch>
        </p:blipFill>
        <p:spPr>
          <a:xfrm>
            <a:off x="4089087" y="946509"/>
            <a:ext cx="1015409" cy="138241"/>
          </a:xfrm>
          <a:prstGeom prst="rect">
            <a:avLst/>
          </a:prstGeom>
        </p:spPr>
      </p:pic>
      <p:pic>
        <p:nvPicPr>
          <p:cNvPr id="197" name="Picture 196" descr="\documentclass{article}&#10;\usepackage{amsmath}&#10;\pagestyle{empty}&#10;\begin{document}&#10;\noindent&#10;$Q_{out,w}$&#10;\end{document}" title="IguanaTex Bitmap Display">
            <a:extLst>
              <a:ext uri="{FF2B5EF4-FFF2-40B4-BE49-F238E27FC236}">
                <a16:creationId xmlns:a16="http://schemas.microsoft.com/office/drawing/2014/main" id="{24E08EEA-8D40-F8D0-9C92-20B34ED603B5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24"/>
          <a:stretch>
            <a:fillRect/>
          </a:stretch>
        </p:blipFill>
        <p:spPr>
          <a:xfrm>
            <a:off x="5555545" y="1046145"/>
            <a:ext cx="409784" cy="150309"/>
          </a:xfrm>
          <a:prstGeom prst="rect">
            <a:avLst/>
          </a:prstGeom>
        </p:spPr>
      </p:pic>
      <p:pic>
        <p:nvPicPr>
          <p:cNvPr id="200" name="Picture 199" descr="\documentclass{article}&#10;\usepackage{amsmath}&#10;\pagestyle{empty}&#10;\begin{document}&#10;\noindent&#10;$Q_{out,u}$&#10;\end{document}" title="IguanaTex Bitmap Display">
            <a:extLst>
              <a:ext uri="{FF2B5EF4-FFF2-40B4-BE49-F238E27FC236}">
                <a16:creationId xmlns:a16="http://schemas.microsoft.com/office/drawing/2014/main" id="{A4CB6748-2C77-FFA5-332F-65CF496C952B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25"/>
          <a:stretch>
            <a:fillRect/>
          </a:stretch>
        </p:blipFill>
        <p:spPr>
          <a:xfrm>
            <a:off x="5555545" y="2239879"/>
            <a:ext cx="393875" cy="150309"/>
          </a:xfrm>
          <a:prstGeom prst="rect">
            <a:avLst/>
          </a:prstGeom>
        </p:spPr>
      </p:pic>
      <p:pic>
        <p:nvPicPr>
          <p:cNvPr id="203" name="Picture 202" descr="\documentclass{article}&#10;\usepackage{amsmath}&#10;\pagestyle{empty}&#10;\begin{document}&#10;\noindent&#10;Fluxo by-pass&#10;\end{document}" title="IguanaTex Bitmap Display">
            <a:extLst>
              <a:ext uri="{FF2B5EF4-FFF2-40B4-BE49-F238E27FC236}">
                <a16:creationId xmlns:a16="http://schemas.microsoft.com/office/drawing/2014/main" id="{89E1A231-1C44-A55E-7757-AD6ADE1C49CE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26"/>
          <a:stretch>
            <a:fillRect/>
          </a:stretch>
        </p:blipFill>
        <p:spPr>
          <a:xfrm>
            <a:off x="5419827" y="1396723"/>
            <a:ext cx="912825" cy="136595"/>
          </a:xfrm>
          <a:prstGeom prst="rect">
            <a:avLst/>
          </a:prstGeom>
        </p:spPr>
      </p:pic>
      <p:pic>
        <p:nvPicPr>
          <p:cNvPr id="206" name="Picture 205" descr="\documentclass{article}&#10;\usepackage{amsmath}&#10;\pagestyle{empty}&#10;\begin{document}&#10;\noindent&#10;Paredes Impermeáveis&#10;\end{document}" title="IguanaTex Bitmap Display">
            <a:extLst>
              <a:ext uri="{FF2B5EF4-FFF2-40B4-BE49-F238E27FC236}">
                <a16:creationId xmlns:a16="http://schemas.microsoft.com/office/drawing/2014/main" id="{CB5F0527-FE90-C9F9-2AD0-2562353588B4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27"/>
          <a:stretch>
            <a:fillRect/>
          </a:stretch>
        </p:blipFill>
        <p:spPr>
          <a:xfrm>
            <a:off x="5419827" y="1976735"/>
            <a:ext cx="1466335" cy="135498"/>
          </a:xfrm>
          <a:prstGeom prst="rect">
            <a:avLst/>
          </a:prstGeom>
        </p:spPr>
      </p:pic>
      <p:pic>
        <p:nvPicPr>
          <p:cNvPr id="209" name="Picture 208" descr="\documentclass{article}&#10;\usepackage{amsmath}&#10;\pagestyle{empty}&#10;\begin{document}&#10;\noindent&#10;Dreno perfurado&#10;\end{document}" title="IguanaTex Bitmap Display">
            <a:extLst>
              <a:ext uri="{FF2B5EF4-FFF2-40B4-BE49-F238E27FC236}">
                <a16:creationId xmlns:a16="http://schemas.microsoft.com/office/drawing/2014/main" id="{CE6A9CAD-7418-E4AF-EF35-A71D1DE76BF9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28"/>
          <a:stretch>
            <a:fillRect/>
          </a:stretch>
        </p:blipFill>
        <p:spPr>
          <a:xfrm>
            <a:off x="3384630" y="2474605"/>
            <a:ext cx="1086723" cy="136595"/>
          </a:xfrm>
          <a:prstGeom prst="rect">
            <a:avLst/>
          </a:prstGeom>
        </p:spPr>
      </p:pic>
      <p:pic>
        <p:nvPicPr>
          <p:cNvPr id="212" name="Picture 211" descr="\documentclass{article}&#10;\usepackage{amsmath}&#10;\pagestyle{empty}&#10;\begin{document}&#10;\noindent&#10;Percolação&#10;\end{document}" title="IguanaTex Bitmap Display">
            <a:extLst>
              <a:ext uri="{FF2B5EF4-FFF2-40B4-BE49-F238E27FC236}">
                <a16:creationId xmlns:a16="http://schemas.microsoft.com/office/drawing/2014/main" id="{ADD59979-9097-3A25-2CF5-85ED9DBD553C}"/>
              </a:ext>
            </a:extLst>
          </p:cNvPr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29"/>
          <a:stretch>
            <a:fillRect/>
          </a:stretch>
        </p:blipFill>
        <p:spPr>
          <a:xfrm>
            <a:off x="4008199" y="1908813"/>
            <a:ext cx="697785" cy="136046"/>
          </a:xfrm>
          <a:prstGeom prst="rect">
            <a:avLst/>
          </a:prstGeom>
        </p:spPr>
      </p:pic>
      <p:pic>
        <p:nvPicPr>
          <p:cNvPr id="219" name="Picture 218" descr="\documentclass{article}&#10;\usepackage{amsmath}&#10;\pagestyle{empty}&#10;\usepackage{xcolor}&#10;\begin{document}&#10;\noindent&#10;\color{white} Infiltração&#10;\end{document}" title="IguanaTex Bitmap Display">
            <a:extLst>
              <a:ext uri="{FF2B5EF4-FFF2-40B4-BE49-F238E27FC236}">
                <a16:creationId xmlns:a16="http://schemas.microsoft.com/office/drawing/2014/main" id="{C9D6600F-2E1D-F8CC-31EB-490E70A9A16D}"/>
              </a:ext>
            </a:extLst>
          </p:cNvPr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30"/>
          <a:stretch>
            <a:fillRect/>
          </a:stretch>
        </p:blipFill>
        <p:spPr>
          <a:xfrm>
            <a:off x="3971470" y="1389055"/>
            <a:ext cx="671453" cy="137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2309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24">
            <a:extLst>
              <a:ext uri="{FF2B5EF4-FFF2-40B4-BE49-F238E27FC236}">
                <a16:creationId xmlns:a16="http://schemas.microsoft.com/office/drawing/2014/main" id="{996C21E4-2DC1-5378-5569-C22FE215705F}"/>
              </a:ext>
            </a:extLst>
          </p:cNvPr>
          <p:cNvSpPr/>
          <p:nvPr/>
        </p:nvSpPr>
        <p:spPr>
          <a:xfrm>
            <a:off x="894672" y="2100059"/>
            <a:ext cx="2721753" cy="191326"/>
          </a:xfrm>
          <a:custGeom>
            <a:avLst/>
            <a:gdLst>
              <a:gd name="connsiteX0" fmla="*/ 0 w 2709595"/>
              <a:gd name="connsiteY0" fmla="*/ 0 h 1000560"/>
              <a:gd name="connsiteX1" fmla="*/ 2709595 w 2709595"/>
              <a:gd name="connsiteY1" fmla="*/ 0 h 1000560"/>
              <a:gd name="connsiteX2" fmla="*/ 2709595 w 2709595"/>
              <a:gd name="connsiteY2" fmla="*/ 1000560 h 1000560"/>
              <a:gd name="connsiteX3" fmla="*/ 0 w 2709595"/>
              <a:gd name="connsiteY3" fmla="*/ 1000560 h 1000560"/>
              <a:gd name="connsiteX4" fmla="*/ 0 w 2709595"/>
              <a:gd name="connsiteY4" fmla="*/ 0 h 1000560"/>
              <a:gd name="connsiteX0" fmla="*/ 0 w 2713405"/>
              <a:gd name="connsiteY0" fmla="*/ 72390 h 1072950"/>
              <a:gd name="connsiteX1" fmla="*/ 2713405 w 2713405"/>
              <a:gd name="connsiteY1" fmla="*/ 0 h 1072950"/>
              <a:gd name="connsiteX2" fmla="*/ 2709595 w 2713405"/>
              <a:gd name="connsiteY2" fmla="*/ 1072950 h 1072950"/>
              <a:gd name="connsiteX3" fmla="*/ 0 w 2713405"/>
              <a:gd name="connsiteY3" fmla="*/ 1072950 h 1072950"/>
              <a:gd name="connsiteX4" fmla="*/ 0 w 2713405"/>
              <a:gd name="connsiteY4" fmla="*/ 72390 h 1072950"/>
              <a:gd name="connsiteX0" fmla="*/ 10129 w 2713405"/>
              <a:gd name="connsiteY0" fmla="*/ 31409 h 1072950"/>
              <a:gd name="connsiteX1" fmla="*/ 2713405 w 2713405"/>
              <a:gd name="connsiteY1" fmla="*/ 0 h 1072950"/>
              <a:gd name="connsiteX2" fmla="*/ 2709595 w 2713405"/>
              <a:gd name="connsiteY2" fmla="*/ 1072950 h 1072950"/>
              <a:gd name="connsiteX3" fmla="*/ 0 w 2713405"/>
              <a:gd name="connsiteY3" fmla="*/ 1072950 h 1072950"/>
              <a:gd name="connsiteX4" fmla="*/ 10129 w 2713405"/>
              <a:gd name="connsiteY4" fmla="*/ 31409 h 1072950"/>
              <a:gd name="connsiteX0" fmla="*/ 10129 w 2713405"/>
              <a:gd name="connsiteY0" fmla="*/ 5330 h 1046871"/>
              <a:gd name="connsiteX1" fmla="*/ 2713405 w 2713405"/>
              <a:gd name="connsiteY1" fmla="*/ 0 h 1046871"/>
              <a:gd name="connsiteX2" fmla="*/ 2709595 w 2713405"/>
              <a:gd name="connsiteY2" fmla="*/ 1046871 h 1046871"/>
              <a:gd name="connsiteX3" fmla="*/ 0 w 2713405"/>
              <a:gd name="connsiteY3" fmla="*/ 1046871 h 1046871"/>
              <a:gd name="connsiteX4" fmla="*/ 10129 w 2713405"/>
              <a:gd name="connsiteY4" fmla="*/ 5330 h 10468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13405" h="1046871">
                <a:moveTo>
                  <a:pt x="10129" y="5330"/>
                </a:moveTo>
                <a:lnTo>
                  <a:pt x="2713405" y="0"/>
                </a:lnTo>
                <a:lnTo>
                  <a:pt x="2709595" y="1046871"/>
                </a:lnTo>
                <a:lnTo>
                  <a:pt x="0" y="1046871"/>
                </a:lnTo>
                <a:cubicBezTo>
                  <a:pt x="3376" y="699691"/>
                  <a:pt x="6753" y="352510"/>
                  <a:pt x="10129" y="5330"/>
                </a:cubicBezTo>
                <a:close/>
              </a:path>
            </a:pathLst>
          </a:custGeom>
          <a:pattFill prst="sphere">
            <a:fgClr>
              <a:schemeClr val="bg1">
                <a:lumMod val="75000"/>
              </a:schemeClr>
            </a:fgClr>
            <a:bgClr>
              <a:schemeClr val="bg1"/>
            </a:bgClr>
          </a:pattFill>
          <a:ln>
            <a:solidFill>
              <a:schemeClr val="bg1">
                <a:lumMod val="50000"/>
                <a:alpha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>
                  <a:lumMod val="95000"/>
                </a:schemeClr>
              </a:solidFill>
            </a:endParaRPr>
          </a:p>
        </p:txBody>
      </p:sp>
      <p:cxnSp>
        <p:nvCxnSpPr>
          <p:cNvPr id="3" name="Conector reto 25">
            <a:extLst>
              <a:ext uri="{FF2B5EF4-FFF2-40B4-BE49-F238E27FC236}">
                <a16:creationId xmlns:a16="http://schemas.microsoft.com/office/drawing/2014/main" id="{9A5AA445-3D0E-A6A9-62DF-6055E21798EE}"/>
              </a:ext>
            </a:extLst>
          </p:cNvPr>
          <p:cNvCxnSpPr>
            <a:cxnSpLocks/>
          </p:cNvCxnSpPr>
          <p:nvPr/>
        </p:nvCxnSpPr>
        <p:spPr>
          <a:xfrm>
            <a:off x="427037" y="2377174"/>
            <a:ext cx="503184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Conector reto 30">
            <a:extLst>
              <a:ext uri="{FF2B5EF4-FFF2-40B4-BE49-F238E27FC236}">
                <a16:creationId xmlns:a16="http://schemas.microsoft.com/office/drawing/2014/main" id="{60DD1E0E-C830-CC90-4DB4-D695FE552314}"/>
              </a:ext>
            </a:extLst>
          </p:cNvPr>
          <p:cNvCxnSpPr>
            <a:cxnSpLocks/>
          </p:cNvCxnSpPr>
          <p:nvPr/>
        </p:nvCxnSpPr>
        <p:spPr>
          <a:xfrm>
            <a:off x="427037" y="1499725"/>
            <a:ext cx="469311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to 109">
            <a:extLst>
              <a:ext uri="{FF2B5EF4-FFF2-40B4-BE49-F238E27FC236}">
                <a16:creationId xmlns:a16="http://schemas.microsoft.com/office/drawing/2014/main" id="{001B4284-BC1C-9AC1-45AB-2F48306674EB}"/>
              </a:ext>
            </a:extLst>
          </p:cNvPr>
          <p:cNvCxnSpPr>
            <a:cxnSpLocks/>
          </p:cNvCxnSpPr>
          <p:nvPr/>
        </p:nvCxnSpPr>
        <p:spPr>
          <a:xfrm>
            <a:off x="1417357" y="2533152"/>
            <a:ext cx="1775588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to 114">
            <a:extLst>
              <a:ext uri="{FF2B5EF4-FFF2-40B4-BE49-F238E27FC236}">
                <a16:creationId xmlns:a16="http://schemas.microsoft.com/office/drawing/2014/main" id="{FB714457-675F-558D-BDBC-B6ED6B1455C4}"/>
              </a:ext>
            </a:extLst>
          </p:cNvPr>
          <p:cNvCxnSpPr>
            <a:cxnSpLocks/>
          </p:cNvCxnSpPr>
          <p:nvPr/>
        </p:nvCxnSpPr>
        <p:spPr>
          <a:xfrm>
            <a:off x="3612197" y="1499725"/>
            <a:ext cx="0" cy="877449"/>
          </a:xfrm>
          <a:prstGeom prst="line">
            <a:avLst/>
          </a:prstGeom>
          <a:ln w="28575" cap="rnd">
            <a:solidFill>
              <a:schemeClr val="tx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to 133">
            <a:extLst>
              <a:ext uri="{FF2B5EF4-FFF2-40B4-BE49-F238E27FC236}">
                <a16:creationId xmlns:a16="http://schemas.microsoft.com/office/drawing/2014/main" id="{4AC98D0A-7EF9-7AAA-199F-161FEDCDB875}"/>
              </a:ext>
            </a:extLst>
          </p:cNvPr>
          <p:cNvCxnSpPr>
            <a:cxnSpLocks/>
          </p:cNvCxnSpPr>
          <p:nvPr/>
        </p:nvCxnSpPr>
        <p:spPr>
          <a:xfrm flipH="1">
            <a:off x="894672" y="2376460"/>
            <a:ext cx="2717525" cy="0"/>
          </a:xfrm>
          <a:prstGeom prst="line">
            <a:avLst/>
          </a:prstGeom>
          <a:ln w="28575" cap="rnd">
            <a:solidFill>
              <a:schemeClr val="tx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135">
            <a:extLst>
              <a:ext uri="{FF2B5EF4-FFF2-40B4-BE49-F238E27FC236}">
                <a16:creationId xmlns:a16="http://schemas.microsoft.com/office/drawing/2014/main" id="{E28E116E-B91D-2F83-736A-6D1FD12E5E52}"/>
              </a:ext>
            </a:extLst>
          </p:cNvPr>
          <p:cNvCxnSpPr>
            <a:cxnSpLocks/>
          </p:cNvCxnSpPr>
          <p:nvPr/>
        </p:nvCxnSpPr>
        <p:spPr>
          <a:xfrm>
            <a:off x="894672" y="1508760"/>
            <a:ext cx="0" cy="867700"/>
          </a:xfrm>
          <a:prstGeom prst="line">
            <a:avLst/>
          </a:prstGeom>
          <a:ln w="28575" cap="rnd">
            <a:solidFill>
              <a:schemeClr val="tx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to 140">
            <a:extLst>
              <a:ext uri="{FF2B5EF4-FFF2-40B4-BE49-F238E27FC236}">
                <a16:creationId xmlns:a16="http://schemas.microsoft.com/office/drawing/2014/main" id="{0A00BF65-C47A-FCA7-AD18-EDDFCB13B74C}"/>
              </a:ext>
            </a:extLst>
          </p:cNvPr>
          <p:cNvCxnSpPr>
            <a:cxnSpLocks/>
            <a:stCxn id="37" idx="3"/>
          </p:cNvCxnSpPr>
          <p:nvPr/>
        </p:nvCxnSpPr>
        <p:spPr>
          <a:xfrm>
            <a:off x="3640182" y="1823088"/>
            <a:ext cx="147780" cy="23450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42">
            <a:extLst>
              <a:ext uri="{FF2B5EF4-FFF2-40B4-BE49-F238E27FC236}">
                <a16:creationId xmlns:a16="http://schemas.microsoft.com/office/drawing/2014/main" id="{AB926186-35DA-028B-BA7D-E3570CC831A7}"/>
              </a:ext>
            </a:extLst>
          </p:cNvPr>
          <p:cNvCxnSpPr>
            <a:cxnSpLocks/>
          </p:cNvCxnSpPr>
          <p:nvPr/>
        </p:nvCxnSpPr>
        <p:spPr>
          <a:xfrm>
            <a:off x="3787962" y="2057590"/>
            <a:ext cx="603063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6 1" descr="Ícone de grama simples - Baixar PNG/SVG Transparente">
            <a:extLst>
              <a:ext uri="{FF2B5EF4-FFF2-40B4-BE49-F238E27FC236}">
                <a16:creationId xmlns:a16="http://schemas.microsoft.com/office/drawing/2014/main" id="{3C1D4B2C-78E7-386C-A7D3-B918587E2D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068" y="1055427"/>
            <a:ext cx="490111" cy="490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6 2" descr="Ícone de grama simples - Baixar PNG/SVG Transparente">
            <a:extLst>
              <a:ext uri="{FF2B5EF4-FFF2-40B4-BE49-F238E27FC236}">
                <a16:creationId xmlns:a16="http://schemas.microsoft.com/office/drawing/2014/main" id="{70BE75C2-DDA5-2F33-FB14-D0A36C5EF6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181" y="1055427"/>
            <a:ext cx="490111" cy="490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6 3" descr="Ícone de grama simples - Baixar PNG/SVG Transparente">
            <a:extLst>
              <a:ext uri="{FF2B5EF4-FFF2-40B4-BE49-F238E27FC236}">
                <a16:creationId xmlns:a16="http://schemas.microsoft.com/office/drawing/2014/main" id="{57F7A361-E654-4983-EF7E-7C13CA13C4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780" y="1055427"/>
            <a:ext cx="490111" cy="490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6 4" descr="Ícone de grama simples - Baixar PNG/SVG Transparente">
            <a:extLst>
              <a:ext uri="{FF2B5EF4-FFF2-40B4-BE49-F238E27FC236}">
                <a16:creationId xmlns:a16="http://schemas.microsoft.com/office/drawing/2014/main" id="{D042C5BD-E49E-5C67-A87D-CF7EE3CD17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3814" y="1055427"/>
            <a:ext cx="490111" cy="490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6 5" descr="Ícone de grama simples - Baixar PNG/SVG Transparente">
            <a:extLst>
              <a:ext uri="{FF2B5EF4-FFF2-40B4-BE49-F238E27FC236}">
                <a16:creationId xmlns:a16="http://schemas.microsoft.com/office/drawing/2014/main" id="{4ED5546E-FF6A-6FAB-DECE-E9521DE79A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7927" y="1055427"/>
            <a:ext cx="490111" cy="490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6 6" descr="Ícone de grama simples - Baixar PNG/SVG Transparente">
            <a:extLst>
              <a:ext uri="{FF2B5EF4-FFF2-40B4-BE49-F238E27FC236}">
                <a16:creationId xmlns:a16="http://schemas.microsoft.com/office/drawing/2014/main" id="{04FE6800-1731-21B5-C174-F7FBB4AFE9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5755" y="1055427"/>
            <a:ext cx="490111" cy="490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6 7" descr="Ícone de grama simples - Baixar PNG/SVG Transparente">
            <a:extLst>
              <a:ext uri="{FF2B5EF4-FFF2-40B4-BE49-F238E27FC236}">
                <a16:creationId xmlns:a16="http://schemas.microsoft.com/office/drawing/2014/main" id="{BEC46433-BFD0-7529-7303-21016C8B0A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6789" y="1055427"/>
            <a:ext cx="490111" cy="490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6 8" descr="Ícone de grama simples - Baixar PNG/SVG Transparente">
            <a:extLst>
              <a:ext uri="{FF2B5EF4-FFF2-40B4-BE49-F238E27FC236}">
                <a16:creationId xmlns:a16="http://schemas.microsoft.com/office/drawing/2014/main" id="{E65D6310-5DA0-233B-B8BF-A95E55FD07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0902" y="1055427"/>
            <a:ext cx="490111" cy="490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tângulo 1023">
            <a:extLst>
              <a:ext uri="{FF2B5EF4-FFF2-40B4-BE49-F238E27FC236}">
                <a16:creationId xmlns:a16="http://schemas.microsoft.com/office/drawing/2014/main" id="{3CCBC376-7935-9FA1-DAAA-4F4CCF3958AE}"/>
              </a:ext>
            </a:extLst>
          </p:cNvPr>
          <p:cNvSpPr/>
          <p:nvPr/>
        </p:nvSpPr>
        <p:spPr>
          <a:xfrm>
            <a:off x="905486" y="1500510"/>
            <a:ext cx="2700816" cy="59668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6 9" descr="Ícone de grama simples - Baixar PNG/SVG Transparente">
            <a:extLst>
              <a:ext uri="{FF2B5EF4-FFF2-40B4-BE49-F238E27FC236}">
                <a16:creationId xmlns:a16="http://schemas.microsoft.com/office/drawing/2014/main" id="{097E0F63-0E10-03ED-567E-5ED286E167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0015" y="1055427"/>
            <a:ext cx="490111" cy="490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6 10" descr="Ícone de grama simples - Baixar PNG/SVG Transparente">
            <a:extLst>
              <a:ext uri="{FF2B5EF4-FFF2-40B4-BE49-F238E27FC236}">
                <a16:creationId xmlns:a16="http://schemas.microsoft.com/office/drawing/2014/main" id="{E818E520-5FD6-C762-29C3-FC4908EE97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049" y="1055427"/>
            <a:ext cx="490111" cy="490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6 11" descr="Ícone de grama simples - Baixar PNG/SVG Transparente">
            <a:extLst>
              <a:ext uri="{FF2B5EF4-FFF2-40B4-BE49-F238E27FC236}">
                <a16:creationId xmlns:a16="http://schemas.microsoft.com/office/drawing/2014/main" id="{336B16B6-A780-1E51-FBA5-4A866CE828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5162" y="1055427"/>
            <a:ext cx="490111" cy="490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6 12" descr="Ícone de grama simples - Baixar PNG/SVG Transparente">
            <a:extLst>
              <a:ext uri="{FF2B5EF4-FFF2-40B4-BE49-F238E27FC236}">
                <a16:creationId xmlns:a16="http://schemas.microsoft.com/office/drawing/2014/main" id="{0BA0DAF7-6859-BB3F-8512-AB9FDBB29B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4761" y="1055427"/>
            <a:ext cx="490111" cy="490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6 13" descr="Ícone de grama simples - Baixar PNG/SVG Transparente">
            <a:extLst>
              <a:ext uri="{FF2B5EF4-FFF2-40B4-BE49-F238E27FC236}">
                <a16:creationId xmlns:a16="http://schemas.microsoft.com/office/drawing/2014/main" id="{E4AECECE-6845-6C81-6CCA-80648A8346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5795" y="1055427"/>
            <a:ext cx="490111" cy="490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6 14" descr="Ícone de grama simples - Baixar PNG/SVG Transparente">
            <a:extLst>
              <a:ext uri="{FF2B5EF4-FFF2-40B4-BE49-F238E27FC236}">
                <a16:creationId xmlns:a16="http://schemas.microsoft.com/office/drawing/2014/main" id="{79B9E817-AFB1-2C26-E0C8-E7824BBF8C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9908" y="1055427"/>
            <a:ext cx="490111" cy="490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6 15" descr="Ícone de grama simples - Baixar PNG/SVG Transparente">
            <a:extLst>
              <a:ext uri="{FF2B5EF4-FFF2-40B4-BE49-F238E27FC236}">
                <a16:creationId xmlns:a16="http://schemas.microsoft.com/office/drawing/2014/main" id="{50BF65B0-B203-8ED6-1B04-21D148DA99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7736" y="1055427"/>
            <a:ext cx="490111" cy="490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6 16" descr="Ícone de grama simples - Baixar PNG/SVG Transparente">
            <a:extLst>
              <a:ext uri="{FF2B5EF4-FFF2-40B4-BE49-F238E27FC236}">
                <a16:creationId xmlns:a16="http://schemas.microsoft.com/office/drawing/2014/main" id="{7E5C6E5C-0BE7-5EDA-70B0-5CDA68974D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8770" y="1055427"/>
            <a:ext cx="490111" cy="490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6 17" descr="Ícone de grama simples - Baixar PNG/SVG Transparente">
            <a:extLst>
              <a:ext uri="{FF2B5EF4-FFF2-40B4-BE49-F238E27FC236}">
                <a16:creationId xmlns:a16="http://schemas.microsoft.com/office/drawing/2014/main" id="{4BB98C5F-8D4A-E014-76B1-FAF6B812BD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2883" y="1055427"/>
            <a:ext cx="490111" cy="490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6 18" descr="Ícone de grama simples - Baixar PNG/SVG Transparente">
            <a:extLst>
              <a:ext uri="{FF2B5EF4-FFF2-40B4-BE49-F238E27FC236}">
                <a16:creationId xmlns:a16="http://schemas.microsoft.com/office/drawing/2014/main" id="{A1CDFFC4-03FE-FE4F-AD81-60714065B5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5581" y="1055427"/>
            <a:ext cx="490111" cy="490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6 19" descr="Ícone de grama simples - Baixar PNG/SVG Transparente">
            <a:extLst>
              <a:ext uri="{FF2B5EF4-FFF2-40B4-BE49-F238E27FC236}">
                <a16:creationId xmlns:a16="http://schemas.microsoft.com/office/drawing/2014/main" id="{15FD1AB1-7F8F-03D7-5726-D231C5062D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6615" y="1055427"/>
            <a:ext cx="490111" cy="490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6 20" descr="Ícone de grama simples - Baixar PNG/SVG Transparente">
            <a:extLst>
              <a:ext uri="{FF2B5EF4-FFF2-40B4-BE49-F238E27FC236}">
                <a16:creationId xmlns:a16="http://schemas.microsoft.com/office/drawing/2014/main" id="{1EA83DA8-724A-6748-4DC8-0C15E75E6E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0330" y="1058288"/>
            <a:ext cx="490111" cy="4901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Retângulo 1028">
            <a:extLst>
              <a:ext uri="{FF2B5EF4-FFF2-40B4-BE49-F238E27FC236}">
                <a16:creationId xmlns:a16="http://schemas.microsoft.com/office/drawing/2014/main" id="{796F5424-F059-9EF8-8CD1-E28A927AC2F5}"/>
              </a:ext>
            </a:extLst>
          </p:cNvPr>
          <p:cNvSpPr/>
          <p:nvPr/>
        </p:nvSpPr>
        <p:spPr>
          <a:xfrm>
            <a:off x="3540218" y="1089919"/>
            <a:ext cx="79581" cy="40694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Conector reto 235">
            <a:extLst>
              <a:ext uri="{FF2B5EF4-FFF2-40B4-BE49-F238E27FC236}">
                <a16:creationId xmlns:a16="http://schemas.microsoft.com/office/drawing/2014/main" id="{5711401C-CA62-2709-7AD9-C47E3021CA1B}"/>
              </a:ext>
            </a:extLst>
          </p:cNvPr>
          <p:cNvCxnSpPr>
            <a:cxnSpLocks/>
          </p:cNvCxnSpPr>
          <p:nvPr/>
        </p:nvCxnSpPr>
        <p:spPr>
          <a:xfrm flipV="1">
            <a:off x="2021296" y="1035575"/>
            <a:ext cx="577801" cy="84796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Elipse 1036">
            <a:extLst>
              <a:ext uri="{FF2B5EF4-FFF2-40B4-BE49-F238E27FC236}">
                <a16:creationId xmlns:a16="http://schemas.microsoft.com/office/drawing/2014/main" id="{9A45DD27-D194-387F-AEF1-AEC70D02A921}"/>
              </a:ext>
            </a:extLst>
          </p:cNvPr>
          <p:cNvSpPr/>
          <p:nvPr/>
        </p:nvSpPr>
        <p:spPr>
          <a:xfrm flipH="1">
            <a:off x="3585083" y="1767989"/>
            <a:ext cx="64552" cy="6455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Elipse 239">
            <a:extLst>
              <a:ext uri="{FF2B5EF4-FFF2-40B4-BE49-F238E27FC236}">
                <a16:creationId xmlns:a16="http://schemas.microsoft.com/office/drawing/2014/main" id="{B2F97593-97BE-DF75-2FAE-712C408FD27E}"/>
              </a:ext>
            </a:extLst>
          </p:cNvPr>
          <p:cNvSpPr/>
          <p:nvPr/>
        </p:nvSpPr>
        <p:spPr>
          <a:xfrm flipH="1">
            <a:off x="2204962" y="1374360"/>
            <a:ext cx="64552" cy="6455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Conector reto 250">
            <a:extLst>
              <a:ext uri="{FF2B5EF4-FFF2-40B4-BE49-F238E27FC236}">
                <a16:creationId xmlns:a16="http://schemas.microsoft.com/office/drawing/2014/main" id="{955003B9-696A-8509-21CD-4CBFEA71C563}"/>
              </a:ext>
            </a:extLst>
          </p:cNvPr>
          <p:cNvCxnSpPr>
            <a:cxnSpLocks/>
          </p:cNvCxnSpPr>
          <p:nvPr/>
        </p:nvCxnSpPr>
        <p:spPr>
          <a:xfrm>
            <a:off x="2614021" y="1023471"/>
            <a:ext cx="61468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tângulo 88">
            <a:extLst>
              <a:ext uri="{FF2B5EF4-FFF2-40B4-BE49-F238E27FC236}">
                <a16:creationId xmlns:a16="http://schemas.microsoft.com/office/drawing/2014/main" id="{D0D93911-247A-A759-1A9F-E1779492873C}"/>
              </a:ext>
            </a:extLst>
          </p:cNvPr>
          <p:cNvSpPr/>
          <p:nvPr/>
        </p:nvSpPr>
        <p:spPr>
          <a:xfrm>
            <a:off x="890574" y="1089919"/>
            <a:ext cx="144130" cy="40980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Cilindro 5">
            <a:extLst>
              <a:ext uri="{FF2B5EF4-FFF2-40B4-BE49-F238E27FC236}">
                <a16:creationId xmlns:a16="http://schemas.microsoft.com/office/drawing/2014/main" id="{633F271F-17FE-F736-5FB6-34D331413AEA}"/>
              </a:ext>
            </a:extLst>
          </p:cNvPr>
          <p:cNvSpPr/>
          <p:nvPr/>
        </p:nvSpPr>
        <p:spPr>
          <a:xfrm rot="5400000">
            <a:off x="844800" y="886670"/>
            <a:ext cx="138653" cy="275645"/>
          </a:xfrm>
          <a:custGeom>
            <a:avLst/>
            <a:gdLst>
              <a:gd name="csX0" fmla="*/ 0 w 138653"/>
              <a:gd name="csY0" fmla="*/ 17332 h 275645"/>
              <a:gd name="csX1" fmla="*/ 69327 w 138653"/>
              <a:gd name="csY1" fmla="*/ 34664 h 275645"/>
              <a:gd name="csX2" fmla="*/ 138654 w 138653"/>
              <a:gd name="csY2" fmla="*/ 17332 h 275645"/>
              <a:gd name="csX3" fmla="*/ 138653 w 138653"/>
              <a:gd name="csY3" fmla="*/ 258313 h 275645"/>
              <a:gd name="csX4" fmla="*/ 69326 w 138653"/>
              <a:gd name="csY4" fmla="*/ 275645 h 275645"/>
              <a:gd name="csX5" fmla="*/ -1 w 138653"/>
              <a:gd name="csY5" fmla="*/ 258313 h 275645"/>
              <a:gd name="csX6" fmla="*/ 0 w 138653"/>
              <a:gd name="csY6" fmla="*/ 17332 h 275645"/>
              <a:gd name="csX0" fmla="*/ 0 w 138653"/>
              <a:gd name="csY0" fmla="*/ 17332 h 275645"/>
              <a:gd name="csX1" fmla="*/ 69327 w 138653"/>
              <a:gd name="csY1" fmla="*/ 0 h 275645"/>
              <a:gd name="csX2" fmla="*/ 138654 w 138653"/>
              <a:gd name="csY2" fmla="*/ 17332 h 275645"/>
              <a:gd name="csX3" fmla="*/ 69327 w 138653"/>
              <a:gd name="csY3" fmla="*/ 34664 h 275645"/>
              <a:gd name="csX4" fmla="*/ 0 w 138653"/>
              <a:gd name="csY4" fmla="*/ 17332 h 275645"/>
              <a:gd name="csX0" fmla="*/ 138653 w 138653"/>
              <a:gd name="csY0" fmla="*/ 17332 h 275645"/>
              <a:gd name="csX1" fmla="*/ 69326 w 138653"/>
              <a:gd name="csY1" fmla="*/ 34664 h 275645"/>
              <a:gd name="csX2" fmla="*/ -1 w 138653"/>
              <a:gd name="csY2" fmla="*/ 17332 h 275645"/>
              <a:gd name="csX3" fmla="*/ 69326 w 138653"/>
              <a:gd name="csY3" fmla="*/ 0 h 275645"/>
              <a:gd name="csX4" fmla="*/ 138653 w 138653"/>
              <a:gd name="csY4" fmla="*/ 17332 h 275645"/>
              <a:gd name="csX5" fmla="*/ 138653 w 138653"/>
              <a:gd name="csY5" fmla="*/ 258313 h 275645"/>
              <a:gd name="csX6" fmla="*/ 69326 w 138653"/>
              <a:gd name="csY6" fmla="*/ 275645 h 275645"/>
              <a:gd name="csX7" fmla="*/ -1 w 138653"/>
              <a:gd name="csY7" fmla="*/ 258313 h 275645"/>
              <a:gd name="csX8" fmla="*/ 0 w 138653"/>
              <a:gd name="csY8" fmla="*/ 17332 h 27564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38653" h="275645" stroke="0" extrusionOk="0">
                <a:moveTo>
                  <a:pt x="0" y="17332"/>
                </a:moveTo>
                <a:cubicBezTo>
                  <a:pt x="3855" y="26839"/>
                  <a:pt x="29299" y="40903"/>
                  <a:pt x="69327" y="34664"/>
                </a:cubicBezTo>
                <a:cubicBezTo>
                  <a:pt x="108615" y="34617"/>
                  <a:pt x="137706" y="24935"/>
                  <a:pt x="138654" y="17332"/>
                </a:cubicBezTo>
                <a:cubicBezTo>
                  <a:pt x="127502" y="86990"/>
                  <a:pt x="141892" y="180029"/>
                  <a:pt x="138653" y="258313"/>
                </a:cubicBezTo>
                <a:cubicBezTo>
                  <a:pt x="137313" y="267930"/>
                  <a:pt x="108488" y="279281"/>
                  <a:pt x="69326" y="275645"/>
                </a:cubicBezTo>
                <a:cubicBezTo>
                  <a:pt x="31394" y="275658"/>
                  <a:pt x="203" y="267571"/>
                  <a:pt x="-1" y="258313"/>
                </a:cubicBezTo>
                <a:cubicBezTo>
                  <a:pt x="-8210" y="186522"/>
                  <a:pt x="-3080" y="98102"/>
                  <a:pt x="0" y="17332"/>
                </a:cubicBezTo>
                <a:close/>
              </a:path>
              <a:path w="138653" h="275645" fill="lighten" stroke="0" extrusionOk="0">
                <a:moveTo>
                  <a:pt x="0" y="17332"/>
                </a:moveTo>
                <a:cubicBezTo>
                  <a:pt x="7074" y="5271"/>
                  <a:pt x="26003" y="2613"/>
                  <a:pt x="69327" y="0"/>
                </a:cubicBezTo>
                <a:cubicBezTo>
                  <a:pt x="105845" y="-1304"/>
                  <a:pt x="137789" y="9128"/>
                  <a:pt x="138654" y="17332"/>
                </a:cubicBezTo>
                <a:cubicBezTo>
                  <a:pt x="133153" y="31885"/>
                  <a:pt x="110415" y="35246"/>
                  <a:pt x="69327" y="34664"/>
                </a:cubicBezTo>
                <a:cubicBezTo>
                  <a:pt x="33159" y="34584"/>
                  <a:pt x="903" y="27916"/>
                  <a:pt x="0" y="17332"/>
                </a:cubicBezTo>
                <a:close/>
              </a:path>
              <a:path w="138653" h="275645" fill="none" extrusionOk="0">
                <a:moveTo>
                  <a:pt x="138653" y="17332"/>
                </a:moveTo>
                <a:cubicBezTo>
                  <a:pt x="139288" y="28869"/>
                  <a:pt x="110580" y="39486"/>
                  <a:pt x="69326" y="34664"/>
                </a:cubicBezTo>
                <a:cubicBezTo>
                  <a:pt x="31502" y="33483"/>
                  <a:pt x="-812" y="26374"/>
                  <a:pt x="-1" y="17332"/>
                </a:cubicBezTo>
                <a:cubicBezTo>
                  <a:pt x="5535" y="6619"/>
                  <a:pt x="26542" y="2082"/>
                  <a:pt x="69326" y="0"/>
                </a:cubicBezTo>
                <a:cubicBezTo>
                  <a:pt x="107430" y="637"/>
                  <a:pt x="137904" y="7036"/>
                  <a:pt x="138653" y="17332"/>
                </a:cubicBezTo>
                <a:cubicBezTo>
                  <a:pt x="138368" y="134111"/>
                  <a:pt x="136996" y="151118"/>
                  <a:pt x="138653" y="258313"/>
                </a:cubicBezTo>
                <a:cubicBezTo>
                  <a:pt x="139228" y="266993"/>
                  <a:pt x="101771" y="278304"/>
                  <a:pt x="69326" y="275645"/>
                </a:cubicBezTo>
                <a:cubicBezTo>
                  <a:pt x="31780" y="273684"/>
                  <a:pt x="639" y="266820"/>
                  <a:pt x="-1" y="258313"/>
                </a:cubicBezTo>
                <a:cubicBezTo>
                  <a:pt x="1791" y="178356"/>
                  <a:pt x="889" y="82794"/>
                  <a:pt x="0" y="17332"/>
                </a:cubicBezTo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  <a:extLst>
              <a:ext uri="{C807C97D-BFC1-408E-A445-0C87EB9F89A2}">
                <ask:lineSketchStyleProps xmlns:ask="http://schemas.microsoft.com/office/drawing/2018/sketchyshapes" sd="1418567760">
                  <a:prstGeom prst="can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Cilindro 41">
            <a:extLst>
              <a:ext uri="{FF2B5EF4-FFF2-40B4-BE49-F238E27FC236}">
                <a16:creationId xmlns:a16="http://schemas.microsoft.com/office/drawing/2014/main" id="{170230A7-DC85-E3FA-EFA5-AC287E81B660}"/>
              </a:ext>
            </a:extLst>
          </p:cNvPr>
          <p:cNvSpPr/>
          <p:nvPr/>
        </p:nvSpPr>
        <p:spPr>
          <a:xfrm rot="5400000">
            <a:off x="2292798" y="890604"/>
            <a:ext cx="64551" cy="2868883"/>
          </a:xfrm>
          <a:prstGeom prst="ca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Conector reto 167 1">
            <a:extLst>
              <a:ext uri="{FF2B5EF4-FFF2-40B4-BE49-F238E27FC236}">
                <a16:creationId xmlns:a16="http://schemas.microsoft.com/office/drawing/2014/main" id="{5D4D98C9-305D-CCF6-CEAB-52F5B5EC4BE7}"/>
              </a:ext>
            </a:extLst>
          </p:cNvPr>
          <p:cNvCxnSpPr>
            <a:cxnSpLocks/>
          </p:cNvCxnSpPr>
          <p:nvPr/>
        </p:nvCxnSpPr>
        <p:spPr>
          <a:xfrm flipH="1">
            <a:off x="3787962" y="2325046"/>
            <a:ext cx="205235" cy="0"/>
          </a:xfrm>
          <a:prstGeom prst="line">
            <a:avLst/>
          </a:prstGeom>
          <a:ln w="28575" cap="rnd">
            <a:solidFill>
              <a:srgbClr val="00B0F0"/>
            </a:solidFill>
            <a:round/>
            <a:headEnd type="arrow"/>
            <a:tailEnd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105">
            <a:extLst>
              <a:ext uri="{FF2B5EF4-FFF2-40B4-BE49-F238E27FC236}">
                <a16:creationId xmlns:a16="http://schemas.microsoft.com/office/drawing/2014/main" id="{3753A228-D7C9-88D0-6B7A-04262B4E29E3}"/>
              </a:ext>
            </a:extLst>
          </p:cNvPr>
          <p:cNvCxnSpPr>
            <a:cxnSpLocks/>
          </p:cNvCxnSpPr>
          <p:nvPr/>
        </p:nvCxnSpPr>
        <p:spPr>
          <a:xfrm>
            <a:off x="1328846" y="2291385"/>
            <a:ext cx="71955" cy="25473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to 65 1">
            <a:extLst>
              <a:ext uri="{FF2B5EF4-FFF2-40B4-BE49-F238E27FC236}">
                <a16:creationId xmlns:a16="http://schemas.microsoft.com/office/drawing/2014/main" id="{8FD6588B-CF3F-CBA1-8768-BDFC5F733F51}"/>
              </a:ext>
            </a:extLst>
          </p:cNvPr>
          <p:cNvCxnSpPr>
            <a:cxnSpLocks/>
          </p:cNvCxnSpPr>
          <p:nvPr/>
        </p:nvCxnSpPr>
        <p:spPr>
          <a:xfrm flipV="1">
            <a:off x="2310926" y="1765309"/>
            <a:ext cx="0" cy="236455"/>
          </a:xfrm>
          <a:prstGeom prst="line">
            <a:avLst/>
          </a:prstGeom>
          <a:ln w="28575" cap="rnd">
            <a:solidFill>
              <a:schemeClr val="bg1">
                <a:lumMod val="50000"/>
              </a:schemeClr>
            </a:solidFill>
            <a:round/>
            <a:headEnd type="arrow"/>
            <a:tailEnd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Elipse 2">
            <a:extLst>
              <a:ext uri="{FF2B5EF4-FFF2-40B4-BE49-F238E27FC236}">
                <a16:creationId xmlns:a16="http://schemas.microsoft.com/office/drawing/2014/main" id="{2E2967BA-DA9F-B7E3-2E44-2D7E740A8C59}"/>
              </a:ext>
            </a:extLst>
          </p:cNvPr>
          <p:cNvSpPr/>
          <p:nvPr/>
        </p:nvSpPr>
        <p:spPr>
          <a:xfrm>
            <a:off x="914126" y="2277895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Elipse 93">
            <a:extLst>
              <a:ext uri="{FF2B5EF4-FFF2-40B4-BE49-F238E27FC236}">
                <a16:creationId xmlns:a16="http://schemas.microsoft.com/office/drawing/2014/main" id="{DF87D770-8E8D-8B9F-BCF1-90D3635F55BA}"/>
              </a:ext>
            </a:extLst>
          </p:cNvPr>
          <p:cNvSpPr/>
          <p:nvPr/>
        </p:nvSpPr>
        <p:spPr>
          <a:xfrm>
            <a:off x="987072" y="2277895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Elipse 94">
            <a:extLst>
              <a:ext uri="{FF2B5EF4-FFF2-40B4-BE49-F238E27FC236}">
                <a16:creationId xmlns:a16="http://schemas.microsoft.com/office/drawing/2014/main" id="{92F03554-5EA3-5FF3-C3FC-5FEDECBD8AB2}"/>
              </a:ext>
            </a:extLst>
          </p:cNvPr>
          <p:cNvSpPr/>
          <p:nvPr/>
        </p:nvSpPr>
        <p:spPr>
          <a:xfrm>
            <a:off x="1057684" y="2277895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Elipse 95">
            <a:extLst>
              <a:ext uri="{FF2B5EF4-FFF2-40B4-BE49-F238E27FC236}">
                <a16:creationId xmlns:a16="http://schemas.microsoft.com/office/drawing/2014/main" id="{8F535791-3C15-781B-FFBC-22BB4BBBD4A5}"/>
              </a:ext>
            </a:extLst>
          </p:cNvPr>
          <p:cNvSpPr/>
          <p:nvPr/>
        </p:nvSpPr>
        <p:spPr>
          <a:xfrm>
            <a:off x="1124392" y="2277895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Elipse 97">
            <a:extLst>
              <a:ext uri="{FF2B5EF4-FFF2-40B4-BE49-F238E27FC236}">
                <a16:creationId xmlns:a16="http://schemas.microsoft.com/office/drawing/2014/main" id="{CE8120D2-54A4-44C1-D53E-A273430546C1}"/>
              </a:ext>
            </a:extLst>
          </p:cNvPr>
          <p:cNvSpPr/>
          <p:nvPr/>
        </p:nvSpPr>
        <p:spPr>
          <a:xfrm>
            <a:off x="1194191" y="2277895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Elipse 98">
            <a:extLst>
              <a:ext uri="{FF2B5EF4-FFF2-40B4-BE49-F238E27FC236}">
                <a16:creationId xmlns:a16="http://schemas.microsoft.com/office/drawing/2014/main" id="{D975A320-7BFD-2FBC-8C9B-168F4844A85E}"/>
              </a:ext>
            </a:extLst>
          </p:cNvPr>
          <p:cNvSpPr/>
          <p:nvPr/>
        </p:nvSpPr>
        <p:spPr>
          <a:xfrm>
            <a:off x="1267137" y="2277895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Elipse 106">
            <a:extLst>
              <a:ext uri="{FF2B5EF4-FFF2-40B4-BE49-F238E27FC236}">
                <a16:creationId xmlns:a16="http://schemas.microsoft.com/office/drawing/2014/main" id="{901198F6-DE5F-2B5C-8350-674A29A73C51}"/>
              </a:ext>
            </a:extLst>
          </p:cNvPr>
          <p:cNvSpPr/>
          <p:nvPr/>
        </p:nvSpPr>
        <p:spPr>
          <a:xfrm>
            <a:off x="1337749" y="2277895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Elipse 110">
            <a:extLst>
              <a:ext uri="{FF2B5EF4-FFF2-40B4-BE49-F238E27FC236}">
                <a16:creationId xmlns:a16="http://schemas.microsoft.com/office/drawing/2014/main" id="{0E0B739B-F3D8-5ADE-A226-E02DCA823257}"/>
              </a:ext>
            </a:extLst>
          </p:cNvPr>
          <p:cNvSpPr/>
          <p:nvPr/>
        </p:nvSpPr>
        <p:spPr>
          <a:xfrm>
            <a:off x="1404457" y="2277895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Elipse 111">
            <a:extLst>
              <a:ext uri="{FF2B5EF4-FFF2-40B4-BE49-F238E27FC236}">
                <a16:creationId xmlns:a16="http://schemas.microsoft.com/office/drawing/2014/main" id="{D952F7AE-33ED-9BDF-1AE2-22FA0847DCD4}"/>
              </a:ext>
            </a:extLst>
          </p:cNvPr>
          <p:cNvSpPr/>
          <p:nvPr/>
        </p:nvSpPr>
        <p:spPr>
          <a:xfrm>
            <a:off x="1470908" y="2277895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Elipse 112">
            <a:extLst>
              <a:ext uri="{FF2B5EF4-FFF2-40B4-BE49-F238E27FC236}">
                <a16:creationId xmlns:a16="http://schemas.microsoft.com/office/drawing/2014/main" id="{E99C86D1-9EFB-6590-5EF7-8A44F81016BC}"/>
              </a:ext>
            </a:extLst>
          </p:cNvPr>
          <p:cNvSpPr/>
          <p:nvPr/>
        </p:nvSpPr>
        <p:spPr>
          <a:xfrm>
            <a:off x="1543854" y="2277895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Elipse 113">
            <a:extLst>
              <a:ext uri="{FF2B5EF4-FFF2-40B4-BE49-F238E27FC236}">
                <a16:creationId xmlns:a16="http://schemas.microsoft.com/office/drawing/2014/main" id="{5184F678-F556-9CEB-6CBC-134DF9AD4FF3}"/>
              </a:ext>
            </a:extLst>
          </p:cNvPr>
          <p:cNvSpPr/>
          <p:nvPr/>
        </p:nvSpPr>
        <p:spPr>
          <a:xfrm>
            <a:off x="1614466" y="2277895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Elipse 115">
            <a:extLst>
              <a:ext uri="{FF2B5EF4-FFF2-40B4-BE49-F238E27FC236}">
                <a16:creationId xmlns:a16="http://schemas.microsoft.com/office/drawing/2014/main" id="{5A9EBCE4-7C28-43A6-F874-DB0B9B6C80F2}"/>
              </a:ext>
            </a:extLst>
          </p:cNvPr>
          <p:cNvSpPr/>
          <p:nvPr/>
        </p:nvSpPr>
        <p:spPr>
          <a:xfrm>
            <a:off x="1681174" y="2277895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Elipse 116">
            <a:extLst>
              <a:ext uri="{FF2B5EF4-FFF2-40B4-BE49-F238E27FC236}">
                <a16:creationId xmlns:a16="http://schemas.microsoft.com/office/drawing/2014/main" id="{9D67C7E5-7AC5-10A8-7F5A-35D8994D76FD}"/>
              </a:ext>
            </a:extLst>
          </p:cNvPr>
          <p:cNvSpPr/>
          <p:nvPr/>
        </p:nvSpPr>
        <p:spPr>
          <a:xfrm>
            <a:off x="1750973" y="2277895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Elipse 117">
            <a:extLst>
              <a:ext uri="{FF2B5EF4-FFF2-40B4-BE49-F238E27FC236}">
                <a16:creationId xmlns:a16="http://schemas.microsoft.com/office/drawing/2014/main" id="{925D4385-D9D7-C356-E9AF-8C61A4F2FDA2}"/>
              </a:ext>
            </a:extLst>
          </p:cNvPr>
          <p:cNvSpPr/>
          <p:nvPr/>
        </p:nvSpPr>
        <p:spPr>
          <a:xfrm>
            <a:off x="1823919" y="2277895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Elipse 118">
            <a:extLst>
              <a:ext uri="{FF2B5EF4-FFF2-40B4-BE49-F238E27FC236}">
                <a16:creationId xmlns:a16="http://schemas.microsoft.com/office/drawing/2014/main" id="{7FB7A3B3-C32F-9B9C-C7B5-9979E3591848}"/>
              </a:ext>
            </a:extLst>
          </p:cNvPr>
          <p:cNvSpPr/>
          <p:nvPr/>
        </p:nvSpPr>
        <p:spPr>
          <a:xfrm>
            <a:off x="1894531" y="2277895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Elipse 119">
            <a:extLst>
              <a:ext uri="{FF2B5EF4-FFF2-40B4-BE49-F238E27FC236}">
                <a16:creationId xmlns:a16="http://schemas.microsoft.com/office/drawing/2014/main" id="{9D853E57-01CD-7458-853A-FEC1460E3BBB}"/>
              </a:ext>
            </a:extLst>
          </p:cNvPr>
          <p:cNvSpPr/>
          <p:nvPr/>
        </p:nvSpPr>
        <p:spPr>
          <a:xfrm>
            <a:off x="1961239" y="2277895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Elipse 120">
            <a:extLst>
              <a:ext uri="{FF2B5EF4-FFF2-40B4-BE49-F238E27FC236}">
                <a16:creationId xmlns:a16="http://schemas.microsoft.com/office/drawing/2014/main" id="{41D734C0-486A-7768-28AA-950F62E18E7D}"/>
              </a:ext>
            </a:extLst>
          </p:cNvPr>
          <p:cNvSpPr/>
          <p:nvPr/>
        </p:nvSpPr>
        <p:spPr>
          <a:xfrm>
            <a:off x="2029167" y="2277895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Elipse 126">
            <a:extLst>
              <a:ext uri="{FF2B5EF4-FFF2-40B4-BE49-F238E27FC236}">
                <a16:creationId xmlns:a16="http://schemas.microsoft.com/office/drawing/2014/main" id="{63CCF7FD-EB71-2D12-CCE0-CE694D61E192}"/>
              </a:ext>
            </a:extLst>
          </p:cNvPr>
          <p:cNvSpPr/>
          <p:nvPr/>
        </p:nvSpPr>
        <p:spPr>
          <a:xfrm>
            <a:off x="2102113" y="2277895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Elipse 127">
            <a:extLst>
              <a:ext uri="{FF2B5EF4-FFF2-40B4-BE49-F238E27FC236}">
                <a16:creationId xmlns:a16="http://schemas.microsoft.com/office/drawing/2014/main" id="{A5384E58-7696-AB45-90CD-B4F92111FC1D}"/>
              </a:ext>
            </a:extLst>
          </p:cNvPr>
          <p:cNvSpPr/>
          <p:nvPr/>
        </p:nvSpPr>
        <p:spPr>
          <a:xfrm>
            <a:off x="2172725" y="2277895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Elipse 129">
            <a:extLst>
              <a:ext uri="{FF2B5EF4-FFF2-40B4-BE49-F238E27FC236}">
                <a16:creationId xmlns:a16="http://schemas.microsoft.com/office/drawing/2014/main" id="{60D25A56-A777-DDD8-1170-1F7524B6C045}"/>
              </a:ext>
            </a:extLst>
          </p:cNvPr>
          <p:cNvSpPr/>
          <p:nvPr/>
        </p:nvSpPr>
        <p:spPr>
          <a:xfrm>
            <a:off x="2239433" y="2277895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Elipse 130">
            <a:extLst>
              <a:ext uri="{FF2B5EF4-FFF2-40B4-BE49-F238E27FC236}">
                <a16:creationId xmlns:a16="http://schemas.microsoft.com/office/drawing/2014/main" id="{0339755D-900F-E49A-F7CB-9CC051E54E55}"/>
              </a:ext>
            </a:extLst>
          </p:cNvPr>
          <p:cNvSpPr/>
          <p:nvPr/>
        </p:nvSpPr>
        <p:spPr>
          <a:xfrm>
            <a:off x="2309232" y="2277895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Elipse 131">
            <a:extLst>
              <a:ext uri="{FF2B5EF4-FFF2-40B4-BE49-F238E27FC236}">
                <a16:creationId xmlns:a16="http://schemas.microsoft.com/office/drawing/2014/main" id="{91DBE834-F703-0FD9-8541-1A33A44EEE23}"/>
              </a:ext>
            </a:extLst>
          </p:cNvPr>
          <p:cNvSpPr/>
          <p:nvPr/>
        </p:nvSpPr>
        <p:spPr>
          <a:xfrm>
            <a:off x="2382178" y="2277895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Elipse 132">
            <a:extLst>
              <a:ext uri="{FF2B5EF4-FFF2-40B4-BE49-F238E27FC236}">
                <a16:creationId xmlns:a16="http://schemas.microsoft.com/office/drawing/2014/main" id="{634C944D-8D7F-9FE5-C118-F4052690C43B}"/>
              </a:ext>
            </a:extLst>
          </p:cNvPr>
          <p:cNvSpPr/>
          <p:nvPr/>
        </p:nvSpPr>
        <p:spPr>
          <a:xfrm>
            <a:off x="2452790" y="2277895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Elipse 134">
            <a:extLst>
              <a:ext uri="{FF2B5EF4-FFF2-40B4-BE49-F238E27FC236}">
                <a16:creationId xmlns:a16="http://schemas.microsoft.com/office/drawing/2014/main" id="{9A49D559-C160-CD9F-FA84-64809618C0E1}"/>
              </a:ext>
            </a:extLst>
          </p:cNvPr>
          <p:cNvSpPr/>
          <p:nvPr/>
        </p:nvSpPr>
        <p:spPr>
          <a:xfrm>
            <a:off x="2519498" y="2277895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Elipse 136">
            <a:extLst>
              <a:ext uri="{FF2B5EF4-FFF2-40B4-BE49-F238E27FC236}">
                <a16:creationId xmlns:a16="http://schemas.microsoft.com/office/drawing/2014/main" id="{20D13B3C-85A6-AA7D-9CCE-AF7FE2634FE6}"/>
              </a:ext>
            </a:extLst>
          </p:cNvPr>
          <p:cNvSpPr/>
          <p:nvPr/>
        </p:nvSpPr>
        <p:spPr>
          <a:xfrm>
            <a:off x="2585949" y="2277895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Elipse 137">
            <a:extLst>
              <a:ext uri="{FF2B5EF4-FFF2-40B4-BE49-F238E27FC236}">
                <a16:creationId xmlns:a16="http://schemas.microsoft.com/office/drawing/2014/main" id="{81C8DFEE-19F4-1F0D-B47F-746F77FED44C}"/>
              </a:ext>
            </a:extLst>
          </p:cNvPr>
          <p:cNvSpPr/>
          <p:nvPr/>
        </p:nvSpPr>
        <p:spPr>
          <a:xfrm>
            <a:off x="2658895" y="2277895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Elipse 138">
            <a:extLst>
              <a:ext uri="{FF2B5EF4-FFF2-40B4-BE49-F238E27FC236}">
                <a16:creationId xmlns:a16="http://schemas.microsoft.com/office/drawing/2014/main" id="{68948423-E656-6C3E-8C06-1DC7B5D16E45}"/>
              </a:ext>
            </a:extLst>
          </p:cNvPr>
          <p:cNvSpPr/>
          <p:nvPr/>
        </p:nvSpPr>
        <p:spPr>
          <a:xfrm>
            <a:off x="2729507" y="2277895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Elipse 139">
            <a:extLst>
              <a:ext uri="{FF2B5EF4-FFF2-40B4-BE49-F238E27FC236}">
                <a16:creationId xmlns:a16="http://schemas.microsoft.com/office/drawing/2014/main" id="{49D2D88B-A2C4-74A2-6815-46C389EFC1B1}"/>
              </a:ext>
            </a:extLst>
          </p:cNvPr>
          <p:cNvSpPr/>
          <p:nvPr/>
        </p:nvSpPr>
        <p:spPr>
          <a:xfrm>
            <a:off x="2796215" y="2277895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Elipse 141">
            <a:extLst>
              <a:ext uri="{FF2B5EF4-FFF2-40B4-BE49-F238E27FC236}">
                <a16:creationId xmlns:a16="http://schemas.microsoft.com/office/drawing/2014/main" id="{8E66E854-9D1D-CE45-4983-815D32EFB15E}"/>
              </a:ext>
            </a:extLst>
          </p:cNvPr>
          <p:cNvSpPr/>
          <p:nvPr/>
        </p:nvSpPr>
        <p:spPr>
          <a:xfrm>
            <a:off x="2866014" y="2277895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Elipse 144">
            <a:extLst>
              <a:ext uri="{FF2B5EF4-FFF2-40B4-BE49-F238E27FC236}">
                <a16:creationId xmlns:a16="http://schemas.microsoft.com/office/drawing/2014/main" id="{ECA5E001-204B-3F83-B8A9-5E0A65C5CBD3}"/>
              </a:ext>
            </a:extLst>
          </p:cNvPr>
          <p:cNvSpPr/>
          <p:nvPr/>
        </p:nvSpPr>
        <p:spPr>
          <a:xfrm>
            <a:off x="2938960" y="2277895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Elipse 145">
            <a:extLst>
              <a:ext uri="{FF2B5EF4-FFF2-40B4-BE49-F238E27FC236}">
                <a16:creationId xmlns:a16="http://schemas.microsoft.com/office/drawing/2014/main" id="{56465D28-4417-A828-FCDC-BA89836FB18E}"/>
              </a:ext>
            </a:extLst>
          </p:cNvPr>
          <p:cNvSpPr/>
          <p:nvPr/>
        </p:nvSpPr>
        <p:spPr>
          <a:xfrm>
            <a:off x="3009572" y="2277895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Elipse 146">
            <a:extLst>
              <a:ext uri="{FF2B5EF4-FFF2-40B4-BE49-F238E27FC236}">
                <a16:creationId xmlns:a16="http://schemas.microsoft.com/office/drawing/2014/main" id="{1F5197FB-C7BF-7EE5-B112-D87A26BA805A}"/>
              </a:ext>
            </a:extLst>
          </p:cNvPr>
          <p:cNvSpPr/>
          <p:nvPr/>
        </p:nvSpPr>
        <p:spPr>
          <a:xfrm>
            <a:off x="3076280" y="2277895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Elipse 148">
            <a:extLst>
              <a:ext uri="{FF2B5EF4-FFF2-40B4-BE49-F238E27FC236}">
                <a16:creationId xmlns:a16="http://schemas.microsoft.com/office/drawing/2014/main" id="{C44C68C0-0FDA-1B85-591B-359E0E86DBFD}"/>
              </a:ext>
            </a:extLst>
          </p:cNvPr>
          <p:cNvSpPr/>
          <p:nvPr/>
        </p:nvSpPr>
        <p:spPr>
          <a:xfrm>
            <a:off x="3147226" y="2277895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Elipse 150">
            <a:extLst>
              <a:ext uri="{FF2B5EF4-FFF2-40B4-BE49-F238E27FC236}">
                <a16:creationId xmlns:a16="http://schemas.microsoft.com/office/drawing/2014/main" id="{9616E280-F535-6A02-750E-29E32D6EF77A}"/>
              </a:ext>
            </a:extLst>
          </p:cNvPr>
          <p:cNvSpPr/>
          <p:nvPr/>
        </p:nvSpPr>
        <p:spPr>
          <a:xfrm>
            <a:off x="3220172" y="2277895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Elipse 155">
            <a:extLst>
              <a:ext uri="{FF2B5EF4-FFF2-40B4-BE49-F238E27FC236}">
                <a16:creationId xmlns:a16="http://schemas.microsoft.com/office/drawing/2014/main" id="{D451BDE3-5148-C4B7-2EEE-C245B4BF698F}"/>
              </a:ext>
            </a:extLst>
          </p:cNvPr>
          <p:cNvSpPr/>
          <p:nvPr/>
        </p:nvSpPr>
        <p:spPr>
          <a:xfrm>
            <a:off x="3290784" y="2277895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Elipse 156">
            <a:extLst>
              <a:ext uri="{FF2B5EF4-FFF2-40B4-BE49-F238E27FC236}">
                <a16:creationId xmlns:a16="http://schemas.microsoft.com/office/drawing/2014/main" id="{077309F3-4885-B131-E2FA-DFFD261759F2}"/>
              </a:ext>
            </a:extLst>
          </p:cNvPr>
          <p:cNvSpPr/>
          <p:nvPr/>
        </p:nvSpPr>
        <p:spPr>
          <a:xfrm>
            <a:off x="3357492" y="2277895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Elipse 157">
            <a:extLst>
              <a:ext uri="{FF2B5EF4-FFF2-40B4-BE49-F238E27FC236}">
                <a16:creationId xmlns:a16="http://schemas.microsoft.com/office/drawing/2014/main" id="{2097FD19-DD45-D634-DF0D-8A6D2702EA58}"/>
              </a:ext>
            </a:extLst>
          </p:cNvPr>
          <p:cNvSpPr/>
          <p:nvPr/>
        </p:nvSpPr>
        <p:spPr>
          <a:xfrm>
            <a:off x="3427291" y="2277895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Elipse 173">
            <a:extLst>
              <a:ext uri="{FF2B5EF4-FFF2-40B4-BE49-F238E27FC236}">
                <a16:creationId xmlns:a16="http://schemas.microsoft.com/office/drawing/2014/main" id="{7BB30BA8-32D4-211D-B3A4-1589B90FC46B}"/>
              </a:ext>
            </a:extLst>
          </p:cNvPr>
          <p:cNvSpPr/>
          <p:nvPr/>
        </p:nvSpPr>
        <p:spPr>
          <a:xfrm>
            <a:off x="3500237" y="2277895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Elipse 174">
            <a:extLst>
              <a:ext uri="{FF2B5EF4-FFF2-40B4-BE49-F238E27FC236}">
                <a16:creationId xmlns:a16="http://schemas.microsoft.com/office/drawing/2014/main" id="{C698621D-33F3-ADEC-FD3E-C7D25115C9A8}"/>
              </a:ext>
            </a:extLst>
          </p:cNvPr>
          <p:cNvSpPr/>
          <p:nvPr/>
        </p:nvSpPr>
        <p:spPr>
          <a:xfrm>
            <a:off x="3570849" y="2277895"/>
            <a:ext cx="45719" cy="45719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8" name="Conector reto 177 1">
            <a:extLst>
              <a:ext uri="{FF2B5EF4-FFF2-40B4-BE49-F238E27FC236}">
                <a16:creationId xmlns:a16="http://schemas.microsoft.com/office/drawing/2014/main" id="{577A50FF-39F5-2D00-935D-189285FADF8E}"/>
              </a:ext>
            </a:extLst>
          </p:cNvPr>
          <p:cNvCxnSpPr>
            <a:cxnSpLocks/>
          </p:cNvCxnSpPr>
          <p:nvPr/>
        </p:nvCxnSpPr>
        <p:spPr>
          <a:xfrm>
            <a:off x="775286" y="1123950"/>
            <a:ext cx="0" cy="141160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to 183 1">
            <a:extLst>
              <a:ext uri="{FF2B5EF4-FFF2-40B4-BE49-F238E27FC236}">
                <a16:creationId xmlns:a16="http://schemas.microsoft.com/office/drawing/2014/main" id="{A4949085-D8B3-4AEB-F5EA-4083624F88F1}"/>
              </a:ext>
            </a:extLst>
          </p:cNvPr>
          <p:cNvCxnSpPr>
            <a:cxnSpLocks/>
          </p:cNvCxnSpPr>
          <p:nvPr/>
        </p:nvCxnSpPr>
        <p:spPr>
          <a:xfrm flipV="1">
            <a:off x="702702" y="1453228"/>
            <a:ext cx="135160" cy="77471"/>
          </a:xfrm>
          <a:prstGeom prst="line">
            <a:avLst/>
          </a:prstGeom>
          <a:ln w="381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reto 186">
            <a:extLst>
              <a:ext uri="{FF2B5EF4-FFF2-40B4-BE49-F238E27FC236}">
                <a16:creationId xmlns:a16="http://schemas.microsoft.com/office/drawing/2014/main" id="{D96FCE00-54DC-C4C3-773C-45F2E332D5A6}"/>
              </a:ext>
            </a:extLst>
          </p:cNvPr>
          <p:cNvCxnSpPr>
            <a:cxnSpLocks/>
          </p:cNvCxnSpPr>
          <p:nvPr/>
        </p:nvCxnSpPr>
        <p:spPr>
          <a:xfrm flipV="1">
            <a:off x="694137" y="2331476"/>
            <a:ext cx="135160" cy="77471"/>
          </a:xfrm>
          <a:prstGeom prst="line">
            <a:avLst/>
          </a:prstGeom>
          <a:ln w="381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Retângulo 34">
            <a:extLst>
              <a:ext uri="{FF2B5EF4-FFF2-40B4-BE49-F238E27FC236}">
                <a16:creationId xmlns:a16="http://schemas.microsoft.com/office/drawing/2014/main" id="{9740074E-1BF0-5ADD-8B3F-8947E6ABA1F6}"/>
              </a:ext>
            </a:extLst>
          </p:cNvPr>
          <p:cNvSpPr/>
          <p:nvPr/>
        </p:nvSpPr>
        <p:spPr>
          <a:xfrm>
            <a:off x="1040513" y="1212344"/>
            <a:ext cx="2498508" cy="296465"/>
          </a:xfrm>
          <a:prstGeom prst="rect">
            <a:avLst/>
          </a:prstGeom>
          <a:solidFill>
            <a:srgbClr val="00206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5" name="Retângulo 232">
            <a:extLst>
              <a:ext uri="{FF2B5EF4-FFF2-40B4-BE49-F238E27FC236}">
                <a16:creationId xmlns:a16="http://schemas.microsoft.com/office/drawing/2014/main" id="{5A68290A-21AD-1F97-AC40-9D502E28F1C1}"/>
              </a:ext>
            </a:extLst>
          </p:cNvPr>
          <p:cNvSpPr/>
          <p:nvPr/>
        </p:nvSpPr>
        <p:spPr>
          <a:xfrm>
            <a:off x="3609619" y="2296075"/>
            <a:ext cx="150546" cy="67964"/>
          </a:xfrm>
          <a:prstGeom prst="rect">
            <a:avLst/>
          </a:prstGeom>
          <a:solidFill>
            <a:srgbClr val="002060">
              <a:alpha val="2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6" name="Conector reto 234">
            <a:extLst>
              <a:ext uri="{FF2B5EF4-FFF2-40B4-BE49-F238E27FC236}">
                <a16:creationId xmlns:a16="http://schemas.microsoft.com/office/drawing/2014/main" id="{276F4950-B62C-DA1A-2A70-43BCEC5D75D4}"/>
              </a:ext>
            </a:extLst>
          </p:cNvPr>
          <p:cNvCxnSpPr>
            <a:cxnSpLocks/>
          </p:cNvCxnSpPr>
          <p:nvPr/>
        </p:nvCxnSpPr>
        <p:spPr>
          <a:xfrm>
            <a:off x="1163568" y="1023471"/>
            <a:ext cx="76238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ector reto 236">
            <a:extLst>
              <a:ext uri="{FF2B5EF4-FFF2-40B4-BE49-F238E27FC236}">
                <a16:creationId xmlns:a16="http://schemas.microsoft.com/office/drawing/2014/main" id="{41FACF4B-041C-3100-C285-95760929487E}"/>
              </a:ext>
            </a:extLst>
          </p:cNvPr>
          <p:cNvCxnSpPr>
            <a:cxnSpLocks/>
          </p:cNvCxnSpPr>
          <p:nvPr/>
        </p:nvCxnSpPr>
        <p:spPr>
          <a:xfrm flipH="1" flipV="1">
            <a:off x="1930639" y="1020675"/>
            <a:ext cx="313217" cy="37084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Elipse 285">
            <a:extLst>
              <a:ext uri="{FF2B5EF4-FFF2-40B4-BE49-F238E27FC236}">
                <a16:creationId xmlns:a16="http://schemas.microsoft.com/office/drawing/2014/main" id="{782C2E6D-808D-99D7-0008-773BDA9771F0}"/>
              </a:ext>
            </a:extLst>
          </p:cNvPr>
          <p:cNvSpPr/>
          <p:nvPr/>
        </p:nvSpPr>
        <p:spPr>
          <a:xfrm flipH="1">
            <a:off x="1983125" y="1865143"/>
            <a:ext cx="64552" cy="6455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tângulo 226">
            <a:extLst>
              <a:ext uri="{FF2B5EF4-FFF2-40B4-BE49-F238E27FC236}">
                <a16:creationId xmlns:a16="http://schemas.microsoft.com/office/drawing/2014/main" id="{055A9410-15AF-360F-C505-A5566ED866CD}"/>
              </a:ext>
            </a:extLst>
          </p:cNvPr>
          <p:cNvSpPr/>
          <p:nvPr/>
        </p:nvSpPr>
        <p:spPr>
          <a:xfrm>
            <a:off x="901521" y="2108509"/>
            <a:ext cx="2710673" cy="241599"/>
          </a:xfrm>
          <a:prstGeom prst="rect">
            <a:avLst/>
          </a:prstGeom>
          <a:solidFill>
            <a:srgbClr val="002060">
              <a:alpha val="2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02" name="Conector reto 65 2">
            <a:extLst>
              <a:ext uri="{FF2B5EF4-FFF2-40B4-BE49-F238E27FC236}">
                <a16:creationId xmlns:a16="http://schemas.microsoft.com/office/drawing/2014/main" id="{A20CA2B1-80F3-1B15-9871-5A31222861DE}"/>
              </a:ext>
            </a:extLst>
          </p:cNvPr>
          <p:cNvCxnSpPr>
            <a:cxnSpLocks/>
          </p:cNvCxnSpPr>
          <p:nvPr/>
        </p:nvCxnSpPr>
        <p:spPr>
          <a:xfrm flipV="1">
            <a:off x="2310926" y="1261069"/>
            <a:ext cx="0" cy="236455"/>
          </a:xfrm>
          <a:prstGeom prst="line">
            <a:avLst/>
          </a:prstGeom>
          <a:ln w="28575" cap="rnd">
            <a:solidFill>
              <a:schemeClr val="bg1">
                <a:lumMod val="50000"/>
              </a:schemeClr>
            </a:solidFill>
            <a:round/>
            <a:headEnd type="arrow"/>
            <a:tailEnd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ector reto 167 3">
            <a:extLst>
              <a:ext uri="{FF2B5EF4-FFF2-40B4-BE49-F238E27FC236}">
                <a16:creationId xmlns:a16="http://schemas.microsoft.com/office/drawing/2014/main" id="{45FF7ACC-66DD-3207-BB89-1F70B862B3B9}"/>
              </a:ext>
            </a:extLst>
          </p:cNvPr>
          <p:cNvCxnSpPr>
            <a:cxnSpLocks/>
          </p:cNvCxnSpPr>
          <p:nvPr/>
        </p:nvCxnSpPr>
        <p:spPr>
          <a:xfrm flipH="1">
            <a:off x="469547" y="1011076"/>
            <a:ext cx="205235" cy="0"/>
          </a:xfrm>
          <a:prstGeom prst="line">
            <a:avLst/>
          </a:prstGeom>
          <a:ln w="28575" cap="rnd">
            <a:solidFill>
              <a:srgbClr val="00B0F0"/>
            </a:solidFill>
            <a:round/>
            <a:headEnd type="arrow"/>
            <a:tailEnd w="lg" len="lg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4" name="Picture 103" descr="\documentclass{article}&#10;\usepackage{amsmath}&#10;\pagestyle{empty}&#10;\begin{document}&#10;\noindent&#10;$L_d$&#10;\end{document}" title="IguanaTex Bitmap Display">
            <a:extLst>
              <a:ext uri="{FF2B5EF4-FFF2-40B4-BE49-F238E27FC236}">
                <a16:creationId xmlns:a16="http://schemas.microsoft.com/office/drawing/2014/main" id="{6586BEC9-6FC3-EB77-2B2A-5E1A92FC1AF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2"/>
          <a:stretch>
            <a:fillRect/>
          </a:stretch>
        </p:blipFill>
        <p:spPr>
          <a:xfrm>
            <a:off x="529141" y="1897419"/>
            <a:ext cx="159086" cy="127269"/>
          </a:xfrm>
          <a:prstGeom prst="rect">
            <a:avLst/>
          </a:prstGeom>
        </p:spPr>
      </p:pic>
      <p:pic>
        <p:nvPicPr>
          <p:cNvPr id="147" name="Picture 146" descr="\documentclass{article}&#10;\usepackage{amsmath}&#10;\pagestyle{empty}&#10;\begin{document}&#10;\noindent&#10;$Q_{\mathrm{in}} = f(r,~P_{\mathrm{ef}},~t_p)$&#10;\end{document}" title="IguanaTex Bitmap Display">
            <a:extLst>
              <a:ext uri="{FF2B5EF4-FFF2-40B4-BE49-F238E27FC236}">
                <a16:creationId xmlns:a16="http://schemas.microsoft.com/office/drawing/2014/main" id="{C81A7453-BD8D-DA10-FF77-EE9F8083AD9C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3"/>
          <a:stretch>
            <a:fillRect/>
          </a:stretch>
        </p:blipFill>
        <p:spPr>
          <a:xfrm>
            <a:off x="398905" y="615920"/>
            <a:ext cx="1248552" cy="157441"/>
          </a:xfrm>
          <a:prstGeom prst="rect">
            <a:avLst/>
          </a:prstGeom>
        </p:spPr>
      </p:pic>
      <p:pic>
        <p:nvPicPr>
          <p:cNvPr id="129" name="Picture 128" descr="\documentclass{article}&#10;\usepackage{amsmath}&#10;\pagestyle{empty}&#10;\begin{document}&#10;\noindent&#10;Ponding zone&#10;\end{document}" title="IguanaTex Bitmap Display">
            <a:extLst>
              <a:ext uri="{FF2B5EF4-FFF2-40B4-BE49-F238E27FC236}">
                <a16:creationId xmlns:a16="http://schemas.microsoft.com/office/drawing/2014/main" id="{9895AA23-20A6-53A2-ADBE-CB85A59E4FBA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34"/>
          <a:stretch>
            <a:fillRect/>
          </a:stretch>
        </p:blipFill>
        <p:spPr>
          <a:xfrm>
            <a:off x="1053021" y="851428"/>
            <a:ext cx="882654" cy="136595"/>
          </a:xfrm>
          <a:prstGeom prst="rect">
            <a:avLst/>
          </a:prstGeom>
        </p:spPr>
      </p:pic>
      <p:pic>
        <p:nvPicPr>
          <p:cNvPr id="131" name="Picture 130" descr="\documentclass{article}&#10;\usepackage{amsmath}&#10;\pagestyle{empty}&#10;\begin{document}&#10;\noindent&#10;Engineered Media&#10;\end{document}" title="IguanaTex Bitmap Display">
            <a:extLst>
              <a:ext uri="{FF2B5EF4-FFF2-40B4-BE49-F238E27FC236}">
                <a16:creationId xmlns:a16="http://schemas.microsoft.com/office/drawing/2014/main" id="{7BE11EE9-2D2C-F7E4-E254-C67C29A2A477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35"/>
          <a:stretch>
            <a:fillRect/>
          </a:stretch>
        </p:blipFill>
        <p:spPr>
          <a:xfrm>
            <a:off x="2560325" y="860784"/>
            <a:ext cx="1190403" cy="136595"/>
          </a:xfrm>
          <a:prstGeom prst="rect">
            <a:avLst/>
          </a:prstGeom>
        </p:spPr>
      </p:pic>
      <p:pic>
        <p:nvPicPr>
          <p:cNvPr id="140" name="Picture 139" descr="\documentclass{article}&#10;\usepackage{amsmath}&#10;\pagestyle{empty}&#10;\begin{document}&#10;\noindent&#10;$Q_{\mathrm{out}}$&#10;\end{document}" title="IguanaTex Bitmap Display">
            <a:extLst>
              <a:ext uri="{FF2B5EF4-FFF2-40B4-BE49-F238E27FC236}">
                <a16:creationId xmlns:a16="http://schemas.microsoft.com/office/drawing/2014/main" id="{F622506D-947A-99FB-6CE6-64245A5F7734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36"/>
          <a:stretch>
            <a:fillRect/>
          </a:stretch>
        </p:blipFill>
        <p:spPr>
          <a:xfrm>
            <a:off x="3975002" y="2154154"/>
            <a:ext cx="280321" cy="136595"/>
          </a:xfrm>
          <a:prstGeom prst="rect">
            <a:avLst/>
          </a:prstGeom>
        </p:spPr>
      </p:pic>
      <p:pic>
        <p:nvPicPr>
          <p:cNvPr id="127" name="Picture 126" descr="\documentclass{article}&#10;\usepackage{amsmath}&#10;\pagestyle{empty}&#10;\begin{document}&#10;\noindent&#10;Lined&#10;\end{document}" title="IguanaTex Bitmap Display">
            <a:extLst>
              <a:ext uri="{FF2B5EF4-FFF2-40B4-BE49-F238E27FC236}">
                <a16:creationId xmlns:a16="http://schemas.microsoft.com/office/drawing/2014/main" id="{F5D5A815-E770-DDEF-373B-5239F17F06DC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37"/>
          <a:stretch>
            <a:fillRect/>
          </a:stretch>
        </p:blipFill>
        <p:spPr>
          <a:xfrm>
            <a:off x="3891064" y="1891010"/>
            <a:ext cx="364252" cy="106972"/>
          </a:xfrm>
          <a:prstGeom prst="rect">
            <a:avLst/>
          </a:prstGeom>
        </p:spPr>
      </p:pic>
      <p:pic>
        <p:nvPicPr>
          <p:cNvPr id="150" name="Picture 149" descr="\documentclass{article}&#10;\usepackage{amsmath}&#10;\pagestyle{empty}&#10;\begin{document}&#10;\noindent&#10;Underdrain or Seepage Flux&#10;\end{document}" title="IguanaTex Bitmap Display">
            <a:extLst>
              <a:ext uri="{FF2B5EF4-FFF2-40B4-BE49-F238E27FC236}">
                <a16:creationId xmlns:a16="http://schemas.microsoft.com/office/drawing/2014/main" id="{6F2BBBD9-A4CE-D509-10E3-E3D3130D5E57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38"/>
          <a:stretch>
            <a:fillRect/>
          </a:stretch>
        </p:blipFill>
        <p:spPr>
          <a:xfrm>
            <a:off x="1453863" y="2398406"/>
            <a:ext cx="1865149" cy="138241"/>
          </a:xfrm>
          <a:prstGeom prst="rect">
            <a:avLst/>
          </a:prstGeom>
        </p:spPr>
      </p:pic>
      <p:pic>
        <p:nvPicPr>
          <p:cNvPr id="121" name="Picture 120" descr="\documentclass{article}&#10;\usepackage{amsmath}&#10;\pagestyle{empty}&#10;\begin{document}&#10;\noindent&#10;Percolation&#10;\end{document}" title="IguanaTex Bitmap Display">
            <a:extLst>
              <a:ext uri="{FF2B5EF4-FFF2-40B4-BE49-F238E27FC236}">
                <a16:creationId xmlns:a16="http://schemas.microsoft.com/office/drawing/2014/main" id="{5CD45701-765B-F3A3-7F22-9701A05FE4AC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39"/>
          <a:stretch>
            <a:fillRect/>
          </a:stretch>
        </p:blipFill>
        <p:spPr>
          <a:xfrm>
            <a:off x="2479436" y="1823088"/>
            <a:ext cx="740574" cy="107520"/>
          </a:xfrm>
          <a:prstGeom prst="rect">
            <a:avLst/>
          </a:prstGeom>
        </p:spPr>
      </p:pic>
      <p:pic>
        <p:nvPicPr>
          <p:cNvPr id="119" name="Picture 118" descr="\documentclass{article}&#10;\usepackage{amsmath}&#10;\pagestyle{empty}&#10;\usepackage{xcolor}&#10;\begin{document}&#10;\noindent&#10;\color{white} Infiltration&#10;\end{document}" title="IguanaTex Bitmap Display">
            <a:extLst>
              <a:ext uri="{FF2B5EF4-FFF2-40B4-BE49-F238E27FC236}">
                <a16:creationId xmlns:a16="http://schemas.microsoft.com/office/drawing/2014/main" id="{6B224124-1E0C-8BB7-B440-0BE08A7A9E16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40"/>
          <a:stretch>
            <a:fillRect/>
          </a:stretch>
        </p:blipFill>
        <p:spPr>
          <a:xfrm>
            <a:off x="2442707" y="1303329"/>
            <a:ext cx="714790" cy="109166"/>
          </a:xfrm>
          <a:prstGeom prst="rect">
            <a:avLst/>
          </a:prstGeom>
        </p:spPr>
      </p:pic>
      <p:pic>
        <p:nvPicPr>
          <p:cNvPr id="134" name="Picture 133" descr="\documentclass{article}&#10;\usepackage{amsmath}&#10;\pagestyle{empty}&#10;\begin{document}&#10;\noindent&#10;$(n,~\alpha,~\theta_\mathrm{s},~\theta_\mathrm{r},~K_{\mathrm{s}})$&#10;\end{document}" title="IguanaTex Bitmap Display">
            <a:extLst>
              <a:ext uri="{FF2B5EF4-FFF2-40B4-BE49-F238E27FC236}">
                <a16:creationId xmlns:a16="http://schemas.microsoft.com/office/drawing/2014/main" id="{F64D564A-CA60-DC6B-2189-CEC108E26AD0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41"/>
          <a:stretch>
            <a:fillRect/>
          </a:stretch>
        </p:blipFill>
        <p:spPr>
          <a:xfrm>
            <a:off x="941832" y="1590660"/>
            <a:ext cx="1187113" cy="151954"/>
          </a:xfrm>
          <a:prstGeom prst="rect">
            <a:avLst/>
          </a:prstGeom>
        </p:spPr>
      </p:pic>
      <p:cxnSp>
        <p:nvCxnSpPr>
          <p:cNvPr id="135" name="Conector reto 183 2">
            <a:extLst>
              <a:ext uri="{FF2B5EF4-FFF2-40B4-BE49-F238E27FC236}">
                <a16:creationId xmlns:a16="http://schemas.microsoft.com/office/drawing/2014/main" id="{1DF68D64-CAB9-F291-7355-72641431238D}"/>
              </a:ext>
            </a:extLst>
          </p:cNvPr>
          <p:cNvCxnSpPr>
            <a:cxnSpLocks/>
          </p:cNvCxnSpPr>
          <p:nvPr/>
        </p:nvCxnSpPr>
        <p:spPr>
          <a:xfrm flipV="1">
            <a:off x="702702" y="1179590"/>
            <a:ext cx="135160" cy="77471"/>
          </a:xfrm>
          <a:prstGeom prst="line">
            <a:avLst/>
          </a:prstGeom>
          <a:ln w="38100">
            <a:solidFill>
              <a:srgbClr val="FF000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8" name="Picture 137" descr="\documentclass{article}&#10;\usepackage{amsmath}&#10;\pagestyle{empty}&#10;\begin{document}&#10;\noindent&#10;$h_{\mathrm{max}}$&#10;\end{document}" title="IguanaTex Bitmap Display">
            <a:extLst>
              <a:ext uri="{FF2B5EF4-FFF2-40B4-BE49-F238E27FC236}">
                <a16:creationId xmlns:a16="http://schemas.microsoft.com/office/drawing/2014/main" id="{073212A7-2AB4-0AFE-B205-9C6D167EB937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42"/>
          <a:stretch>
            <a:fillRect/>
          </a:stretch>
        </p:blipFill>
        <p:spPr>
          <a:xfrm>
            <a:off x="419759" y="1287041"/>
            <a:ext cx="300618" cy="128915"/>
          </a:xfrm>
          <a:prstGeom prst="rect">
            <a:avLst/>
          </a:prstGeom>
        </p:spPr>
      </p:pic>
      <p:pic>
        <p:nvPicPr>
          <p:cNvPr id="216" name="Picture 215" descr="\documentclass{article}&#10;\usepackage{amsmath}&#10;\pagestyle{empty}&#10;\begin{document}&#10;\noindent&#10;$r = A / A_{\mathrm{up}}$&#10;\end{document}" title="IguanaTex Bitmap Display">
            <a:extLst>
              <a:ext uri="{FF2B5EF4-FFF2-40B4-BE49-F238E27FC236}">
                <a16:creationId xmlns:a16="http://schemas.microsoft.com/office/drawing/2014/main" id="{32DED057-953A-F222-2AA5-6613758912E9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43"/>
          <a:stretch>
            <a:fillRect/>
          </a:stretch>
        </p:blipFill>
        <p:spPr>
          <a:xfrm>
            <a:off x="2026385" y="588769"/>
            <a:ext cx="695590" cy="157441"/>
          </a:xfrm>
          <a:prstGeom prst="rect">
            <a:avLst/>
          </a:prstGeom>
        </p:spPr>
      </p:pic>
      <p:pic>
        <p:nvPicPr>
          <p:cNvPr id="180" name="Picture 179" descr="\documentclass{article}&#10;\usepackage{amsmath}&#10;\pagestyle{empty}&#10;\begin{document}&#10;\noindent&#10;$Q_{\mathrm{in}}: $ Inflow Hydrograph&#10;\end{document}" title="IguanaTex Bitmap Display">
            <a:extLst>
              <a:ext uri="{FF2B5EF4-FFF2-40B4-BE49-F238E27FC236}">
                <a16:creationId xmlns:a16="http://schemas.microsoft.com/office/drawing/2014/main" id="{191BA255-6CEF-EB72-BA0A-34A7D3E29925}"/>
              </a:ext>
            </a:extLst>
          </p:cNvPr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44"/>
          <a:stretch>
            <a:fillRect/>
          </a:stretch>
        </p:blipFill>
        <p:spPr>
          <a:xfrm>
            <a:off x="4500377" y="384867"/>
            <a:ext cx="1602381" cy="138241"/>
          </a:xfrm>
          <a:prstGeom prst="rect">
            <a:avLst/>
          </a:prstGeom>
        </p:spPr>
      </p:pic>
      <p:pic>
        <p:nvPicPr>
          <p:cNvPr id="183" name="Picture 182" descr="\documentclass{article}&#10;\usepackage{amsmath}&#10;\pagestyle{empty}&#10;\begin{document}&#10;\noindent&#10;$P_{\mathrm{ef}}: $ Effective Precipitation&#10;\end{document}" title="IguanaTex Bitmap Display">
            <a:extLst>
              <a:ext uri="{FF2B5EF4-FFF2-40B4-BE49-F238E27FC236}">
                <a16:creationId xmlns:a16="http://schemas.microsoft.com/office/drawing/2014/main" id="{7A413620-6748-34EC-5A26-6E926BA3C7E4}"/>
              </a:ext>
            </a:extLst>
          </p:cNvPr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45"/>
          <a:stretch>
            <a:fillRect/>
          </a:stretch>
        </p:blipFill>
        <p:spPr>
          <a:xfrm>
            <a:off x="4500377" y="576595"/>
            <a:ext cx="1815776" cy="136595"/>
          </a:xfrm>
          <a:prstGeom prst="rect">
            <a:avLst/>
          </a:prstGeom>
        </p:spPr>
      </p:pic>
      <p:pic>
        <p:nvPicPr>
          <p:cNvPr id="186" name="Picture 185" descr="\documentclass{article}&#10;\usepackage{amsmath}&#10;\pagestyle{empty}&#10;\begin{document}&#10;\noindent&#10;$P_{\mathrm{ef}}: $ Time to peak&#10;\end{document}" title="IguanaTex Bitmap Display">
            <a:extLst>
              <a:ext uri="{FF2B5EF4-FFF2-40B4-BE49-F238E27FC236}">
                <a16:creationId xmlns:a16="http://schemas.microsoft.com/office/drawing/2014/main" id="{367ED815-8BA2-DC97-8AC1-7DCA43960FEF}"/>
              </a:ext>
            </a:extLst>
          </p:cNvPr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46"/>
          <a:stretch>
            <a:fillRect/>
          </a:stretch>
        </p:blipFill>
        <p:spPr>
          <a:xfrm>
            <a:off x="4500378" y="749328"/>
            <a:ext cx="1225511" cy="134949"/>
          </a:xfrm>
          <a:prstGeom prst="rect">
            <a:avLst/>
          </a:prstGeom>
        </p:spPr>
      </p:pic>
      <p:pic>
        <p:nvPicPr>
          <p:cNvPr id="192" name="Picture 191" descr="\documentclass{article}&#10;\usepackage{amsmath}&#10;\pagestyle{empty}&#10;\begin{document}&#10;\noindent&#10;$n: $ pore-size distribution parameter&#10;\end{document}" title="IguanaTex Bitmap Display">
            <a:extLst>
              <a:ext uri="{FF2B5EF4-FFF2-40B4-BE49-F238E27FC236}">
                <a16:creationId xmlns:a16="http://schemas.microsoft.com/office/drawing/2014/main" id="{31D11496-F27A-E767-F3BB-D8564FAC33D7}"/>
              </a:ext>
            </a:extLst>
          </p:cNvPr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47"/>
          <a:stretch>
            <a:fillRect/>
          </a:stretch>
        </p:blipFill>
        <p:spPr>
          <a:xfrm>
            <a:off x="4500378" y="952800"/>
            <a:ext cx="2350632" cy="134949"/>
          </a:xfrm>
          <a:prstGeom prst="rect">
            <a:avLst/>
          </a:prstGeom>
        </p:spPr>
      </p:pic>
      <p:pic>
        <p:nvPicPr>
          <p:cNvPr id="194" name="Picture 193" descr="\documentclass{article}&#10;\usepackage{amsmath}&#10;\pagestyle{empty}&#10;\begin{document}&#10;\noindent&#10;$\alpha: $ air-soil entry parameter&#10;\end{document}" title="IguanaTex Bitmap Display">
            <a:extLst>
              <a:ext uri="{FF2B5EF4-FFF2-40B4-BE49-F238E27FC236}">
                <a16:creationId xmlns:a16="http://schemas.microsoft.com/office/drawing/2014/main" id="{DF316C35-F8CE-B6CA-E234-4FA27738E459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48"/>
          <a:stretch>
            <a:fillRect/>
          </a:stretch>
        </p:blipFill>
        <p:spPr>
          <a:xfrm>
            <a:off x="4500378" y="1136012"/>
            <a:ext cx="1793831" cy="136595"/>
          </a:xfrm>
          <a:prstGeom prst="rect">
            <a:avLst/>
          </a:prstGeom>
        </p:spPr>
      </p:pic>
      <p:pic>
        <p:nvPicPr>
          <p:cNvPr id="197" name="Picture 196" descr="\documentclass{article}&#10;\usepackage{amsmath}&#10;\pagestyle{empty}&#10;\begin{document}&#10;\noindent&#10;$\theta_s: $ porosity&#10;\end{document}" title="IguanaTex Bitmap Display">
            <a:extLst>
              <a:ext uri="{FF2B5EF4-FFF2-40B4-BE49-F238E27FC236}">
                <a16:creationId xmlns:a16="http://schemas.microsoft.com/office/drawing/2014/main" id="{2E8608C0-A7F3-3D4D-D991-F97D67523EA9}"/>
              </a:ext>
            </a:extLst>
          </p:cNvPr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49"/>
          <a:stretch>
            <a:fillRect/>
          </a:stretch>
        </p:blipFill>
        <p:spPr>
          <a:xfrm>
            <a:off x="4500378" y="1321668"/>
            <a:ext cx="799270" cy="138241"/>
          </a:xfrm>
          <a:prstGeom prst="rect">
            <a:avLst/>
          </a:prstGeom>
        </p:spPr>
      </p:pic>
      <p:pic>
        <p:nvPicPr>
          <p:cNvPr id="200" name="Picture 199" descr="\documentclass{article}&#10;\usepackage{amsmath}&#10;\pagestyle{empty}&#10;\begin{document}&#10;\noindent&#10;$\theta_r: $ residual porosity&#10;\end{document}" title="IguanaTex Bitmap Display">
            <a:extLst>
              <a:ext uri="{FF2B5EF4-FFF2-40B4-BE49-F238E27FC236}">
                <a16:creationId xmlns:a16="http://schemas.microsoft.com/office/drawing/2014/main" id="{6AABABC3-5EB5-F521-300C-CDA0F10269DF}"/>
              </a:ext>
            </a:extLst>
          </p:cNvPr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50"/>
          <a:stretch>
            <a:fillRect/>
          </a:stretch>
        </p:blipFill>
        <p:spPr>
          <a:xfrm>
            <a:off x="4500378" y="1504660"/>
            <a:ext cx="1367592" cy="138241"/>
          </a:xfrm>
          <a:prstGeom prst="rect">
            <a:avLst/>
          </a:prstGeom>
        </p:spPr>
      </p:pic>
      <p:pic>
        <p:nvPicPr>
          <p:cNvPr id="203" name="Picture 202" descr="\documentclass{article}&#10;\usepackage{amsmath}&#10;\pagestyle{empty}&#10;\begin{document}&#10;\noindent&#10;$K_{\mathrm{s}}$: Sat. Hyd. Conductivity&#10;\end{document}" title="IguanaTex Bitmap Display">
            <a:extLst>
              <a:ext uri="{FF2B5EF4-FFF2-40B4-BE49-F238E27FC236}">
                <a16:creationId xmlns:a16="http://schemas.microsoft.com/office/drawing/2014/main" id="{5C19D312-04E8-8EEE-783A-D88542760BD4}"/>
              </a:ext>
            </a:extLst>
          </p:cNvPr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51"/>
          <a:stretch>
            <a:fillRect/>
          </a:stretch>
        </p:blipFill>
        <p:spPr>
          <a:xfrm>
            <a:off x="4500378" y="1687485"/>
            <a:ext cx="1867342" cy="138241"/>
          </a:xfrm>
          <a:prstGeom prst="rect">
            <a:avLst/>
          </a:prstGeom>
        </p:spPr>
      </p:pic>
      <p:pic>
        <p:nvPicPr>
          <p:cNvPr id="206" name="Picture 205" descr="\documentclass{article}&#10;\usepackage{amsmath}&#10;\pagestyle{empty}&#10;\begin{document}&#10;\noindent&#10;$Q_{\mathrm{out}}$: System outflow&#10;\end{document}" title="IguanaTex Bitmap Display">
            <a:extLst>
              <a:ext uri="{FF2B5EF4-FFF2-40B4-BE49-F238E27FC236}">
                <a16:creationId xmlns:a16="http://schemas.microsoft.com/office/drawing/2014/main" id="{82476E38-0087-3FA8-A341-D056CCA8AC32}"/>
              </a:ext>
            </a:extLst>
          </p:cNvPr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52"/>
          <a:stretch>
            <a:fillRect/>
          </a:stretch>
        </p:blipFill>
        <p:spPr>
          <a:xfrm>
            <a:off x="4519428" y="2427782"/>
            <a:ext cx="1415318" cy="138241"/>
          </a:xfrm>
          <a:prstGeom prst="rect">
            <a:avLst/>
          </a:prstGeom>
        </p:spPr>
      </p:pic>
      <p:pic>
        <p:nvPicPr>
          <p:cNvPr id="209" name="Picture 208" descr="\documentclass{article}&#10;\usepackage{amsmath}&#10;\pagestyle{empty}&#10;\begin{document}&#10;\noindent&#10;\textbf{Design Conceptual Problem}&#10;\end{document}" title="IguanaTex Bitmap Display">
            <a:extLst>
              <a:ext uri="{FF2B5EF4-FFF2-40B4-BE49-F238E27FC236}">
                <a16:creationId xmlns:a16="http://schemas.microsoft.com/office/drawing/2014/main" id="{C3982EF4-CEB9-35E2-1E79-649CD1EF839B}"/>
              </a:ext>
            </a:extLst>
          </p:cNvPr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53"/>
          <a:stretch>
            <a:fillRect/>
          </a:stretch>
        </p:blipFill>
        <p:spPr>
          <a:xfrm>
            <a:off x="1610810" y="71836"/>
            <a:ext cx="3667216" cy="234499"/>
          </a:xfrm>
          <a:prstGeom prst="rect">
            <a:avLst/>
          </a:prstGeom>
        </p:spPr>
      </p:pic>
      <p:pic>
        <p:nvPicPr>
          <p:cNvPr id="213" name="Picture 212" descr="\documentclass{article}&#10;\usepackage{amsmath}&#10;\pagestyle{empty}&#10;\begin{document}&#10;\noindent&#10;$h_{\mathrm{max}}$: maximum ponding depth&#10;\end{document}" title="IguanaTex Bitmap Display">
            <a:extLst>
              <a:ext uri="{FF2B5EF4-FFF2-40B4-BE49-F238E27FC236}">
                <a16:creationId xmlns:a16="http://schemas.microsoft.com/office/drawing/2014/main" id="{FE5A198E-69B9-82E0-1C20-BFFE1E12ECA0}"/>
              </a:ext>
            </a:extLst>
          </p:cNvPr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54"/>
          <a:stretch>
            <a:fillRect/>
          </a:stretch>
        </p:blipFill>
        <p:spPr>
          <a:xfrm>
            <a:off x="4500378" y="1873836"/>
            <a:ext cx="2092257" cy="136595"/>
          </a:xfrm>
          <a:prstGeom prst="rect">
            <a:avLst/>
          </a:prstGeom>
        </p:spPr>
      </p:pic>
      <p:pic>
        <p:nvPicPr>
          <p:cNvPr id="218" name="Picture 217" descr="\documentclass{article}&#10;\usepackage{amsmath}&#10;\pagestyle{empty}&#10;\begin{document}&#10;\noindent&#10;$A$: system area&#10;\end{document}" title="IguanaTex Bitmap Display">
            <a:extLst>
              <a:ext uri="{FF2B5EF4-FFF2-40B4-BE49-F238E27FC236}">
                <a16:creationId xmlns:a16="http://schemas.microsoft.com/office/drawing/2014/main" id="{63F6F93B-6663-22F5-7BF4-CF02266FAD30}"/>
              </a:ext>
            </a:extLst>
          </p:cNvPr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55"/>
          <a:stretch>
            <a:fillRect/>
          </a:stretch>
        </p:blipFill>
        <p:spPr>
          <a:xfrm>
            <a:off x="4500378" y="2055966"/>
            <a:ext cx="999500" cy="139886"/>
          </a:xfrm>
          <a:prstGeom prst="rect">
            <a:avLst/>
          </a:prstGeom>
        </p:spPr>
      </p:pic>
      <p:pic>
        <p:nvPicPr>
          <p:cNvPr id="221" name="Picture 220" descr="\documentclass{article}&#10;\usepackage{amsmath}&#10;\pagestyle{empty}&#10;\begin{document}&#10;\noindent&#10;$A_{\mathrm{up}}$: catchment area&#10;\end{document}" title="IguanaTex Bitmap Display">
            <a:extLst>
              <a:ext uri="{FF2B5EF4-FFF2-40B4-BE49-F238E27FC236}">
                <a16:creationId xmlns:a16="http://schemas.microsoft.com/office/drawing/2014/main" id="{58EA0E92-CB1E-98BB-711A-3E7DA24D7509}"/>
              </a:ext>
            </a:extLst>
          </p:cNvPr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56"/>
          <a:stretch>
            <a:fillRect/>
          </a:stretch>
        </p:blipFill>
        <p:spPr>
          <a:xfrm>
            <a:off x="4500379" y="2243134"/>
            <a:ext cx="1371433" cy="151955"/>
          </a:xfrm>
          <a:prstGeom prst="rect">
            <a:avLst/>
          </a:prstGeom>
        </p:spPr>
      </p:pic>
      <p:pic>
        <p:nvPicPr>
          <p:cNvPr id="242" name="Picture 241" descr="\documentclass{article}&#10;\usepackage[utf8]{inputenc}&#10;\usepackage[T1]{fontenc}&#10;\usepackage{lmodern}&#10;\usepackage[ruled,vlined,linesnumbered]{algorithm2e}&#10;&#10;\begin{document}&#10;&#10;\begin{algorithm}[h]&#10;\caption{Design Scenario Generation Database Algorithm}&#10;Initialize empty database $\mathcal{D}$\;&#10;\ForEach{combination of soil type, effective rainfall, upstream area, area ratio, time to peak, and media depth}{&#10;  Compute bioretention area and domain geometry\;&#10;  Build design inflow hydrograph from runoff volume and time to peak\;&#10;  Configure Richards solver (mesh, soil parameters, initial moisture)\;&#10;  Run DRAIN--LID simulation and obtain outflow and ponding depth time series\;&#10;  Compute peak reduction, time-to-peak delay, detention time, and maximum ponding\;&#10;  Check mass balance and design constraints; discard infeasible runs\;&#10;  Store inputs and performance metrics of feasible runs as a record in $\mathcal{D}$\;&#10;}&#10;Export $\mathcal{D}$ for use in the decision-support tool\;&#10;\end{algorithm}&#10;&#10;\end{document}&#10;" title="IguanaTex Bitmap Display">
            <a:extLst>
              <a:ext uri="{FF2B5EF4-FFF2-40B4-BE49-F238E27FC236}">
                <a16:creationId xmlns:a16="http://schemas.microsoft.com/office/drawing/2014/main" id="{45D06999-3C70-546F-C8B2-33D511621D24}"/>
              </a:ext>
            </a:extLst>
          </p:cNvPr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57"/>
          <a:stretch>
            <a:fillRect/>
          </a:stretch>
        </p:blipFill>
        <p:spPr>
          <a:xfrm>
            <a:off x="9063121" y="608512"/>
            <a:ext cx="7472768" cy="12498976"/>
          </a:xfrm>
          <a:prstGeom prst="rect">
            <a:avLst/>
          </a:prstGeom>
        </p:spPr>
      </p:pic>
      <p:pic>
        <p:nvPicPr>
          <p:cNvPr id="243" name="Picture 242" descr="\documentclass{article}&#10;\usepackage[utf8]{inputenc}&#10;\usepackage[T1]{fontenc}&#10;\usepackage{lmodern}&#10;\usepackage[ruled,vlined,linesnumbered]{algorithm2e}&#10;&#10;\begin{document}&#10;&#10;\begin{algorithm}[h]&#10;\caption{Design Scenario Generation Database Algorithm}&#10;Initialize empty database $\mathcal{D}$\;&#10;\ForEach{combination of soil type, effective rainfall, upstream area, area ratio, time to peak, and media depth}{&#10;  Compute bioretention area and domain geometry\;&#10;  Build design inflow hydrograph from runoff volume and time to peak\;&#10;  Configure Richards solver (mesh, soil parameters, initial moisture)\;&#10;  Run DRAIN--LID simulation and obtain outflow and ponding depth time series\;&#10;  Compute peak reduction, time-to-peak delay, detention time, and maximum ponding\;&#10;  Check mass balance and design constraints; discard infeasible runs\;&#10;  Store inputs and performance metrics of feasible runs as a record in $\mathcal{D}$\;&#10;}&#10;Export $\mathcal{D}$ for use in the decision-support tool\;&#10;\end{algorithm}&#10;&#10;\end{document}&#10;" title="IguanaTex Bitmap Display">
            <a:extLst>
              <a:ext uri="{FF2B5EF4-FFF2-40B4-BE49-F238E27FC236}">
                <a16:creationId xmlns:a16="http://schemas.microsoft.com/office/drawing/2014/main" id="{1C450004-77A2-D9F2-0345-B2D7334542F7}"/>
              </a:ext>
            </a:extLst>
          </p:cNvPr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57"/>
          <a:srcRect b="62294"/>
          <a:stretch>
            <a:fillRect/>
          </a:stretch>
        </p:blipFill>
        <p:spPr>
          <a:xfrm>
            <a:off x="498992" y="2928833"/>
            <a:ext cx="6464945" cy="4077286"/>
          </a:xfrm>
          <a:prstGeom prst="rect">
            <a:avLst/>
          </a:prstGeom>
        </p:spPr>
      </p:pic>
      <p:pic>
        <p:nvPicPr>
          <p:cNvPr id="246" name="Picture 245" descr="\documentclass{article}&#10;\usepackage{amsmath}&#10;\pagestyle{empty}&#10;\begin{document}&#10;\noindent&#10;\textbf{a)}&#10;\end{document}" title="IguanaTex Bitmap Display">
            <a:extLst>
              <a:ext uri="{FF2B5EF4-FFF2-40B4-BE49-F238E27FC236}">
                <a16:creationId xmlns:a16="http://schemas.microsoft.com/office/drawing/2014/main" id="{88A741D9-9E26-526B-F422-D31F840BAC2B}"/>
              </a:ext>
            </a:extLst>
          </p:cNvPr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58"/>
          <a:stretch>
            <a:fillRect/>
          </a:stretch>
        </p:blipFill>
        <p:spPr>
          <a:xfrm>
            <a:off x="313555" y="99037"/>
            <a:ext cx="226964" cy="260868"/>
          </a:xfrm>
          <a:prstGeom prst="rect">
            <a:avLst/>
          </a:prstGeom>
        </p:spPr>
      </p:pic>
      <p:pic>
        <p:nvPicPr>
          <p:cNvPr id="249" name="Picture 248" descr="\documentclass{article}&#10;\usepackage{amsmath}&#10;\pagestyle{empty}&#10;\begin{document}&#10;\noindent&#10;\textbf{b)}&#10;\end{document}" title="IguanaTex Bitmap Display">
            <a:extLst>
              <a:ext uri="{FF2B5EF4-FFF2-40B4-BE49-F238E27FC236}">
                <a16:creationId xmlns:a16="http://schemas.microsoft.com/office/drawing/2014/main" id="{496A1DAE-4100-6D34-F099-88DC09363B2D}"/>
              </a:ext>
            </a:extLst>
          </p:cNvPr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59"/>
          <a:stretch>
            <a:fillRect/>
          </a:stretch>
        </p:blipFill>
        <p:spPr>
          <a:xfrm>
            <a:off x="313556" y="2546123"/>
            <a:ext cx="245799" cy="260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2280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F1CDBC1-7528-910B-803D-01FF0A57A1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324377"/>
            <a:ext cx="12192000" cy="849845"/>
          </a:xfrm>
          <a:prstGeom prst="rect">
            <a:avLst/>
          </a:prstGeom>
          <a:ln w="57150">
            <a:solidFill>
              <a:schemeClr val="tx1"/>
            </a:solidFill>
            <a:prstDash val="sysDash"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6F4BE21-2FEC-9E0A-127A-429DEA93686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2132830"/>
            <a:ext cx="12192000" cy="5198190"/>
          </a:xfrm>
          <a:prstGeom prst="rect">
            <a:avLst/>
          </a:prstGeom>
          <a:ln w="57150">
            <a:solidFill>
              <a:schemeClr val="tx1"/>
            </a:solidFill>
            <a:prstDash val="sysDash"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6A545D4-2648-2472-E20E-3471C78F410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13011173"/>
            <a:ext cx="12192000" cy="2629265"/>
          </a:xfrm>
          <a:prstGeom prst="rect">
            <a:avLst/>
          </a:prstGeom>
          <a:ln w="57150">
            <a:solidFill>
              <a:schemeClr val="tx1"/>
            </a:solidFill>
            <a:prstDash val="sysDash"/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4FE5DD9-52C7-4CD3-165B-35EF65EF25B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13811250" y="1591562"/>
            <a:ext cx="12192000" cy="4932394"/>
          </a:xfrm>
          <a:prstGeom prst="rect">
            <a:avLst/>
          </a:prstGeom>
          <a:ln w="57150">
            <a:solidFill>
              <a:schemeClr val="tx1"/>
            </a:solidFill>
            <a:prstDash val="sysDash"/>
          </a:ln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A567BEF-E1EC-AF48-6A3C-315891EF5C8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8072499"/>
            <a:ext cx="12192000" cy="3964668"/>
          </a:xfrm>
          <a:prstGeom prst="rect">
            <a:avLst/>
          </a:prstGeom>
          <a:ln w="57150">
            <a:solidFill>
              <a:schemeClr val="tx1"/>
            </a:solidFill>
            <a:prstDash val="sysDash"/>
          </a:ln>
        </p:spPr>
      </p:pic>
      <p:pic>
        <p:nvPicPr>
          <p:cNvPr id="25" name="Picture 24" descr="\documentclass{article}&#10;\usepackage{amsmath}&#10;\pagestyle{empty}&#10;\begin{document}&#10;&#10;\textbf{b)}&#10;&#10;&#10;\end{document}" title="IguanaTex Bitmap Display">
            <a:extLst>
              <a:ext uri="{FF2B5EF4-FFF2-40B4-BE49-F238E27FC236}">
                <a16:creationId xmlns:a16="http://schemas.microsoft.com/office/drawing/2014/main" id="{502B17AC-1292-EAF4-52F1-811E3C47700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5856762" y="1472334"/>
            <a:ext cx="478476" cy="508952"/>
          </a:xfrm>
          <a:prstGeom prst="rect">
            <a:avLst/>
          </a:prstGeom>
        </p:spPr>
      </p:pic>
      <p:pic>
        <p:nvPicPr>
          <p:cNvPr id="22" name="Picture 21" descr="\documentclass{article}&#10;\usepackage{amsmath}&#10;\pagestyle{empty}&#10;\begin{document}&#10;&#10;\textbf{a)}&#10;&#10;&#10;\end{document}" title="IguanaTex Bitmap Display">
            <a:extLst>
              <a:ext uri="{FF2B5EF4-FFF2-40B4-BE49-F238E27FC236}">
                <a16:creationId xmlns:a16="http://schemas.microsoft.com/office/drawing/2014/main" id="{BC60E302-75D9-5212-CB92-DA3ABE44EF8E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5856762" y="-272605"/>
            <a:ext cx="441905" cy="508952"/>
          </a:xfrm>
          <a:prstGeom prst="rect">
            <a:avLst/>
          </a:prstGeom>
        </p:spPr>
      </p:pic>
      <p:pic>
        <p:nvPicPr>
          <p:cNvPr id="27" name="Picture 26" descr="\documentclass{article}&#10;\usepackage{amsmath}&#10;\pagestyle{empty}&#10;\begin{document}&#10;&#10;\textbf{c)}&#10;&#10;&#10;\end{document}" title="IguanaTex Bitmap Display">
            <a:extLst>
              <a:ext uri="{FF2B5EF4-FFF2-40B4-BE49-F238E27FC236}">
                <a16:creationId xmlns:a16="http://schemas.microsoft.com/office/drawing/2014/main" id="{FA43BEBA-0A13-9F75-80E1-146852322A43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5856762" y="7482564"/>
            <a:ext cx="414476" cy="508952"/>
          </a:xfrm>
          <a:prstGeom prst="rect">
            <a:avLst/>
          </a:prstGeom>
        </p:spPr>
      </p:pic>
      <p:pic>
        <p:nvPicPr>
          <p:cNvPr id="30" name="Picture 29" descr="\documentclass{article}&#10;\usepackage{amsmath}&#10;\pagestyle{empty}&#10;\begin{document}&#10;&#10;\textbf{d)}&#10;&#10;&#10;\end{document}" title="IguanaTex Bitmap Display">
            <a:extLst>
              <a:ext uri="{FF2B5EF4-FFF2-40B4-BE49-F238E27FC236}">
                <a16:creationId xmlns:a16="http://schemas.microsoft.com/office/drawing/2014/main" id="{688B955D-D1FA-563F-28D2-084C425FE3ED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5856762" y="12269694"/>
            <a:ext cx="478476" cy="508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74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81C0029A-4E33-4312-B8A3-052017D08450}"/>
              </a:ext>
            </a:extLst>
          </p:cNvPr>
          <p:cNvGraphicFramePr>
            <a:graphicFrameLocks/>
          </p:cNvGraphicFramePr>
          <p:nvPr/>
        </p:nvGraphicFramePr>
        <p:xfrm>
          <a:off x="0" y="76200"/>
          <a:ext cx="4572000" cy="24155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10" name="Picture 9" descr="\documentclass{article}&#10;\usepackage{amsmath}&#10;\pagestyle{empty}&#10;\begin{document}&#10;\noindent&#10;$\mathrm{Runoff~(m^3)} = 1,75 *Q_p~(\mathrm{L/s})$&#10;\end{document}" title="IguanaTex Bitmap Display">
            <a:extLst>
              <a:ext uri="{FF2B5EF4-FFF2-40B4-BE49-F238E27FC236}">
                <a16:creationId xmlns:a16="http://schemas.microsoft.com/office/drawing/2014/main" id="{85AF12FC-B749-E829-5604-ABEDA1F053A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286000" y="276860"/>
            <a:ext cx="2030262" cy="169509"/>
          </a:xfrm>
          <a:prstGeom prst="rect">
            <a:avLst/>
          </a:prstGeom>
        </p:spPr>
      </p:pic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81C0029A-4E33-4312-B8A3-052017D08450}"/>
              </a:ext>
            </a:extLst>
          </p:cNvPr>
          <p:cNvGraphicFramePr>
            <a:graphicFrameLocks/>
          </p:cNvGraphicFramePr>
          <p:nvPr/>
        </p:nvGraphicFramePr>
        <p:xfrm>
          <a:off x="0" y="2491740"/>
          <a:ext cx="6362700" cy="25069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pic>
        <p:nvPicPr>
          <p:cNvPr id="12" name="Picture 11" descr="\documentclass{article}&#10;\usepackage{amsmath}&#10;\pagestyle{empty}&#10;\begin{document}&#10;\noindent&#10;$\mathrm{Runoff~(m^3)} = 1,75 *Q_p~(\mathrm{L/s})$&#10;\end{document}" title="IguanaTex Bitmap Display">
            <a:extLst>
              <a:ext uri="{FF2B5EF4-FFF2-40B4-BE49-F238E27FC236}">
                <a16:creationId xmlns:a16="http://schemas.microsoft.com/office/drawing/2014/main" id="{C166D878-6DEE-09C3-D7F2-14D49D79039F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3970020" y="2861909"/>
            <a:ext cx="2030262" cy="169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966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2D69E10-F40F-4631-8130-A1F655CA6BC1}"/>
              </a:ext>
            </a:extLst>
          </p:cNvPr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487171" y="-3240160"/>
            <a:ext cx="11851666" cy="3230880"/>
          </a:xfrm>
          <a:prstGeom prst="rect">
            <a:avLst/>
          </a:prstGeom>
        </p:spPr>
      </p:pic>
      <p:cxnSp>
        <p:nvCxnSpPr>
          <p:cNvPr id="6" name="Conector reto 310 1 1 1 1">
            <a:extLst>
              <a:ext uri="{FF2B5EF4-FFF2-40B4-BE49-F238E27FC236}">
                <a16:creationId xmlns:a16="http://schemas.microsoft.com/office/drawing/2014/main" id="{9DCB3503-9F6A-42B3-98C5-6D97B8C701DA}"/>
              </a:ext>
            </a:extLst>
          </p:cNvPr>
          <p:cNvCxnSpPr>
            <a:cxnSpLocks/>
          </p:cNvCxnSpPr>
          <p:nvPr/>
        </p:nvCxnSpPr>
        <p:spPr>
          <a:xfrm>
            <a:off x="1283301" y="1038923"/>
            <a:ext cx="0" cy="275545"/>
          </a:xfrm>
          <a:prstGeom prst="line">
            <a:avLst/>
          </a:prstGeom>
          <a:ln w="28575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to 19 1">
            <a:extLst>
              <a:ext uri="{FF2B5EF4-FFF2-40B4-BE49-F238E27FC236}">
                <a16:creationId xmlns:a16="http://schemas.microsoft.com/office/drawing/2014/main" id="{AA8FBA87-B430-4929-877B-08DE6DBAF869}"/>
              </a:ext>
            </a:extLst>
          </p:cNvPr>
          <p:cNvCxnSpPr>
            <a:cxnSpLocks/>
          </p:cNvCxnSpPr>
          <p:nvPr/>
        </p:nvCxnSpPr>
        <p:spPr>
          <a:xfrm>
            <a:off x="1518335" y="1969204"/>
            <a:ext cx="0" cy="302982"/>
          </a:xfrm>
          <a:prstGeom prst="line">
            <a:avLst/>
          </a:prstGeom>
          <a:noFill/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" name="Forma Livre: Forma 20 1">
            <a:extLst>
              <a:ext uri="{FF2B5EF4-FFF2-40B4-BE49-F238E27FC236}">
                <a16:creationId xmlns:a16="http://schemas.microsoft.com/office/drawing/2014/main" id="{9B380D58-6502-40E9-8D4D-D48DEDD6C9F8}"/>
              </a:ext>
            </a:extLst>
          </p:cNvPr>
          <p:cNvSpPr/>
          <p:nvPr/>
        </p:nvSpPr>
        <p:spPr>
          <a:xfrm>
            <a:off x="487171" y="1511975"/>
            <a:ext cx="1168293" cy="761796"/>
          </a:xfrm>
          <a:custGeom>
            <a:avLst/>
            <a:gdLst>
              <a:gd name="connsiteX0" fmla="*/ 42692 w 1093805"/>
              <a:gd name="connsiteY0" fmla="*/ 34135 h 757860"/>
              <a:gd name="connsiteX1" fmla="*/ 210332 w 1093805"/>
              <a:gd name="connsiteY1" fmla="*/ 572615 h 757860"/>
              <a:gd name="connsiteX2" fmla="*/ 1058692 w 1093805"/>
              <a:gd name="connsiteY2" fmla="*/ 735175 h 757860"/>
              <a:gd name="connsiteX3" fmla="*/ 845332 w 1093805"/>
              <a:gd name="connsiteY3" fmla="*/ 130655 h 757860"/>
              <a:gd name="connsiteX4" fmla="*/ 42692 w 1093805"/>
              <a:gd name="connsiteY4" fmla="*/ 34135 h 757860"/>
              <a:gd name="connsiteX0" fmla="*/ 39382 w 1085184"/>
              <a:gd name="connsiteY0" fmla="*/ 22397 h 746122"/>
              <a:gd name="connsiteX1" fmla="*/ 207022 w 1085184"/>
              <a:gd name="connsiteY1" fmla="*/ 560877 h 746122"/>
              <a:gd name="connsiteX2" fmla="*/ 1055382 w 1085184"/>
              <a:gd name="connsiteY2" fmla="*/ 723437 h 746122"/>
              <a:gd name="connsiteX3" fmla="*/ 796302 w 1085184"/>
              <a:gd name="connsiteY3" fmla="*/ 164637 h 746122"/>
              <a:gd name="connsiteX4" fmla="*/ 39382 w 1085184"/>
              <a:gd name="connsiteY4" fmla="*/ 22397 h 746122"/>
              <a:gd name="connsiteX0" fmla="*/ 27222 w 1073024"/>
              <a:gd name="connsiteY0" fmla="*/ 21352 h 743404"/>
              <a:gd name="connsiteX1" fmla="*/ 250742 w 1073024"/>
              <a:gd name="connsiteY1" fmla="*/ 544592 h 743404"/>
              <a:gd name="connsiteX2" fmla="*/ 1043222 w 1073024"/>
              <a:gd name="connsiteY2" fmla="*/ 722392 h 743404"/>
              <a:gd name="connsiteX3" fmla="*/ 784142 w 1073024"/>
              <a:gd name="connsiteY3" fmla="*/ 163592 h 743404"/>
              <a:gd name="connsiteX4" fmla="*/ 27222 w 1073024"/>
              <a:gd name="connsiteY4" fmla="*/ 21352 h 743404"/>
              <a:gd name="connsiteX0" fmla="*/ 24121 w 1106201"/>
              <a:gd name="connsiteY0" fmla="*/ 19528 h 757062"/>
              <a:gd name="connsiteX1" fmla="*/ 283201 w 1106201"/>
              <a:gd name="connsiteY1" fmla="*/ 558008 h 757062"/>
              <a:gd name="connsiteX2" fmla="*/ 1075681 w 1106201"/>
              <a:gd name="connsiteY2" fmla="*/ 735808 h 757062"/>
              <a:gd name="connsiteX3" fmla="*/ 816601 w 1106201"/>
              <a:gd name="connsiteY3" fmla="*/ 177008 h 757062"/>
              <a:gd name="connsiteX4" fmla="*/ 24121 w 1106201"/>
              <a:gd name="connsiteY4" fmla="*/ 19528 h 757062"/>
              <a:gd name="connsiteX0" fmla="*/ 25094 w 1168294"/>
              <a:gd name="connsiteY0" fmla="*/ 19619 h 761794"/>
              <a:gd name="connsiteX1" fmla="*/ 284174 w 1168294"/>
              <a:gd name="connsiteY1" fmla="*/ 558099 h 761794"/>
              <a:gd name="connsiteX2" fmla="*/ 1142694 w 1168294"/>
              <a:gd name="connsiteY2" fmla="*/ 740979 h 761794"/>
              <a:gd name="connsiteX3" fmla="*/ 817574 w 1168294"/>
              <a:gd name="connsiteY3" fmla="*/ 177099 h 761794"/>
              <a:gd name="connsiteX4" fmla="*/ 25094 w 1168294"/>
              <a:gd name="connsiteY4" fmla="*/ 19619 h 761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68294" h="761794">
                <a:moveTo>
                  <a:pt x="25094" y="19619"/>
                </a:moveTo>
                <a:cubicBezTo>
                  <a:pt x="-63806" y="83119"/>
                  <a:pt x="97907" y="437872"/>
                  <a:pt x="284174" y="558099"/>
                </a:cubicBezTo>
                <a:cubicBezTo>
                  <a:pt x="470441" y="678326"/>
                  <a:pt x="1036861" y="814639"/>
                  <a:pt x="1142694" y="740979"/>
                </a:cubicBezTo>
                <a:cubicBezTo>
                  <a:pt x="1248527" y="667319"/>
                  <a:pt x="1003841" y="297326"/>
                  <a:pt x="817574" y="177099"/>
                </a:cubicBezTo>
                <a:cubicBezTo>
                  <a:pt x="631307" y="56872"/>
                  <a:pt x="113994" y="-43881"/>
                  <a:pt x="25094" y="19619"/>
                </a:cubicBezTo>
                <a:close/>
              </a:path>
            </a:pathLst>
          </a:custGeom>
          <a:noFill/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cxnSp>
        <p:nvCxnSpPr>
          <p:cNvPr id="9" name="Conector reto 21 1">
            <a:extLst>
              <a:ext uri="{FF2B5EF4-FFF2-40B4-BE49-F238E27FC236}">
                <a16:creationId xmlns:a16="http://schemas.microsoft.com/office/drawing/2014/main" id="{D4A8045E-9126-481F-90FB-E42F25406955}"/>
              </a:ext>
            </a:extLst>
          </p:cNvPr>
          <p:cNvCxnSpPr>
            <a:cxnSpLocks/>
          </p:cNvCxnSpPr>
          <p:nvPr/>
        </p:nvCxnSpPr>
        <p:spPr>
          <a:xfrm>
            <a:off x="620246" y="1624502"/>
            <a:ext cx="0" cy="302982"/>
          </a:xfrm>
          <a:prstGeom prst="line">
            <a:avLst/>
          </a:prstGeom>
          <a:noFill/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0" name="Conector reto 22 1">
            <a:extLst>
              <a:ext uri="{FF2B5EF4-FFF2-40B4-BE49-F238E27FC236}">
                <a16:creationId xmlns:a16="http://schemas.microsoft.com/office/drawing/2014/main" id="{60F2CA67-9A85-404C-91D5-BD91CFC4BE27}"/>
              </a:ext>
            </a:extLst>
          </p:cNvPr>
          <p:cNvCxnSpPr>
            <a:cxnSpLocks/>
          </p:cNvCxnSpPr>
          <p:nvPr/>
        </p:nvCxnSpPr>
        <p:spPr>
          <a:xfrm>
            <a:off x="1655464" y="1834842"/>
            <a:ext cx="0" cy="329280"/>
          </a:xfrm>
          <a:prstGeom prst="line">
            <a:avLst/>
          </a:prstGeom>
          <a:noFill/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" name="Forma Livre: Forma 23 1">
            <a:extLst>
              <a:ext uri="{FF2B5EF4-FFF2-40B4-BE49-F238E27FC236}">
                <a16:creationId xmlns:a16="http://schemas.microsoft.com/office/drawing/2014/main" id="{C52A6069-5784-475B-8C96-C7CB781957D5}"/>
              </a:ext>
            </a:extLst>
          </p:cNvPr>
          <p:cNvSpPr/>
          <p:nvPr/>
        </p:nvSpPr>
        <p:spPr>
          <a:xfrm>
            <a:off x="487171" y="1207410"/>
            <a:ext cx="1168293" cy="761796"/>
          </a:xfrm>
          <a:custGeom>
            <a:avLst/>
            <a:gdLst>
              <a:gd name="connsiteX0" fmla="*/ 42692 w 1093805"/>
              <a:gd name="connsiteY0" fmla="*/ 34135 h 757860"/>
              <a:gd name="connsiteX1" fmla="*/ 210332 w 1093805"/>
              <a:gd name="connsiteY1" fmla="*/ 572615 h 757860"/>
              <a:gd name="connsiteX2" fmla="*/ 1058692 w 1093805"/>
              <a:gd name="connsiteY2" fmla="*/ 735175 h 757860"/>
              <a:gd name="connsiteX3" fmla="*/ 845332 w 1093805"/>
              <a:gd name="connsiteY3" fmla="*/ 130655 h 757860"/>
              <a:gd name="connsiteX4" fmla="*/ 42692 w 1093805"/>
              <a:gd name="connsiteY4" fmla="*/ 34135 h 757860"/>
              <a:gd name="connsiteX0" fmla="*/ 39382 w 1085184"/>
              <a:gd name="connsiteY0" fmla="*/ 22397 h 746122"/>
              <a:gd name="connsiteX1" fmla="*/ 207022 w 1085184"/>
              <a:gd name="connsiteY1" fmla="*/ 560877 h 746122"/>
              <a:gd name="connsiteX2" fmla="*/ 1055382 w 1085184"/>
              <a:gd name="connsiteY2" fmla="*/ 723437 h 746122"/>
              <a:gd name="connsiteX3" fmla="*/ 796302 w 1085184"/>
              <a:gd name="connsiteY3" fmla="*/ 164637 h 746122"/>
              <a:gd name="connsiteX4" fmla="*/ 39382 w 1085184"/>
              <a:gd name="connsiteY4" fmla="*/ 22397 h 746122"/>
              <a:gd name="connsiteX0" fmla="*/ 27222 w 1073024"/>
              <a:gd name="connsiteY0" fmla="*/ 21352 h 743404"/>
              <a:gd name="connsiteX1" fmla="*/ 250742 w 1073024"/>
              <a:gd name="connsiteY1" fmla="*/ 544592 h 743404"/>
              <a:gd name="connsiteX2" fmla="*/ 1043222 w 1073024"/>
              <a:gd name="connsiteY2" fmla="*/ 722392 h 743404"/>
              <a:gd name="connsiteX3" fmla="*/ 784142 w 1073024"/>
              <a:gd name="connsiteY3" fmla="*/ 163592 h 743404"/>
              <a:gd name="connsiteX4" fmla="*/ 27222 w 1073024"/>
              <a:gd name="connsiteY4" fmla="*/ 21352 h 743404"/>
              <a:gd name="connsiteX0" fmla="*/ 24121 w 1106201"/>
              <a:gd name="connsiteY0" fmla="*/ 19528 h 757062"/>
              <a:gd name="connsiteX1" fmla="*/ 283201 w 1106201"/>
              <a:gd name="connsiteY1" fmla="*/ 558008 h 757062"/>
              <a:gd name="connsiteX2" fmla="*/ 1075681 w 1106201"/>
              <a:gd name="connsiteY2" fmla="*/ 735808 h 757062"/>
              <a:gd name="connsiteX3" fmla="*/ 816601 w 1106201"/>
              <a:gd name="connsiteY3" fmla="*/ 177008 h 757062"/>
              <a:gd name="connsiteX4" fmla="*/ 24121 w 1106201"/>
              <a:gd name="connsiteY4" fmla="*/ 19528 h 757062"/>
              <a:gd name="connsiteX0" fmla="*/ 25094 w 1168294"/>
              <a:gd name="connsiteY0" fmla="*/ 19619 h 761794"/>
              <a:gd name="connsiteX1" fmla="*/ 284174 w 1168294"/>
              <a:gd name="connsiteY1" fmla="*/ 558099 h 761794"/>
              <a:gd name="connsiteX2" fmla="*/ 1142694 w 1168294"/>
              <a:gd name="connsiteY2" fmla="*/ 740979 h 761794"/>
              <a:gd name="connsiteX3" fmla="*/ 817574 w 1168294"/>
              <a:gd name="connsiteY3" fmla="*/ 177099 h 761794"/>
              <a:gd name="connsiteX4" fmla="*/ 25094 w 1168294"/>
              <a:gd name="connsiteY4" fmla="*/ 19619 h 761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68294" h="761794">
                <a:moveTo>
                  <a:pt x="25094" y="19619"/>
                </a:moveTo>
                <a:cubicBezTo>
                  <a:pt x="-63806" y="83119"/>
                  <a:pt x="97907" y="437872"/>
                  <a:pt x="284174" y="558099"/>
                </a:cubicBezTo>
                <a:cubicBezTo>
                  <a:pt x="470441" y="678326"/>
                  <a:pt x="1036861" y="814639"/>
                  <a:pt x="1142694" y="740979"/>
                </a:cubicBezTo>
                <a:cubicBezTo>
                  <a:pt x="1248527" y="667319"/>
                  <a:pt x="1003841" y="297326"/>
                  <a:pt x="817574" y="177099"/>
                </a:cubicBezTo>
                <a:cubicBezTo>
                  <a:pt x="631307" y="56872"/>
                  <a:pt x="113994" y="-43881"/>
                  <a:pt x="25094" y="19619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2" name="Forma Livre: Forma 24 1">
            <a:extLst>
              <a:ext uri="{FF2B5EF4-FFF2-40B4-BE49-F238E27FC236}">
                <a16:creationId xmlns:a16="http://schemas.microsoft.com/office/drawing/2014/main" id="{11E69CC1-20C3-4F7D-ABD3-50B53E7B89E7}"/>
              </a:ext>
            </a:extLst>
          </p:cNvPr>
          <p:cNvSpPr/>
          <p:nvPr/>
        </p:nvSpPr>
        <p:spPr>
          <a:xfrm>
            <a:off x="511666" y="1231306"/>
            <a:ext cx="1122680" cy="703578"/>
          </a:xfrm>
          <a:custGeom>
            <a:avLst/>
            <a:gdLst>
              <a:gd name="connsiteX0" fmla="*/ 0 w 1122680"/>
              <a:gd name="connsiteY0" fmla="*/ 0 h 703580"/>
              <a:gd name="connsiteX1" fmla="*/ 406400 w 1122680"/>
              <a:gd name="connsiteY1" fmla="*/ 317500 h 703580"/>
              <a:gd name="connsiteX2" fmla="*/ 1122680 w 1122680"/>
              <a:gd name="connsiteY2" fmla="*/ 703580 h 703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22680" h="703580">
                <a:moveTo>
                  <a:pt x="0" y="0"/>
                </a:moveTo>
                <a:cubicBezTo>
                  <a:pt x="109643" y="100118"/>
                  <a:pt x="219287" y="200237"/>
                  <a:pt x="406400" y="317500"/>
                </a:cubicBezTo>
                <a:cubicBezTo>
                  <a:pt x="593513" y="434763"/>
                  <a:pt x="858096" y="569171"/>
                  <a:pt x="1122680" y="703580"/>
                </a:cubicBezTo>
              </a:path>
            </a:pathLst>
          </a:cu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3" name="Elipse 25 1">
            <a:extLst>
              <a:ext uri="{FF2B5EF4-FFF2-40B4-BE49-F238E27FC236}">
                <a16:creationId xmlns:a16="http://schemas.microsoft.com/office/drawing/2014/main" id="{098094D9-5B31-477D-8CF3-8362D7AD55F1}"/>
              </a:ext>
            </a:extLst>
          </p:cNvPr>
          <p:cNvSpPr/>
          <p:nvPr/>
        </p:nvSpPr>
        <p:spPr>
          <a:xfrm>
            <a:off x="1576855" y="1850083"/>
            <a:ext cx="159289" cy="159289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4" name="Forma Livre: Forma 26 1">
            <a:extLst>
              <a:ext uri="{FF2B5EF4-FFF2-40B4-BE49-F238E27FC236}">
                <a16:creationId xmlns:a16="http://schemas.microsoft.com/office/drawing/2014/main" id="{553E66A7-C880-4157-A199-5BCA0DB722EA}"/>
              </a:ext>
            </a:extLst>
          </p:cNvPr>
          <p:cNvSpPr/>
          <p:nvPr/>
        </p:nvSpPr>
        <p:spPr>
          <a:xfrm rot="7200000" flipH="1">
            <a:off x="1275674" y="1601201"/>
            <a:ext cx="107979" cy="210372"/>
          </a:xfrm>
          <a:custGeom>
            <a:avLst/>
            <a:gdLst>
              <a:gd name="connsiteX0" fmla="*/ 514905 w 514905"/>
              <a:gd name="connsiteY0" fmla="*/ 1003177 h 1003177"/>
              <a:gd name="connsiteX1" fmla="*/ 168676 w 514905"/>
              <a:gd name="connsiteY1" fmla="*/ 550415 h 1003177"/>
              <a:gd name="connsiteX2" fmla="*/ 0 w 514905"/>
              <a:gd name="connsiteY2" fmla="*/ 0 h 10031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14905" h="1003177">
                <a:moveTo>
                  <a:pt x="514905" y="1003177"/>
                </a:moveTo>
                <a:cubicBezTo>
                  <a:pt x="384699" y="860394"/>
                  <a:pt x="254493" y="717611"/>
                  <a:pt x="168676" y="550415"/>
                </a:cubicBezTo>
                <a:cubicBezTo>
                  <a:pt x="82858" y="383219"/>
                  <a:pt x="41429" y="191609"/>
                  <a:pt x="0" y="0"/>
                </a:cubicBezTo>
              </a:path>
            </a:pathLst>
          </a:cu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5" name="Forma Livre: Forma 27 1">
            <a:extLst>
              <a:ext uri="{FF2B5EF4-FFF2-40B4-BE49-F238E27FC236}">
                <a16:creationId xmlns:a16="http://schemas.microsoft.com/office/drawing/2014/main" id="{C0A71148-4795-4669-B872-235075204183}"/>
              </a:ext>
            </a:extLst>
          </p:cNvPr>
          <p:cNvSpPr/>
          <p:nvPr/>
        </p:nvSpPr>
        <p:spPr>
          <a:xfrm rot="3600000" flipH="1">
            <a:off x="810775" y="1507217"/>
            <a:ext cx="112400" cy="218982"/>
          </a:xfrm>
          <a:custGeom>
            <a:avLst/>
            <a:gdLst>
              <a:gd name="connsiteX0" fmla="*/ 514905 w 514905"/>
              <a:gd name="connsiteY0" fmla="*/ 1003177 h 1003177"/>
              <a:gd name="connsiteX1" fmla="*/ 168676 w 514905"/>
              <a:gd name="connsiteY1" fmla="*/ 550415 h 1003177"/>
              <a:gd name="connsiteX2" fmla="*/ 0 w 514905"/>
              <a:gd name="connsiteY2" fmla="*/ 0 h 10031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14905" h="1003177">
                <a:moveTo>
                  <a:pt x="514905" y="1003177"/>
                </a:moveTo>
                <a:cubicBezTo>
                  <a:pt x="384699" y="860394"/>
                  <a:pt x="254493" y="717611"/>
                  <a:pt x="168676" y="550415"/>
                </a:cubicBezTo>
                <a:cubicBezTo>
                  <a:pt x="82858" y="383219"/>
                  <a:pt x="41429" y="191609"/>
                  <a:pt x="0" y="0"/>
                </a:cubicBezTo>
              </a:path>
            </a:pathLst>
          </a:cu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cxnSp>
        <p:nvCxnSpPr>
          <p:cNvPr id="16" name="Conector reto 28 1">
            <a:extLst>
              <a:ext uri="{FF2B5EF4-FFF2-40B4-BE49-F238E27FC236}">
                <a16:creationId xmlns:a16="http://schemas.microsoft.com/office/drawing/2014/main" id="{BD2C347E-5AF9-4868-9F56-64BEB83C3B90}"/>
              </a:ext>
            </a:extLst>
          </p:cNvPr>
          <p:cNvCxnSpPr>
            <a:cxnSpLocks/>
          </p:cNvCxnSpPr>
          <p:nvPr/>
        </p:nvCxnSpPr>
        <p:spPr>
          <a:xfrm>
            <a:off x="511660" y="1406564"/>
            <a:ext cx="0" cy="302982"/>
          </a:xfrm>
          <a:prstGeom prst="line">
            <a:avLst/>
          </a:prstGeom>
          <a:noFill/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7" name="Conector reto 29 1">
            <a:extLst>
              <a:ext uri="{FF2B5EF4-FFF2-40B4-BE49-F238E27FC236}">
                <a16:creationId xmlns:a16="http://schemas.microsoft.com/office/drawing/2014/main" id="{14DFA00B-FE86-40E4-B475-C82300FE9471}"/>
              </a:ext>
            </a:extLst>
          </p:cNvPr>
          <p:cNvCxnSpPr>
            <a:cxnSpLocks/>
          </p:cNvCxnSpPr>
          <p:nvPr/>
        </p:nvCxnSpPr>
        <p:spPr>
          <a:xfrm>
            <a:off x="780264" y="1775995"/>
            <a:ext cx="0" cy="302982"/>
          </a:xfrm>
          <a:prstGeom prst="line">
            <a:avLst/>
          </a:prstGeom>
          <a:noFill/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8" name="Conector reto 30 1">
            <a:extLst>
              <a:ext uri="{FF2B5EF4-FFF2-40B4-BE49-F238E27FC236}">
                <a16:creationId xmlns:a16="http://schemas.microsoft.com/office/drawing/2014/main" id="{39583657-CCED-444F-AD5B-72977F1661FF}"/>
              </a:ext>
            </a:extLst>
          </p:cNvPr>
          <p:cNvCxnSpPr>
            <a:cxnSpLocks/>
          </p:cNvCxnSpPr>
          <p:nvPr/>
        </p:nvCxnSpPr>
        <p:spPr>
          <a:xfrm>
            <a:off x="947904" y="1850084"/>
            <a:ext cx="0" cy="302982"/>
          </a:xfrm>
          <a:prstGeom prst="line">
            <a:avLst/>
          </a:prstGeom>
          <a:noFill/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9" name="Conector reto 31 1">
            <a:extLst>
              <a:ext uri="{FF2B5EF4-FFF2-40B4-BE49-F238E27FC236}">
                <a16:creationId xmlns:a16="http://schemas.microsoft.com/office/drawing/2014/main" id="{79EEFECA-E878-4D28-8E9D-01C5A1E14034}"/>
              </a:ext>
            </a:extLst>
          </p:cNvPr>
          <p:cNvCxnSpPr>
            <a:cxnSpLocks/>
          </p:cNvCxnSpPr>
          <p:nvPr/>
        </p:nvCxnSpPr>
        <p:spPr>
          <a:xfrm>
            <a:off x="1148566" y="1917977"/>
            <a:ext cx="0" cy="302982"/>
          </a:xfrm>
          <a:prstGeom prst="line">
            <a:avLst/>
          </a:prstGeom>
          <a:noFill/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0" name="Conector reto 32 1">
            <a:extLst>
              <a:ext uri="{FF2B5EF4-FFF2-40B4-BE49-F238E27FC236}">
                <a16:creationId xmlns:a16="http://schemas.microsoft.com/office/drawing/2014/main" id="{7B8423F0-122E-4E2B-9372-B427F2FEC4E0}"/>
              </a:ext>
            </a:extLst>
          </p:cNvPr>
          <p:cNvCxnSpPr>
            <a:cxnSpLocks/>
          </p:cNvCxnSpPr>
          <p:nvPr/>
        </p:nvCxnSpPr>
        <p:spPr>
          <a:xfrm>
            <a:off x="1353157" y="1966853"/>
            <a:ext cx="0" cy="302982"/>
          </a:xfrm>
          <a:prstGeom prst="line">
            <a:avLst/>
          </a:prstGeom>
          <a:noFill/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4" name="Conector reto 36 1">
            <a:extLst>
              <a:ext uri="{FF2B5EF4-FFF2-40B4-BE49-F238E27FC236}">
                <a16:creationId xmlns:a16="http://schemas.microsoft.com/office/drawing/2014/main" id="{BA6DE011-B25A-4FEE-BFD6-BC6C4144B033}"/>
              </a:ext>
            </a:extLst>
          </p:cNvPr>
          <p:cNvCxnSpPr>
            <a:cxnSpLocks/>
          </p:cNvCxnSpPr>
          <p:nvPr/>
        </p:nvCxnSpPr>
        <p:spPr>
          <a:xfrm>
            <a:off x="1011020" y="1982304"/>
            <a:ext cx="0" cy="256142"/>
          </a:xfrm>
          <a:prstGeom prst="line">
            <a:avLst/>
          </a:prstGeom>
          <a:ln w="28575">
            <a:solidFill>
              <a:schemeClr val="accent2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tângulo 37 1">
            <a:extLst>
              <a:ext uri="{FF2B5EF4-FFF2-40B4-BE49-F238E27FC236}">
                <a16:creationId xmlns:a16="http://schemas.microsoft.com/office/drawing/2014/main" id="{59914CA7-4516-4740-BCFC-AF7EA02EAA0F}"/>
              </a:ext>
            </a:extLst>
          </p:cNvPr>
          <p:cNvSpPr/>
          <p:nvPr/>
        </p:nvSpPr>
        <p:spPr>
          <a:xfrm>
            <a:off x="774937" y="1930965"/>
            <a:ext cx="652911" cy="27699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</a:t>
            </a:r>
          </a:p>
        </p:txBody>
      </p:sp>
      <p:cxnSp>
        <p:nvCxnSpPr>
          <p:cNvPr id="39" name="Conector reto 58 1">
            <a:extLst>
              <a:ext uri="{FF2B5EF4-FFF2-40B4-BE49-F238E27FC236}">
                <a16:creationId xmlns:a16="http://schemas.microsoft.com/office/drawing/2014/main" id="{5684566C-B985-4D2A-BE0E-BAFC60263D16}"/>
              </a:ext>
            </a:extLst>
          </p:cNvPr>
          <p:cNvCxnSpPr>
            <a:cxnSpLocks/>
            <a:stCxn id="40" idx="3"/>
            <a:endCxn id="13" idx="1"/>
          </p:cNvCxnSpPr>
          <p:nvPr/>
        </p:nvCxnSpPr>
        <p:spPr>
          <a:xfrm>
            <a:off x="1440923" y="1638250"/>
            <a:ext cx="159259" cy="235160"/>
          </a:xfrm>
          <a:prstGeom prst="lin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40" name="Gráfico 166 1">
            <a:extLst>
              <a:ext uri="{FF2B5EF4-FFF2-40B4-BE49-F238E27FC236}">
                <a16:creationId xmlns:a16="http://schemas.microsoft.com/office/drawing/2014/main" id="{C5359E57-13DE-4FA2-A164-26E6C628478B}"/>
              </a:ext>
            </a:extLst>
          </p:cNvPr>
          <p:cNvPicPr>
            <a:picLocks noChangeAspect="1"/>
          </p:cNvPicPr>
          <p:nvPr/>
        </p:nvPicPr>
        <p:blipFill rotWithShape="1">
          <a:blip r:embed="rId6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4"/>
              </a:ext>
            </a:extLst>
          </a:blip>
          <a:srcRect l="9713" t="24726" r="11192" b="40279"/>
          <a:stretch/>
        </p:blipFill>
        <p:spPr>
          <a:xfrm rot="1800000">
            <a:off x="898932" y="1356402"/>
            <a:ext cx="580904" cy="273243"/>
          </a:xfrm>
          <a:prstGeom prst="rect">
            <a:avLst/>
          </a:prstGeom>
        </p:spPr>
      </p:pic>
      <p:cxnSp>
        <p:nvCxnSpPr>
          <p:cNvPr id="41" name="Conector reto 171">
            <a:extLst>
              <a:ext uri="{FF2B5EF4-FFF2-40B4-BE49-F238E27FC236}">
                <a16:creationId xmlns:a16="http://schemas.microsoft.com/office/drawing/2014/main" id="{0E2489C3-F0B2-405F-BFB4-E43C710B3240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785732" y="1540989"/>
            <a:ext cx="132334" cy="7816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to 173 1">
            <a:extLst>
              <a:ext uri="{FF2B5EF4-FFF2-40B4-BE49-F238E27FC236}">
                <a16:creationId xmlns:a16="http://schemas.microsoft.com/office/drawing/2014/main" id="{5112641B-212C-492E-B9C9-5F5CD4ED58A2}"/>
              </a:ext>
            </a:extLst>
          </p:cNvPr>
          <p:cNvCxnSpPr>
            <a:cxnSpLocks/>
          </p:cNvCxnSpPr>
          <p:nvPr/>
        </p:nvCxnSpPr>
        <p:spPr>
          <a:xfrm>
            <a:off x="1277128" y="1809015"/>
            <a:ext cx="132334" cy="7816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reto 174 1">
            <a:extLst>
              <a:ext uri="{FF2B5EF4-FFF2-40B4-BE49-F238E27FC236}">
                <a16:creationId xmlns:a16="http://schemas.microsoft.com/office/drawing/2014/main" id="{66D1D734-9DA4-4D57-AD93-4E11BAAA3A54}"/>
              </a:ext>
            </a:extLst>
          </p:cNvPr>
          <p:cNvCxnSpPr>
            <a:cxnSpLocks/>
            <a:stCxn id="40" idx="1"/>
            <a:endCxn id="12" idx="1"/>
          </p:cNvCxnSpPr>
          <p:nvPr/>
        </p:nvCxnSpPr>
        <p:spPr>
          <a:xfrm flipH="1">
            <a:off x="918066" y="1347798"/>
            <a:ext cx="19779" cy="20100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4" name="Gráfico 180 1">
            <a:extLst>
              <a:ext uri="{FF2B5EF4-FFF2-40B4-BE49-F238E27FC236}">
                <a16:creationId xmlns:a16="http://schemas.microsoft.com/office/drawing/2014/main" id="{3AC04255-9902-4BDB-9FC0-BB1DAB19DBDD}"/>
              </a:ext>
            </a:extLst>
          </p:cNvPr>
          <p:cNvPicPr>
            <a:picLocks noChangeAspect="1"/>
          </p:cNvPicPr>
          <p:nvPr/>
        </p:nvPicPr>
        <p:blipFill rotWithShape="1">
          <a:blip r:embed="rId6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6"/>
              </a:ext>
            </a:extLst>
          </a:blip>
          <a:srcRect l="15318" t="18887" r="13030" b="38205"/>
          <a:stretch/>
        </p:blipFill>
        <p:spPr>
          <a:xfrm>
            <a:off x="1061658" y="1714359"/>
            <a:ext cx="244186" cy="146227"/>
          </a:xfrm>
          <a:prstGeom prst="rect">
            <a:avLst/>
          </a:prstGeom>
        </p:spPr>
      </p:pic>
      <p:pic>
        <p:nvPicPr>
          <p:cNvPr id="45" name="Gráfico 181 1">
            <a:extLst>
              <a:ext uri="{FF2B5EF4-FFF2-40B4-BE49-F238E27FC236}">
                <a16:creationId xmlns:a16="http://schemas.microsoft.com/office/drawing/2014/main" id="{CA98B309-481B-450C-87C7-A9A386F3BF54}"/>
              </a:ext>
            </a:extLst>
          </p:cNvPr>
          <p:cNvPicPr>
            <a:picLocks noChangeAspect="1"/>
          </p:cNvPicPr>
          <p:nvPr/>
        </p:nvPicPr>
        <p:blipFill rotWithShape="1">
          <a:blip r:embed="rId6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6"/>
              </a:ext>
            </a:extLst>
          </a:blip>
          <a:srcRect l="15318" t="18887" r="13030" b="38205"/>
          <a:stretch/>
        </p:blipFill>
        <p:spPr>
          <a:xfrm>
            <a:off x="611721" y="1461493"/>
            <a:ext cx="193897" cy="116112"/>
          </a:xfrm>
          <a:prstGeom prst="rect">
            <a:avLst/>
          </a:prstGeom>
        </p:spPr>
      </p:pic>
      <p:pic>
        <p:nvPicPr>
          <p:cNvPr id="46" name="Gráfico 182 1">
            <a:extLst>
              <a:ext uri="{FF2B5EF4-FFF2-40B4-BE49-F238E27FC236}">
                <a16:creationId xmlns:a16="http://schemas.microsoft.com/office/drawing/2014/main" id="{13611B87-4B9D-4EDA-8BFE-A8B498571751}"/>
              </a:ext>
            </a:extLst>
          </p:cNvPr>
          <p:cNvPicPr>
            <a:picLocks noChangeAspect="1"/>
          </p:cNvPicPr>
          <p:nvPr/>
        </p:nvPicPr>
        <p:blipFill rotWithShape="1">
          <a:blip r:embed="rId6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6"/>
              </a:ext>
            </a:extLst>
          </a:blip>
          <a:srcRect l="15318" t="18887" r="13030" b="38205"/>
          <a:stretch/>
        </p:blipFill>
        <p:spPr>
          <a:xfrm rot="2700000">
            <a:off x="797262" y="1269310"/>
            <a:ext cx="193897" cy="116112"/>
          </a:xfrm>
          <a:prstGeom prst="rect">
            <a:avLst/>
          </a:prstGeom>
        </p:spPr>
      </p:pic>
      <p:pic>
        <p:nvPicPr>
          <p:cNvPr id="49" name="Picture 779 1 1 1" descr="\documentclass{article}&#10;\usepackage{amsmath}&#10;\pagestyle{empty}&#10;\begin{document}&#10;&#10;$i$&#10;&#10;&#10;\end{document}" title="IguanaTex Bitmap Display">
            <a:extLst>
              <a:ext uri="{FF2B5EF4-FFF2-40B4-BE49-F238E27FC236}">
                <a16:creationId xmlns:a16="http://schemas.microsoft.com/office/drawing/2014/main" id="{BCA371C6-031B-4C1D-9486-E7A05650B56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7"/>
          <a:stretch>
            <a:fillRect/>
          </a:stretch>
        </p:blipFill>
        <p:spPr>
          <a:xfrm>
            <a:off x="1323239" y="987759"/>
            <a:ext cx="45719" cy="116492"/>
          </a:xfrm>
          <a:prstGeom prst="rect">
            <a:avLst/>
          </a:prstGeom>
        </p:spPr>
      </p:pic>
      <p:cxnSp>
        <p:nvCxnSpPr>
          <p:cNvPr id="50" name="Conector reto 642 1 1 1 1 1">
            <a:extLst>
              <a:ext uri="{FF2B5EF4-FFF2-40B4-BE49-F238E27FC236}">
                <a16:creationId xmlns:a16="http://schemas.microsoft.com/office/drawing/2014/main" id="{711A9A52-4AC9-4EC7-9A60-B7BDFE8576AC}"/>
              </a:ext>
            </a:extLst>
          </p:cNvPr>
          <p:cNvCxnSpPr>
            <a:cxnSpLocks/>
          </p:cNvCxnSpPr>
          <p:nvPr/>
        </p:nvCxnSpPr>
        <p:spPr>
          <a:xfrm flipV="1">
            <a:off x="1409121" y="1207410"/>
            <a:ext cx="0" cy="152910"/>
          </a:xfrm>
          <a:prstGeom prst="line">
            <a:avLst/>
          </a:prstGeom>
          <a:ln w="28575">
            <a:solidFill>
              <a:schemeClr val="accent6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" name="Picture 1035 1 1 1" descr="\documentclass{article}&#10;\usepackage{amsmath}&#10;\pagestyle{empty}&#10;\begin{document}&#10;\noindent&#10;$E_{TR} $&#10;&#10;&#10;\end{document}" title="IguanaTex Bitmap Display">
            <a:extLst>
              <a:ext uri="{FF2B5EF4-FFF2-40B4-BE49-F238E27FC236}">
                <a16:creationId xmlns:a16="http://schemas.microsoft.com/office/drawing/2014/main" id="{D5CF7A34-72A6-49B5-8C6B-DF52F4A17282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8"/>
          <a:stretch>
            <a:fillRect/>
          </a:stretch>
        </p:blipFill>
        <p:spPr>
          <a:xfrm>
            <a:off x="1377191" y="1060673"/>
            <a:ext cx="285259" cy="128365"/>
          </a:xfrm>
          <a:prstGeom prst="rect">
            <a:avLst/>
          </a:prstGeom>
        </p:spPr>
      </p:pic>
      <p:cxnSp>
        <p:nvCxnSpPr>
          <p:cNvPr id="52" name="Conector reto 40 1">
            <a:extLst>
              <a:ext uri="{FF2B5EF4-FFF2-40B4-BE49-F238E27FC236}">
                <a16:creationId xmlns:a16="http://schemas.microsoft.com/office/drawing/2014/main" id="{5141C1C7-1A31-46FB-8072-E9FBFE76EBF7}"/>
              </a:ext>
            </a:extLst>
          </p:cNvPr>
          <p:cNvCxnSpPr>
            <a:cxnSpLocks/>
          </p:cNvCxnSpPr>
          <p:nvPr/>
        </p:nvCxnSpPr>
        <p:spPr>
          <a:xfrm>
            <a:off x="1729524" y="1971109"/>
            <a:ext cx="253329" cy="151489"/>
          </a:xfrm>
          <a:prstGeom prst="line">
            <a:avLst/>
          </a:prstGeom>
          <a:ln w="28575">
            <a:solidFill>
              <a:srgbClr val="00206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0" name="Picture 89" descr="\documentclass{article}&#10;\usepackage{amsmath}&#10;\pagestyle{empty}&#10;\begin{document}&#10;\noindent&#10;$q^w_1$&#10;&#10;&#10;\end{document}" title="IguanaTex Bitmap Display">
            <a:extLst>
              <a:ext uri="{FF2B5EF4-FFF2-40B4-BE49-F238E27FC236}">
                <a16:creationId xmlns:a16="http://schemas.microsoft.com/office/drawing/2014/main" id="{51300989-D4F0-44A1-BB2E-7DCDB44802EC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6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00000">
            <a:off x="1895324" y="1851057"/>
            <a:ext cx="149760" cy="139886"/>
          </a:xfrm>
          <a:prstGeom prst="rect">
            <a:avLst/>
          </a:prstGeom>
        </p:spPr>
      </p:pic>
      <p:cxnSp>
        <p:nvCxnSpPr>
          <p:cNvPr id="55" name="Conector reto 19 2 1">
            <a:extLst>
              <a:ext uri="{FF2B5EF4-FFF2-40B4-BE49-F238E27FC236}">
                <a16:creationId xmlns:a16="http://schemas.microsoft.com/office/drawing/2014/main" id="{D2EDB541-6883-4E26-9FF1-ACB41245809F}"/>
              </a:ext>
            </a:extLst>
          </p:cNvPr>
          <p:cNvCxnSpPr>
            <a:cxnSpLocks/>
          </p:cNvCxnSpPr>
          <p:nvPr/>
        </p:nvCxnSpPr>
        <p:spPr>
          <a:xfrm flipH="1">
            <a:off x="4060609" y="1589891"/>
            <a:ext cx="0" cy="302982"/>
          </a:xfrm>
          <a:prstGeom prst="line">
            <a:avLst/>
          </a:prstGeom>
          <a:noFill/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6" name="Forma Livre: Forma 20 2 1">
            <a:extLst>
              <a:ext uri="{FF2B5EF4-FFF2-40B4-BE49-F238E27FC236}">
                <a16:creationId xmlns:a16="http://schemas.microsoft.com/office/drawing/2014/main" id="{83A03445-B24D-4A89-A548-2B3AD107A2A7}"/>
              </a:ext>
            </a:extLst>
          </p:cNvPr>
          <p:cNvSpPr/>
          <p:nvPr/>
        </p:nvSpPr>
        <p:spPr>
          <a:xfrm flipH="1">
            <a:off x="3029445" y="1454131"/>
            <a:ext cx="1168293" cy="761796"/>
          </a:xfrm>
          <a:custGeom>
            <a:avLst/>
            <a:gdLst>
              <a:gd name="connsiteX0" fmla="*/ 42692 w 1093805"/>
              <a:gd name="connsiteY0" fmla="*/ 34135 h 757860"/>
              <a:gd name="connsiteX1" fmla="*/ 210332 w 1093805"/>
              <a:gd name="connsiteY1" fmla="*/ 572615 h 757860"/>
              <a:gd name="connsiteX2" fmla="*/ 1058692 w 1093805"/>
              <a:gd name="connsiteY2" fmla="*/ 735175 h 757860"/>
              <a:gd name="connsiteX3" fmla="*/ 845332 w 1093805"/>
              <a:gd name="connsiteY3" fmla="*/ 130655 h 757860"/>
              <a:gd name="connsiteX4" fmla="*/ 42692 w 1093805"/>
              <a:gd name="connsiteY4" fmla="*/ 34135 h 757860"/>
              <a:gd name="connsiteX0" fmla="*/ 39382 w 1085184"/>
              <a:gd name="connsiteY0" fmla="*/ 22397 h 746122"/>
              <a:gd name="connsiteX1" fmla="*/ 207022 w 1085184"/>
              <a:gd name="connsiteY1" fmla="*/ 560877 h 746122"/>
              <a:gd name="connsiteX2" fmla="*/ 1055382 w 1085184"/>
              <a:gd name="connsiteY2" fmla="*/ 723437 h 746122"/>
              <a:gd name="connsiteX3" fmla="*/ 796302 w 1085184"/>
              <a:gd name="connsiteY3" fmla="*/ 164637 h 746122"/>
              <a:gd name="connsiteX4" fmla="*/ 39382 w 1085184"/>
              <a:gd name="connsiteY4" fmla="*/ 22397 h 746122"/>
              <a:gd name="connsiteX0" fmla="*/ 27222 w 1073024"/>
              <a:gd name="connsiteY0" fmla="*/ 21352 h 743404"/>
              <a:gd name="connsiteX1" fmla="*/ 250742 w 1073024"/>
              <a:gd name="connsiteY1" fmla="*/ 544592 h 743404"/>
              <a:gd name="connsiteX2" fmla="*/ 1043222 w 1073024"/>
              <a:gd name="connsiteY2" fmla="*/ 722392 h 743404"/>
              <a:gd name="connsiteX3" fmla="*/ 784142 w 1073024"/>
              <a:gd name="connsiteY3" fmla="*/ 163592 h 743404"/>
              <a:gd name="connsiteX4" fmla="*/ 27222 w 1073024"/>
              <a:gd name="connsiteY4" fmla="*/ 21352 h 743404"/>
              <a:gd name="connsiteX0" fmla="*/ 24121 w 1106201"/>
              <a:gd name="connsiteY0" fmla="*/ 19528 h 757062"/>
              <a:gd name="connsiteX1" fmla="*/ 283201 w 1106201"/>
              <a:gd name="connsiteY1" fmla="*/ 558008 h 757062"/>
              <a:gd name="connsiteX2" fmla="*/ 1075681 w 1106201"/>
              <a:gd name="connsiteY2" fmla="*/ 735808 h 757062"/>
              <a:gd name="connsiteX3" fmla="*/ 816601 w 1106201"/>
              <a:gd name="connsiteY3" fmla="*/ 177008 h 757062"/>
              <a:gd name="connsiteX4" fmla="*/ 24121 w 1106201"/>
              <a:gd name="connsiteY4" fmla="*/ 19528 h 757062"/>
              <a:gd name="connsiteX0" fmla="*/ 25094 w 1168294"/>
              <a:gd name="connsiteY0" fmla="*/ 19619 h 761794"/>
              <a:gd name="connsiteX1" fmla="*/ 284174 w 1168294"/>
              <a:gd name="connsiteY1" fmla="*/ 558099 h 761794"/>
              <a:gd name="connsiteX2" fmla="*/ 1142694 w 1168294"/>
              <a:gd name="connsiteY2" fmla="*/ 740979 h 761794"/>
              <a:gd name="connsiteX3" fmla="*/ 817574 w 1168294"/>
              <a:gd name="connsiteY3" fmla="*/ 177099 h 761794"/>
              <a:gd name="connsiteX4" fmla="*/ 25094 w 1168294"/>
              <a:gd name="connsiteY4" fmla="*/ 19619 h 761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68294" h="761794">
                <a:moveTo>
                  <a:pt x="25094" y="19619"/>
                </a:moveTo>
                <a:cubicBezTo>
                  <a:pt x="-63806" y="83119"/>
                  <a:pt x="97907" y="437872"/>
                  <a:pt x="284174" y="558099"/>
                </a:cubicBezTo>
                <a:cubicBezTo>
                  <a:pt x="470441" y="678326"/>
                  <a:pt x="1036861" y="814639"/>
                  <a:pt x="1142694" y="740979"/>
                </a:cubicBezTo>
                <a:cubicBezTo>
                  <a:pt x="1248527" y="667319"/>
                  <a:pt x="1003841" y="297326"/>
                  <a:pt x="817574" y="177099"/>
                </a:cubicBezTo>
                <a:cubicBezTo>
                  <a:pt x="631307" y="56872"/>
                  <a:pt x="113994" y="-43881"/>
                  <a:pt x="25094" y="19619"/>
                </a:cubicBezTo>
                <a:close/>
              </a:path>
            </a:pathLst>
          </a:custGeom>
          <a:noFill/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cxnSp>
        <p:nvCxnSpPr>
          <p:cNvPr id="57" name="Conector reto 21 2 1">
            <a:extLst>
              <a:ext uri="{FF2B5EF4-FFF2-40B4-BE49-F238E27FC236}">
                <a16:creationId xmlns:a16="http://schemas.microsoft.com/office/drawing/2014/main" id="{DDB17367-227C-4276-8B0D-42CF5A0CAB91}"/>
              </a:ext>
            </a:extLst>
          </p:cNvPr>
          <p:cNvCxnSpPr>
            <a:cxnSpLocks/>
          </p:cNvCxnSpPr>
          <p:nvPr/>
        </p:nvCxnSpPr>
        <p:spPr>
          <a:xfrm flipH="1">
            <a:off x="3162520" y="1566658"/>
            <a:ext cx="0" cy="302982"/>
          </a:xfrm>
          <a:prstGeom prst="line">
            <a:avLst/>
          </a:prstGeom>
          <a:noFill/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58" name="Conector reto 22 2 1">
            <a:extLst>
              <a:ext uri="{FF2B5EF4-FFF2-40B4-BE49-F238E27FC236}">
                <a16:creationId xmlns:a16="http://schemas.microsoft.com/office/drawing/2014/main" id="{47C2B62C-9424-4715-BB76-6DA914E2E995}"/>
              </a:ext>
            </a:extLst>
          </p:cNvPr>
          <p:cNvCxnSpPr>
            <a:cxnSpLocks/>
          </p:cNvCxnSpPr>
          <p:nvPr/>
        </p:nvCxnSpPr>
        <p:spPr>
          <a:xfrm flipH="1">
            <a:off x="4197738" y="1267473"/>
            <a:ext cx="0" cy="329280"/>
          </a:xfrm>
          <a:prstGeom prst="line">
            <a:avLst/>
          </a:prstGeom>
          <a:noFill/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9" name="Forma Livre: Forma 23 2 1">
            <a:extLst>
              <a:ext uri="{FF2B5EF4-FFF2-40B4-BE49-F238E27FC236}">
                <a16:creationId xmlns:a16="http://schemas.microsoft.com/office/drawing/2014/main" id="{FF1AC350-E085-498C-85F0-A2B5CEAB6277}"/>
              </a:ext>
            </a:extLst>
          </p:cNvPr>
          <p:cNvSpPr/>
          <p:nvPr/>
        </p:nvSpPr>
        <p:spPr>
          <a:xfrm flipH="1">
            <a:off x="3029445" y="1149566"/>
            <a:ext cx="1168293" cy="761796"/>
          </a:xfrm>
          <a:custGeom>
            <a:avLst/>
            <a:gdLst>
              <a:gd name="connsiteX0" fmla="*/ 42692 w 1093805"/>
              <a:gd name="connsiteY0" fmla="*/ 34135 h 757860"/>
              <a:gd name="connsiteX1" fmla="*/ 210332 w 1093805"/>
              <a:gd name="connsiteY1" fmla="*/ 572615 h 757860"/>
              <a:gd name="connsiteX2" fmla="*/ 1058692 w 1093805"/>
              <a:gd name="connsiteY2" fmla="*/ 735175 h 757860"/>
              <a:gd name="connsiteX3" fmla="*/ 845332 w 1093805"/>
              <a:gd name="connsiteY3" fmla="*/ 130655 h 757860"/>
              <a:gd name="connsiteX4" fmla="*/ 42692 w 1093805"/>
              <a:gd name="connsiteY4" fmla="*/ 34135 h 757860"/>
              <a:gd name="connsiteX0" fmla="*/ 39382 w 1085184"/>
              <a:gd name="connsiteY0" fmla="*/ 22397 h 746122"/>
              <a:gd name="connsiteX1" fmla="*/ 207022 w 1085184"/>
              <a:gd name="connsiteY1" fmla="*/ 560877 h 746122"/>
              <a:gd name="connsiteX2" fmla="*/ 1055382 w 1085184"/>
              <a:gd name="connsiteY2" fmla="*/ 723437 h 746122"/>
              <a:gd name="connsiteX3" fmla="*/ 796302 w 1085184"/>
              <a:gd name="connsiteY3" fmla="*/ 164637 h 746122"/>
              <a:gd name="connsiteX4" fmla="*/ 39382 w 1085184"/>
              <a:gd name="connsiteY4" fmla="*/ 22397 h 746122"/>
              <a:gd name="connsiteX0" fmla="*/ 27222 w 1073024"/>
              <a:gd name="connsiteY0" fmla="*/ 21352 h 743404"/>
              <a:gd name="connsiteX1" fmla="*/ 250742 w 1073024"/>
              <a:gd name="connsiteY1" fmla="*/ 544592 h 743404"/>
              <a:gd name="connsiteX2" fmla="*/ 1043222 w 1073024"/>
              <a:gd name="connsiteY2" fmla="*/ 722392 h 743404"/>
              <a:gd name="connsiteX3" fmla="*/ 784142 w 1073024"/>
              <a:gd name="connsiteY3" fmla="*/ 163592 h 743404"/>
              <a:gd name="connsiteX4" fmla="*/ 27222 w 1073024"/>
              <a:gd name="connsiteY4" fmla="*/ 21352 h 743404"/>
              <a:gd name="connsiteX0" fmla="*/ 24121 w 1106201"/>
              <a:gd name="connsiteY0" fmla="*/ 19528 h 757062"/>
              <a:gd name="connsiteX1" fmla="*/ 283201 w 1106201"/>
              <a:gd name="connsiteY1" fmla="*/ 558008 h 757062"/>
              <a:gd name="connsiteX2" fmla="*/ 1075681 w 1106201"/>
              <a:gd name="connsiteY2" fmla="*/ 735808 h 757062"/>
              <a:gd name="connsiteX3" fmla="*/ 816601 w 1106201"/>
              <a:gd name="connsiteY3" fmla="*/ 177008 h 757062"/>
              <a:gd name="connsiteX4" fmla="*/ 24121 w 1106201"/>
              <a:gd name="connsiteY4" fmla="*/ 19528 h 757062"/>
              <a:gd name="connsiteX0" fmla="*/ 25094 w 1168294"/>
              <a:gd name="connsiteY0" fmla="*/ 19619 h 761794"/>
              <a:gd name="connsiteX1" fmla="*/ 284174 w 1168294"/>
              <a:gd name="connsiteY1" fmla="*/ 558099 h 761794"/>
              <a:gd name="connsiteX2" fmla="*/ 1142694 w 1168294"/>
              <a:gd name="connsiteY2" fmla="*/ 740979 h 761794"/>
              <a:gd name="connsiteX3" fmla="*/ 817574 w 1168294"/>
              <a:gd name="connsiteY3" fmla="*/ 177099 h 761794"/>
              <a:gd name="connsiteX4" fmla="*/ 25094 w 1168294"/>
              <a:gd name="connsiteY4" fmla="*/ 19619 h 761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68294" h="761794">
                <a:moveTo>
                  <a:pt x="25094" y="19619"/>
                </a:moveTo>
                <a:cubicBezTo>
                  <a:pt x="-63806" y="83119"/>
                  <a:pt x="97907" y="437872"/>
                  <a:pt x="284174" y="558099"/>
                </a:cubicBezTo>
                <a:cubicBezTo>
                  <a:pt x="470441" y="678326"/>
                  <a:pt x="1036861" y="814639"/>
                  <a:pt x="1142694" y="740979"/>
                </a:cubicBezTo>
                <a:cubicBezTo>
                  <a:pt x="1248527" y="667319"/>
                  <a:pt x="1003841" y="297326"/>
                  <a:pt x="817574" y="177099"/>
                </a:cubicBezTo>
                <a:cubicBezTo>
                  <a:pt x="631307" y="56872"/>
                  <a:pt x="113994" y="-43881"/>
                  <a:pt x="25094" y="19619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0" name="Forma Livre: Forma 24 2 1">
            <a:extLst>
              <a:ext uri="{FF2B5EF4-FFF2-40B4-BE49-F238E27FC236}">
                <a16:creationId xmlns:a16="http://schemas.microsoft.com/office/drawing/2014/main" id="{259C989B-E321-452F-9546-B6830E6E3BF4}"/>
              </a:ext>
            </a:extLst>
          </p:cNvPr>
          <p:cNvSpPr/>
          <p:nvPr/>
        </p:nvSpPr>
        <p:spPr>
          <a:xfrm flipH="1">
            <a:off x="3053940" y="1173462"/>
            <a:ext cx="1122680" cy="703578"/>
          </a:xfrm>
          <a:custGeom>
            <a:avLst/>
            <a:gdLst>
              <a:gd name="connsiteX0" fmla="*/ 0 w 1122680"/>
              <a:gd name="connsiteY0" fmla="*/ 0 h 703580"/>
              <a:gd name="connsiteX1" fmla="*/ 406400 w 1122680"/>
              <a:gd name="connsiteY1" fmla="*/ 317500 h 703580"/>
              <a:gd name="connsiteX2" fmla="*/ 1122680 w 1122680"/>
              <a:gd name="connsiteY2" fmla="*/ 703580 h 703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22680" h="703580">
                <a:moveTo>
                  <a:pt x="0" y="0"/>
                </a:moveTo>
                <a:cubicBezTo>
                  <a:pt x="109643" y="100118"/>
                  <a:pt x="219287" y="200237"/>
                  <a:pt x="406400" y="317500"/>
                </a:cubicBezTo>
                <a:cubicBezTo>
                  <a:pt x="593513" y="434763"/>
                  <a:pt x="858096" y="569171"/>
                  <a:pt x="1122680" y="703580"/>
                </a:cubicBezTo>
              </a:path>
            </a:pathLst>
          </a:cu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1" name="Elipse 25 2 1">
            <a:extLst>
              <a:ext uri="{FF2B5EF4-FFF2-40B4-BE49-F238E27FC236}">
                <a16:creationId xmlns:a16="http://schemas.microsoft.com/office/drawing/2014/main" id="{EE97DF44-ACAD-47C8-B487-675AD97B058D}"/>
              </a:ext>
            </a:extLst>
          </p:cNvPr>
          <p:cNvSpPr/>
          <p:nvPr/>
        </p:nvSpPr>
        <p:spPr>
          <a:xfrm flipH="1">
            <a:off x="2960088" y="1816831"/>
            <a:ext cx="159289" cy="159289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2" name="Forma Livre: Forma 26 2 1">
            <a:extLst>
              <a:ext uri="{FF2B5EF4-FFF2-40B4-BE49-F238E27FC236}">
                <a16:creationId xmlns:a16="http://schemas.microsoft.com/office/drawing/2014/main" id="{20A08606-A292-4246-A900-52AABB3ECD81}"/>
              </a:ext>
            </a:extLst>
          </p:cNvPr>
          <p:cNvSpPr/>
          <p:nvPr/>
        </p:nvSpPr>
        <p:spPr>
          <a:xfrm rot="9000000">
            <a:off x="3577111" y="1583392"/>
            <a:ext cx="141333" cy="179458"/>
          </a:xfrm>
          <a:custGeom>
            <a:avLst/>
            <a:gdLst>
              <a:gd name="connsiteX0" fmla="*/ 514905 w 514905"/>
              <a:gd name="connsiteY0" fmla="*/ 1003177 h 1003177"/>
              <a:gd name="connsiteX1" fmla="*/ 168676 w 514905"/>
              <a:gd name="connsiteY1" fmla="*/ 550415 h 1003177"/>
              <a:gd name="connsiteX2" fmla="*/ 0 w 514905"/>
              <a:gd name="connsiteY2" fmla="*/ 0 h 10031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14905" h="1003177">
                <a:moveTo>
                  <a:pt x="514905" y="1003177"/>
                </a:moveTo>
                <a:cubicBezTo>
                  <a:pt x="384699" y="860394"/>
                  <a:pt x="254493" y="717611"/>
                  <a:pt x="168676" y="550415"/>
                </a:cubicBezTo>
                <a:cubicBezTo>
                  <a:pt x="82858" y="383219"/>
                  <a:pt x="41429" y="191609"/>
                  <a:pt x="0" y="0"/>
                </a:cubicBezTo>
              </a:path>
            </a:pathLst>
          </a:cu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3" name="Forma Livre: Forma 27 2 1">
            <a:extLst>
              <a:ext uri="{FF2B5EF4-FFF2-40B4-BE49-F238E27FC236}">
                <a16:creationId xmlns:a16="http://schemas.microsoft.com/office/drawing/2014/main" id="{70AA713D-87A2-4F2E-84DE-40D0AB39E4CA}"/>
              </a:ext>
            </a:extLst>
          </p:cNvPr>
          <p:cNvSpPr/>
          <p:nvPr/>
        </p:nvSpPr>
        <p:spPr>
          <a:xfrm rot="12600000">
            <a:off x="3369833" y="1527193"/>
            <a:ext cx="74764" cy="145659"/>
          </a:xfrm>
          <a:custGeom>
            <a:avLst/>
            <a:gdLst>
              <a:gd name="connsiteX0" fmla="*/ 514905 w 514905"/>
              <a:gd name="connsiteY0" fmla="*/ 1003177 h 1003177"/>
              <a:gd name="connsiteX1" fmla="*/ 168676 w 514905"/>
              <a:gd name="connsiteY1" fmla="*/ 550415 h 1003177"/>
              <a:gd name="connsiteX2" fmla="*/ 0 w 514905"/>
              <a:gd name="connsiteY2" fmla="*/ 0 h 10031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14905" h="1003177">
                <a:moveTo>
                  <a:pt x="514905" y="1003177"/>
                </a:moveTo>
                <a:cubicBezTo>
                  <a:pt x="384699" y="860394"/>
                  <a:pt x="254493" y="717611"/>
                  <a:pt x="168676" y="550415"/>
                </a:cubicBezTo>
                <a:cubicBezTo>
                  <a:pt x="82858" y="383219"/>
                  <a:pt x="41429" y="191609"/>
                  <a:pt x="0" y="0"/>
                </a:cubicBezTo>
              </a:path>
            </a:pathLst>
          </a:cu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cxnSp>
        <p:nvCxnSpPr>
          <p:cNvPr id="64" name="Conector reto 28 2 1">
            <a:extLst>
              <a:ext uri="{FF2B5EF4-FFF2-40B4-BE49-F238E27FC236}">
                <a16:creationId xmlns:a16="http://schemas.microsoft.com/office/drawing/2014/main" id="{0B44B85D-8903-4063-8504-E77056721531}"/>
              </a:ext>
            </a:extLst>
          </p:cNvPr>
          <p:cNvCxnSpPr>
            <a:cxnSpLocks/>
          </p:cNvCxnSpPr>
          <p:nvPr/>
        </p:nvCxnSpPr>
        <p:spPr>
          <a:xfrm flipH="1">
            <a:off x="3053934" y="1348720"/>
            <a:ext cx="0" cy="302982"/>
          </a:xfrm>
          <a:prstGeom prst="line">
            <a:avLst/>
          </a:prstGeom>
          <a:noFill/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5" name="Conector reto 29 2 1">
            <a:extLst>
              <a:ext uri="{FF2B5EF4-FFF2-40B4-BE49-F238E27FC236}">
                <a16:creationId xmlns:a16="http://schemas.microsoft.com/office/drawing/2014/main" id="{549531E9-9A65-4AFC-954C-FA1D612AECCF}"/>
              </a:ext>
            </a:extLst>
          </p:cNvPr>
          <p:cNvCxnSpPr>
            <a:cxnSpLocks/>
          </p:cNvCxnSpPr>
          <p:nvPr/>
        </p:nvCxnSpPr>
        <p:spPr>
          <a:xfrm flipH="1">
            <a:off x="3322538" y="1917522"/>
            <a:ext cx="0" cy="302982"/>
          </a:xfrm>
          <a:prstGeom prst="line">
            <a:avLst/>
          </a:prstGeom>
          <a:noFill/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6" name="Conector reto 30 2 1">
            <a:extLst>
              <a:ext uri="{FF2B5EF4-FFF2-40B4-BE49-F238E27FC236}">
                <a16:creationId xmlns:a16="http://schemas.microsoft.com/office/drawing/2014/main" id="{E78534FE-E0A3-4D7F-B0E8-44CFC74FAB6E}"/>
              </a:ext>
            </a:extLst>
          </p:cNvPr>
          <p:cNvCxnSpPr>
            <a:cxnSpLocks/>
          </p:cNvCxnSpPr>
          <p:nvPr/>
        </p:nvCxnSpPr>
        <p:spPr>
          <a:xfrm flipH="1">
            <a:off x="3490178" y="1882684"/>
            <a:ext cx="0" cy="302982"/>
          </a:xfrm>
          <a:prstGeom prst="line">
            <a:avLst/>
          </a:prstGeom>
          <a:noFill/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7" name="Conector reto 31 2 1">
            <a:extLst>
              <a:ext uri="{FF2B5EF4-FFF2-40B4-BE49-F238E27FC236}">
                <a16:creationId xmlns:a16="http://schemas.microsoft.com/office/drawing/2014/main" id="{500A7E1F-4EDC-4CCD-8FC9-66080D57A621}"/>
              </a:ext>
            </a:extLst>
          </p:cNvPr>
          <p:cNvCxnSpPr>
            <a:cxnSpLocks/>
          </p:cNvCxnSpPr>
          <p:nvPr/>
        </p:nvCxnSpPr>
        <p:spPr>
          <a:xfrm flipH="1">
            <a:off x="3690840" y="1815362"/>
            <a:ext cx="0" cy="302982"/>
          </a:xfrm>
          <a:prstGeom prst="line">
            <a:avLst/>
          </a:prstGeom>
          <a:noFill/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8" name="Conector reto 32 2 1">
            <a:extLst>
              <a:ext uri="{FF2B5EF4-FFF2-40B4-BE49-F238E27FC236}">
                <a16:creationId xmlns:a16="http://schemas.microsoft.com/office/drawing/2014/main" id="{CA527C4D-8DAE-40FD-988B-7E5D69675388}"/>
              </a:ext>
            </a:extLst>
          </p:cNvPr>
          <p:cNvCxnSpPr>
            <a:cxnSpLocks/>
          </p:cNvCxnSpPr>
          <p:nvPr/>
        </p:nvCxnSpPr>
        <p:spPr>
          <a:xfrm flipH="1">
            <a:off x="3895431" y="1741382"/>
            <a:ext cx="0" cy="302982"/>
          </a:xfrm>
          <a:prstGeom prst="line">
            <a:avLst/>
          </a:prstGeom>
          <a:noFill/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72" name="Gráfico 166 2 1">
            <a:extLst>
              <a:ext uri="{FF2B5EF4-FFF2-40B4-BE49-F238E27FC236}">
                <a16:creationId xmlns:a16="http://schemas.microsoft.com/office/drawing/2014/main" id="{4DF4FFA7-5777-43F9-9AFF-35D989B4BA7D}"/>
              </a:ext>
            </a:extLst>
          </p:cNvPr>
          <p:cNvPicPr>
            <a:picLocks noChangeAspect="1"/>
          </p:cNvPicPr>
          <p:nvPr/>
        </p:nvPicPr>
        <p:blipFill rotWithShape="1">
          <a:blip r:embed="rId6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4"/>
              </a:ext>
            </a:extLst>
          </a:blip>
          <a:srcRect l="9713" t="24726" r="11192" b="40279"/>
          <a:stretch/>
        </p:blipFill>
        <p:spPr>
          <a:xfrm rot="19800000" flipH="1">
            <a:off x="3455642" y="1236406"/>
            <a:ext cx="417720" cy="196485"/>
          </a:xfrm>
          <a:prstGeom prst="rect">
            <a:avLst/>
          </a:prstGeom>
        </p:spPr>
      </p:pic>
      <p:cxnSp>
        <p:nvCxnSpPr>
          <p:cNvPr id="74" name="Conector reto 173 2 1">
            <a:extLst>
              <a:ext uri="{FF2B5EF4-FFF2-40B4-BE49-F238E27FC236}">
                <a16:creationId xmlns:a16="http://schemas.microsoft.com/office/drawing/2014/main" id="{5F325C39-9EAD-4865-AC5A-8DA3E0BC117E}"/>
              </a:ext>
            </a:extLst>
          </p:cNvPr>
          <p:cNvCxnSpPr>
            <a:cxnSpLocks/>
          </p:cNvCxnSpPr>
          <p:nvPr/>
        </p:nvCxnSpPr>
        <p:spPr>
          <a:xfrm flipH="1">
            <a:off x="3847619" y="1450195"/>
            <a:ext cx="132334" cy="7816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reto 174 2 1">
            <a:extLst>
              <a:ext uri="{FF2B5EF4-FFF2-40B4-BE49-F238E27FC236}">
                <a16:creationId xmlns:a16="http://schemas.microsoft.com/office/drawing/2014/main" id="{F0DC17BC-6583-4EAA-A220-1EDC4139785B}"/>
              </a:ext>
            </a:extLst>
          </p:cNvPr>
          <p:cNvCxnSpPr>
            <a:cxnSpLocks/>
            <a:endCxn id="60" idx="2"/>
          </p:cNvCxnSpPr>
          <p:nvPr/>
        </p:nvCxnSpPr>
        <p:spPr>
          <a:xfrm flipH="1">
            <a:off x="3053940" y="1376064"/>
            <a:ext cx="678664" cy="50097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6" name="Gráfico 180 2 1">
            <a:extLst>
              <a:ext uri="{FF2B5EF4-FFF2-40B4-BE49-F238E27FC236}">
                <a16:creationId xmlns:a16="http://schemas.microsoft.com/office/drawing/2014/main" id="{A1848FC7-7B0F-4167-BF78-E5E08E33FAB8}"/>
              </a:ext>
            </a:extLst>
          </p:cNvPr>
          <p:cNvPicPr>
            <a:picLocks noChangeAspect="1"/>
          </p:cNvPicPr>
          <p:nvPr/>
        </p:nvPicPr>
        <p:blipFill rotWithShape="1">
          <a:blip r:embed="rId6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6"/>
              </a:ext>
            </a:extLst>
          </a:blip>
          <a:srcRect l="15318" t="18887" r="13030" b="38205"/>
          <a:stretch/>
        </p:blipFill>
        <p:spPr>
          <a:xfrm flipH="1">
            <a:off x="3637044" y="1598131"/>
            <a:ext cx="244186" cy="146227"/>
          </a:xfrm>
          <a:prstGeom prst="rect">
            <a:avLst/>
          </a:prstGeom>
        </p:spPr>
      </p:pic>
      <p:pic>
        <p:nvPicPr>
          <p:cNvPr id="77" name="Gráfico 181 2 1">
            <a:extLst>
              <a:ext uri="{FF2B5EF4-FFF2-40B4-BE49-F238E27FC236}">
                <a16:creationId xmlns:a16="http://schemas.microsoft.com/office/drawing/2014/main" id="{08543D14-6B5E-4EC6-A3FC-C5D140E512AE}"/>
              </a:ext>
            </a:extLst>
          </p:cNvPr>
          <p:cNvPicPr>
            <a:picLocks noChangeAspect="1"/>
          </p:cNvPicPr>
          <p:nvPr/>
        </p:nvPicPr>
        <p:blipFill rotWithShape="1">
          <a:blip r:embed="rId6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6"/>
              </a:ext>
            </a:extLst>
          </a:blip>
          <a:srcRect l="15318" t="18887" r="13030" b="38205"/>
          <a:stretch/>
        </p:blipFill>
        <p:spPr>
          <a:xfrm flipH="1">
            <a:off x="3292708" y="1414546"/>
            <a:ext cx="193897" cy="116112"/>
          </a:xfrm>
          <a:prstGeom prst="rect">
            <a:avLst/>
          </a:prstGeom>
        </p:spPr>
      </p:pic>
      <p:pic>
        <p:nvPicPr>
          <p:cNvPr id="78" name="Gráfico 182 2 1">
            <a:extLst>
              <a:ext uri="{FF2B5EF4-FFF2-40B4-BE49-F238E27FC236}">
                <a16:creationId xmlns:a16="http://schemas.microsoft.com/office/drawing/2014/main" id="{3B03CE25-C08B-43D9-83C6-39ED50C6EA51}"/>
              </a:ext>
            </a:extLst>
          </p:cNvPr>
          <p:cNvPicPr>
            <a:picLocks noChangeAspect="1"/>
          </p:cNvPicPr>
          <p:nvPr/>
        </p:nvPicPr>
        <p:blipFill rotWithShape="1">
          <a:blip r:embed="rId6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6"/>
              </a:ext>
            </a:extLst>
          </a:blip>
          <a:srcRect l="15318" t="18887" r="13030" b="38205"/>
          <a:stretch/>
        </p:blipFill>
        <p:spPr>
          <a:xfrm rot="18900000" flipH="1">
            <a:off x="3897640" y="1374057"/>
            <a:ext cx="193897" cy="116112"/>
          </a:xfrm>
          <a:prstGeom prst="rect">
            <a:avLst/>
          </a:prstGeom>
        </p:spPr>
      </p:pic>
      <p:cxnSp>
        <p:nvCxnSpPr>
          <p:cNvPr id="82" name="Conector reto 40 2 1">
            <a:extLst>
              <a:ext uri="{FF2B5EF4-FFF2-40B4-BE49-F238E27FC236}">
                <a16:creationId xmlns:a16="http://schemas.microsoft.com/office/drawing/2014/main" id="{F0749512-7623-414A-A747-6359EF2C90FB}"/>
              </a:ext>
            </a:extLst>
          </p:cNvPr>
          <p:cNvCxnSpPr>
            <a:cxnSpLocks/>
          </p:cNvCxnSpPr>
          <p:nvPr/>
        </p:nvCxnSpPr>
        <p:spPr>
          <a:xfrm flipH="1">
            <a:off x="2764901" y="1958431"/>
            <a:ext cx="253329" cy="151489"/>
          </a:xfrm>
          <a:prstGeom prst="line">
            <a:avLst/>
          </a:prstGeom>
          <a:ln w="28575">
            <a:solidFill>
              <a:srgbClr val="00206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2" name="Picture 91" descr="\documentclass{article}&#10;\usepackage{amsmath}&#10;\pagestyle{empty}&#10;\begin{document}&#10;\noindent&#10;$q^w_2$&#10;&#10;&#10;\end{document}" title="IguanaTex Bitmap Display">
            <a:extLst>
              <a:ext uri="{FF2B5EF4-FFF2-40B4-BE49-F238E27FC236}">
                <a16:creationId xmlns:a16="http://schemas.microsoft.com/office/drawing/2014/main" id="{B836CD6F-CA81-4810-813E-DB322A9601E2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7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900000">
            <a:off x="2711438" y="1797641"/>
            <a:ext cx="149760" cy="139886"/>
          </a:xfrm>
          <a:prstGeom prst="rect">
            <a:avLst/>
          </a:prstGeom>
        </p:spPr>
      </p:pic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BCBB7B55-401E-4EAC-9257-DE5D5789B8C8}"/>
              </a:ext>
            </a:extLst>
          </p:cNvPr>
          <p:cNvCxnSpPr>
            <a:cxnSpLocks/>
          </p:cNvCxnSpPr>
          <p:nvPr/>
        </p:nvCxnSpPr>
        <p:spPr>
          <a:xfrm>
            <a:off x="1963065" y="2127231"/>
            <a:ext cx="307554" cy="42292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D27E1B2E-25A8-41C8-9E07-5E970480B156}"/>
              </a:ext>
            </a:extLst>
          </p:cNvPr>
          <p:cNvCxnSpPr>
            <a:cxnSpLocks/>
          </p:cNvCxnSpPr>
          <p:nvPr/>
        </p:nvCxnSpPr>
        <p:spPr>
          <a:xfrm flipH="1">
            <a:off x="2290453" y="2127231"/>
            <a:ext cx="490127" cy="42292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Elipse 25 3 1">
            <a:extLst>
              <a:ext uri="{FF2B5EF4-FFF2-40B4-BE49-F238E27FC236}">
                <a16:creationId xmlns:a16="http://schemas.microsoft.com/office/drawing/2014/main" id="{D6C5236A-F3BC-4AED-91EF-F9B13E330903}"/>
              </a:ext>
            </a:extLst>
          </p:cNvPr>
          <p:cNvSpPr/>
          <p:nvPr/>
        </p:nvSpPr>
        <p:spPr>
          <a:xfrm flipH="1">
            <a:off x="2200892" y="2470515"/>
            <a:ext cx="159289" cy="159289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37" name="Picture 136" descr="\documentclass{article}&#10;\usepackage{amsmath}&#10;\pagestyle{empty}&#10;\begin{document}&#10;\noindent&#10;\textbf{1}&#10;&#10;&#10;\end{document}" title="IguanaTex Bitmap Display">
            <a:extLst>
              <a:ext uri="{FF2B5EF4-FFF2-40B4-BE49-F238E27FC236}">
                <a16:creationId xmlns:a16="http://schemas.microsoft.com/office/drawing/2014/main" id="{74D8C7E6-B4E2-45E2-924F-88FECB0148D9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7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1243" y="1676400"/>
            <a:ext cx="72960" cy="115840"/>
          </a:xfrm>
          <a:prstGeom prst="rect">
            <a:avLst/>
          </a:prstGeom>
        </p:spPr>
      </p:pic>
      <p:pic>
        <p:nvPicPr>
          <p:cNvPr id="140" name="Picture 139" descr="\documentclass{article}&#10;\usepackage{amsmath}&#10;\pagestyle{empty}&#10;\begin{document}&#10;\noindent&#10;\textbf{2}&#10;&#10;&#10;\end{document}" title="IguanaTex Bitmap Display">
            <a:extLst>
              <a:ext uri="{FF2B5EF4-FFF2-40B4-BE49-F238E27FC236}">
                <a16:creationId xmlns:a16="http://schemas.microsoft.com/office/drawing/2014/main" id="{1F58D930-4939-4127-A96D-EEBA02A3374E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2012" y="1670322"/>
            <a:ext cx="81920" cy="115840"/>
          </a:xfrm>
          <a:prstGeom prst="rect">
            <a:avLst/>
          </a:prstGeom>
        </p:spPr>
      </p:pic>
      <p:cxnSp>
        <p:nvCxnSpPr>
          <p:cNvPr id="144" name="Straight Connector 143">
            <a:extLst>
              <a:ext uri="{FF2B5EF4-FFF2-40B4-BE49-F238E27FC236}">
                <a16:creationId xmlns:a16="http://schemas.microsoft.com/office/drawing/2014/main" id="{C7BCBDB1-6C4C-4E31-8939-2E65F60AC99A}"/>
              </a:ext>
            </a:extLst>
          </p:cNvPr>
          <p:cNvCxnSpPr>
            <a:cxnSpLocks/>
          </p:cNvCxnSpPr>
          <p:nvPr/>
        </p:nvCxnSpPr>
        <p:spPr>
          <a:xfrm>
            <a:off x="2270619" y="2629804"/>
            <a:ext cx="0" cy="869597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46EC7A8F-CAD6-46A4-A2A4-C246343DB2FD}"/>
              </a:ext>
            </a:extLst>
          </p:cNvPr>
          <p:cNvCxnSpPr>
            <a:cxnSpLocks/>
          </p:cNvCxnSpPr>
          <p:nvPr/>
        </p:nvCxnSpPr>
        <p:spPr>
          <a:xfrm>
            <a:off x="2163923" y="2898684"/>
            <a:ext cx="0" cy="33183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Elipse 25 3 2">
            <a:extLst>
              <a:ext uri="{FF2B5EF4-FFF2-40B4-BE49-F238E27FC236}">
                <a16:creationId xmlns:a16="http://schemas.microsoft.com/office/drawing/2014/main" id="{85056B85-041D-4DDE-AA23-88CAF185EDA1}"/>
              </a:ext>
            </a:extLst>
          </p:cNvPr>
          <p:cNvSpPr/>
          <p:nvPr/>
        </p:nvSpPr>
        <p:spPr>
          <a:xfrm flipH="1">
            <a:off x="2200892" y="3499400"/>
            <a:ext cx="159289" cy="159289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B84CBEE3-1310-48B6-89C6-552D548E9C8F}"/>
              </a:ext>
            </a:extLst>
          </p:cNvPr>
          <p:cNvCxnSpPr>
            <a:cxnSpLocks/>
          </p:cNvCxnSpPr>
          <p:nvPr/>
        </p:nvCxnSpPr>
        <p:spPr>
          <a:xfrm flipH="1" flipV="1">
            <a:off x="2290453" y="3549190"/>
            <a:ext cx="486364" cy="38016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0" name="Picture 259" descr="\documentclass{article}&#10;\usepackage{amsmath}&#10;\pagestyle{empty}&#10;\begin{document}&#10;\noindent&#10;\textbf{5}&#10;&#10;&#10;\end{document}" title="IguanaTex Bitmap Display">
            <a:extLst>
              <a:ext uri="{FF2B5EF4-FFF2-40B4-BE49-F238E27FC236}">
                <a16:creationId xmlns:a16="http://schemas.microsoft.com/office/drawing/2014/main" id="{8ABB5934-86B3-496C-A92C-0725CDB2FA0B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7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3132" y="3335636"/>
            <a:ext cx="81920" cy="118400"/>
          </a:xfrm>
          <a:prstGeom prst="rect">
            <a:avLst/>
          </a:prstGeom>
        </p:spPr>
      </p:pic>
      <p:pic>
        <p:nvPicPr>
          <p:cNvPr id="258" name="Picture 257" descr="\documentclass{article}&#10;\usepackage{amsmath}&#10;\pagestyle{empty}&#10;\begin{document}&#10;\noindent&#10;\textbf{4}&#10;&#10;&#10;\end{document}" title="IguanaTex Bitmap Display">
            <a:extLst>
              <a:ext uri="{FF2B5EF4-FFF2-40B4-BE49-F238E27FC236}">
                <a16:creationId xmlns:a16="http://schemas.microsoft.com/office/drawing/2014/main" id="{C1BD9107-B524-4AEB-A7F0-F20C8E59DA4E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7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5013" y="2315868"/>
            <a:ext cx="90880" cy="115840"/>
          </a:xfrm>
          <a:prstGeom prst="rect">
            <a:avLst/>
          </a:prstGeom>
        </p:spPr>
      </p:pic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EBAE9BB6-29E3-4BAB-80D2-28493D2394D6}"/>
              </a:ext>
            </a:extLst>
          </p:cNvPr>
          <p:cNvCxnSpPr>
            <a:cxnSpLocks/>
          </p:cNvCxnSpPr>
          <p:nvPr/>
        </p:nvCxnSpPr>
        <p:spPr>
          <a:xfrm>
            <a:off x="2270619" y="3658689"/>
            <a:ext cx="0" cy="434798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Elipse 25 3 3">
            <a:extLst>
              <a:ext uri="{FF2B5EF4-FFF2-40B4-BE49-F238E27FC236}">
                <a16:creationId xmlns:a16="http://schemas.microsoft.com/office/drawing/2014/main" id="{7E3BA34D-620C-4DA0-B0FC-32BE3BC907F9}"/>
              </a:ext>
            </a:extLst>
          </p:cNvPr>
          <p:cNvSpPr/>
          <p:nvPr/>
        </p:nvSpPr>
        <p:spPr>
          <a:xfrm flipH="1">
            <a:off x="2200892" y="4068908"/>
            <a:ext cx="159289" cy="159289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14" name="Cylinder 213">
            <a:extLst>
              <a:ext uri="{FF2B5EF4-FFF2-40B4-BE49-F238E27FC236}">
                <a16:creationId xmlns:a16="http://schemas.microsoft.com/office/drawing/2014/main" id="{849D7B57-2743-482E-B5C4-9DF6928B17E6}"/>
              </a:ext>
            </a:extLst>
          </p:cNvPr>
          <p:cNvSpPr/>
          <p:nvPr/>
        </p:nvSpPr>
        <p:spPr>
          <a:xfrm>
            <a:off x="2140897" y="4235103"/>
            <a:ext cx="299112" cy="402285"/>
          </a:xfrm>
          <a:prstGeom prst="can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6D830CFC-3C07-4639-943B-21018B66AB6E}"/>
              </a:ext>
            </a:extLst>
          </p:cNvPr>
          <p:cNvCxnSpPr>
            <a:cxnSpLocks/>
          </p:cNvCxnSpPr>
          <p:nvPr/>
        </p:nvCxnSpPr>
        <p:spPr>
          <a:xfrm>
            <a:off x="2163923" y="3710170"/>
            <a:ext cx="0" cy="33183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8425849B-A079-45E0-995B-E21CA6F77934}"/>
              </a:ext>
            </a:extLst>
          </p:cNvPr>
          <p:cNvCxnSpPr>
            <a:cxnSpLocks/>
          </p:cNvCxnSpPr>
          <p:nvPr/>
        </p:nvCxnSpPr>
        <p:spPr>
          <a:xfrm>
            <a:off x="2270619" y="4637388"/>
            <a:ext cx="0" cy="434798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Isosceles Triangle 216">
            <a:extLst>
              <a:ext uri="{FF2B5EF4-FFF2-40B4-BE49-F238E27FC236}">
                <a16:creationId xmlns:a16="http://schemas.microsoft.com/office/drawing/2014/main" id="{97DC2C30-96C7-47B6-9EC6-075A1605DE4B}"/>
              </a:ext>
            </a:extLst>
          </p:cNvPr>
          <p:cNvSpPr/>
          <p:nvPr/>
        </p:nvSpPr>
        <p:spPr>
          <a:xfrm flipV="1">
            <a:off x="2099310" y="5073491"/>
            <a:ext cx="342618" cy="159289"/>
          </a:xfrm>
          <a:prstGeom prst="triangl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8" name="Conector reto 29 2 2">
            <a:extLst>
              <a:ext uri="{FF2B5EF4-FFF2-40B4-BE49-F238E27FC236}">
                <a16:creationId xmlns:a16="http://schemas.microsoft.com/office/drawing/2014/main" id="{9F2DB1B1-A0AA-4F6A-BA82-AE245C2B4EAA}"/>
              </a:ext>
            </a:extLst>
          </p:cNvPr>
          <p:cNvCxnSpPr>
            <a:cxnSpLocks/>
          </p:cNvCxnSpPr>
          <p:nvPr/>
        </p:nvCxnSpPr>
        <p:spPr>
          <a:xfrm flipH="1">
            <a:off x="3119377" y="1917506"/>
            <a:ext cx="0" cy="302982"/>
          </a:xfrm>
          <a:prstGeom prst="line">
            <a:avLst/>
          </a:prstGeom>
          <a:noFill/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26" name="Conector reto 19 2 2">
            <a:extLst>
              <a:ext uri="{FF2B5EF4-FFF2-40B4-BE49-F238E27FC236}">
                <a16:creationId xmlns:a16="http://schemas.microsoft.com/office/drawing/2014/main" id="{2D028BEB-6A5E-4503-ADEB-C9BA1F77B925}"/>
              </a:ext>
            </a:extLst>
          </p:cNvPr>
          <p:cNvCxnSpPr>
            <a:cxnSpLocks/>
          </p:cNvCxnSpPr>
          <p:nvPr/>
        </p:nvCxnSpPr>
        <p:spPr>
          <a:xfrm flipH="1">
            <a:off x="4060609" y="3411793"/>
            <a:ext cx="0" cy="302982"/>
          </a:xfrm>
          <a:prstGeom prst="line">
            <a:avLst/>
          </a:prstGeom>
          <a:noFill/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27" name="Forma Livre: Forma 20 2 2">
            <a:extLst>
              <a:ext uri="{FF2B5EF4-FFF2-40B4-BE49-F238E27FC236}">
                <a16:creationId xmlns:a16="http://schemas.microsoft.com/office/drawing/2014/main" id="{BD51E01A-AA8B-4240-8322-EB76D33EF6CF}"/>
              </a:ext>
            </a:extLst>
          </p:cNvPr>
          <p:cNvSpPr/>
          <p:nvPr/>
        </p:nvSpPr>
        <p:spPr>
          <a:xfrm flipH="1">
            <a:off x="3029445" y="3276033"/>
            <a:ext cx="1168293" cy="761796"/>
          </a:xfrm>
          <a:custGeom>
            <a:avLst/>
            <a:gdLst>
              <a:gd name="connsiteX0" fmla="*/ 42692 w 1093805"/>
              <a:gd name="connsiteY0" fmla="*/ 34135 h 757860"/>
              <a:gd name="connsiteX1" fmla="*/ 210332 w 1093805"/>
              <a:gd name="connsiteY1" fmla="*/ 572615 h 757860"/>
              <a:gd name="connsiteX2" fmla="*/ 1058692 w 1093805"/>
              <a:gd name="connsiteY2" fmla="*/ 735175 h 757860"/>
              <a:gd name="connsiteX3" fmla="*/ 845332 w 1093805"/>
              <a:gd name="connsiteY3" fmla="*/ 130655 h 757860"/>
              <a:gd name="connsiteX4" fmla="*/ 42692 w 1093805"/>
              <a:gd name="connsiteY4" fmla="*/ 34135 h 757860"/>
              <a:gd name="connsiteX0" fmla="*/ 39382 w 1085184"/>
              <a:gd name="connsiteY0" fmla="*/ 22397 h 746122"/>
              <a:gd name="connsiteX1" fmla="*/ 207022 w 1085184"/>
              <a:gd name="connsiteY1" fmla="*/ 560877 h 746122"/>
              <a:gd name="connsiteX2" fmla="*/ 1055382 w 1085184"/>
              <a:gd name="connsiteY2" fmla="*/ 723437 h 746122"/>
              <a:gd name="connsiteX3" fmla="*/ 796302 w 1085184"/>
              <a:gd name="connsiteY3" fmla="*/ 164637 h 746122"/>
              <a:gd name="connsiteX4" fmla="*/ 39382 w 1085184"/>
              <a:gd name="connsiteY4" fmla="*/ 22397 h 746122"/>
              <a:gd name="connsiteX0" fmla="*/ 27222 w 1073024"/>
              <a:gd name="connsiteY0" fmla="*/ 21352 h 743404"/>
              <a:gd name="connsiteX1" fmla="*/ 250742 w 1073024"/>
              <a:gd name="connsiteY1" fmla="*/ 544592 h 743404"/>
              <a:gd name="connsiteX2" fmla="*/ 1043222 w 1073024"/>
              <a:gd name="connsiteY2" fmla="*/ 722392 h 743404"/>
              <a:gd name="connsiteX3" fmla="*/ 784142 w 1073024"/>
              <a:gd name="connsiteY3" fmla="*/ 163592 h 743404"/>
              <a:gd name="connsiteX4" fmla="*/ 27222 w 1073024"/>
              <a:gd name="connsiteY4" fmla="*/ 21352 h 743404"/>
              <a:gd name="connsiteX0" fmla="*/ 24121 w 1106201"/>
              <a:gd name="connsiteY0" fmla="*/ 19528 h 757062"/>
              <a:gd name="connsiteX1" fmla="*/ 283201 w 1106201"/>
              <a:gd name="connsiteY1" fmla="*/ 558008 h 757062"/>
              <a:gd name="connsiteX2" fmla="*/ 1075681 w 1106201"/>
              <a:gd name="connsiteY2" fmla="*/ 735808 h 757062"/>
              <a:gd name="connsiteX3" fmla="*/ 816601 w 1106201"/>
              <a:gd name="connsiteY3" fmla="*/ 177008 h 757062"/>
              <a:gd name="connsiteX4" fmla="*/ 24121 w 1106201"/>
              <a:gd name="connsiteY4" fmla="*/ 19528 h 757062"/>
              <a:gd name="connsiteX0" fmla="*/ 25094 w 1168294"/>
              <a:gd name="connsiteY0" fmla="*/ 19619 h 761794"/>
              <a:gd name="connsiteX1" fmla="*/ 284174 w 1168294"/>
              <a:gd name="connsiteY1" fmla="*/ 558099 h 761794"/>
              <a:gd name="connsiteX2" fmla="*/ 1142694 w 1168294"/>
              <a:gd name="connsiteY2" fmla="*/ 740979 h 761794"/>
              <a:gd name="connsiteX3" fmla="*/ 817574 w 1168294"/>
              <a:gd name="connsiteY3" fmla="*/ 177099 h 761794"/>
              <a:gd name="connsiteX4" fmla="*/ 25094 w 1168294"/>
              <a:gd name="connsiteY4" fmla="*/ 19619 h 761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68294" h="761794">
                <a:moveTo>
                  <a:pt x="25094" y="19619"/>
                </a:moveTo>
                <a:cubicBezTo>
                  <a:pt x="-63806" y="83119"/>
                  <a:pt x="97907" y="437872"/>
                  <a:pt x="284174" y="558099"/>
                </a:cubicBezTo>
                <a:cubicBezTo>
                  <a:pt x="470441" y="678326"/>
                  <a:pt x="1036861" y="814639"/>
                  <a:pt x="1142694" y="740979"/>
                </a:cubicBezTo>
                <a:cubicBezTo>
                  <a:pt x="1248527" y="667319"/>
                  <a:pt x="1003841" y="297326"/>
                  <a:pt x="817574" y="177099"/>
                </a:cubicBezTo>
                <a:cubicBezTo>
                  <a:pt x="631307" y="56872"/>
                  <a:pt x="113994" y="-43881"/>
                  <a:pt x="25094" y="19619"/>
                </a:cubicBezTo>
                <a:close/>
              </a:path>
            </a:pathLst>
          </a:custGeom>
          <a:noFill/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cxnSp>
        <p:nvCxnSpPr>
          <p:cNvPr id="228" name="Conector reto 21 2 2">
            <a:extLst>
              <a:ext uri="{FF2B5EF4-FFF2-40B4-BE49-F238E27FC236}">
                <a16:creationId xmlns:a16="http://schemas.microsoft.com/office/drawing/2014/main" id="{A34AAB10-1EAA-43C5-8C67-3F91CD2D265A}"/>
              </a:ext>
            </a:extLst>
          </p:cNvPr>
          <p:cNvCxnSpPr>
            <a:cxnSpLocks/>
          </p:cNvCxnSpPr>
          <p:nvPr/>
        </p:nvCxnSpPr>
        <p:spPr>
          <a:xfrm flipH="1">
            <a:off x="3162520" y="3388560"/>
            <a:ext cx="0" cy="302982"/>
          </a:xfrm>
          <a:prstGeom prst="line">
            <a:avLst/>
          </a:prstGeom>
          <a:noFill/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29" name="Conector reto 22 2 2">
            <a:extLst>
              <a:ext uri="{FF2B5EF4-FFF2-40B4-BE49-F238E27FC236}">
                <a16:creationId xmlns:a16="http://schemas.microsoft.com/office/drawing/2014/main" id="{5ECED8CA-364D-4E30-9294-2BEDAABEE130}"/>
              </a:ext>
            </a:extLst>
          </p:cNvPr>
          <p:cNvCxnSpPr>
            <a:cxnSpLocks/>
          </p:cNvCxnSpPr>
          <p:nvPr/>
        </p:nvCxnSpPr>
        <p:spPr>
          <a:xfrm flipH="1">
            <a:off x="4197738" y="3089375"/>
            <a:ext cx="0" cy="329280"/>
          </a:xfrm>
          <a:prstGeom prst="line">
            <a:avLst/>
          </a:prstGeom>
          <a:noFill/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30" name="Forma Livre: Forma 23 2 2">
            <a:extLst>
              <a:ext uri="{FF2B5EF4-FFF2-40B4-BE49-F238E27FC236}">
                <a16:creationId xmlns:a16="http://schemas.microsoft.com/office/drawing/2014/main" id="{53442E9E-1781-4761-80AB-BFB9A5D77094}"/>
              </a:ext>
            </a:extLst>
          </p:cNvPr>
          <p:cNvSpPr/>
          <p:nvPr/>
        </p:nvSpPr>
        <p:spPr>
          <a:xfrm flipH="1">
            <a:off x="3029445" y="2971468"/>
            <a:ext cx="1168293" cy="761796"/>
          </a:xfrm>
          <a:custGeom>
            <a:avLst/>
            <a:gdLst>
              <a:gd name="connsiteX0" fmla="*/ 42692 w 1093805"/>
              <a:gd name="connsiteY0" fmla="*/ 34135 h 757860"/>
              <a:gd name="connsiteX1" fmla="*/ 210332 w 1093805"/>
              <a:gd name="connsiteY1" fmla="*/ 572615 h 757860"/>
              <a:gd name="connsiteX2" fmla="*/ 1058692 w 1093805"/>
              <a:gd name="connsiteY2" fmla="*/ 735175 h 757860"/>
              <a:gd name="connsiteX3" fmla="*/ 845332 w 1093805"/>
              <a:gd name="connsiteY3" fmla="*/ 130655 h 757860"/>
              <a:gd name="connsiteX4" fmla="*/ 42692 w 1093805"/>
              <a:gd name="connsiteY4" fmla="*/ 34135 h 757860"/>
              <a:gd name="connsiteX0" fmla="*/ 39382 w 1085184"/>
              <a:gd name="connsiteY0" fmla="*/ 22397 h 746122"/>
              <a:gd name="connsiteX1" fmla="*/ 207022 w 1085184"/>
              <a:gd name="connsiteY1" fmla="*/ 560877 h 746122"/>
              <a:gd name="connsiteX2" fmla="*/ 1055382 w 1085184"/>
              <a:gd name="connsiteY2" fmla="*/ 723437 h 746122"/>
              <a:gd name="connsiteX3" fmla="*/ 796302 w 1085184"/>
              <a:gd name="connsiteY3" fmla="*/ 164637 h 746122"/>
              <a:gd name="connsiteX4" fmla="*/ 39382 w 1085184"/>
              <a:gd name="connsiteY4" fmla="*/ 22397 h 746122"/>
              <a:gd name="connsiteX0" fmla="*/ 27222 w 1073024"/>
              <a:gd name="connsiteY0" fmla="*/ 21352 h 743404"/>
              <a:gd name="connsiteX1" fmla="*/ 250742 w 1073024"/>
              <a:gd name="connsiteY1" fmla="*/ 544592 h 743404"/>
              <a:gd name="connsiteX2" fmla="*/ 1043222 w 1073024"/>
              <a:gd name="connsiteY2" fmla="*/ 722392 h 743404"/>
              <a:gd name="connsiteX3" fmla="*/ 784142 w 1073024"/>
              <a:gd name="connsiteY3" fmla="*/ 163592 h 743404"/>
              <a:gd name="connsiteX4" fmla="*/ 27222 w 1073024"/>
              <a:gd name="connsiteY4" fmla="*/ 21352 h 743404"/>
              <a:gd name="connsiteX0" fmla="*/ 24121 w 1106201"/>
              <a:gd name="connsiteY0" fmla="*/ 19528 h 757062"/>
              <a:gd name="connsiteX1" fmla="*/ 283201 w 1106201"/>
              <a:gd name="connsiteY1" fmla="*/ 558008 h 757062"/>
              <a:gd name="connsiteX2" fmla="*/ 1075681 w 1106201"/>
              <a:gd name="connsiteY2" fmla="*/ 735808 h 757062"/>
              <a:gd name="connsiteX3" fmla="*/ 816601 w 1106201"/>
              <a:gd name="connsiteY3" fmla="*/ 177008 h 757062"/>
              <a:gd name="connsiteX4" fmla="*/ 24121 w 1106201"/>
              <a:gd name="connsiteY4" fmla="*/ 19528 h 757062"/>
              <a:gd name="connsiteX0" fmla="*/ 25094 w 1168294"/>
              <a:gd name="connsiteY0" fmla="*/ 19619 h 761794"/>
              <a:gd name="connsiteX1" fmla="*/ 284174 w 1168294"/>
              <a:gd name="connsiteY1" fmla="*/ 558099 h 761794"/>
              <a:gd name="connsiteX2" fmla="*/ 1142694 w 1168294"/>
              <a:gd name="connsiteY2" fmla="*/ 740979 h 761794"/>
              <a:gd name="connsiteX3" fmla="*/ 817574 w 1168294"/>
              <a:gd name="connsiteY3" fmla="*/ 177099 h 761794"/>
              <a:gd name="connsiteX4" fmla="*/ 25094 w 1168294"/>
              <a:gd name="connsiteY4" fmla="*/ 19619 h 761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68294" h="761794">
                <a:moveTo>
                  <a:pt x="25094" y="19619"/>
                </a:moveTo>
                <a:cubicBezTo>
                  <a:pt x="-63806" y="83119"/>
                  <a:pt x="97907" y="437872"/>
                  <a:pt x="284174" y="558099"/>
                </a:cubicBezTo>
                <a:cubicBezTo>
                  <a:pt x="470441" y="678326"/>
                  <a:pt x="1036861" y="814639"/>
                  <a:pt x="1142694" y="740979"/>
                </a:cubicBezTo>
                <a:cubicBezTo>
                  <a:pt x="1248527" y="667319"/>
                  <a:pt x="1003841" y="297326"/>
                  <a:pt x="817574" y="177099"/>
                </a:cubicBezTo>
                <a:cubicBezTo>
                  <a:pt x="631307" y="56872"/>
                  <a:pt x="113994" y="-43881"/>
                  <a:pt x="25094" y="19619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31" name="Forma Livre: Forma 24 2 2">
            <a:extLst>
              <a:ext uri="{FF2B5EF4-FFF2-40B4-BE49-F238E27FC236}">
                <a16:creationId xmlns:a16="http://schemas.microsoft.com/office/drawing/2014/main" id="{9FE5A1B5-BE5D-4066-8D40-061BF0CBE5F3}"/>
              </a:ext>
            </a:extLst>
          </p:cNvPr>
          <p:cNvSpPr/>
          <p:nvPr/>
        </p:nvSpPr>
        <p:spPr>
          <a:xfrm flipH="1">
            <a:off x="3053940" y="2995364"/>
            <a:ext cx="1122680" cy="703578"/>
          </a:xfrm>
          <a:custGeom>
            <a:avLst/>
            <a:gdLst>
              <a:gd name="connsiteX0" fmla="*/ 0 w 1122680"/>
              <a:gd name="connsiteY0" fmla="*/ 0 h 703580"/>
              <a:gd name="connsiteX1" fmla="*/ 406400 w 1122680"/>
              <a:gd name="connsiteY1" fmla="*/ 317500 h 703580"/>
              <a:gd name="connsiteX2" fmla="*/ 1122680 w 1122680"/>
              <a:gd name="connsiteY2" fmla="*/ 703580 h 703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22680" h="703580">
                <a:moveTo>
                  <a:pt x="0" y="0"/>
                </a:moveTo>
                <a:cubicBezTo>
                  <a:pt x="109643" y="100118"/>
                  <a:pt x="219287" y="200237"/>
                  <a:pt x="406400" y="317500"/>
                </a:cubicBezTo>
                <a:cubicBezTo>
                  <a:pt x="593513" y="434763"/>
                  <a:pt x="858096" y="569171"/>
                  <a:pt x="1122680" y="703580"/>
                </a:cubicBezTo>
              </a:path>
            </a:pathLst>
          </a:cu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32" name="Elipse 25 2 2">
            <a:extLst>
              <a:ext uri="{FF2B5EF4-FFF2-40B4-BE49-F238E27FC236}">
                <a16:creationId xmlns:a16="http://schemas.microsoft.com/office/drawing/2014/main" id="{D3F3359C-E7A4-492A-A492-957AB4585DFD}"/>
              </a:ext>
            </a:extLst>
          </p:cNvPr>
          <p:cNvSpPr/>
          <p:nvPr/>
        </p:nvSpPr>
        <p:spPr>
          <a:xfrm flipH="1">
            <a:off x="2960088" y="3638733"/>
            <a:ext cx="159289" cy="159289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33" name="Forma Livre: Forma 26 2 2">
            <a:extLst>
              <a:ext uri="{FF2B5EF4-FFF2-40B4-BE49-F238E27FC236}">
                <a16:creationId xmlns:a16="http://schemas.microsoft.com/office/drawing/2014/main" id="{03283A46-FD60-4358-B4F5-2FBF03312320}"/>
              </a:ext>
            </a:extLst>
          </p:cNvPr>
          <p:cNvSpPr/>
          <p:nvPr/>
        </p:nvSpPr>
        <p:spPr>
          <a:xfrm rot="9000000">
            <a:off x="3577111" y="3405294"/>
            <a:ext cx="141333" cy="179458"/>
          </a:xfrm>
          <a:custGeom>
            <a:avLst/>
            <a:gdLst>
              <a:gd name="connsiteX0" fmla="*/ 514905 w 514905"/>
              <a:gd name="connsiteY0" fmla="*/ 1003177 h 1003177"/>
              <a:gd name="connsiteX1" fmla="*/ 168676 w 514905"/>
              <a:gd name="connsiteY1" fmla="*/ 550415 h 1003177"/>
              <a:gd name="connsiteX2" fmla="*/ 0 w 514905"/>
              <a:gd name="connsiteY2" fmla="*/ 0 h 10031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14905" h="1003177">
                <a:moveTo>
                  <a:pt x="514905" y="1003177"/>
                </a:moveTo>
                <a:cubicBezTo>
                  <a:pt x="384699" y="860394"/>
                  <a:pt x="254493" y="717611"/>
                  <a:pt x="168676" y="550415"/>
                </a:cubicBezTo>
                <a:cubicBezTo>
                  <a:pt x="82858" y="383219"/>
                  <a:pt x="41429" y="191609"/>
                  <a:pt x="0" y="0"/>
                </a:cubicBezTo>
              </a:path>
            </a:pathLst>
          </a:cu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34" name="Forma Livre: Forma 27 2 2">
            <a:extLst>
              <a:ext uri="{FF2B5EF4-FFF2-40B4-BE49-F238E27FC236}">
                <a16:creationId xmlns:a16="http://schemas.microsoft.com/office/drawing/2014/main" id="{615B1725-4DAE-48B3-9CC1-E634AFAE8057}"/>
              </a:ext>
            </a:extLst>
          </p:cNvPr>
          <p:cNvSpPr/>
          <p:nvPr/>
        </p:nvSpPr>
        <p:spPr>
          <a:xfrm rot="12600000">
            <a:off x="3369833" y="3349095"/>
            <a:ext cx="74764" cy="145659"/>
          </a:xfrm>
          <a:custGeom>
            <a:avLst/>
            <a:gdLst>
              <a:gd name="connsiteX0" fmla="*/ 514905 w 514905"/>
              <a:gd name="connsiteY0" fmla="*/ 1003177 h 1003177"/>
              <a:gd name="connsiteX1" fmla="*/ 168676 w 514905"/>
              <a:gd name="connsiteY1" fmla="*/ 550415 h 1003177"/>
              <a:gd name="connsiteX2" fmla="*/ 0 w 514905"/>
              <a:gd name="connsiteY2" fmla="*/ 0 h 10031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14905" h="1003177">
                <a:moveTo>
                  <a:pt x="514905" y="1003177"/>
                </a:moveTo>
                <a:cubicBezTo>
                  <a:pt x="384699" y="860394"/>
                  <a:pt x="254493" y="717611"/>
                  <a:pt x="168676" y="550415"/>
                </a:cubicBezTo>
                <a:cubicBezTo>
                  <a:pt x="82858" y="383219"/>
                  <a:pt x="41429" y="191609"/>
                  <a:pt x="0" y="0"/>
                </a:cubicBezTo>
              </a:path>
            </a:pathLst>
          </a:cu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cxnSp>
        <p:nvCxnSpPr>
          <p:cNvPr id="235" name="Conector reto 28 2 2">
            <a:extLst>
              <a:ext uri="{FF2B5EF4-FFF2-40B4-BE49-F238E27FC236}">
                <a16:creationId xmlns:a16="http://schemas.microsoft.com/office/drawing/2014/main" id="{D2BF8406-28E8-4441-9F83-8452C010FA27}"/>
              </a:ext>
            </a:extLst>
          </p:cNvPr>
          <p:cNvCxnSpPr>
            <a:cxnSpLocks/>
          </p:cNvCxnSpPr>
          <p:nvPr/>
        </p:nvCxnSpPr>
        <p:spPr>
          <a:xfrm flipH="1">
            <a:off x="3053934" y="3170622"/>
            <a:ext cx="0" cy="302982"/>
          </a:xfrm>
          <a:prstGeom prst="line">
            <a:avLst/>
          </a:prstGeom>
          <a:noFill/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36" name="Conector reto 29 2 3">
            <a:extLst>
              <a:ext uri="{FF2B5EF4-FFF2-40B4-BE49-F238E27FC236}">
                <a16:creationId xmlns:a16="http://schemas.microsoft.com/office/drawing/2014/main" id="{A07B1C29-094A-4666-9A70-6AE0C272A8DE}"/>
              </a:ext>
            </a:extLst>
          </p:cNvPr>
          <p:cNvCxnSpPr>
            <a:cxnSpLocks/>
          </p:cNvCxnSpPr>
          <p:nvPr/>
        </p:nvCxnSpPr>
        <p:spPr>
          <a:xfrm flipH="1">
            <a:off x="3322538" y="3739424"/>
            <a:ext cx="0" cy="302982"/>
          </a:xfrm>
          <a:prstGeom prst="line">
            <a:avLst/>
          </a:prstGeom>
          <a:noFill/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37" name="Conector reto 30 2 2">
            <a:extLst>
              <a:ext uri="{FF2B5EF4-FFF2-40B4-BE49-F238E27FC236}">
                <a16:creationId xmlns:a16="http://schemas.microsoft.com/office/drawing/2014/main" id="{7100AB15-DEA9-4347-83E7-D31ABAA88904}"/>
              </a:ext>
            </a:extLst>
          </p:cNvPr>
          <p:cNvCxnSpPr>
            <a:cxnSpLocks/>
          </p:cNvCxnSpPr>
          <p:nvPr/>
        </p:nvCxnSpPr>
        <p:spPr>
          <a:xfrm flipH="1">
            <a:off x="3490178" y="3704586"/>
            <a:ext cx="0" cy="302982"/>
          </a:xfrm>
          <a:prstGeom prst="line">
            <a:avLst/>
          </a:prstGeom>
          <a:noFill/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38" name="Conector reto 31 2 2">
            <a:extLst>
              <a:ext uri="{FF2B5EF4-FFF2-40B4-BE49-F238E27FC236}">
                <a16:creationId xmlns:a16="http://schemas.microsoft.com/office/drawing/2014/main" id="{4C8B9D67-BC18-41ED-A989-6F208E25BA60}"/>
              </a:ext>
            </a:extLst>
          </p:cNvPr>
          <p:cNvCxnSpPr>
            <a:cxnSpLocks/>
          </p:cNvCxnSpPr>
          <p:nvPr/>
        </p:nvCxnSpPr>
        <p:spPr>
          <a:xfrm flipH="1">
            <a:off x="3690840" y="3637264"/>
            <a:ext cx="0" cy="302982"/>
          </a:xfrm>
          <a:prstGeom prst="line">
            <a:avLst/>
          </a:prstGeom>
          <a:noFill/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39" name="Conector reto 32 2 2">
            <a:extLst>
              <a:ext uri="{FF2B5EF4-FFF2-40B4-BE49-F238E27FC236}">
                <a16:creationId xmlns:a16="http://schemas.microsoft.com/office/drawing/2014/main" id="{7E2DEADF-D57B-4D47-9A6B-C78CC3FEA20A}"/>
              </a:ext>
            </a:extLst>
          </p:cNvPr>
          <p:cNvCxnSpPr>
            <a:cxnSpLocks/>
          </p:cNvCxnSpPr>
          <p:nvPr/>
        </p:nvCxnSpPr>
        <p:spPr>
          <a:xfrm flipH="1">
            <a:off x="3895431" y="3563284"/>
            <a:ext cx="0" cy="302982"/>
          </a:xfrm>
          <a:prstGeom prst="line">
            <a:avLst/>
          </a:prstGeom>
          <a:noFill/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240" name="Gráfico 166 2 2">
            <a:extLst>
              <a:ext uri="{FF2B5EF4-FFF2-40B4-BE49-F238E27FC236}">
                <a16:creationId xmlns:a16="http://schemas.microsoft.com/office/drawing/2014/main" id="{B924C76A-2BBF-48A4-AFCC-791E28B079FF}"/>
              </a:ext>
            </a:extLst>
          </p:cNvPr>
          <p:cNvPicPr>
            <a:picLocks noChangeAspect="1"/>
          </p:cNvPicPr>
          <p:nvPr/>
        </p:nvPicPr>
        <p:blipFill rotWithShape="1">
          <a:blip r:embed="rId6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4"/>
              </a:ext>
            </a:extLst>
          </a:blip>
          <a:srcRect l="9713" t="24726" r="11192" b="40279"/>
          <a:stretch/>
        </p:blipFill>
        <p:spPr>
          <a:xfrm rot="19800000" flipH="1">
            <a:off x="3455642" y="3058308"/>
            <a:ext cx="417720" cy="196485"/>
          </a:xfrm>
          <a:prstGeom prst="rect">
            <a:avLst/>
          </a:prstGeom>
        </p:spPr>
      </p:pic>
      <p:cxnSp>
        <p:nvCxnSpPr>
          <p:cNvPr id="241" name="Conector reto 173 2 2">
            <a:extLst>
              <a:ext uri="{FF2B5EF4-FFF2-40B4-BE49-F238E27FC236}">
                <a16:creationId xmlns:a16="http://schemas.microsoft.com/office/drawing/2014/main" id="{F1288132-BF2F-46B4-9D95-5DE1DEB5B25F}"/>
              </a:ext>
            </a:extLst>
          </p:cNvPr>
          <p:cNvCxnSpPr>
            <a:cxnSpLocks/>
          </p:cNvCxnSpPr>
          <p:nvPr/>
        </p:nvCxnSpPr>
        <p:spPr>
          <a:xfrm flipH="1">
            <a:off x="3847619" y="3272097"/>
            <a:ext cx="132334" cy="7816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Conector reto 174 2 2">
            <a:extLst>
              <a:ext uri="{FF2B5EF4-FFF2-40B4-BE49-F238E27FC236}">
                <a16:creationId xmlns:a16="http://schemas.microsoft.com/office/drawing/2014/main" id="{CBAE41F5-67AD-4B55-B01C-EE9DE5616722}"/>
              </a:ext>
            </a:extLst>
          </p:cNvPr>
          <p:cNvCxnSpPr>
            <a:cxnSpLocks/>
            <a:endCxn id="231" idx="2"/>
          </p:cNvCxnSpPr>
          <p:nvPr/>
        </p:nvCxnSpPr>
        <p:spPr>
          <a:xfrm flipH="1">
            <a:off x="3053940" y="3197966"/>
            <a:ext cx="678664" cy="50097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3" name="Gráfico 180 2 2">
            <a:extLst>
              <a:ext uri="{FF2B5EF4-FFF2-40B4-BE49-F238E27FC236}">
                <a16:creationId xmlns:a16="http://schemas.microsoft.com/office/drawing/2014/main" id="{5719C5AB-57A4-4A4B-A671-F350B63BA796}"/>
              </a:ext>
            </a:extLst>
          </p:cNvPr>
          <p:cNvPicPr>
            <a:picLocks noChangeAspect="1"/>
          </p:cNvPicPr>
          <p:nvPr/>
        </p:nvPicPr>
        <p:blipFill rotWithShape="1">
          <a:blip r:embed="rId6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6"/>
              </a:ext>
            </a:extLst>
          </a:blip>
          <a:srcRect l="15318" t="18887" r="13030" b="38205"/>
          <a:stretch/>
        </p:blipFill>
        <p:spPr>
          <a:xfrm flipH="1">
            <a:off x="3637044" y="3420033"/>
            <a:ext cx="244186" cy="146227"/>
          </a:xfrm>
          <a:prstGeom prst="rect">
            <a:avLst/>
          </a:prstGeom>
        </p:spPr>
      </p:pic>
      <p:pic>
        <p:nvPicPr>
          <p:cNvPr id="244" name="Gráfico 181 2 2">
            <a:extLst>
              <a:ext uri="{FF2B5EF4-FFF2-40B4-BE49-F238E27FC236}">
                <a16:creationId xmlns:a16="http://schemas.microsoft.com/office/drawing/2014/main" id="{5C5CF1EB-F977-4F89-B65E-57852C6169BB}"/>
              </a:ext>
            </a:extLst>
          </p:cNvPr>
          <p:cNvPicPr>
            <a:picLocks noChangeAspect="1"/>
          </p:cNvPicPr>
          <p:nvPr/>
        </p:nvPicPr>
        <p:blipFill rotWithShape="1">
          <a:blip r:embed="rId6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6"/>
              </a:ext>
            </a:extLst>
          </a:blip>
          <a:srcRect l="15318" t="18887" r="13030" b="38205"/>
          <a:stretch/>
        </p:blipFill>
        <p:spPr>
          <a:xfrm flipH="1">
            <a:off x="3292708" y="3236448"/>
            <a:ext cx="193897" cy="116112"/>
          </a:xfrm>
          <a:prstGeom prst="rect">
            <a:avLst/>
          </a:prstGeom>
        </p:spPr>
      </p:pic>
      <p:pic>
        <p:nvPicPr>
          <p:cNvPr id="245" name="Gráfico 182 2 2">
            <a:extLst>
              <a:ext uri="{FF2B5EF4-FFF2-40B4-BE49-F238E27FC236}">
                <a16:creationId xmlns:a16="http://schemas.microsoft.com/office/drawing/2014/main" id="{896A0DAA-D452-430C-912E-E4649DB2EFDD}"/>
              </a:ext>
            </a:extLst>
          </p:cNvPr>
          <p:cNvPicPr>
            <a:picLocks noChangeAspect="1"/>
          </p:cNvPicPr>
          <p:nvPr/>
        </p:nvPicPr>
        <p:blipFill rotWithShape="1">
          <a:blip r:embed="rId6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6"/>
              </a:ext>
            </a:extLst>
          </a:blip>
          <a:srcRect l="15318" t="18887" r="13030" b="38205"/>
          <a:stretch/>
        </p:blipFill>
        <p:spPr>
          <a:xfrm rot="18900000" flipH="1">
            <a:off x="3897640" y="3195959"/>
            <a:ext cx="193897" cy="116112"/>
          </a:xfrm>
          <a:prstGeom prst="rect">
            <a:avLst/>
          </a:prstGeom>
        </p:spPr>
      </p:pic>
      <p:cxnSp>
        <p:nvCxnSpPr>
          <p:cNvPr id="246" name="Conector reto 40 2 2">
            <a:extLst>
              <a:ext uri="{FF2B5EF4-FFF2-40B4-BE49-F238E27FC236}">
                <a16:creationId xmlns:a16="http://schemas.microsoft.com/office/drawing/2014/main" id="{94C05150-2B7F-4764-A261-D8D793D72986}"/>
              </a:ext>
            </a:extLst>
          </p:cNvPr>
          <p:cNvCxnSpPr>
            <a:cxnSpLocks/>
          </p:cNvCxnSpPr>
          <p:nvPr/>
        </p:nvCxnSpPr>
        <p:spPr>
          <a:xfrm flipH="1">
            <a:off x="2764901" y="3780333"/>
            <a:ext cx="253329" cy="151489"/>
          </a:xfrm>
          <a:prstGeom prst="line">
            <a:avLst/>
          </a:prstGeom>
          <a:ln w="28575">
            <a:solidFill>
              <a:srgbClr val="00206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5" name="Picture 94" descr="\documentclass{article}&#10;\usepackage{amsmath}&#10;\pagestyle{empty}&#10;\begin{document}&#10;\noindent&#10;$q^w_3$&#10;&#10;&#10;\end{document}" title="IguanaTex Bitmap Display">
            <a:extLst>
              <a:ext uri="{FF2B5EF4-FFF2-40B4-BE49-F238E27FC236}">
                <a16:creationId xmlns:a16="http://schemas.microsoft.com/office/drawing/2014/main" id="{3FF65B6A-0946-430D-8D1B-96B2E18AEE7F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7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900000">
            <a:off x="2711438" y="3619543"/>
            <a:ext cx="149760" cy="142080"/>
          </a:xfrm>
          <a:prstGeom prst="rect">
            <a:avLst/>
          </a:prstGeom>
        </p:spPr>
      </p:pic>
      <p:pic>
        <p:nvPicPr>
          <p:cNvPr id="256" name="Picture 255" descr="\documentclass{article}&#10;\usepackage{amsmath}&#10;\pagestyle{empty}&#10;\begin{document}&#10;\noindent&#10;\textbf{3}&#10;&#10;&#10;\end{document}" title="IguanaTex Bitmap Display">
            <a:extLst>
              <a:ext uri="{FF2B5EF4-FFF2-40B4-BE49-F238E27FC236}">
                <a16:creationId xmlns:a16="http://schemas.microsoft.com/office/drawing/2014/main" id="{9CEE06CF-D9D9-4195-AABD-B0BB60F3978B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7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2012" y="3492224"/>
            <a:ext cx="85120" cy="117760"/>
          </a:xfrm>
          <a:prstGeom prst="rect">
            <a:avLst/>
          </a:prstGeom>
        </p:spPr>
      </p:pic>
      <p:cxnSp>
        <p:nvCxnSpPr>
          <p:cNvPr id="249" name="Conector reto 29 2 4">
            <a:extLst>
              <a:ext uri="{FF2B5EF4-FFF2-40B4-BE49-F238E27FC236}">
                <a16:creationId xmlns:a16="http://schemas.microsoft.com/office/drawing/2014/main" id="{9CB3DD2B-22F8-42BD-9AFE-5228C18993D0}"/>
              </a:ext>
            </a:extLst>
          </p:cNvPr>
          <p:cNvCxnSpPr>
            <a:cxnSpLocks/>
          </p:cNvCxnSpPr>
          <p:nvPr/>
        </p:nvCxnSpPr>
        <p:spPr>
          <a:xfrm flipH="1">
            <a:off x="3119377" y="3739408"/>
            <a:ext cx="0" cy="302982"/>
          </a:xfrm>
          <a:prstGeom prst="line">
            <a:avLst/>
          </a:prstGeom>
          <a:noFill/>
          <a:ln w="63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263" name="Picture 262" descr="\documentclass{article}&#10;\usepackage{amsmath}&#10;\pagestyle{empty}&#10;\begin{document}&#10;\noindent&#10;\textbf{6}&#10;&#10;&#10;\end{document}" title="IguanaTex Bitmap Display">
            <a:extLst>
              <a:ext uri="{FF2B5EF4-FFF2-40B4-BE49-F238E27FC236}">
                <a16:creationId xmlns:a16="http://schemas.microsoft.com/office/drawing/2014/main" id="{E1257B64-7503-4AFF-9D18-E55027EF22BA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7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215" y="2998739"/>
            <a:ext cx="85120" cy="117760"/>
          </a:xfrm>
          <a:prstGeom prst="rect">
            <a:avLst/>
          </a:prstGeom>
        </p:spPr>
      </p:pic>
      <p:pic>
        <p:nvPicPr>
          <p:cNvPr id="266" name="Picture 265" descr="\documentclass{article}&#10;\usepackage{amsmath}&#10;\pagestyle{empty}&#10;\begin{document}&#10;\noindent&#10;\textbf{7}&#10;&#10;&#10;\end{document}" title="IguanaTex Bitmap Display">
            <a:extLst>
              <a:ext uri="{FF2B5EF4-FFF2-40B4-BE49-F238E27FC236}">
                <a16:creationId xmlns:a16="http://schemas.microsoft.com/office/drawing/2014/main" id="{73C905DA-48D1-4080-BCAF-F133C35FB957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7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215" y="3773436"/>
            <a:ext cx="88320" cy="121600"/>
          </a:xfrm>
          <a:prstGeom prst="rect">
            <a:avLst/>
          </a:prstGeom>
        </p:spPr>
      </p:pic>
      <p:pic>
        <p:nvPicPr>
          <p:cNvPr id="269" name="Picture 268" descr="\documentclass{article}&#10;\usepackage{amsmath}&#10;\pagestyle{empty}&#10;\begin{document}&#10;\noindent&#10;\textbf{8}&#10;&#10;&#10;\end{document}" title="IguanaTex Bitmap Display">
            <a:extLst>
              <a:ext uri="{FF2B5EF4-FFF2-40B4-BE49-F238E27FC236}">
                <a16:creationId xmlns:a16="http://schemas.microsoft.com/office/drawing/2014/main" id="{706C70BD-1F25-47F9-8655-9716CA9BCD31}"/>
              </a:ext>
            </a:extLst>
          </p:cNvPr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7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9908" y="4084769"/>
            <a:ext cx="85120" cy="117760"/>
          </a:xfrm>
          <a:prstGeom prst="rect">
            <a:avLst/>
          </a:prstGeom>
        </p:spPr>
      </p:pic>
      <p:pic>
        <p:nvPicPr>
          <p:cNvPr id="272" name="Picture 271" descr="\documentclass{article}&#10;\usepackage{amsmath}&#10;\pagestyle{empty}&#10;\begin{document}&#10;\noindent&#10;outlet&#10;&#10;&#10;\end{document}" title="IguanaTex Bitmap Display">
            <a:extLst>
              <a:ext uri="{FF2B5EF4-FFF2-40B4-BE49-F238E27FC236}">
                <a16:creationId xmlns:a16="http://schemas.microsoft.com/office/drawing/2014/main" id="{63DDFE83-57EA-4718-B999-9001C946A42A}"/>
              </a:ext>
            </a:extLst>
          </p:cNvPr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8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6261" y="4877263"/>
            <a:ext cx="438400" cy="124800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01674FED-D790-4EEE-83AF-5678791F6A3C}"/>
              </a:ext>
            </a:extLst>
          </p:cNvPr>
          <p:cNvPicPr>
            <a:picLocks noChangeAspect="1"/>
          </p:cNvPicPr>
          <p:nvPr/>
        </p:nvPicPr>
        <p:blipFill>
          <a:blip r:embed="rId81">
            <a:extLst>
              <a:ext uri="{96DAC541-7B7A-43D3-8B79-37D633B846F1}">
                <asvg:svgBlip xmlns:asvg="http://schemas.microsoft.com/office/drawing/2016/SVG/main" r:embed="rId82"/>
              </a:ext>
            </a:extLst>
          </a:blip>
          <a:stretch>
            <a:fillRect/>
          </a:stretch>
        </p:blipFill>
        <p:spPr>
          <a:xfrm>
            <a:off x="349940" y="404665"/>
            <a:ext cx="1543050" cy="581025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E5FDC21B-FBF1-4BE4-914A-2CD0A8AE0CFE}"/>
              </a:ext>
            </a:extLst>
          </p:cNvPr>
          <p:cNvPicPr>
            <a:picLocks noChangeAspect="1"/>
          </p:cNvPicPr>
          <p:nvPr/>
        </p:nvPicPr>
        <p:blipFill>
          <a:blip r:embed="rId83">
            <a:extLst>
              <a:ext uri="{96DAC541-7B7A-43D3-8B79-37D633B846F1}">
                <asvg:svgBlip xmlns:asvg="http://schemas.microsoft.com/office/drawing/2016/SVG/main" r:embed="rId84"/>
              </a:ext>
            </a:extLst>
          </a:blip>
          <a:stretch>
            <a:fillRect/>
          </a:stretch>
        </p:blipFill>
        <p:spPr>
          <a:xfrm>
            <a:off x="2814270" y="428397"/>
            <a:ext cx="1543050" cy="581025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FA14F3F5-0BF8-46D7-B871-0A9E72E11248}"/>
              </a:ext>
            </a:extLst>
          </p:cNvPr>
          <p:cNvPicPr>
            <a:picLocks noChangeAspect="1"/>
          </p:cNvPicPr>
          <p:nvPr/>
        </p:nvPicPr>
        <p:blipFill>
          <a:blip r:embed="rId85">
            <a:extLst>
              <a:ext uri="{96DAC541-7B7A-43D3-8B79-37D633B846F1}">
                <asvg:svgBlip xmlns:asvg="http://schemas.microsoft.com/office/drawing/2016/SVG/main" r:embed="rId86"/>
              </a:ext>
            </a:extLst>
          </a:blip>
          <a:stretch>
            <a:fillRect/>
          </a:stretch>
        </p:blipFill>
        <p:spPr>
          <a:xfrm>
            <a:off x="2814270" y="2260568"/>
            <a:ext cx="1543050" cy="581025"/>
          </a:xfrm>
          <a:prstGeom prst="rect">
            <a:avLst/>
          </a:prstGeom>
        </p:spPr>
      </p:pic>
      <p:pic>
        <p:nvPicPr>
          <p:cNvPr id="28" name="Picture 27" descr="\documentclass{article}&#10;\usepackage{amsmath}&#10;\pagestyle{empty}&#10;\begin{document}&#10;\noindent&#10;5&#10;\end{document}" title="IguanaTex Bitmap Display">
            <a:extLst>
              <a:ext uri="{FF2B5EF4-FFF2-40B4-BE49-F238E27FC236}">
                <a16:creationId xmlns:a16="http://schemas.microsoft.com/office/drawing/2014/main" id="{C0508FDA-11E1-414D-A233-64DE181D9A66}"/>
              </a:ext>
            </a:extLst>
          </p:cNvPr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8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734" y="447509"/>
            <a:ext cx="40960" cy="69486"/>
          </a:xfrm>
          <a:prstGeom prst="rect">
            <a:avLst/>
          </a:prstGeom>
        </p:spPr>
      </p:pic>
      <p:pic>
        <p:nvPicPr>
          <p:cNvPr id="30" name="Picture 29" descr="\documentclass{article}&#10;\usepackage{amsmath}&#10;\pagestyle{empty}&#10;\begin{document}&#10;\noindent&#10;60&#10;\end{document}" title="IguanaTex Bitmap Display">
            <a:extLst>
              <a:ext uri="{FF2B5EF4-FFF2-40B4-BE49-F238E27FC236}">
                <a16:creationId xmlns:a16="http://schemas.microsoft.com/office/drawing/2014/main" id="{B05FD375-1C47-471C-A6DE-89A8661611EC}"/>
              </a:ext>
            </a:extLst>
          </p:cNvPr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8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5271" y="447509"/>
            <a:ext cx="93257" cy="69486"/>
          </a:xfrm>
          <a:prstGeom prst="rect">
            <a:avLst/>
          </a:prstGeom>
        </p:spPr>
      </p:pic>
      <p:pic>
        <p:nvPicPr>
          <p:cNvPr id="128" name="Picture 127" descr="\documentclass{article}&#10;\usepackage{amsmath}&#10;\pagestyle{empty}&#10;\begin{document}&#10;\noindent&#10;5&#10;\end{document}" title="IguanaTex Bitmap Display">
            <a:extLst>
              <a:ext uri="{FF2B5EF4-FFF2-40B4-BE49-F238E27FC236}">
                <a16:creationId xmlns:a16="http://schemas.microsoft.com/office/drawing/2014/main" id="{198C894F-4DDC-454A-9F84-AFBE495582A5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8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3330" y="470345"/>
            <a:ext cx="40960" cy="69486"/>
          </a:xfrm>
          <a:prstGeom prst="rect">
            <a:avLst/>
          </a:prstGeom>
        </p:spPr>
      </p:pic>
      <p:pic>
        <p:nvPicPr>
          <p:cNvPr id="32" name="Picture 31" descr="\documentclass{article}&#10;\usepackage{amsmath}&#10;\pagestyle{empty}&#10;\begin{document}&#10;\noindent&#10;45&#10;\end{document}" title="IguanaTex Bitmap Display">
            <a:extLst>
              <a:ext uri="{FF2B5EF4-FFF2-40B4-BE49-F238E27FC236}">
                <a16:creationId xmlns:a16="http://schemas.microsoft.com/office/drawing/2014/main" id="{6528A4D8-C575-4684-B89B-9ACAE3972E02}"/>
              </a:ext>
            </a:extLst>
          </p:cNvPr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8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6620" y="470345"/>
            <a:ext cx="93623" cy="70583"/>
          </a:xfrm>
          <a:prstGeom prst="rect">
            <a:avLst/>
          </a:prstGeom>
        </p:spPr>
      </p:pic>
      <p:pic>
        <p:nvPicPr>
          <p:cNvPr id="34" name="Picture 33" descr="\documentclass{article}&#10;\usepackage{amsmath}&#10;\pagestyle{empty}&#10;\begin{document}&#10;\noindent&#10;0&#10;\end{document}" title="IguanaTex Bitmap Display">
            <a:extLst>
              <a:ext uri="{FF2B5EF4-FFF2-40B4-BE49-F238E27FC236}">
                <a16:creationId xmlns:a16="http://schemas.microsoft.com/office/drawing/2014/main" id="{17EB6BFD-4572-4AC8-9B00-EA66251F1281}"/>
              </a:ext>
            </a:extLst>
          </p:cNvPr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9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036" y="554189"/>
            <a:ext cx="43154" cy="69486"/>
          </a:xfrm>
          <a:prstGeom prst="rect">
            <a:avLst/>
          </a:prstGeom>
        </p:spPr>
      </p:pic>
      <p:pic>
        <p:nvPicPr>
          <p:cNvPr id="36" name="Picture 35" descr="\documentclass{article}&#10;\usepackage{amsmath}&#10;\pagestyle{empty}&#10;\begin{document}&#10;\noindent&#10;100&#10;\end{document}" title="IguanaTex Bitmap Display">
            <a:extLst>
              <a:ext uri="{FF2B5EF4-FFF2-40B4-BE49-F238E27FC236}">
                <a16:creationId xmlns:a16="http://schemas.microsoft.com/office/drawing/2014/main" id="{15A779BF-C2F0-4E96-9498-C4A7FF68C5C4}"/>
              </a:ext>
            </a:extLst>
          </p:cNvPr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9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128" y="735196"/>
            <a:ext cx="138970" cy="69486"/>
          </a:xfrm>
          <a:prstGeom prst="rect">
            <a:avLst/>
          </a:prstGeom>
        </p:spPr>
      </p:pic>
      <p:pic>
        <p:nvPicPr>
          <p:cNvPr id="38" name="Picture 37" descr="\documentclass{article}&#10;\usepackage{amsmath}&#10;\pagestyle{empty}&#10;\begin{document}&#10;\noindent&#10;200&#10;\end{document}" title="IguanaTex Bitmap Display">
            <a:extLst>
              <a:ext uri="{FF2B5EF4-FFF2-40B4-BE49-F238E27FC236}">
                <a16:creationId xmlns:a16="http://schemas.microsoft.com/office/drawing/2014/main" id="{E4AD749C-DDDB-4478-BEA1-F3BFDDB229BF}"/>
              </a:ext>
            </a:extLst>
          </p:cNvPr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9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407" y="894643"/>
            <a:ext cx="142993" cy="69486"/>
          </a:xfrm>
          <a:prstGeom prst="rect">
            <a:avLst/>
          </a:prstGeom>
        </p:spPr>
      </p:pic>
      <p:pic>
        <p:nvPicPr>
          <p:cNvPr id="139" name="Picture 138" descr="\documentclass{article}&#10;\usepackage{amsmath}&#10;\pagestyle{empty}&#10;\begin{document}&#10;\noindent&#10;0&#10;\end{document}" title="IguanaTex Bitmap Display">
            <a:extLst>
              <a:ext uri="{FF2B5EF4-FFF2-40B4-BE49-F238E27FC236}">
                <a16:creationId xmlns:a16="http://schemas.microsoft.com/office/drawing/2014/main" id="{F101DC5B-3AFD-4970-B9E5-067B8520DC8E}"/>
              </a:ext>
            </a:extLst>
          </p:cNvPr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9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8568" y="577025"/>
            <a:ext cx="43154" cy="69486"/>
          </a:xfrm>
          <a:prstGeom prst="rect">
            <a:avLst/>
          </a:prstGeom>
        </p:spPr>
      </p:pic>
      <p:pic>
        <p:nvPicPr>
          <p:cNvPr id="141" name="Picture 140" descr="\documentclass{article}&#10;\usepackage{amsmath}&#10;\pagestyle{empty}&#10;\begin{document}&#10;\noindent&#10;100&#10;\end{document}" title="IguanaTex Bitmap Display">
            <a:extLst>
              <a:ext uri="{FF2B5EF4-FFF2-40B4-BE49-F238E27FC236}">
                <a16:creationId xmlns:a16="http://schemas.microsoft.com/office/drawing/2014/main" id="{21D62B56-99CD-4009-B230-40EFBD4ABE27}"/>
              </a:ext>
            </a:extLst>
          </p:cNvPr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9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0660" y="758032"/>
            <a:ext cx="138970" cy="69486"/>
          </a:xfrm>
          <a:prstGeom prst="rect">
            <a:avLst/>
          </a:prstGeom>
        </p:spPr>
      </p:pic>
      <p:pic>
        <p:nvPicPr>
          <p:cNvPr id="142" name="Picture 141" descr="\documentclass{article}&#10;\usepackage{amsmath}&#10;\pagestyle{empty}&#10;\begin{document}&#10;\noindent&#10;200&#10;\end{document}" title="IguanaTex Bitmap Display">
            <a:extLst>
              <a:ext uri="{FF2B5EF4-FFF2-40B4-BE49-F238E27FC236}">
                <a16:creationId xmlns:a16="http://schemas.microsoft.com/office/drawing/2014/main" id="{225C8470-E906-47C0-975B-D4AFFF5DC761}"/>
              </a:ext>
            </a:extLst>
          </p:cNvPr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9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0939" y="917479"/>
            <a:ext cx="142993" cy="69486"/>
          </a:xfrm>
          <a:prstGeom prst="rect">
            <a:avLst/>
          </a:prstGeom>
        </p:spPr>
      </p:pic>
      <p:pic>
        <p:nvPicPr>
          <p:cNvPr id="143" name="Picture 142" descr="\documentclass{article}&#10;\usepackage{amsmath}&#10;\pagestyle{empty}&#10;\begin{document}&#10;\noindent&#10;0&#10;\end{document}" title="IguanaTex Bitmap Display">
            <a:extLst>
              <a:ext uri="{FF2B5EF4-FFF2-40B4-BE49-F238E27FC236}">
                <a16:creationId xmlns:a16="http://schemas.microsoft.com/office/drawing/2014/main" id="{B4A72CDB-053B-4B4E-8BD8-9F6B667CF6D6}"/>
              </a:ext>
            </a:extLst>
          </p:cNvPr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9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8568" y="2391973"/>
            <a:ext cx="43154" cy="69486"/>
          </a:xfrm>
          <a:prstGeom prst="rect">
            <a:avLst/>
          </a:prstGeom>
        </p:spPr>
      </p:pic>
      <p:pic>
        <p:nvPicPr>
          <p:cNvPr id="145" name="Picture 144" descr="\documentclass{article}&#10;\usepackage{amsmath}&#10;\pagestyle{empty}&#10;\begin{document}&#10;\noindent&#10;100&#10;\end{document}" title="IguanaTex Bitmap Display">
            <a:extLst>
              <a:ext uri="{FF2B5EF4-FFF2-40B4-BE49-F238E27FC236}">
                <a16:creationId xmlns:a16="http://schemas.microsoft.com/office/drawing/2014/main" id="{64FA2644-3B2D-4B49-9B40-F8130A6C6BFA}"/>
              </a:ext>
            </a:extLst>
          </p:cNvPr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9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0660" y="2572980"/>
            <a:ext cx="138970" cy="69486"/>
          </a:xfrm>
          <a:prstGeom prst="rect">
            <a:avLst/>
          </a:prstGeom>
        </p:spPr>
      </p:pic>
      <p:pic>
        <p:nvPicPr>
          <p:cNvPr id="147" name="Picture 146" descr="\documentclass{article}&#10;\usepackage{amsmath}&#10;\pagestyle{empty}&#10;\begin{document}&#10;\noindent&#10;200&#10;\end{document}" title="IguanaTex Bitmap Display">
            <a:extLst>
              <a:ext uri="{FF2B5EF4-FFF2-40B4-BE49-F238E27FC236}">
                <a16:creationId xmlns:a16="http://schemas.microsoft.com/office/drawing/2014/main" id="{800F2BBE-03B0-4619-985E-B3C21D152DA3}"/>
              </a:ext>
            </a:extLst>
          </p:cNvPr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9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0939" y="2732427"/>
            <a:ext cx="142993" cy="69486"/>
          </a:xfrm>
          <a:prstGeom prst="rect">
            <a:avLst/>
          </a:prstGeom>
        </p:spPr>
      </p:pic>
      <p:pic>
        <p:nvPicPr>
          <p:cNvPr id="149" name="Picture 148" descr="\documentclass{article}&#10;\usepackage{amsmath}&#10;\pagestyle{empty}&#10;\begin{document}&#10;\noindent&#10;5&#10;\end{document}" title="IguanaTex Bitmap Display">
            <a:extLst>
              <a:ext uri="{FF2B5EF4-FFF2-40B4-BE49-F238E27FC236}">
                <a16:creationId xmlns:a16="http://schemas.microsoft.com/office/drawing/2014/main" id="{9EA7BE0E-4281-44B9-B555-E4E1ABBD1C76}"/>
              </a:ext>
            </a:extLst>
          </p:cNvPr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8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9377" y="2322244"/>
            <a:ext cx="40960" cy="69486"/>
          </a:xfrm>
          <a:prstGeom prst="rect">
            <a:avLst/>
          </a:prstGeom>
        </p:spPr>
      </p:pic>
      <p:pic>
        <p:nvPicPr>
          <p:cNvPr id="48" name="Picture 47" descr="\documentclass{article}&#10;\usepackage{amsmath}&#10;\pagestyle{empty}&#10;\begin{document}&#10;\noindent&#10;30&#10;\end{document}" title="IguanaTex Bitmap Display">
            <a:extLst>
              <a:ext uri="{FF2B5EF4-FFF2-40B4-BE49-F238E27FC236}">
                <a16:creationId xmlns:a16="http://schemas.microsoft.com/office/drawing/2014/main" id="{E3525C9F-E408-4C10-B781-6D81DB3618F4}"/>
              </a:ext>
            </a:extLst>
          </p:cNvPr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9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3235" y="2322244"/>
            <a:ext cx="93257" cy="69486"/>
          </a:xfrm>
          <a:prstGeom prst="rect">
            <a:avLst/>
          </a:prstGeom>
        </p:spPr>
      </p:pic>
      <p:pic>
        <p:nvPicPr>
          <p:cNvPr id="69" name="Picture 68" descr="\documentclass{article}&#10;\usepackage{amsmath}&#10;\pagestyle{empty}&#10;\begin{document}&#10;\noindent&#10;Elapsed Time (min)&#10;\end{document}" title="IguanaTex Bitmap Display">
            <a:extLst>
              <a:ext uri="{FF2B5EF4-FFF2-40B4-BE49-F238E27FC236}">
                <a16:creationId xmlns:a16="http://schemas.microsoft.com/office/drawing/2014/main" id="{839A5974-D0BA-4B23-B1B1-41FC21A1AB18}"/>
              </a:ext>
            </a:extLst>
          </p:cNvPr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9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3930" y="2252273"/>
            <a:ext cx="877347" cy="101303"/>
          </a:xfrm>
          <a:prstGeom prst="rect">
            <a:avLst/>
          </a:prstGeom>
        </p:spPr>
      </p:pic>
      <p:pic>
        <p:nvPicPr>
          <p:cNvPr id="152" name="Picture 151" descr="\documentclass{article}&#10;\usepackage{amsmath}&#10;\pagestyle{empty}&#10;\begin{document}&#10;\noindent&#10;Elapsed Time (min)&#10;\end{document}" title="IguanaTex Bitmap Display">
            <a:extLst>
              <a:ext uri="{FF2B5EF4-FFF2-40B4-BE49-F238E27FC236}">
                <a16:creationId xmlns:a16="http://schemas.microsoft.com/office/drawing/2014/main" id="{A1876971-33D8-468E-B6EB-CF73503B71EE}"/>
              </a:ext>
            </a:extLst>
          </p:cNvPr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9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3930" y="388627"/>
            <a:ext cx="877347" cy="101303"/>
          </a:xfrm>
          <a:prstGeom prst="rect">
            <a:avLst/>
          </a:prstGeom>
        </p:spPr>
      </p:pic>
      <p:pic>
        <p:nvPicPr>
          <p:cNvPr id="153" name="Picture 152" descr="\documentclass{article}&#10;\usepackage{amsmath}&#10;\pagestyle{empty}&#10;\begin{document}&#10;\noindent&#10;Elapsed Time (min)&#10;\end{document}" title="IguanaTex Bitmap Display">
            <a:extLst>
              <a:ext uri="{FF2B5EF4-FFF2-40B4-BE49-F238E27FC236}">
                <a16:creationId xmlns:a16="http://schemas.microsoft.com/office/drawing/2014/main" id="{458FF9B7-A9FA-4ADB-AE9A-4699D9BA2BB4}"/>
              </a:ext>
            </a:extLst>
          </p:cNvPr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9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008" y="365791"/>
            <a:ext cx="877347" cy="101303"/>
          </a:xfrm>
          <a:prstGeom prst="rect">
            <a:avLst/>
          </a:prstGeom>
        </p:spPr>
      </p:pic>
      <p:pic>
        <p:nvPicPr>
          <p:cNvPr id="203" name="Picture 202" descr="\documentclass{article}&#10;\usepackage{amsmath}&#10;\pagestyle{empty}&#10;\begin{document}&#10;\noindent&#10;$i_p(t) - e_{TR}(t)$ \\&#10;$~~~~~$(mm/h)&#10;\end{document}" title="IguanaTex Bitmap Display">
            <a:extLst>
              <a:ext uri="{FF2B5EF4-FFF2-40B4-BE49-F238E27FC236}">
                <a16:creationId xmlns:a16="http://schemas.microsoft.com/office/drawing/2014/main" id="{03145E33-5729-4709-904C-806761FE78E4}"/>
              </a:ext>
            </a:extLst>
          </p:cNvPr>
          <p:cNvPicPr>
            <a:picLocks noChangeAspect="1"/>
          </p:cNvPicPr>
          <p:nvPr>
            <p:custDataLst>
              <p:tags r:id="rId33"/>
            </p:custDataLst>
          </p:nvPr>
        </p:nvPicPr>
        <p:blipFill>
          <a:blip r:embed="rId9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363329" y="693322"/>
            <a:ext cx="595382" cy="222720"/>
          </a:xfrm>
          <a:prstGeom prst="rect">
            <a:avLst/>
          </a:prstGeom>
        </p:spPr>
      </p:pic>
      <p:pic>
        <p:nvPicPr>
          <p:cNvPr id="298" name="Picture 297" descr="\documentclass{article}&#10;\usepackage{amsmath}&#10;\pagestyle{empty}&#10;\begin{document}&#10;\noindent&#10;L = 2.000 m \\&#10;n = 0.025 \\&#10;b = 2 m \\&#10;Z\textsubscript{1} = 0.5 m/m \\&#10;Z\textsubscript{2} 1 m/m \\&#10;\end{document}" title="IguanaTex Bitmap Display">
            <a:extLst>
              <a:ext uri="{FF2B5EF4-FFF2-40B4-BE49-F238E27FC236}">
                <a16:creationId xmlns:a16="http://schemas.microsoft.com/office/drawing/2014/main" id="{3C0639C0-6EEC-485A-852F-83C9C52E2699}"/>
              </a:ext>
            </a:extLst>
          </p:cNvPr>
          <p:cNvPicPr>
            <a:picLocks noChangeAspect="1"/>
          </p:cNvPicPr>
          <p:nvPr>
            <p:custDataLst>
              <p:tags r:id="rId34"/>
            </p:custDataLst>
          </p:nvPr>
        </p:nvPicPr>
        <p:blipFill>
          <a:blip r:embed="rId9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692" y="2790071"/>
            <a:ext cx="631222" cy="580023"/>
          </a:xfrm>
          <a:prstGeom prst="rect">
            <a:avLst/>
          </a:prstGeom>
        </p:spPr>
      </p:pic>
      <p:pic>
        <p:nvPicPr>
          <p:cNvPr id="291" name="Picture 290" descr="\documentclass{article}&#10;\usepackage{amsmath}&#10;\pagestyle{empty}&#10;\begin{document}&#10;\noindent&#10;L = 1.000 m \\&#10;n = 0.018 \\&#10;b = 3 m \\&#10;%Z\textsubscript{1} = 0 \\&#10;%Z\textsubscript{2} 0 \\&#10;\end{document}" title="IguanaTex Bitmap Display">
            <a:extLst>
              <a:ext uri="{FF2B5EF4-FFF2-40B4-BE49-F238E27FC236}">
                <a16:creationId xmlns:a16="http://schemas.microsoft.com/office/drawing/2014/main" id="{BAD5E394-224B-453A-9A3E-D354E9767124}"/>
              </a:ext>
            </a:extLst>
          </p:cNvPr>
          <p:cNvPicPr>
            <a:picLocks noChangeAspect="1"/>
          </p:cNvPicPr>
          <p:nvPr>
            <p:custDataLst>
              <p:tags r:id="rId35"/>
            </p:custDataLst>
          </p:nvPr>
        </p:nvPicPr>
        <p:blipFill>
          <a:blip r:embed="rId9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845" y="3658992"/>
            <a:ext cx="553325" cy="314149"/>
          </a:xfrm>
          <a:prstGeom prst="rect">
            <a:avLst/>
          </a:prstGeom>
        </p:spPr>
      </p:pic>
      <p:pic>
        <p:nvPicPr>
          <p:cNvPr id="109" name="Picture 108" descr="\documentclass{article}&#10;\usepackage{amsmath}&#10;\pagestyle{empty}&#10;\begin{document}&#10;\noindent&#10;k\textsubscript{o} = 0.5914 \\&#10;k\textsubscript{s} = 2.7450 \\&#10;p = 3 m \\&#10;h\textsubscript{c} = 0.25 m \\&#10;h\textsubscript{m} = 5 m \\&#10;Z\textsubscript{1} = 0 \\&#10;Z\textsubscript{2} 0 \\&#10;\end{document}" title="IguanaTex Bitmap Display">
            <a:extLst>
              <a:ext uri="{FF2B5EF4-FFF2-40B4-BE49-F238E27FC236}">
                <a16:creationId xmlns:a16="http://schemas.microsoft.com/office/drawing/2014/main" id="{3DE6ACCE-758B-470E-87D0-0ACA447E560C}"/>
              </a:ext>
            </a:extLst>
          </p:cNvPr>
          <p:cNvPicPr>
            <a:picLocks noChangeAspect="1"/>
          </p:cNvPicPr>
          <p:nvPr>
            <p:custDataLst>
              <p:tags r:id="rId36"/>
            </p:custDataLst>
          </p:nvPr>
        </p:nvPicPr>
        <p:blipFill>
          <a:blip r:embed="rId9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904" y="4339779"/>
            <a:ext cx="536868" cy="814081"/>
          </a:xfrm>
          <a:prstGeom prst="rect">
            <a:avLst/>
          </a:prstGeom>
        </p:spPr>
      </p:pic>
      <p:cxnSp>
        <p:nvCxnSpPr>
          <p:cNvPr id="171" name="Conector reto 310 1 1 1 2">
            <a:extLst>
              <a:ext uri="{FF2B5EF4-FFF2-40B4-BE49-F238E27FC236}">
                <a16:creationId xmlns:a16="http://schemas.microsoft.com/office/drawing/2014/main" id="{37C5849A-E69F-4D38-894A-5E765BD9D72C}"/>
              </a:ext>
            </a:extLst>
          </p:cNvPr>
          <p:cNvCxnSpPr>
            <a:cxnSpLocks/>
          </p:cNvCxnSpPr>
          <p:nvPr/>
        </p:nvCxnSpPr>
        <p:spPr>
          <a:xfrm>
            <a:off x="3130381" y="1038923"/>
            <a:ext cx="0" cy="275545"/>
          </a:xfrm>
          <a:prstGeom prst="line">
            <a:avLst/>
          </a:prstGeom>
          <a:ln w="28575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2" name="Picture 779 1 1 2" descr="\documentclass{article}&#10;\usepackage{amsmath}&#10;\pagestyle{empty}&#10;\begin{document}&#10;&#10;$i$&#10;&#10;&#10;\end{document}" title="IguanaTex Bitmap Display">
            <a:extLst>
              <a:ext uri="{FF2B5EF4-FFF2-40B4-BE49-F238E27FC236}">
                <a16:creationId xmlns:a16="http://schemas.microsoft.com/office/drawing/2014/main" id="{6CAB9986-43BB-46F7-B158-B70BE0A3DA97}"/>
              </a:ext>
            </a:extLst>
          </p:cNvPr>
          <p:cNvPicPr>
            <a:picLocks noChangeAspect="1"/>
          </p:cNvPicPr>
          <p:nvPr>
            <p:custDataLst>
              <p:tags r:id="rId37"/>
            </p:custDataLst>
          </p:nvPr>
        </p:nvPicPr>
        <p:blipFill>
          <a:blip r:embed="rId67"/>
          <a:stretch>
            <a:fillRect/>
          </a:stretch>
        </p:blipFill>
        <p:spPr>
          <a:xfrm>
            <a:off x="3170319" y="987759"/>
            <a:ext cx="45719" cy="116492"/>
          </a:xfrm>
          <a:prstGeom prst="rect">
            <a:avLst/>
          </a:prstGeom>
        </p:spPr>
      </p:pic>
      <p:cxnSp>
        <p:nvCxnSpPr>
          <p:cNvPr id="173" name="Conector reto 642 1 1 1 1 2">
            <a:extLst>
              <a:ext uri="{FF2B5EF4-FFF2-40B4-BE49-F238E27FC236}">
                <a16:creationId xmlns:a16="http://schemas.microsoft.com/office/drawing/2014/main" id="{F8B13F3C-FB59-416D-9465-05F1AA7BEE85}"/>
              </a:ext>
            </a:extLst>
          </p:cNvPr>
          <p:cNvCxnSpPr>
            <a:cxnSpLocks/>
          </p:cNvCxnSpPr>
          <p:nvPr/>
        </p:nvCxnSpPr>
        <p:spPr>
          <a:xfrm flipV="1">
            <a:off x="3256201" y="1207410"/>
            <a:ext cx="0" cy="152910"/>
          </a:xfrm>
          <a:prstGeom prst="line">
            <a:avLst/>
          </a:prstGeom>
          <a:ln w="28575">
            <a:solidFill>
              <a:schemeClr val="accent6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4" name="Picture 1035 1 1 2 1" descr="\documentclass{article}&#10;\usepackage{amsmath}&#10;\pagestyle{empty}&#10;\begin{document}&#10;\noindent&#10;$E_{TR} $&#10;&#10;&#10;\end{document}" title="IguanaTex Bitmap Display">
            <a:extLst>
              <a:ext uri="{FF2B5EF4-FFF2-40B4-BE49-F238E27FC236}">
                <a16:creationId xmlns:a16="http://schemas.microsoft.com/office/drawing/2014/main" id="{A3CF3E4D-FD78-4082-A83B-10684C510E88}"/>
              </a:ext>
            </a:extLst>
          </p:cNvPr>
          <p:cNvPicPr>
            <a:picLocks noChangeAspect="1"/>
          </p:cNvPicPr>
          <p:nvPr>
            <p:custDataLst>
              <p:tags r:id="rId38"/>
            </p:custDataLst>
          </p:nvPr>
        </p:nvPicPr>
        <p:blipFill>
          <a:blip r:embed="rId68"/>
          <a:stretch>
            <a:fillRect/>
          </a:stretch>
        </p:blipFill>
        <p:spPr>
          <a:xfrm>
            <a:off x="3224271" y="1060673"/>
            <a:ext cx="285259" cy="128365"/>
          </a:xfrm>
          <a:prstGeom prst="rect">
            <a:avLst/>
          </a:prstGeom>
        </p:spPr>
      </p:pic>
      <p:cxnSp>
        <p:nvCxnSpPr>
          <p:cNvPr id="175" name="Conector reto 310 1 1 1 3">
            <a:extLst>
              <a:ext uri="{FF2B5EF4-FFF2-40B4-BE49-F238E27FC236}">
                <a16:creationId xmlns:a16="http://schemas.microsoft.com/office/drawing/2014/main" id="{B1563325-4983-4DFF-A624-D2B80A506B68}"/>
              </a:ext>
            </a:extLst>
          </p:cNvPr>
          <p:cNvCxnSpPr>
            <a:cxnSpLocks/>
          </p:cNvCxnSpPr>
          <p:nvPr/>
        </p:nvCxnSpPr>
        <p:spPr>
          <a:xfrm>
            <a:off x="3130381" y="2866727"/>
            <a:ext cx="0" cy="275545"/>
          </a:xfrm>
          <a:prstGeom prst="line">
            <a:avLst/>
          </a:prstGeom>
          <a:ln w="28575">
            <a:solidFill>
              <a:srgbClr val="00B0F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6" name="Picture 779 1 1 3" descr="\documentclass{article}&#10;\usepackage{amsmath}&#10;\pagestyle{empty}&#10;\begin{document}&#10;&#10;$i$&#10;&#10;&#10;\end{document}" title="IguanaTex Bitmap Display">
            <a:extLst>
              <a:ext uri="{FF2B5EF4-FFF2-40B4-BE49-F238E27FC236}">
                <a16:creationId xmlns:a16="http://schemas.microsoft.com/office/drawing/2014/main" id="{1F801021-94A4-4F09-B04C-56BFCBCB54B5}"/>
              </a:ext>
            </a:extLst>
          </p:cNvPr>
          <p:cNvPicPr>
            <a:picLocks noChangeAspect="1"/>
          </p:cNvPicPr>
          <p:nvPr>
            <p:custDataLst>
              <p:tags r:id="rId39"/>
            </p:custDataLst>
          </p:nvPr>
        </p:nvPicPr>
        <p:blipFill>
          <a:blip r:embed="rId67"/>
          <a:stretch>
            <a:fillRect/>
          </a:stretch>
        </p:blipFill>
        <p:spPr>
          <a:xfrm>
            <a:off x="3170319" y="2815563"/>
            <a:ext cx="45719" cy="116492"/>
          </a:xfrm>
          <a:prstGeom prst="rect">
            <a:avLst/>
          </a:prstGeom>
        </p:spPr>
      </p:pic>
      <p:cxnSp>
        <p:nvCxnSpPr>
          <p:cNvPr id="177" name="Conector reto 642 1 1 1 1 3">
            <a:extLst>
              <a:ext uri="{FF2B5EF4-FFF2-40B4-BE49-F238E27FC236}">
                <a16:creationId xmlns:a16="http://schemas.microsoft.com/office/drawing/2014/main" id="{E66E63B9-227D-4091-A767-C45191C38C3E}"/>
              </a:ext>
            </a:extLst>
          </p:cNvPr>
          <p:cNvCxnSpPr>
            <a:cxnSpLocks/>
          </p:cNvCxnSpPr>
          <p:nvPr/>
        </p:nvCxnSpPr>
        <p:spPr>
          <a:xfrm flipV="1">
            <a:off x="3256201" y="3035214"/>
            <a:ext cx="0" cy="152910"/>
          </a:xfrm>
          <a:prstGeom prst="line">
            <a:avLst/>
          </a:prstGeom>
          <a:ln w="28575">
            <a:solidFill>
              <a:schemeClr val="accent6">
                <a:lumMod val="50000"/>
              </a:schemeClr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8" name="Picture 1035 1 1 3" descr="\documentclass{article}&#10;\usepackage{amsmath}&#10;\pagestyle{empty}&#10;\begin{document}&#10;\noindent&#10;$E_{TR} $&#10;&#10;&#10;\end{document}" title="IguanaTex Bitmap Display">
            <a:extLst>
              <a:ext uri="{FF2B5EF4-FFF2-40B4-BE49-F238E27FC236}">
                <a16:creationId xmlns:a16="http://schemas.microsoft.com/office/drawing/2014/main" id="{8BFB28E6-8B61-4454-BEEE-AB7927CF2C3C}"/>
              </a:ext>
            </a:extLst>
          </p:cNvPr>
          <p:cNvPicPr>
            <a:picLocks noChangeAspect="1"/>
          </p:cNvPicPr>
          <p:nvPr>
            <p:custDataLst>
              <p:tags r:id="rId40"/>
            </p:custDataLst>
          </p:nvPr>
        </p:nvPicPr>
        <p:blipFill>
          <a:blip r:embed="rId68"/>
          <a:stretch>
            <a:fillRect/>
          </a:stretch>
        </p:blipFill>
        <p:spPr>
          <a:xfrm>
            <a:off x="3224271" y="2888477"/>
            <a:ext cx="285259" cy="128365"/>
          </a:xfrm>
          <a:prstGeom prst="rect">
            <a:avLst/>
          </a:prstGeom>
        </p:spPr>
      </p:pic>
      <p:pic>
        <p:nvPicPr>
          <p:cNvPr id="99" name="Picture 98" descr="\documentclass{article}&#10;\usepackage{amsmath}&#10;\pagestyle{empty}&#10;\begin{document}&#10;\noindent&#10;$q^l_{6}$&#10;\end{document}" title="IguanaTex Bitmap Display">
            <a:extLst>
              <a:ext uri="{FF2B5EF4-FFF2-40B4-BE49-F238E27FC236}">
                <a16:creationId xmlns:a16="http://schemas.microsoft.com/office/drawing/2014/main" id="{178DA9E0-E9E4-4361-840C-0C61B08B4061}"/>
              </a:ext>
            </a:extLst>
          </p:cNvPr>
          <p:cNvPicPr>
            <a:picLocks noChangeAspect="1"/>
          </p:cNvPicPr>
          <p:nvPr>
            <p:custDataLst>
              <p:tags r:id="rId41"/>
            </p:custDataLst>
          </p:nvPr>
        </p:nvPicPr>
        <p:blipFill>
          <a:blip r:embed="rId9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1882" y="2942709"/>
            <a:ext cx="116846" cy="168960"/>
          </a:xfrm>
          <a:prstGeom prst="rect">
            <a:avLst/>
          </a:prstGeom>
        </p:spPr>
      </p:pic>
      <p:pic>
        <p:nvPicPr>
          <p:cNvPr id="101" name="Picture 100" descr="\documentclass{article}&#10;\usepackage{amsmath}&#10;\pagestyle{empty}&#10;\begin{document}&#10;\noindent&#10;$q^l_{7}$&#10;\end{document}" title="IguanaTex Bitmap Display">
            <a:extLst>
              <a:ext uri="{FF2B5EF4-FFF2-40B4-BE49-F238E27FC236}">
                <a16:creationId xmlns:a16="http://schemas.microsoft.com/office/drawing/2014/main" id="{2AB9A42A-E6FC-4CA6-A723-9E88F8977D2A}"/>
              </a:ext>
            </a:extLst>
          </p:cNvPr>
          <p:cNvPicPr>
            <a:picLocks noChangeAspect="1"/>
          </p:cNvPicPr>
          <p:nvPr>
            <p:custDataLst>
              <p:tags r:id="rId42"/>
            </p:custDataLst>
          </p:nvPr>
        </p:nvPicPr>
        <p:blipFill>
          <a:blip r:embed="rId10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1883" y="3762429"/>
            <a:ext cx="120137" cy="168960"/>
          </a:xfrm>
          <a:prstGeom prst="rect">
            <a:avLst/>
          </a:prstGeom>
        </p:spPr>
      </p:pic>
      <p:pic>
        <p:nvPicPr>
          <p:cNvPr id="103" name="Picture 102" descr="\documentclass{article}&#10;\usepackage{amsmath}&#10;\pagestyle{empty}&#10;\begin{document}&#10;\noindent&#10;$q^r_{8}$&#10;\end{document}" title="IguanaTex Bitmap Display">
            <a:extLst>
              <a:ext uri="{FF2B5EF4-FFF2-40B4-BE49-F238E27FC236}">
                <a16:creationId xmlns:a16="http://schemas.microsoft.com/office/drawing/2014/main" id="{FBC6CB1B-A772-4F77-A572-5CEA5D1DD546}"/>
              </a:ext>
            </a:extLst>
          </p:cNvPr>
          <p:cNvPicPr>
            <a:picLocks noChangeAspect="1"/>
          </p:cNvPicPr>
          <p:nvPr>
            <p:custDataLst>
              <p:tags r:id="rId43"/>
            </p:custDataLst>
          </p:nvPr>
        </p:nvPicPr>
        <p:blipFill>
          <a:blip r:embed="rId10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1884" y="4694527"/>
            <a:ext cx="121783" cy="141531"/>
          </a:xfrm>
          <a:prstGeom prst="rect">
            <a:avLst/>
          </a:prstGeom>
        </p:spPr>
      </p:pic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C1D7E7B3-714D-41BE-836B-07BD36288282}"/>
              </a:ext>
            </a:extLst>
          </p:cNvPr>
          <p:cNvCxnSpPr>
            <a:cxnSpLocks/>
          </p:cNvCxnSpPr>
          <p:nvPr/>
        </p:nvCxnSpPr>
        <p:spPr>
          <a:xfrm>
            <a:off x="2163923" y="4670227"/>
            <a:ext cx="0" cy="33183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12" name="Chart 211">
            <a:extLst>
              <a:ext uri="{FF2B5EF4-FFF2-40B4-BE49-F238E27FC236}">
                <a16:creationId xmlns:a16="http://schemas.microsoft.com/office/drawing/2014/main" id="{3424726F-22A8-4C34-AEED-E3DFF133D116}"/>
              </a:ext>
            </a:extLst>
          </p:cNvPr>
          <p:cNvGraphicFramePr>
            <a:graphicFrameLocks/>
          </p:cNvGraphicFramePr>
          <p:nvPr/>
        </p:nvGraphicFramePr>
        <p:xfrm>
          <a:off x="2780580" y="4091870"/>
          <a:ext cx="1481245" cy="9236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2"/>
          </a:graphicData>
        </a:graphic>
      </p:graphicFrame>
      <p:pic>
        <p:nvPicPr>
          <p:cNvPr id="111" name="Picture 110" descr="\documentclass{article}&#10;\usepackage{amsmath}&#10;\pagestyle{empty}&#10;\begin{document}&#10;\noindent&#10;10&#10;\end{document}" title="IguanaTex Bitmap Display">
            <a:extLst>
              <a:ext uri="{FF2B5EF4-FFF2-40B4-BE49-F238E27FC236}">
                <a16:creationId xmlns:a16="http://schemas.microsoft.com/office/drawing/2014/main" id="{1BC4AD99-54A7-4F25-B147-6665D2A0737C}"/>
              </a:ext>
            </a:extLst>
          </p:cNvPr>
          <p:cNvPicPr>
            <a:picLocks noChangeAspect="1"/>
          </p:cNvPicPr>
          <p:nvPr>
            <p:custDataLst>
              <p:tags r:id="rId44"/>
            </p:custDataLst>
          </p:nvPr>
        </p:nvPicPr>
        <p:blipFill>
          <a:blip r:embed="rId10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0467" y="4208779"/>
            <a:ext cx="88502" cy="69486"/>
          </a:xfrm>
          <a:prstGeom prst="rect">
            <a:avLst/>
          </a:prstGeom>
        </p:spPr>
      </p:pic>
      <p:pic>
        <p:nvPicPr>
          <p:cNvPr id="113" name="Picture 112" descr="\documentclass{article}&#10;\usepackage{amsmath}&#10;\pagestyle{empty}&#10;\begin{document}&#10;\noindent&#10;5&#10;\end{document}" title="IguanaTex Bitmap Display">
            <a:extLst>
              <a:ext uri="{FF2B5EF4-FFF2-40B4-BE49-F238E27FC236}">
                <a16:creationId xmlns:a16="http://schemas.microsoft.com/office/drawing/2014/main" id="{470B48EC-B351-488C-BCEC-D2ED8DC8338D}"/>
              </a:ext>
            </a:extLst>
          </p:cNvPr>
          <p:cNvPicPr>
            <a:picLocks noChangeAspect="1"/>
          </p:cNvPicPr>
          <p:nvPr>
            <p:custDataLst>
              <p:tags r:id="rId45"/>
            </p:custDataLst>
          </p:nvPr>
        </p:nvPicPr>
        <p:blipFill>
          <a:blip r:embed="rId8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6830" y="4485443"/>
            <a:ext cx="40960" cy="69486"/>
          </a:xfrm>
          <a:prstGeom prst="rect">
            <a:avLst/>
          </a:prstGeom>
        </p:spPr>
      </p:pic>
      <p:pic>
        <p:nvPicPr>
          <p:cNvPr id="115" name="Picture 114" descr="\documentclass{article}&#10;\usepackage{amsmath}&#10;\pagestyle{empty}&#10;\begin{document}&#10;\noindent&#10;0&#10;\end{document}" title="IguanaTex Bitmap Display">
            <a:extLst>
              <a:ext uri="{FF2B5EF4-FFF2-40B4-BE49-F238E27FC236}">
                <a16:creationId xmlns:a16="http://schemas.microsoft.com/office/drawing/2014/main" id="{A3B27C5D-51F7-49B9-943E-5DBBD469DAB5}"/>
              </a:ext>
            </a:extLst>
          </p:cNvPr>
          <p:cNvPicPr>
            <a:picLocks noChangeAspect="1"/>
          </p:cNvPicPr>
          <p:nvPr>
            <p:custDataLst>
              <p:tags r:id="rId46"/>
            </p:custDataLst>
          </p:nvPr>
        </p:nvPicPr>
        <p:blipFill>
          <a:blip r:embed="rId9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8045" y="4767544"/>
            <a:ext cx="43154" cy="69486"/>
          </a:xfrm>
          <a:prstGeom prst="rect">
            <a:avLst/>
          </a:prstGeom>
        </p:spPr>
      </p:pic>
      <p:pic>
        <p:nvPicPr>
          <p:cNvPr id="163" name="Picture 162" descr="\documentclass{article}&#10;\usepackage{amsmath}&#10;\pagestyle{empty}&#10;\begin{document}&#10;\noindent&#10;$q^r(h)$ (m\textsuperscript{3}/s)&#10;\end{document}" title="IguanaTex Bitmap Display">
            <a:extLst>
              <a:ext uri="{FF2B5EF4-FFF2-40B4-BE49-F238E27FC236}">
                <a16:creationId xmlns:a16="http://schemas.microsoft.com/office/drawing/2014/main" id="{81029EC0-C773-44AC-81D7-603A68129B9B}"/>
              </a:ext>
            </a:extLst>
          </p:cNvPr>
          <p:cNvPicPr>
            <a:picLocks noChangeAspect="1"/>
          </p:cNvPicPr>
          <p:nvPr>
            <p:custDataLst>
              <p:tags r:id="rId47"/>
            </p:custDataLst>
          </p:nvPr>
        </p:nvPicPr>
        <p:blipFill>
          <a:blip r:embed="rId10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429834" y="4477017"/>
            <a:ext cx="548938" cy="109349"/>
          </a:xfrm>
          <a:prstGeom prst="rect">
            <a:avLst/>
          </a:prstGeom>
        </p:spPr>
      </p:pic>
      <p:pic>
        <p:nvPicPr>
          <p:cNvPr id="166" name="Picture 165" descr="\documentclass{article}&#10;\usepackage{amsmath}&#10;\pagestyle{empty}&#10;\begin{document}&#10;\noindent&#10;$h^r$ (m)&#10;\end{document}" title="IguanaTex Bitmap Display">
            <a:extLst>
              <a:ext uri="{FF2B5EF4-FFF2-40B4-BE49-F238E27FC236}">
                <a16:creationId xmlns:a16="http://schemas.microsoft.com/office/drawing/2014/main" id="{FEF2B926-1141-414B-ADC6-774EB8504AFD}"/>
              </a:ext>
            </a:extLst>
          </p:cNvPr>
          <p:cNvPicPr>
            <a:picLocks noChangeAspect="1"/>
          </p:cNvPicPr>
          <p:nvPr>
            <p:custDataLst>
              <p:tags r:id="rId48"/>
            </p:custDataLst>
          </p:nvPr>
        </p:nvPicPr>
        <p:blipFill>
          <a:blip r:embed="rId10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0314" y="4943159"/>
            <a:ext cx="284525" cy="101302"/>
          </a:xfrm>
          <a:prstGeom prst="rect">
            <a:avLst/>
          </a:prstGeom>
        </p:spPr>
      </p:pic>
      <p:pic>
        <p:nvPicPr>
          <p:cNvPr id="283" name="Picture 282" descr="\documentclass{article}&#10;\usepackage{amsmath}&#10;\pagestyle{empty}&#10;\begin{document}&#10;\noindent&#10;$~A^r(h^r)/\eta$ \\&#10;(1.000 m\textsuperscript{2})&#10;\end{document}" title="IguanaTex Bitmap Display">
            <a:extLst>
              <a:ext uri="{FF2B5EF4-FFF2-40B4-BE49-F238E27FC236}">
                <a16:creationId xmlns:a16="http://schemas.microsoft.com/office/drawing/2014/main" id="{E50A4411-69DE-4169-9981-20B4D78695DC}"/>
              </a:ext>
            </a:extLst>
          </p:cNvPr>
          <p:cNvPicPr>
            <a:picLocks noChangeAspect="1"/>
          </p:cNvPicPr>
          <p:nvPr>
            <p:custDataLst>
              <p:tags r:id="rId49"/>
            </p:custDataLst>
          </p:nvPr>
        </p:nvPicPr>
        <p:blipFill>
          <a:blip r:embed="rId10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997053" y="4433515"/>
            <a:ext cx="452755" cy="222721"/>
          </a:xfrm>
          <a:prstGeom prst="rect">
            <a:avLst/>
          </a:prstGeom>
        </p:spPr>
      </p:pic>
      <p:pic>
        <p:nvPicPr>
          <p:cNvPr id="131" name="Picture 130" descr="\documentclass{article}&#10;\usepackage{amsmath}&#10;\pagestyle{empty}&#10;\begin{document}&#10;\noindent&#10;0&#10;\end{document}" title="IguanaTex Bitmap Display">
            <a:extLst>
              <a:ext uri="{FF2B5EF4-FFF2-40B4-BE49-F238E27FC236}">
                <a16:creationId xmlns:a16="http://schemas.microsoft.com/office/drawing/2014/main" id="{EC374D32-1826-432F-A2FA-B244C81C4D3E}"/>
              </a:ext>
            </a:extLst>
          </p:cNvPr>
          <p:cNvPicPr>
            <a:picLocks noChangeAspect="1"/>
          </p:cNvPicPr>
          <p:nvPr>
            <p:custDataLst>
              <p:tags r:id="rId50"/>
            </p:custDataLst>
          </p:nvPr>
        </p:nvPicPr>
        <p:blipFill>
          <a:blip r:embed="rId9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0775" y="4857601"/>
            <a:ext cx="43154" cy="69485"/>
          </a:xfrm>
          <a:prstGeom prst="rect">
            <a:avLst/>
          </a:prstGeom>
        </p:spPr>
      </p:pic>
      <p:pic>
        <p:nvPicPr>
          <p:cNvPr id="135" name="Picture 134" descr="\documentclass{article}&#10;\usepackage{amsmath}&#10;\pagestyle{empty}&#10;\begin{document}&#10;\noindent&#10;3&#10;\end{document}" title="IguanaTex Bitmap Display">
            <a:extLst>
              <a:ext uri="{FF2B5EF4-FFF2-40B4-BE49-F238E27FC236}">
                <a16:creationId xmlns:a16="http://schemas.microsoft.com/office/drawing/2014/main" id="{63640A48-DDAC-4B2A-88CC-F44A1EBDE111}"/>
              </a:ext>
            </a:extLst>
          </p:cNvPr>
          <p:cNvPicPr>
            <a:picLocks noChangeAspect="1"/>
          </p:cNvPicPr>
          <p:nvPr>
            <p:custDataLst>
              <p:tags r:id="rId51"/>
            </p:custDataLst>
          </p:nvPr>
        </p:nvPicPr>
        <p:blipFill>
          <a:blip r:embed="rId10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9631" y="4857602"/>
            <a:ext cx="42423" cy="69485"/>
          </a:xfrm>
          <a:prstGeom prst="rect">
            <a:avLst/>
          </a:prstGeom>
        </p:spPr>
      </p:pic>
      <p:pic>
        <p:nvPicPr>
          <p:cNvPr id="155" name="Picture 154" descr="\documentclass{article}&#10;\usepackage{amsmath}&#10;\pagestyle{empty}&#10;\begin{document}&#10;\noindent&#10;5&#10;\end{document}" title="IguanaTex Bitmap Display">
            <a:extLst>
              <a:ext uri="{FF2B5EF4-FFF2-40B4-BE49-F238E27FC236}">
                <a16:creationId xmlns:a16="http://schemas.microsoft.com/office/drawing/2014/main" id="{A4323AF4-B25C-496A-A69A-CBA5410AD0DC}"/>
              </a:ext>
            </a:extLst>
          </p:cNvPr>
          <p:cNvPicPr>
            <a:picLocks noChangeAspect="1"/>
          </p:cNvPicPr>
          <p:nvPr>
            <p:custDataLst>
              <p:tags r:id="rId52"/>
            </p:custDataLst>
          </p:nvPr>
        </p:nvPicPr>
        <p:blipFill>
          <a:blip r:embed="rId8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9489" y="4857603"/>
            <a:ext cx="40960" cy="69485"/>
          </a:xfrm>
          <a:prstGeom prst="rect">
            <a:avLst/>
          </a:prstGeom>
        </p:spPr>
      </p:pic>
      <p:pic>
        <p:nvPicPr>
          <p:cNvPr id="265" name="Picture 264" descr="\documentclass{article}&#10;\usepackage{amsmath}&#10;\pagestyle{empty}&#10;\begin{document}&#10;\noindent&#10;$i_p(t) - e_{TR}(t)$ \\&#10;$~~~~~$(mm/h)&#10;\end{document}" title="IguanaTex Bitmap Display">
            <a:extLst>
              <a:ext uri="{FF2B5EF4-FFF2-40B4-BE49-F238E27FC236}">
                <a16:creationId xmlns:a16="http://schemas.microsoft.com/office/drawing/2014/main" id="{A5A171BC-2AD2-43C5-BDDF-6BFC4214377D}"/>
              </a:ext>
            </a:extLst>
          </p:cNvPr>
          <p:cNvPicPr>
            <a:picLocks noChangeAspect="1"/>
          </p:cNvPicPr>
          <p:nvPr>
            <p:custDataLst>
              <p:tags r:id="rId53"/>
            </p:custDataLst>
          </p:nvPr>
        </p:nvPicPr>
        <p:blipFill>
          <a:blip r:embed="rId9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-63295" y="693322"/>
            <a:ext cx="595382" cy="222720"/>
          </a:xfrm>
          <a:prstGeom prst="rect">
            <a:avLst/>
          </a:prstGeom>
        </p:spPr>
      </p:pic>
      <p:pic>
        <p:nvPicPr>
          <p:cNvPr id="267" name="Picture 266" descr="\documentclass{article}&#10;\usepackage{amsmath}&#10;\pagestyle{empty}&#10;\begin{document}&#10;\noindent&#10;$i_p(t) - e_{TR}(t)$ \\&#10;$~~~~~$(mm/h)&#10;\end{document}" title="IguanaTex Bitmap Display">
            <a:extLst>
              <a:ext uri="{FF2B5EF4-FFF2-40B4-BE49-F238E27FC236}">
                <a16:creationId xmlns:a16="http://schemas.microsoft.com/office/drawing/2014/main" id="{49069CC1-C0E7-4406-90E8-CFFD5E92D5C0}"/>
              </a:ext>
            </a:extLst>
          </p:cNvPr>
          <p:cNvPicPr>
            <a:picLocks noChangeAspect="1"/>
          </p:cNvPicPr>
          <p:nvPr>
            <p:custDataLst>
              <p:tags r:id="rId54"/>
            </p:custDataLst>
          </p:nvPr>
        </p:nvPicPr>
        <p:blipFill>
          <a:blip r:embed="rId9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408558" y="2523004"/>
            <a:ext cx="595382" cy="222720"/>
          </a:xfrm>
          <a:prstGeom prst="rect">
            <a:avLst/>
          </a:prstGeom>
        </p:spPr>
      </p:pic>
      <p:pic>
        <p:nvPicPr>
          <p:cNvPr id="264" name="Picture 263" descr="\documentclass{article}&#10;\usepackage{amsmath}&#10;\pagestyle{empty}&#10;\begin{document}&#10;\noindent&#10;$\mathbf v = [4~4~5~6~7~5~8~0]^T$&#10;\end{document}" title="IguanaTex Bitmap Display">
            <a:extLst>
              <a:ext uri="{FF2B5EF4-FFF2-40B4-BE49-F238E27FC236}">
                <a16:creationId xmlns:a16="http://schemas.microsoft.com/office/drawing/2014/main" id="{80665846-5B4F-426F-9988-6D93666FE08C}"/>
              </a:ext>
            </a:extLst>
          </p:cNvPr>
          <p:cNvPicPr>
            <a:picLocks noChangeAspect="1"/>
          </p:cNvPicPr>
          <p:nvPr>
            <p:custDataLst>
              <p:tags r:id="rId55"/>
            </p:custDataLst>
          </p:nvPr>
        </p:nvPicPr>
        <p:blipFill>
          <a:blip r:embed="rId10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4423" y="1327657"/>
            <a:ext cx="1422994" cy="16566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8" name="Picture 207" descr="\documentclass{article}&#10;\usepackage{amsmath}&#10;\pagestyle{empty}&#10;\begin{document}&#10;\noindent&#10;Topology&#10;&#10;&#10;\end{document}" title="IguanaTex Bitmap Display">
            <a:extLst>
              <a:ext uri="{FF2B5EF4-FFF2-40B4-BE49-F238E27FC236}">
                <a16:creationId xmlns:a16="http://schemas.microsoft.com/office/drawing/2014/main" id="{FBC6EBCC-0F7D-4FD0-943C-5C84030EAFD3}"/>
              </a:ext>
            </a:extLst>
          </p:cNvPr>
          <p:cNvPicPr>
            <a:picLocks noChangeAspect="1"/>
          </p:cNvPicPr>
          <p:nvPr>
            <p:custDataLst>
              <p:tags r:id="rId56"/>
            </p:custDataLst>
          </p:nvPr>
        </p:nvPicPr>
        <p:blipFill>
          <a:blip r:embed="rId10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0769" y="1160485"/>
            <a:ext cx="603432" cy="136594"/>
          </a:xfrm>
          <a:prstGeom prst="rect">
            <a:avLst/>
          </a:prstGeom>
        </p:spPr>
      </p:pic>
      <p:pic>
        <p:nvPicPr>
          <p:cNvPr id="274" name="Picture 273" descr="\documentclass{article}&#10;\usepackage{amsmath}&#10;\pagestyle{empty}&#10;\begin{document}&#10;\noindent&#10;5&#10;\end{document}" title="IguanaTex Bitmap Display">
            <a:extLst>
              <a:ext uri="{FF2B5EF4-FFF2-40B4-BE49-F238E27FC236}">
                <a16:creationId xmlns:a16="http://schemas.microsoft.com/office/drawing/2014/main" id="{87675FBC-2ED3-4E40-9F2F-9416FB23DE64}"/>
              </a:ext>
            </a:extLst>
          </p:cNvPr>
          <p:cNvPicPr>
            <a:picLocks noChangeAspect="1"/>
          </p:cNvPicPr>
          <p:nvPr>
            <p:custDataLst>
              <p:tags r:id="rId57"/>
            </p:custDataLst>
          </p:nvPr>
        </p:nvPicPr>
        <p:blipFill>
          <a:blip r:embed="rId8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3679" y="4293490"/>
            <a:ext cx="40960" cy="69485"/>
          </a:xfrm>
          <a:prstGeom prst="rect">
            <a:avLst/>
          </a:prstGeom>
        </p:spPr>
      </p:pic>
      <p:pic>
        <p:nvPicPr>
          <p:cNvPr id="300" name="Picture 299" descr="\documentclass{article}&#10;\usepackage{amsmath}&#10;\pagestyle{empty}&#10;\begin{document}&#10;\noindent&#10;\textbf{L6} - Assymetric Trapezoid&#10;\end{document}" title="IguanaTex Bitmap Display">
            <a:extLst>
              <a:ext uri="{FF2B5EF4-FFF2-40B4-BE49-F238E27FC236}">
                <a16:creationId xmlns:a16="http://schemas.microsoft.com/office/drawing/2014/main" id="{B8652130-94D3-42E5-9E18-F064121E9961}"/>
              </a:ext>
            </a:extLst>
          </p:cNvPr>
          <p:cNvPicPr>
            <a:picLocks noChangeAspect="1"/>
          </p:cNvPicPr>
          <p:nvPr>
            <p:custDataLst>
              <p:tags r:id="rId58"/>
            </p:custDataLst>
          </p:nvPr>
        </p:nvPicPr>
        <p:blipFill>
          <a:blip r:embed="rId1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845" y="2661844"/>
            <a:ext cx="1186005" cy="93257"/>
          </a:xfrm>
          <a:prstGeom prst="rect">
            <a:avLst/>
          </a:prstGeom>
        </p:spPr>
      </p:pic>
      <p:pic>
        <p:nvPicPr>
          <p:cNvPr id="302" name="Picture 301" descr="\documentclass{article}&#10;\usepackage{amsmath}&#10;\pagestyle{empty}&#10;\begin{document}&#10;\noindent&#10;\textbf{L6} - Rectangular Channel&#10;\end{document}" title="IguanaTex Bitmap Display">
            <a:extLst>
              <a:ext uri="{FF2B5EF4-FFF2-40B4-BE49-F238E27FC236}">
                <a16:creationId xmlns:a16="http://schemas.microsoft.com/office/drawing/2014/main" id="{C8A63FB9-16B9-4964-8B23-230223684FB6}"/>
              </a:ext>
            </a:extLst>
          </p:cNvPr>
          <p:cNvPicPr>
            <a:picLocks noChangeAspect="1"/>
          </p:cNvPicPr>
          <p:nvPr>
            <p:custDataLst>
              <p:tags r:id="rId59"/>
            </p:custDataLst>
          </p:nvPr>
        </p:nvPicPr>
        <p:blipFill>
          <a:blip r:embed="rId1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793" y="3532274"/>
            <a:ext cx="1158943" cy="92160"/>
          </a:xfrm>
          <a:prstGeom prst="rect">
            <a:avLst/>
          </a:prstGeom>
        </p:spPr>
      </p:pic>
      <p:pic>
        <p:nvPicPr>
          <p:cNvPr id="309" name="Picture 308" descr="\documentclass{article}&#10;\usepackage{amsmath}&#10;\pagestyle{empty}&#10;\begin{document}&#10;\noindent&#10;\textbf{R8} - Primatic Reservoir&#10;\end{document}" title="IguanaTex Bitmap Display">
            <a:extLst>
              <a:ext uri="{FF2B5EF4-FFF2-40B4-BE49-F238E27FC236}">
                <a16:creationId xmlns:a16="http://schemas.microsoft.com/office/drawing/2014/main" id="{2C28928F-65CD-4009-B87D-852564A36DB2}"/>
              </a:ext>
            </a:extLst>
          </p:cNvPr>
          <p:cNvPicPr>
            <a:picLocks noChangeAspect="1"/>
          </p:cNvPicPr>
          <p:nvPr>
            <p:custDataLst>
              <p:tags r:id="rId60"/>
            </p:custDataLst>
          </p:nvPr>
        </p:nvPicPr>
        <p:blipFill>
          <a:blip r:embed="rId1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793" y="4187826"/>
            <a:ext cx="1071172" cy="71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636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25" grpId="0"/>
      <p:bldP spid="62" grpId="0" animBg="1"/>
      <p:bldP spid="63" grpId="0" animBg="1"/>
      <p:bldP spid="233" grpId="0" animBg="1"/>
      <p:bldP spid="234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73.9783"/>
  <p:tag name="ORIGINALWIDTH" val="217.4728"/>
  <p:tag name="LATEXADDIN" val="\documentclass{article}&#10;\usepackage{amsmath}&#10;\pagestyle{empty}&#10;\begin{document}&#10;\noindent&#10;$L_d$&#10;\end{document}"/>
  <p:tag name="IGUANATEXSIZE" val="12"/>
  <p:tag name="IGUANATEXCURSOR" val="94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31.9835"/>
  <p:tag name="ORIGINALWIDTH" val="108.7364"/>
  <p:tag name="LATEXADDIN" val="\documentclass{article}&#10;\usepackage{amsmath}&#10;\pagestyle{empty}&#10;\begin{document}&#10;\noindent&#10;$p$&#10;\end{document}"/>
  <p:tag name="IGUANATEXSIZE" val="12"/>
  <p:tag name="IGUANATEXCURSOR" val="92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86.7267"/>
  <p:tag name="ORIGINALWIDTH" val="308.9613"/>
  <p:tag name="LATEXADDIN" val="\documentclass{article}&#10;\usepackage{amsmath}&#10;\pagestyle{empty}&#10;\begin{document}&#10;\noindent&#10;$Q_{in}$&#10;\end{document}"/>
  <p:tag name="IGUANATEXSIZE" val="12"/>
  <p:tag name="IGUANATEXCURSOR" val="97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39.4826"/>
  <p:tag name="ORIGINALWIDTH" val="54.74315"/>
  <p:tag name="LATEXADDIN" val="\documentclass{article}&#10;\usepackage{amsmath}&#10;\pagestyle{empty}&#10;\begin{document}&#10;\noindent&#10;$i$&#10;\end{document}"/>
  <p:tag name="IGUANATEXSIZE" val="12"/>
  <p:tag name="IGUANATEXCURSOR" val="92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31.9835"/>
  <p:tag name="ORIGINALWIDTH" val="458.1927"/>
  <p:tag name="LATEXADDIN" val="\documentclass{article}&#10;\usepackage{amsmath}&#10;\pagestyle{empty}&#10;\begin{document}&#10;\noindent&#10;$q_{ETR}$&#10;\end{document}"/>
  <p:tag name="IGUANATEXSIZE" val="12"/>
  <p:tag name="IGUANATEXCURSOR" val="97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86.7267"/>
  <p:tag name="ORIGINALWIDTH" val="1528.309"/>
  <p:tag name="LATEXADDIN" val="\documentclass{article}&#10;\usepackage{amsmath}&#10;\pagestyle{empty}&#10;\begin{document}&#10;\noindent&#10;Zona de Ponding&#10;\end{document}"/>
  <p:tag name="IGUANATEXSIZE" val="12"/>
  <p:tag name="IGUANATEXCURSOR" val="105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88.9764"/>
  <p:tag name="ORIGINALWIDTH" val="1388.077"/>
  <p:tag name="LATEXADDIN" val="\documentclass{article}&#10;\usepackage{amsmath}&#10;\pagestyle{empty}&#10;\begin{document}&#10;\noindent&#10;Solo de Projeto&#10;\end{document}"/>
  <p:tag name="IGUANATEXSIZE" val="12"/>
  <p:tag name="IGUANATEXCURSOR" val="105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05.4743"/>
  <p:tag name="ORIGINALWIDTH" val="560.18"/>
  <p:tag name="LATEXADDIN" val="\documentclass{article}&#10;\usepackage{amsmath}&#10;\pagestyle{empty}&#10;\begin{document}&#10;\noindent&#10;$Q_{out,w}$&#10;\end{document}"/>
  <p:tag name="IGUANATEXSIZE" val="12"/>
  <p:tag name="IGUANATEXCURSOR" val="99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05.4743"/>
  <p:tag name="ORIGINALWIDTH" val="538.4327"/>
  <p:tag name="LATEXADDIN" val="\documentclass{article}&#10;\usepackage{amsmath}&#10;\pagestyle{empty}&#10;\begin{document}&#10;\noindent&#10;$Q_{out,u}$&#10;\end{document}"/>
  <p:tag name="IGUANATEXSIZE" val="12"/>
  <p:tag name="IGUANATEXCURSOR" val="99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86.7267"/>
  <p:tag name="ORIGINALWIDTH" val="1247.844"/>
  <p:tag name="LATEXADDIN" val="\documentclass{article}&#10;\usepackage{amsmath}&#10;\pagestyle{empty}&#10;\begin{document}&#10;\noindent&#10;Fluxo by-pass&#10;\end{document}"/>
  <p:tag name="IGUANATEXSIZE" val="12"/>
  <p:tag name="IGUANATEXCURSOR" val="103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85.2269"/>
  <p:tag name="ORIGINALWIDTH" val="2004.5"/>
  <p:tag name="LATEXADDIN" val="\documentclass{article}&#10;\usepackage{amsmath}&#10;\pagestyle{empty}&#10;\begin{document}&#10;\noindent&#10;Paredes Impermeáveis&#10;\end{document}"/>
  <p:tag name="IGUANATEXSIZE" val="12"/>
  <p:tag name="IGUANATEXCURSOR" val="110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86.7267"/>
  <p:tag name="ORIGINALWIDTH" val="1485.564"/>
  <p:tag name="LATEXADDIN" val="\documentclass{article}&#10;\usepackage{amsmath}&#10;\pagestyle{empty}&#10;\begin{document}&#10;\noindent&#10;Dreno perfurado&#10;\end{document}"/>
  <p:tag name="IGUANATEXSIZE" val="12"/>
  <p:tag name="IGUANATEXCURSOR" val="105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85.9768"/>
  <p:tag name="ORIGINALWIDTH" val="953.8808"/>
  <p:tag name="LATEXADDIN" val="\documentclass{article}&#10;\usepackage{amsmath}&#10;\pagestyle{empty}&#10;\begin{document}&#10;\noindent&#10;Percolação&#10;\end{document}"/>
  <p:tag name="IGUANATEXSIZE" val="12"/>
  <p:tag name="IGUANATEXCURSOR" val="100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88.2265"/>
  <p:tag name="ORIGINALWIDTH" val="917.8853"/>
  <p:tag name="LATEXADDIN" val="\documentclass{article}&#10;\usepackage{amsmath}&#10;\pagestyle{empty}&#10;\usepackage{xcolor}&#10;\begin{document}&#10;\noindent&#10;\color{white} Infiltração&#10;\end{document}"/>
  <p:tag name="IGUANATEXSIZE" val="12"/>
  <p:tag name="IGUANATEXCURSOR" val="135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73.9783"/>
  <p:tag name="ORIGINALWIDTH" val="217.4728"/>
  <p:tag name="LATEXADDIN" val="\documentclass{article}&#10;\usepackage{amsmath}&#10;\pagestyle{empty}&#10;\begin{document}&#10;\noindent&#10;$L_d$&#10;\end{document}"/>
  <p:tag name="IGUANATEXSIZE" val="12"/>
  <p:tag name="IGUANATEXCURSOR" val="94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15.2231"/>
  <p:tag name="ORIGINALWIDTH" val="1706.787"/>
  <p:tag name="LATEXADDIN" val="\documentclass{article}&#10;\usepackage{amsmath}&#10;\pagestyle{empty}&#10;\begin{document}&#10;\noindent&#10;$Q_{\mathrm{in}} = f(r,~P_{\mathrm{ef}},~t_p)$&#10;\end{document}"/>
  <p:tag name="IGUANATEXSIZE" val="12"/>
  <p:tag name="IGUANATEXCURSOR" val="114"/>
  <p:tag name="TRANSPARENCY" val="True"/>
  <p:tag name="LATEXENGINEID" val="0"/>
  <p:tag name="TEMPFOLDER" val="C:\Users\marcu\OneDrive\Documentos\Iguana_Tex\"/>
  <p:tag name="LATEXFORMHEIGHT" val="312"/>
  <p:tag name="LATEXFORMWIDTH" val="384"/>
  <p:tag name="LATEXFORMWRAP" val="True"/>
  <p:tag name="BITMAPVECTOR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86.7267"/>
  <p:tag name="ORIGINALWIDTH" val="1206.599"/>
  <p:tag name="LATEXADDIN" val="\documentclass{article}&#10;\usepackage{amsmath}&#10;\pagestyle{empty}&#10;\begin{document}&#10;\noindent&#10;Ponding zone&#10;\end{document}"/>
  <p:tag name="IGUANATEXSIZE" val="12"/>
  <p:tag name="IGUANATEXCURSOR" val="102"/>
  <p:tag name="TRANSPARENCY" val="True"/>
  <p:tag name="LATEXENGINEID" val="0"/>
  <p:tag name="TEMPFOLDER" val="C:\Users\marcu\OneDrive\Documentos\Iguana_Tex\"/>
  <p:tag name="LATEXFORMHEIGHT" val="312"/>
  <p:tag name="LATEXFORMWIDTH" val="384"/>
  <p:tag name="LATEXFORMWRAP" val="True"/>
  <p:tag name="BITMAPVECTOR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86.7267"/>
  <p:tag name="ORIGINALWIDTH" val="1627.297"/>
  <p:tag name="LATEXADDIN" val="\documentclass{article}&#10;\usepackage{amsmath}&#10;\pagestyle{empty}&#10;\begin{document}&#10;\noindent&#10;Engineered Media&#10;\end{document}"/>
  <p:tag name="IGUANATEXSIZE" val="12"/>
  <p:tag name="IGUANATEXCURSOR" val="106"/>
  <p:tag name="TRANSPARENCY" val="True"/>
  <p:tag name="LATEXENGINEID" val="0"/>
  <p:tag name="TEMPFOLDER" val="C:\Users\marcu\OneDrive\Documentos\Iguana_Tex\"/>
  <p:tag name="LATEXFORMHEIGHT" val="312"/>
  <p:tag name="LATEXFORMWIDTH" val="384"/>
  <p:tag name="LATEXFORMWRAP" val="True"/>
  <p:tag name="BITMAPVECTOR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86.7267"/>
  <p:tag name="ORIGINALWIDTH" val="383.2021"/>
  <p:tag name="LATEXADDIN" val="\documentclass{article}&#10;\usepackage{amsmath}&#10;\pagestyle{empty}&#10;\begin{document}&#10;\noindent&#10;$Q_{\mathrm{out}}$&#10;\end{document}"/>
  <p:tag name="IGUANATEXSIZE" val="12"/>
  <p:tag name="IGUANATEXCURSOR" val="105"/>
  <p:tag name="TRANSPARENCY" val="True"/>
  <p:tag name="LATEXENGINEID" val="0"/>
  <p:tag name="TEMPFOLDER" val="C:\Users\marcu\OneDrive\Documentos\Iguana_Tex\"/>
  <p:tag name="LATEXFORMHEIGHT" val="312"/>
  <p:tag name="LATEXFORMWIDTH" val="384"/>
  <p:tag name="LATEXFORMWRAP" val="True"/>
  <p:tag name="BITMAPVECTOR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46.2317"/>
  <p:tag name="ORIGINALWIDTH" val="497.9377"/>
  <p:tag name="LATEXADDIN" val="\documentclass{article}&#10;\usepackage{amsmath}&#10;\pagestyle{empty}&#10;\begin{document}&#10;\noindent&#10;Lined&#10;\end{document}"/>
  <p:tag name="IGUANATEXSIZE" val="12"/>
  <p:tag name="IGUANATEXCURSOR" val="95"/>
  <p:tag name="TRANSPARENCY" val="True"/>
  <p:tag name="LATEXENGINEID" val="0"/>
  <p:tag name="TEMPFOLDER" val="C:\Users\marcu\OneDrive\Documentos\Iguana_Tex\"/>
  <p:tag name="LATEXFORMHEIGHT" val="312"/>
  <p:tag name="LATEXFORMWIDTH" val="384"/>
  <p:tag name="LATEXFORMWRAP" val="True"/>
  <p:tag name="BITMAPVECTOR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88.9764"/>
  <p:tag name="ORIGINALWIDTH" val="2549.681"/>
  <p:tag name="LATEXADDIN" val="\documentclass{article}&#10;\usepackage{amsmath}&#10;\pagestyle{empty}&#10;\begin{document}&#10;\noindent&#10;Underdrain or Seepage Flux&#10;\end{document}"/>
  <p:tag name="IGUANATEXSIZE" val="12"/>
  <p:tag name="IGUANATEXCURSOR" val="116"/>
  <p:tag name="TRANSPARENCY" val="True"/>
  <p:tag name="LATEXENGINEID" val="0"/>
  <p:tag name="TEMPFOLDER" val="C:\Users\marcu\OneDrive\Documentos\Iguana_Tex\"/>
  <p:tag name="LATEXFORMHEIGHT" val="312"/>
  <p:tag name="LATEXFORMWIDTH" val="384"/>
  <p:tag name="LATEXFORMWRAP" val="True"/>
  <p:tag name="BITMAPVECTOR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46.9817"/>
  <p:tag name="ORIGINALWIDTH" val="1012.373"/>
  <p:tag name="LATEXADDIN" val="\documentclass{article}&#10;\usepackage{amsmath}&#10;\pagestyle{empty}&#10;\begin{document}&#10;\noindent&#10;Percolation&#10;\end{document}"/>
  <p:tag name="IGUANATEXSIZE" val="12"/>
  <p:tag name="IGUANATEXCURSOR" val="101"/>
  <p:tag name="TRANSPARENCY" val="True"/>
  <p:tag name="LATEXENGINEID" val="0"/>
  <p:tag name="TEMPFOLDER" val="C:\Users\marcu\OneDrive\Documentos\Iguana_Tex\"/>
  <p:tag name="LATEXFORMHEIGHT" val="312"/>
  <p:tag name="LATEXFORMWIDTH" val="384"/>
  <p:tag name="LATEXFORMWRAP" val="True"/>
  <p:tag name="BITMAPVECTOR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49.2313"/>
  <p:tag name="ORIGINALWIDTH" val="977.1279"/>
  <p:tag name="LATEXADDIN" val="\documentclass{article}&#10;\usepackage{amsmath}&#10;\pagestyle{empty}&#10;\usepackage{xcolor}&#10;\begin{document}&#10;\noindent&#10;\color{white} Infiltration&#10;\end{document}"/>
  <p:tag name="IGUANATEXSIZE" val="12"/>
  <p:tag name="IGUANATEXCURSOR" val="136"/>
  <p:tag name="TRANSPARENCY" val="True"/>
  <p:tag name="LATEXENGINEID" val="0"/>
  <p:tag name="TEMPFOLDER" val="C:\Users\marcu\OneDrive\Documentos\Iguana_Tex\"/>
  <p:tag name="LATEXFORMHEIGHT" val="312"/>
  <p:tag name="LATEXFORMWIDTH" val="384"/>
  <p:tag name="LATEXFORMWRAP" val="True"/>
  <p:tag name="BITMAPVECTOR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07.724"/>
  <p:tag name="ORIGINALWIDTH" val="1622.797"/>
  <p:tag name="LATEXADDIN" val="\documentclass{article}&#10;\usepackage{amsmath}&#10;\pagestyle{empty}&#10;\begin{document}&#10;\noindent&#10;$(n,~\alpha,~\theta_\mathrm{s},~\theta_\mathrm{r},~K_{\mathrm{s}})$&#10;\end{document}"/>
  <p:tag name="IGUANATEXSIZE" val="12"/>
  <p:tag name="IGUANATEXCURSOR" val="139"/>
  <p:tag name="TRANSPARENCY" val="True"/>
  <p:tag name="LATEXENGINEID" val="0"/>
  <p:tag name="TEMPFOLDER" val="C:\Users\marcu\OneDrive\Documentos\Iguana_Tex\"/>
  <p:tag name="LATEXFORMHEIGHT" val="312"/>
  <p:tag name="LATEXFORMWIDTH" val="384"/>
  <p:tag name="LATEXFORMWRAP" val="True"/>
  <p:tag name="BITMAPVECTOR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76.228"/>
  <p:tag name="ORIGINALWIDTH" val="410.9487"/>
  <p:tag name="LATEXADDIN" val="\documentclass{article}&#10;\usepackage{amsmath}&#10;\pagestyle{empty}&#10;\begin{document}&#10;\noindent&#10;$h_{\mathrm{max}}$&#10;\end{document}"/>
  <p:tag name="IGUANATEXSIZE" val="12"/>
  <p:tag name="IGUANATEXCURSOR" val="106"/>
  <p:tag name="TRANSPARENCY" val="True"/>
  <p:tag name="LATEXENGINEID" val="0"/>
  <p:tag name="TEMPFOLDER" val="C:\Users\marcu\OneDrive\Documentos\Iguana_Tex\"/>
  <p:tag name="LATEXFORMHEIGHT" val="312"/>
  <p:tag name="LATEXFORMWIDTH" val="384"/>
  <p:tag name="LATEXFORMWRAP" val="True"/>
  <p:tag name="BITMAPVECTOR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15.2231"/>
  <p:tag name="ORIGINALWIDTH" val="950.8811"/>
  <p:tag name="LATEXADDIN" val="\documentclass{article}&#10;\usepackage{amsmath}&#10;\pagestyle{empty}&#10;\begin{document}&#10;\noindent&#10;$r = A / A_{\mathrm{up}}$&#10;\end{document}"/>
  <p:tag name="IGUANATEXSIZE" val="12"/>
  <p:tag name="IGUANATEXCURSOR" val="115"/>
  <p:tag name="TRANSPARENCY" val="True"/>
  <p:tag name="LATEXENGINEID" val="0"/>
  <p:tag name="TEMPFOLDER" val="C:\Users\marcu\OneDrive\Documentos\Iguana_Tex\"/>
  <p:tag name="LATEXFORMHEIGHT" val="312"/>
  <p:tag name="LATEXFORMWIDTH" val="384"/>
  <p:tag name="LATEXFORMWRAP" val="True"/>
  <p:tag name="BITMAPVECTOR" val="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88.9764"/>
  <p:tag name="ORIGINALWIDTH" val="2190.476"/>
  <p:tag name="LATEXADDIN" val="\documentclass{article}&#10;\usepackage{amsmath}&#10;\pagestyle{empty}&#10;\begin{document}&#10;\noindent&#10;$Q_{\mathrm{in}}: $ Inflow Hydrograph&#10;\end{document}"/>
  <p:tag name="IGUANATEXSIZE" val="12"/>
  <p:tag name="IGUANATEXCURSOR" val="127"/>
  <p:tag name="TRANSPARENCY" val="True"/>
  <p:tag name="LATEXENGINEID" val="0"/>
  <p:tag name="TEMPFOLDER" val="C:\Users\marcu\OneDrive\Documentos\Iguana_Tex\"/>
  <p:tag name="LATEXFORMHEIGHT" val="312"/>
  <p:tag name="LATEXFORMWIDTH" val="384"/>
  <p:tag name="LATEXFORMWRAP" val="True"/>
  <p:tag name="BITMAPVECTOR" val="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86.7267"/>
  <p:tag name="ORIGINALWIDTH" val="2482.19"/>
  <p:tag name="LATEXADDIN" val="\documentclass{article}&#10;\usepackage{amsmath}&#10;\pagestyle{empty}&#10;\begin{document}&#10;\noindent&#10;$P_{\mathrm{ef}}: $ Effective Precipitation&#10;\end{document}"/>
  <p:tag name="IGUANATEXSIZE" val="12"/>
  <p:tag name="IGUANATEXCURSOR" val="133"/>
  <p:tag name="TRANSPARENCY" val="True"/>
  <p:tag name="LATEXENGINEID" val="0"/>
  <p:tag name="TEMPFOLDER" val="C:\Users\marcu\OneDrive\Documentos\Iguana_Tex\"/>
  <p:tag name="LATEXFORMHEIGHT" val="312"/>
  <p:tag name="LATEXFORMWIDTH" val="384"/>
  <p:tag name="LATEXFORMWRAP" val="True"/>
  <p:tag name="BITMAPVECTOR" val="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84.4769"/>
  <p:tag name="ORIGINALWIDTH" val="1675.291"/>
  <p:tag name="LATEXADDIN" val="\documentclass{article}&#10;\usepackage{amsmath}&#10;\pagestyle{empty}&#10;\begin{document}&#10;\noindent&#10;$P_{\mathrm{ef}}: $ Time to peak&#10;\end{document}"/>
  <p:tag name="IGUANATEXSIZE" val="12"/>
  <p:tag name="IGUANATEXCURSOR" val="122"/>
  <p:tag name="TRANSPARENCY" val="True"/>
  <p:tag name="LATEXENGINEID" val="0"/>
  <p:tag name="TEMPFOLDER" val="C:\Users\marcu\OneDrive\Documentos\Iguana_Tex\"/>
  <p:tag name="LATEXFORMHEIGHT" val="312"/>
  <p:tag name="LATEXFORMWIDTH" val="384"/>
  <p:tag name="LATEXFORMWRAP" val="True"/>
  <p:tag name="BITMAPVECTOR" val="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84.4769"/>
  <p:tag name="ORIGINALWIDTH" val="3213.348"/>
  <p:tag name="LATEXADDIN" val="\documentclass{article}&#10;\usepackage{amsmath}&#10;\pagestyle{empty}&#10;\begin{document}&#10;\noindent&#10;$n: $ pore-size distribution parameter&#10;\end{document}"/>
  <p:tag name="IGUANATEXSIZE" val="12"/>
  <p:tag name="IGUANATEXCURSOR" val="128"/>
  <p:tag name="TRANSPARENCY" val="True"/>
  <p:tag name="LATEXENGINEID" val="0"/>
  <p:tag name="TEMPFOLDER" val="C:\Users\marcu\OneDrive\Documentos\Iguana_Tex\"/>
  <p:tag name="LATEXFORMHEIGHT" val="312"/>
  <p:tag name="LATEXFORMWIDTH" val="384"/>
  <p:tag name="LATEXFORMWRAP" val="True"/>
  <p:tag name="BITMAPVECTOR" val="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86.7267"/>
  <p:tag name="ORIGINALWIDTH" val="2452.193"/>
  <p:tag name="LATEXADDIN" val="\documentclass{article}&#10;\usepackage{amsmath}&#10;\pagestyle{empty}&#10;\begin{document}&#10;\noindent&#10;$\alpha: $ air-soil entry parameter&#10;\end{document}"/>
  <p:tag name="IGUANATEXSIZE" val="12"/>
  <p:tag name="IGUANATEXCURSOR" val="125"/>
  <p:tag name="TRANSPARENCY" val="True"/>
  <p:tag name="LATEXENGINEID" val="0"/>
  <p:tag name="TEMPFOLDER" val="C:\Users\marcu\OneDrive\Documentos\Iguana_Tex\"/>
  <p:tag name="LATEXFORMHEIGHT" val="312"/>
  <p:tag name="LATEXFORMWIDTH" val="384"/>
  <p:tag name="LATEXFORMWRAP" val="True"/>
  <p:tag name="BITMAPVECTOR" val="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88.9764"/>
  <p:tag name="ORIGINALWIDTH" val="1092.613"/>
  <p:tag name="LATEXADDIN" val="\documentclass{article}&#10;\usepackage{amsmath}&#10;\pagestyle{empty}&#10;\begin{document}&#10;\noindent&#10;$\theta_s: $ porosity&#10;\end{document}"/>
  <p:tag name="IGUANATEXSIZE" val="12"/>
  <p:tag name="IGUANATEXCURSOR" val="111"/>
  <p:tag name="TRANSPARENCY" val="True"/>
  <p:tag name="LATEXENGINEID" val="0"/>
  <p:tag name="TEMPFOLDER" val="C:\Users\marcu\OneDrive\Documentos\Iguana_Tex\"/>
  <p:tag name="LATEXFORMHEIGHT" val="312"/>
  <p:tag name="LATEXFORMWIDTH" val="384"/>
  <p:tag name="LATEXFORMWRAP" val="True"/>
  <p:tag name="BITMAPVECTOR" val="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88.9764"/>
  <p:tag name="ORIGINALWIDTH" val="1869.516"/>
  <p:tag name="LATEXADDIN" val="\documentclass{article}&#10;\usepackage{amsmath}&#10;\pagestyle{empty}&#10;\begin{document}&#10;\noindent&#10;$\theta_r: $ residual porosity&#10;\end{document}"/>
  <p:tag name="IGUANATEXSIZE" val="12"/>
  <p:tag name="IGUANATEXCURSOR" val="120"/>
  <p:tag name="TRANSPARENCY" val="True"/>
  <p:tag name="LATEXENGINEID" val="0"/>
  <p:tag name="TEMPFOLDER" val="C:\Users\marcu\OneDrive\Documentos\Iguana_Tex\"/>
  <p:tag name="LATEXFORMHEIGHT" val="312"/>
  <p:tag name="LATEXFORMWIDTH" val="384"/>
  <p:tag name="LATEXFORMWRAP" val="True"/>
  <p:tag name="BITMAPVECTOR" val="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88.9764"/>
  <p:tag name="ORIGINALWIDTH" val="2552.681"/>
  <p:tag name="LATEXADDIN" val="\documentclass{article}&#10;\usepackage{amsmath}&#10;\pagestyle{empty}&#10;\begin{document}&#10;\noindent&#10;$K_{\mathrm{s}}$: Sat. Hyd. Conductivity&#10;\end{document}"/>
  <p:tag name="IGUANATEXSIZE" val="12"/>
  <p:tag name="IGUANATEXCURSOR" val="91"/>
  <p:tag name="TRANSPARENCY" val="True"/>
  <p:tag name="LATEXENGINEID" val="0"/>
  <p:tag name="TEMPFOLDER" val="C:\Users\marcu\OneDrive\Documentos\Iguana_Tex\"/>
  <p:tag name="LATEXFORMHEIGHT" val="312"/>
  <p:tag name="LATEXFORMWIDTH" val="384"/>
  <p:tag name="LATEXFORMWRAP" val="True"/>
  <p:tag name="BITMAPVECTOR" val="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88.9764"/>
  <p:tag name="ORIGINALWIDTH" val="1934.758"/>
  <p:tag name="LATEXADDIN" val="\documentclass{article}&#10;\usepackage{amsmath}&#10;\pagestyle{empty}&#10;\begin{document}&#10;\noindent&#10;$Q_{\mathrm{out}}$: System outflow&#10;\end{document}"/>
  <p:tag name="IGUANATEXSIZE" val="12"/>
  <p:tag name="IGUANATEXCURSOR" val="124"/>
  <p:tag name="TRANSPARENCY" val="True"/>
  <p:tag name="LATEXENGINEID" val="0"/>
  <p:tag name="TEMPFOLDER" val="C:\Users\marcu\OneDrive\Documentos\Iguana_Tex\"/>
  <p:tag name="LATEXFORMHEIGHT" val="312"/>
  <p:tag name="LATEXFORMWIDTH" val="384"/>
  <p:tag name="LATEXFORMWRAP" val="True"/>
  <p:tag name="BITMAPVECTOR" val="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86.7267"/>
  <p:tag name="ORIGINALWIDTH" val="2920.135"/>
  <p:tag name="LATEXADDIN" val="\documentclass{article}&#10;\usepackage{amsmath}&#10;\pagestyle{empty}&#10;\begin{document}&#10;\noindent&#10;\textbf{Design Conceptual Problem}&#10;\end{document}"/>
  <p:tag name="IGUANATEXSIZE" val="12"/>
  <p:tag name="IGUANATEXCURSOR" val="123"/>
  <p:tag name="TRANSPARENCY" val="True"/>
  <p:tag name="LATEXENGINEID" val="0"/>
  <p:tag name="TEMPFOLDER" val="C:\Users\marcu\OneDrive\Documentos\Iguana_Tex\"/>
  <p:tag name="LATEXFORMHEIGHT" val="312"/>
  <p:tag name="LATEXFORMWIDTH" val="384"/>
  <p:tag name="LATEXFORMWRAP" val="True"/>
  <p:tag name="BITMAPVECTOR" val="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86.7267"/>
  <p:tag name="ORIGINALWIDTH" val="2860.142"/>
  <p:tag name="LATEXADDIN" val="\documentclass{article}&#10;\usepackage{amsmath}&#10;\pagestyle{empty}&#10;\begin{document}&#10;\noindent&#10;$h_{\mathrm{max}}$: maximum ponding depth&#10;\end{document}"/>
  <p:tag name="IGUANATEXSIZE" val="12"/>
  <p:tag name="IGUANATEXCURSOR" val="131"/>
  <p:tag name="TRANSPARENCY" val="True"/>
  <p:tag name="LATEXENGINEID" val="0"/>
  <p:tag name="TEMPFOLDER" val="C:\Users\marcu\OneDrive\Documentos\Iguana_Tex\"/>
  <p:tag name="LATEXFORMHEIGHT" val="312"/>
  <p:tag name="LATEXFORMWIDTH" val="384"/>
  <p:tag name="LATEXFORMWRAP" val="True"/>
  <p:tag name="BITMAPVECTOR" val="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91.2261"/>
  <p:tag name="ORIGINALWIDTH" val="1366.329"/>
  <p:tag name="LATEXADDIN" val="\documentclass{article}&#10;\usepackage{amsmath}&#10;\pagestyle{empty}&#10;\begin{document}&#10;\noindent&#10;$A$: system area&#10;\end{document}"/>
  <p:tag name="IGUANATEXSIZE" val="12"/>
  <p:tag name="IGUANATEXCURSOR" val="106"/>
  <p:tag name="TRANSPARENCY" val="True"/>
  <p:tag name="LATEXENGINEID" val="0"/>
  <p:tag name="TEMPFOLDER" val="C:\Users\marcu\OneDrive\Documentos\Iguana_Tex\"/>
  <p:tag name="LATEXFORMHEIGHT" val="312"/>
  <p:tag name="LATEXFORMWIDTH" val="384"/>
  <p:tag name="LATEXFORMWRAP" val="True"/>
  <p:tag name="BITMAPVECTOR" val="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07.724"/>
  <p:tag name="ORIGINALWIDTH" val="1874.766"/>
  <p:tag name="LATEXADDIN" val="\documentclass{article}&#10;\usepackage{amsmath}&#10;\pagestyle{empty}&#10;\begin{document}&#10;\noindent&#10;$A_{\mathrm{up}}$: catchment area&#10;\end{document}"/>
  <p:tag name="IGUANATEXSIZE" val="12"/>
  <p:tag name="IGUANATEXCURSOR" val="123"/>
  <p:tag name="TRANSPARENCY" val="True"/>
  <p:tag name="LATEXENGINEID" val="0"/>
  <p:tag name="TEMPFOLDER" val="C:\Users\marcu\OneDrive\Documentos\Iguana_Tex\"/>
  <p:tag name="LATEXFORMHEIGHT" val="312"/>
  <p:tag name="LATEXFORMWIDTH" val="384"/>
  <p:tag name="LATEXFORMWRAP" val="True"/>
  <p:tag name="BITMAPVECTOR" val="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183.352"/>
  <p:tag name="ORIGINALWIDTH" val="4294.713"/>
  <p:tag name="LATEXADDIN" val="\documentclass{article}&#10;\usepackage[utf8]{inputenc}&#10;\usepackage[T1]{fontenc}&#10;\usepackage{lmodern}&#10;\usepackage[ruled,vlined,linesnumbered]{algorithm2e}&#10;&#10;\begin{document}&#10;&#10;\begin{algorithm}[h]&#10;\caption{Design Scenario Generation Database Algorithm}&#10;Initialize empty database $\mathcal{D}$\;&#10;\ForEach{combination of soil type, effective rainfall, upstream area, area ratio, time to peak, and media depth}{&#10;  Compute bioretention area and domain geometry\;&#10;  Build design inflow hydrograph from runoff volume and time to peak\;&#10;  Configure Richards solver (mesh, soil parameters, initial moisture)\;&#10;  Run DRAIN--LID simulation and obtain outflow and ponding depth time series\;&#10;  Compute peak reduction, time-to-peak delay, detention time, and maximum ponding\;&#10;  Check mass balance and design constraints; discard infeasible runs\;&#10;  Store inputs and performance metrics of feasible runs as a record in $\mathcal{D}$\;&#10;}&#10;Export $\mathcal{D}$ for use in the decision-support tool\;&#10;\end{algorithm}&#10;&#10;\end{document}&#10;"/>
  <p:tag name="IGUANATEXSIZE" val="20"/>
  <p:tag name="IGUANATEXCURSOR" val="245"/>
  <p:tag name="TRANSPARENCY" val="True"/>
  <p:tag name="LATEXENGINEID" val="0"/>
  <p:tag name="TEMPFOLDER" val="C:\Users\marcu\OneDrive\Documentos\Iguana_Tex\"/>
  <p:tag name="LATEXFORMHEIGHT" val="312"/>
  <p:tag name="LATEXFORMWIDTH" val="384"/>
  <p:tag name="LATEXFORMWRAP" val="True"/>
  <p:tag name="BITMAPVECTOR" val="0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183.352"/>
  <p:tag name="ORIGINALWIDTH" val="4294.713"/>
  <p:tag name="LATEXADDIN" val="\documentclass{article}&#10;\usepackage[utf8]{inputenc}&#10;\usepackage[T1]{fontenc}&#10;\usepackage{lmodern}&#10;\usepackage[ruled,vlined,linesnumbered]{algorithm2e}&#10;&#10;\begin{document}&#10;&#10;\begin{algorithm}[h]&#10;\caption{Design Scenario Generation Database Algorithm}&#10;Initialize empty database $\mathcal{D}$\;&#10;\ForEach{combination of soil type, effective rainfall, upstream area, area ratio, time to peak, and media depth}{&#10;  Compute bioretention area and domain geometry\;&#10;  Build design inflow hydrograph from runoff volume and time to peak\;&#10;  Configure Richards solver (mesh, soil parameters, initial moisture)\;&#10;  Run DRAIN--LID simulation and obtain outflow and ponding depth time series\;&#10;  Compute peak reduction, time-to-peak delay, detention time, and maximum ponding\;&#10;  Check mass balance and design constraints; discard infeasible runs\;&#10;  Store inputs and performance metrics of feasible runs as a record in $\mathcal{D}$\;&#10;}&#10;Export $\mathcal{D}$ for use in the decision-support tool\;&#10;\end{algorithm}&#10;&#10;\end{document}&#10;"/>
  <p:tag name="IGUANATEXSIZE" val="20"/>
  <p:tag name="IGUANATEXCURSOR" val="245"/>
  <p:tag name="TRANSPARENCY" val="True"/>
  <p:tag name="LATEXENGINEID" val="0"/>
  <p:tag name="TEMPFOLDER" val="C:\Users\marcu\OneDrive\Documentos\Iguana_Tex\"/>
  <p:tag name="LATEXFORMHEIGHT" val="312"/>
  <p:tag name="LATEXFORMWIDTH" val="384"/>
  <p:tag name="LATEXFORMWRAP" val="True"/>
  <p:tag name="BITMAPVECTOR" val="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07.724"/>
  <p:tag name="ORIGINALWIDTH" val="180.7274"/>
  <p:tag name="LATEXADDIN" val="\documentclass{article}&#10;\usepackage{amsmath}&#10;\pagestyle{empty}&#10;\begin{document}&#10;\noindent&#10;\textbf{a)}&#10;\end{document}"/>
  <p:tag name="IGUANATEXSIZE" val="12"/>
  <p:tag name="IGUANATEXCURSOR" val="100"/>
  <p:tag name="TRANSPARENCY" val="True"/>
  <p:tag name="LATEXENGINEID" val="0"/>
  <p:tag name="TEMPFOLDER" val="C:\Users\marcu\OneDrive\Documentos\Iguana_Tex\"/>
  <p:tag name="LATEXFORMHEIGHT" val="312"/>
  <p:tag name="LATEXFORMWIDTH" val="384"/>
  <p:tag name="LATEXFORMWRAP" val="True"/>
  <p:tag name="BITMAPVECTOR" val="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07.724"/>
  <p:tag name="ORIGINALWIDTH" val="195.7255"/>
  <p:tag name="LATEXADDIN" val="\documentclass{article}&#10;\usepackage{amsmath}&#10;\pagestyle{empty}&#10;\begin{document}&#10;\noindent&#10;\textbf{b)}&#10;\end{document}"/>
  <p:tag name="IGUANATEXSIZE" val="12"/>
  <p:tag name="IGUANATEXCURSOR" val="99"/>
  <p:tag name="TRANSPARENCY" val="True"/>
  <p:tag name="LATEXENGINEID" val="0"/>
  <p:tag name="TEMPFOLDER" val="C:\Users\marcu\OneDrive\Documentos\Iguana_Tex\"/>
  <p:tag name="LATEXFORMHEIGHT" val="312"/>
  <p:tag name="LATEXFORMWIDTH" val="384"/>
  <p:tag name="LATEXFORMWRAP" val="True"/>
  <p:tag name="BITMAPVECTOR" val="0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117.7353"/>
  <p:tag name="LATEXADDIN" val="\documentclass{article}&#10;\usepackage{amsmath}&#10;\pagestyle{empty}&#10;\begin{document}&#10;&#10;\textbf{b)}&#10;&#10;&#10;\end{document}"/>
  <p:tag name="IGUANATEXSIZE" val="40"/>
  <p:tag name="IGUANATEXCURSOR" val="90"/>
  <p:tag name="TRANSPARENCY" val="True"/>
  <p:tag name="LATEXENGINEID" val="0"/>
  <p:tag name="TEMPFOLDER" val="C:\Users\marcu\OneDrive\Documentos\Iguana_Tex\"/>
  <p:tag name="LATEXFORMHEIGHT" val="312"/>
  <p:tag name="LATEXFORMWIDTH" val="384"/>
  <p:tag name="LATEXFORMWRAP" val="True"/>
  <p:tag name="BITMAPVECTOR" val="0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108.7364"/>
  <p:tag name="LATEXADDIN" val="\documentclass{article}&#10;\usepackage{amsmath}&#10;\pagestyle{empty}&#10;\begin{document}&#10;&#10;\textbf{a)}&#10;&#10;&#10;\end{document}"/>
  <p:tag name="IGUANATEXSIZE" val="40"/>
  <p:tag name="IGUANATEXCURSOR" val="90"/>
  <p:tag name="TRANSPARENCY" val="True"/>
  <p:tag name="LATEXENGINEID" val="0"/>
  <p:tag name="TEMPFOLDER" val="C:\Users\marcu\OneDrive\Documentos\Iguana_Tex\"/>
  <p:tag name="LATEXFORMHEIGHT" val="312"/>
  <p:tag name="LATEXFORMWIDTH" val="384"/>
  <p:tag name="LATEXFORMWRAP" val="True"/>
  <p:tag name="BITMAPVECTOR" val="0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101.9872"/>
  <p:tag name="LATEXADDIN" val="\documentclass{article}&#10;\usepackage{amsmath}&#10;\pagestyle{empty}&#10;\begin{document}&#10;&#10;\textbf{c)}&#10;&#10;&#10;\end{document}"/>
  <p:tag name="IGUANATEXSIZE" val="40"/>
  <p:tag name="IGUANATEXCURSOR" val="90"/>
  <p:tag name="TRANSPARENCY" val="True"/>
  <p:tag name="LATEXENGINEID" val="0"/>
  <p:tag name="TEMPFOLDER" val="C:\Users\marcu\OneDrive\Documentos\Iguana_Tex\"/>
  <p:tag name="LATEXFORMHEIGHT" val="312"/>
  <p:tag name="LATEXFORMWIDTH" val="384"/>
  <p:tag name="LATEXFORMWRAP" val="True"/>
  <p:tag name="BITMAPVECTOR" val="0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5.2343"/>
  <p:tag name="ORIGINALWIDTH" val="117.7353"/>
  <p:tag name="LATEXADDIN" val="\documentclass{article}&#10;\usepackage{amsmath}&#10;\pagestyle{empty}&#10;\begin{document}&#10;&#10;\textbf{d)}&#10;&#10;&#10;\end{document}"/>
  <p:tag name="IGUANATEXSIZE" val="40"/>
  <p:tag name="IGUANATEXCURSOR" val="90"/>
  <p:tag name="TRANSPARENCY" val="True"/>
  <p:tag name="LATEXENGINEID" val="0"/>
  <p:tag name="TEMPFOLDER" val="C:\Users\marcu\OneDrive\Documentos\Iguana_Tex\"/>
  <p:tag name="LATEXFORMHEIGHT" val="312"/>
  <p:tag name="LATEXFORMWIDTH" val="384"/>
  <p:tag name="LATEXFORMWRAP" val="True"/>
  <p:tag name="BITMAPVECTOR" val="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31.721"/>
  <p:tag name="ORIGINALWIDTH" val="2775.403"/>
  <p:tag name="LATEXADDIN" val="\documentclass{article}&#10;\usepackage{amsmath}&#10;\pagestyle{empty}&#10;\begin{document}&#10;\noindent&#10;$\mathrm{Runoff~(m^3)} = 1,75 *Q_p~(\mathrm{L/s})$&#10;\end{document}"/>
  <p:tag name="IGUANATEXSIZE" val="12"/>
  <p:tag name="IGUANATEXCURSOR" val="125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31.721"/>
  <p:tag name="ORIGINALWIDTH" val="2775.403"/>
  <p:tag name="LATEXADDIN" val="\documentclass{article}&#10;\usepackage{amsmath}&#10;\pagestyle{empty}&#10;\begin{document}&#10;\noindent&#10;$\mathrm{Runoff~(m^3)} = 1,75 *Q_p~(\mathrm{L/s})$&#10;\end{document}"/>
  <p:tag name="IGUANATEXSIZE" val="12"/>
  <p:tag name="IGUANATEXCURSOR" val="125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39.4826"/>
  <p:tag name="ORIGINALWIDTH" val="54.74315"/>
  <p:tag name="LATEXADDIN" val="\documentclass{article}&#10;\usepackage{amsmath}&#10;\pagestyle{empty}&#10;\begin{document}&#10;&#10;$i$&#10;&#10;&#10;\end{document}"/>
  <p:tag name="IGUANATEXSIZE" val="12"/>
  <p:tag name="IGUANATEXCURSOR" val="82"/>
  <p:tag name="TRANSPARENCY" val="True"/>
  <p:tag name="LATEXENGINEID" val="0"/>
  <p:tag name="TEMPFOLDER" val="C:\Users\vka536\Desktop\IguanaTex_v1_58\Temp\"/>
  <p:tag name="LATEXFORMHEIGHT" val="312"/>
  <p:tag name="LATEXFORMWIDTH" val="384"/>
  <p:tag name="LATEXFORMWRAP" val="True"/>
  <p:tag name="BITMAPVECTOR" val="0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75.478"/>
  <p:tag name="ORIGINALWIDTH" val="389.9513"/>
  <p:tag name="LATEXADDIN" val="\documentclass{article}&#10;\usepackage{amsmath}&#10;\pagestyle{empty}&#10;\begin{document}&#10;\noindent&#10;$E_{TR} $&#10;&#10;&#10;\end{document}"/>
  <p:tag name="IGUANATEXSIZE" val="12"/>
  <p:tag name="IGUANATEXCURSOR" val="97"/>
  <p:tag name="TRANSPARENCY" val="True"/>
  <p:tag name="LATEXENGINEID" val="0"/>
  <p:tag name="TEMPFOLDER" val="C:\Users\vka536\Desktop\IguanaTex_v1_58\Temp\"/>
  <p:tag name="LATEXFORMHEIGHT" val="312"/>
  <p:tag name="LATEXFORMWIDTH" val="384"/>
  <p:tag name="LATEXFORMWRAP" val="True"/>
  <p:tag name="BITMAPVECTOR" val="0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91.2261"/>
  <p:tag name="ORIGINALWIDTH" val="204.7244"/>
  <p:tag name="LATEXADDIN" val="\documentclass{article}&#10;\usepackage{amsmath}&#10;\pagestyle{empty}&#10;\begin{document}&#10;\noindent&#10;$q^w_1$&#10;&#10;&#10;\end{document}"/>
  <p:tag name="IGUANATEXSIZE" val="12"/>
  <p:tag name="IGUANATEXCURSOR" val="96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91.2261"/>
  <p:tag name="ORIGINALWIDTH" val="204.7244"/>
  <p:tag name="LATEXADDIN" val="\documentclass{article}&#10;\usepackage{amsmath}&#10;\pagestyle{empty}&#10;\begin{document}&#10;\noindent&#10;$q^w_2$&#10;&#10;&#10;\end{document}"/>
  <p:tag name="IGUANATEXSIZE" val="12"/>
  <p:tag name="IGUANATEXCURSOR" val="96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35.7331"/>
  <p:tag name="ORIGINALWIDTH" val="85.48929"/>
  <p:tag name="LATEXADDIN" val="\documentclass{article}&#10;\usepackage{amsmath}&#10;\pagestyle{empty}&#10;\begin{document}&#10;\noindent&#10;\textbf{1}&#10;&#10;&#10;\end{document}"/>
  <p:tag name="IGUANATEXSIZE" val="14"/>
  <p:tag name="IGUANATEXCURSOR" val="100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35.7331"/>
  <p:tag name="ORIGINALWIDTH" val="95.98803"/>
  <p:tag name="LATEXADDIN" val="\documentclass{article}&#10;\usepackage{amsmath}&#10;\pagestyle{empty}&#10;\begin{document}&#10;\noindent&#10;\textbf{2}&#10;&#10;&#10;\end{document}"/>
  <p:tag name="IGUANATEXSIZE" val="14"/>
  <p:tag name="IGUANATEXCURSOR" val="99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38.7327"/>
  <p:tag name="ORIGINALWIDTH" val="95.98803"/>
  <p:tag name="LATEXADDIN" val="\documentclass{article}&#10;\usepackage{amsmath}&#10;\pagestyle{empty}&#10;\begin{document}&#10;\noindent&#10;\textbf{5}&#10;&#10;&#10;\end{document}"/>
  <p:tag name="IGUANATEXSIZE" val="14"/>
  <p:tag name="IGUANATEXCURSOR" val="99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35.7331"/>
  <p:tag name="ORIGINALWIDTH" val="106.4867"/>
  <p:tag name="LATEXADDIN" val="\documentclass{article}&#10;\usepackage{amsmath}&#10;\pagestyle{empty}&#10;\begin{document}&#10;\noindent&#10;\textbf{4}&#10;&#10;&#10;\end{document}"/>
  <p:tag name="IGUANATEXSIZE" val="14"/>
  <p:tag name="IGUANATEXCURSOR" val="99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94.2258"/>
  <p:tag name="ORIGINALWIDTH" val="204.7244"/>
  <p:tag name="LATEXADDIN" val="\documentclass{article}&#10;\usepackage{amsmath}&#10;\pagestyle{empty}&#10;\begin{document}&#10;\noindent&#10;$q^w_3$&#10;&#10;&#10;\end{document}"/>
  <p:tag name="IGUANATEXSIZE" val="12"/>
  <p:tag name="IGUANATEXCURSOR" val="96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37.9828"/>
  <p:tag name="ORIGINALWIDTH" val="99.73756"/>
  <p:tag name="LATEXADDIN" val="\documentclass{article}&#10;\usepackage{amsmath}&#10;\pagestyle{empty}&#10;\begin{document}&#10;\noindent&#10;\textbf{3}&#10;&#10;&#10;\end{document}"/>
  <p:tag name="IGUANATEXSIZE" val="14"/>
  <p:tag name="IGUANATEXCURSOR" val="99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37.9828"/>
  <p:tag name="ORIGINALWIDTH" val="99.73756"/>
  <p:tag name="LATEXADDIN" val="\documentclass{article}&#10;\usepackage{amsmath}&#10;\pagestyle{empty}&#10;\begin{document}&#10;\noindent&#10;\textbf{6}&#10;&#10;&#10;\end{document}"/>
  <p:tag name="IGUANATEXSIZE" val="14"/>
  <p:tag name="IGUANATEXCURSOR" val="99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42.4822"/>
  <p:tag name="ORIGINALWIDTH" val="103.4871"/>
  <p:tag name="LATEXADDIN" val="\documentclass{article}&#10;\usepackage{amsmath}&#10;\pagestyle{empty}&#10;\begin{document}&#10;\noindent&#10;\textbf{7}&#10;&#10;&#10;\end{document}"/>
  <p:tag name="IGUANATEXSIZE" val="14"/>
  <p:tag name="IGUANATEXCURSOR" val="99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37.9828"/>
  <p:tag name="ORIGINALWIDTH" val="99.73756"/>
  <p:tag name="LATEXADDIN" val="\documentclass{article}&#10;\usepackage{amsmath}&#10;\pagestyle{empty}&#10;\begin{document}&#10;\noindent&#10;\textbf{8}&#10;&#10;&#10;\end{document}"/>
  <p:tag name="IGUANATEXSIZE" val="14"/>
  <p:tag name="IGUANATEXCURSOR" val="99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46.2317"/>
  <p:tag name="ORIGINALWIDTH" val="513.6857"/>
  <p:tag name="LATEXADDIN" val="\documentclass{article}&#10;\usepackage{amsmath}&#10;\pagestyle{empty}&#10;\begin{document}&#10;\noindent&#10;outlet&#10;&#10;&#10;\end{document}"/>
  <p:tag name="IGUANATEXSIZE" val="14"/>
  <p:tag name="IGUANATEXCURSOR" val="96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42.4822"/>
  <p:tag name="ORIGINALWIDTH" val="83.98952"/>
  <p:tag name="LATEXADDIN" val="\documentclass{article}&#10;\usepackage{amsmath}&#10;\pagestyle{empty}&#10;\begin{document}&#10;\noindent&#10;5&#10;\end{document}"/>
  <p:tag name="IGUANATEXSIZE" val="8"/>
  <p:tag name="IGUANATEXCURSOR" val="91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42.4822"/>
  <p:tag name="ORIGINALWIDTH" val="191.2261"/>
  <p:tag name="LATEXADDIN" val="\documentclass{article}&#10;\usepackage{amsmath}&#10;\pagestyle{empty}&#10;\begin{document}&#10;\noindent&#10;60&#10;\end{document}"/>
  <p:tag name="IGUANATEXSIZE" val="8"/>
  <p:tag name="IGUANATEXCURSOR" val="92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42.4822"/>
  <p:tag name="ORIGINALWIDTH" val="83.98952"/>
  <p:tag name="LATEXADDIN" val="\documentclass{article}&#10;\usepackage{amsmath}&#10;\pagestyle{empty}&#10;\begin{document}&#10;\noindent&#10;5&#10;\end{document}"/>
  <p:tag name="IGUANATEXSIZE" val="8"/>
  <p:tag name="IGUANATEXCURSOR" val="91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44.7319"/>
  <p:tag name="ORIGINALWIDTH" val="191.976"/>
  <p:tag name="LATEXADDIN" val="\documentclass{article}&#10;\usepackage{amsmath}&#10;\pagestyle{empty}&#10;\begin{document}&#10;\noindent&#10;45&#10;\end{document}"/>
  <p:tag name="IGUANATEXSIZE" val="8"/>
  <p:tag name="IGUANATEXCURSOR" val="92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42.4822"/>
  <p:tag name="ORIGINALWIDTH" val="88.48898"/>
  <p:tag name="LATEXADDIN" val="\documentclass{article}&#10;\usepackage{amsmath}&#10;\pagestyle{empty}&#10;\begin{document}&#10;\noindent&#10;0&#10;\end{document}"/>
  <p:tag name="IGUANATEXSIZE" val="8"/>
  <p:tag name="IGUANATEXCURSOR" val="91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42.4822"/>
  <p:tag name="ORIGINALWIDTH" val="284.9644"/>
  <p:tag name="LATEXADDIN" val="\documentclass{article}&#10;\usepackage{amsmath}&#10;\pagestyle{empty}&#10;\begin{document}&#10;\noindent&#10;100&#10;\end{document}"/>
  <p:tag name="IGUANATEXSIZE" val="8"/>
  <p:tag name="IGUANATEXCURSOR" val="93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42.4822"/>
  <p:tag name="ORIGINALWIDTH" val="293.2133"/>
  <p:tag name="LATEXADDIN" val="\documentclass{article}&#10;\usepackage{amsmath}&#10;\pagestyle{empty}&#10;\begin{document}&#10;\noindent&#10;200&#10;\end{document}"/>
  <p:tag name="IGUANATEXSIZE" val="8"/>
  <p:tag name="IGUANATEXCURSOR" val="91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42.4822"/>
  <p:tag name="ORIGINALWIDTH" val="88.48898"/>
  <p:tag name="LATEXADDIN" val="\documentclass{article}&#10;\usepackage{amsmath}&#10;\pagestyle{empty}&#10;\begin{document}&#10;\noindent&#10;0&#10;\end{document}"/>
  <p:tag name="IGUANATEXSIZE" val="8"/>
  <p:tag name="IGUANATEXCURSOR" val="91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42.4822"/>
  <p:tag name="ORIGINALWIDTH" val="284.9644"/>
  <p:tag name="LATEXADDIN" val="\documentclass{article}&#10;\usepackage{amsmath}&#10;\pagestyle{empty}&#10;\begin{document}&#10;\noindent&#10;100&#10;\end{document}"/>
  <p:tag name="IGUANATEXSIZE" val="8"/>
  <p:tag name="IGUANATEXCURSOR" val="93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42.4822"/>
  <p:tag name="ORIGINALWIDTH" val="293.2133"/>
  <p:tag name="LATEXADDIN" val="\documentclass{article}&#10;\usepackage{amsmath}&#10;\pagestyle{empty}&#10;\begin{document}&#10;\noindent&#10;200&#10;\end{document}"/>
  <p:tag name="IGUANATEXSIZE" val="8"/>
  <p:tag name="IGUANATEXCURSOR" val="91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42.4822"/>
  <p:tag name="ORIGINALWIDTH" val="88.48898"/>
  <p:tag name="LATEXADDIN" val="\documentclass{article}&#10;\usepackage{amsmath}&#10;\pagestyle{empty}&#10;\begin{document}&#10;\noindent&#10;0&#10;\end{document}"/>
  <p:tag name="IGUANATEXSIZE" val="8"/>
  <p:tag name="IGUANATEXCURSOR" val="91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42.4822"/>
  <p:tag name="ORIGINALWIDTH" val="284.9644"/>
  <p:tag name="LATEXADDIN" val="\documentclass{article}&#10;\usepackage{amsmath}&#10;\pagestyle{empty}&#10;\begin{document}&#10;\noindent&#10;100&#10;\end{document}"/>
  <p:tag name="IGUANATEXSIZE" val="8"/>
  <p:tag name="IGUANATEXCURSOR" val="93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42.4822"/>
  <p:tag name="ORIGINALWIDTH" val="293.2133"/>
  <p:tag name="LATEXADDIN" val="\documentclass{article}&#10;\usepackage{amsmath}&#10;\pagestyle{empty}&#10;\begin{document}&#10;\noindent&#10;200&#10;\end{document}"/>
  <p:tag name="IGUANATEXSIZE" val="8"/>
  <p:tag name="IGUANATEXCURSOR" val="91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42.4822"/>
  <p:tag name="ORIGINALWIDTH" val="83.98952"/>
  <p:tag name="LATEXADDIN" val="\documentclass{article}&#10;\usepackage{amsmath}&#10;\pagestyle{empty}&#10;\begin{document}&#10;\noindent&#10;5&#10;\end{document}"/>
  <p:tag name="IGUANATEXSIZE" val="8"/>
  <p:tag name="IGUANATEXCURSOR" val="91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42.4822"/>
  <p:tag name="ORIGINALWIDTH" val="191.2261"/>
  <p:tag name="LATEXADDIN" val="\documentclass{article}&#10;\usepackage{amsmath}&#10;\pagestyle{empty}&#10;\begin{document}&#10;\noindent&#10;30&#10;\end{document}"/>
  <p:tag name="IGUANATEXSIZE" val="8"/>
  <p:tag name="IGUANATEXCURSOR" val="92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07.724"/>
  <p:tag name="ORIGINALWIDTH" val="1799.025"/>
  <p:tag name="LATEXADDIN" val="\documentclass{article}&#10;\usepackage{amsmath}&#10;\pagestyle{empty}&#10;\begin{document}&#10;\noindent&#10;Elapsed Time (min)&#10;\end{document}"/>
  <p:tag name="IGUANATEXSIZE" val="8"/>
  <p:tag name="IGUANATEXCURSOR" val="108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07.724"/>
  <p:tag name="ORIGINALWIDTH" val="1799.025"/>
  <p:tag name="LATEXADDIN" val="\documentclass{article}&#10;\usepackage{amsmath}&#10;\pagestyle{empty}&#10;\begin{document}&#10;\noindent&#10;Elapsed Time (min)&#10;\end{document}"/>
  <p:tag name="IGUANATEXSIZE" val="8"/>
  <p:tag name="IGUANATEXCURSOR" val="108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07.724"/>
  <p:tag name="ORIGINALWIDTH" val="1799.025"/>
  <p:tag name="LATEXADDIN" val="\documentclass{article}&#10;\usepackage{amsmath}&#10;\pagestyle{empty}&#10;\begin{document}&#10;\noindent&#10;Elapsed Time (min)&#10;\end{document}"/>
  <p:tag name="IGUANATEXSIZE" val="8"/>
  <p:tag name="IGUANATEXCURSOR" val="108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456.6929"/>
  <p:tag name="ORIGINALWIDTH" val="1220.847"/>
  <p:tag name="LATEXADDIN" val="\documentclass{article}&#10;\usepackage{amsmath}&#10;\pagestyle{empty}&#10;\begin{document}&#10;\noindent&#10;$i_p(t) - e_{TR}(t)$ \\&#10;$~~~~~$(mm/h)&#10;\end{document}"/>
  <p:tag name="IGUANATEXSIZE" val="8"/>
  <p:tag name="IGUANATEXCURSOR" val="127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189.351"/>
  <p:tag name="ORIGINALWIDTH" val="1294.338"/>
  <p:tag name="LATEXADDIN" val="\documentclass{article}&#10;\usepackage{amsmath}&#10;\pagestyle{empty}&#10;\begin{document}&#10;\noindent&#10;L = 2.000 m \\&#10;n = 0.025 \\&#10;b = 2 m \\&#10;Z\textsubscript{1} = 0.5 m/m \\&#10;Z\textsubscript{2} 1 m/m \\&#10;\end{document}"/>
  <p:tag name="IGUANATEXSIZE" val="8"/>
  <p:tag name="IGUANATEXCURSOR" val="157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644.1694"/>
  <p:tag name="ORIGINALWIDTH" val="1134.608"/>
  <p:tag name="LATEXADDIN" val="\documentclass{article}&#10;\usepackage{amsmath}&#10;\pagestyle{empty}&#10;\begin{document}&#10;\noindent&#10;L = 1.000 m \\&#10;n = 0.018 \\&#10;b = 3 m \\&#10;%Z\textsubscript{1} = 0 \\&#10;%Z\textsubscript{2} 0 \\&#10;\end{document}"/>
  <p:tag name="IGUANATEXSIZE" val="8"/>
  <p:tag name="IGUANATEXCURSOR" val="157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669.291"/>
  <p:tag name="ORIGINALWIDTH" val="1100.862"/>
  <p:tag name="LATEXADDIN" val="\documentclass{article}&#10;\usepackage{amsmath}&#10;\pagestyle{empty}&#10;\begin{document}&#10;\noindent&#10;k\textsubscript{o} = 0.5914 \\&#10;k\textsubscript{s} = 2.7450 \\&#10;p = 3 m \\&#10;h\textsubscript{c} = 0.25 m \\&#10;h\textsubscript{m} = 5 m \\&#10;Z\textsubscript{1} = 0 \\&#10;Z\textsubscript{2} 0 \\&#10;\end{document}"/>
  <p:tag name="IGUANATEXSIZE" val="8"/>
  <p:tag name="IGUANATEXCURSOR" val="148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39.4826"/>
  <p:tag name="ORIGINALWIDTH" val="54.74315"/>
  <p:tag name="LATEXADDIN" val="\documentclass{article}&#10;\usepackage{amsmath}&#10;\pagestyle{empty}&#10;\begin{document}&#10;&#10;$i$&#10;&#10;&#10;\end{document}"/>
  <p:tag name="IGUANATEXSIZE" val="12"/>
  <p:tag name="IGUANATEXCURSOR" val="82"/>
  <p:tag name="TRANSPARENCY" val="True"/>
  <p:tag name="LATEXENGINEID" val="0"/>
  <p:tag name="TEMPFOLDER" val="C:\Users\vka536\Desktop\IguanaTex_v1_58\Temp\"/>
  <p:tag name="LATEXFORMHEIGHT" val="312"/>
  <p:tag name="LATEXFORMWIDTH" val="384"/>
  <p:tag name="LATEXFORMWRAP" val="True"/>
  <p:tag name="BITMAPVECTOR" val="0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75.478"/>
  <p:tag name="ORIGINALWIDTH" val="389.9513"/>
  <p:tag name="LATEXADDIN" val="\documentclass{article}&#10;\usepackage{amsmath}&#10;\pagestyle{empty}&#10;\begin{document}&#10;\noindent&#10;$E_{TR} $&#10;&#10;&#10;\end{document}"/>
  <p:tag name="IGUANATEXSIZE" val="12"/>
  <p:tag name="IGUANATEXCURSOR" val="97"/>
  <p:tag name="TRANSPARENCY" val="True"/>
  <p:tag name="LATEXENGINEID" val="0"/>
  <p:tag name="TEMPFOLDER" val="C:\Users\vka536\Desktop\IguanaTex_v1_58\Temp\"/>
  <p:tag name="LATEXFORMHEIGHT" val="312"/>
  <p:tag name="LATEXFORMWIDTH" val="384"/>
  <p:tag name="LATEXFORMWRAP" val="True"/>
  <p:tag name="BITMAPVECTOR" val="0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39.4826"/>
  <p:tag name="ORIGINALWIDTH" val="54.74315"/>
  <p:tag name="LATEXADDIN" val="\documentclass{article}&#10;\usepackage{amsmath}&#10;\pagestyle{empty}&#10;\begin{document}&#10;&#10;$i$&#10;&#10;&#10;\end{document}"/>
  <p:tag name="IGUANATEXSIZE" val="12"/>
  <p:tag name="IGUANATEXCURSOR" val="82"/>
  <p:tag name="TRANSPARENCY" val="True"/>
  <p:tag name="LATEXENGINEID" val="0"/>
  <p:tag name="TEMPFOLDER" val="C:\Users\vka536\Desktop\IguanaTex_v1_58\Temp\"/>
  <p:tag name="LATEXFORMHEIGHT" val="312"/>
  <p:tag name="LATEXFORMWIDTH" val="384"/>
  <p:tag name="LATEXFORMWRAP" val="True"/>
  <p:tag name="BITMAPVECTOR" val="0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75.478"/>
  <p:tag name="ORIGINALWIDTH" val="389.9513"/>
  <p:tag name="LATEXADDIN" val="\documentclass{article}&#10;\usepackage{amsmath}&#10;\pagestyle{empty}&#10;\begin{document}&#10;\noindent&#10;$E_{TR} $&#10;&#10;&#10;\end{document}"/>
  <p:tag name="IGUANATEXSIZE" val="12"/>
  <p:tag name="IGUANATEXCURSOR" val="97"/>
  <p:tag name="TRANSPARENCY" val="True"/>
  <p:tag name="LATEXENGINEID" val="0"/>
  <p:tag name="TEMPFOLDER" val="C:\Users\vka536\Desktop\IguanaTex_v1_58\Temp\"/>
  <p:tag name="LATEXFORMHEIGHT" val="312"/>
  <p:tag name="LATEXFORMWIDTH" val="384"/>
  <p:tag name="LATEXFORMWRAP" val="True"/>
  <p:tag name="BITMAPVECTOR" val="0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30.9711"/>
  <p:tag name="ORIGINALWIDTH" val="159.73"/>
  <p:tag name="LATEXADDIN" val="\documentclass{article}&#10;\usepackage{amsmath}&#10;\pagestyle{empty}&#10;\begin{document}&#10;\noindent&#10;$q^l_{6}$&#10;\end{document}"/>
  <p:tag name="IGUANATEXSIZE" val="12"/>
  <p:tag name="IGUANATEXCURSOR" val="93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30.9711"/>
  <p:tag name="ORIGINALWIDTH" val="164.2294"/>
  <p:tag name="LATEXADDIN" val="\documentclass{article}&#10;\usepackage{amsmath}&#10;\pagestyle{empty}&#10;\begin{document}&#10;\noindent&#10;$q^l_{7}$&#10;\end{document}"/>
  <p:tag name="IGUANATEXSIZE" val="12"/>
  <p:tag name="IGUANATEXCURSOR" val="97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93.4758"/>
  <p:tag name="ORIGINALWIDTH" val="166.4792"/>
  <p:tag name="LATEXADDIN" val="\documentclass{article}&#10;\usepackage{amsmath}&#10;\pagestyle{empty}&#10;\begin{document}&#10;\noindent&#10;$q^r_{8}$&#10;\end{document}"/>
  <p:tag name="IGUANATEXSIZE" val="12"/>
  <p:tag name="IGUANATEXCURSOR" val="97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42.4822"/>
  <p:tag name="ORIGINALWIDTH" val="181.4773"/>
  <p:tag name="LATEXADDIN" val="\documentclass{article}&#10;\usepackage{amsmath}&#10;\pagestyle{empty}&#10;\begin{document}&#10;\noindent&#10;10&#10;\end{document}"/>
  <p:tag name="IGUANATEXSIZE" val="8"/>
  <p:tag name="IGUANATEXCURSOR" val="92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42.4822"/>
  <p:tag name="ORIGINALWIDTH" val="83.98952"/>
  <p:tag name="LATEXADDIN" val="\documentclass{article}&#10;\usepackage{amsmath}&#10;\pagestyle{empty}&#10;\begin{document}&#10;\noindent&#10;5&#10;\end{document}"/>
  <p:tag name="IGUANATEXSIZE" val="8"/>
  <p:tag name="IGUANATEXCURSOR" val="91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42.4822"/>
  <p:tag name="ORIGINALWIDTH" val="88.48898"/>
  <p:tag name="LATEXADDIN" val="\documentclass{article}&#10;\usepackage{amsmath}&#10;\pagestyle{empty}&#10;\begin{document}&#10;\noindent&#10;0&#10;\end{document}"/>
  <p:tag name="IGUANATEXSIZE" val="8"/>
  <p:tag name="IGUANATEXCURSOR" val="91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24.222"/>
  <p:tag name="ORIGINALWIDTH" val="1125.609"/>
  <p:tag name="LATEXADDIN" val="\documentclass{article}&#10;\usepackage{amsmath}&#10;\pagestyle{empty}&#10;\begin{document}&#10;\noindent&#10;$q^r(h)$ (m\textsuperscript{3}/s)&#10;\end{document}"/>
  <p:tag name="IGUANATEXSIZE" val="8"/>
  <p:tag name="IGUANATEXCURSOR" val="122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07.724"/>
  <p:tag name="ORIGINALWIDTH" val="583.4271"/>
  <p:tag name="LATEXADDIN" val="\documentclass{article}&#10;\usepackage{amsmath}&#10;\pagestyle{empty}&#10;\begin{document}&#10;\noindent&#10;$h^r$ (m)&#10;\end{document}"/>
  <p:tag name="IGUANATEXSIZE" val="8"/>
  <p:tag name="IGUANATEXCURSOR" val="99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456.6929"/>
  <p:tag name="ORIGINALWIDTH" val="928.3839"/>
  <p:tag name="LATEXADDIN" val="\documentclass{article}&#10;\usepackage{amsmath}&#10;\pagestyle{empty}&#10;\begin{document}&#10;\noindent&#10;$~A^r(h^r)/\eta$ \\&#10;(1.000 m\textsuperscript{2})&#10;\end{document}"/>
  <p:tag name="IGUANATEXSIZE" val="8"/>
  <p:tag name="IGUANATEXCURSOR" val="91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42.4822"/>
  <p:tag name="ORIGINALWIDTH" val="88.48898"/>
  <p:tag name="LATEXADDIN" val="\documentclass{article}&#10;\usepackage{amsmath}&#10;\pagestyle{empty}&#10;\begin{document}&#10;\noindent&#10;0&#10;\end{document}"/>
  <p:tag name="IGUANATEXSIZE" val="8"/>
  <p:tag name="IGUANATEXCURSOR" val="91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42.4822"/>
  <p:tag name="ORIGINALWIDTH" val="86.98914"/>
  <p:tag name="LATEXADDIN" val="\documentclass{article}&#10;\usepackage{amsmath}&#10;\pagestyle{empty}&#10;\begin{document}&#10;\noindent&#10;3&#10;\end{document}"/>
  <p:tag name="IGUANATEXSIZE" val="8"/>
  <p:tag name="IGUANATEXCURSOR" val="91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42.4822"/>
  <p:tag name="ORIGINALWIDTH" val="83.98952"/>
  <p:tag name="LATEXADDIN" val="\documentclass{article}&#10;\usepackage{amsmath}&#10;\pagestyle{empty}&#10;\begin{document}&#10;\noindent&#10;5&#10;\end{document}"/>
  <p:tag name="IGUANATEXSIZE" val="8"/>
  <p:tag name="IGUANATEXCURSOR" val="91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456.6929"/>
  <p:tag name="ORIGINALWIDTH" val="1220.847"/>
  <p:tag name="LATEXADDIN" val="\documentclass{article}&#10;\usepackage{amsmath}&#10;\pagestyle{empty}&#10;\begin{document}&#10;\noindent&#10;$i_p(t) - e_{TR}(t)$ \\&#10;$~~~~~$(mm/h)&#10;\end{document}"/>
  <p:tag name="IGUANATEXSIZE" val="8"/>
  <p:tag name="IGUANATEXCURSOR" val="127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456.6929"/>
  <p:tag name="ORIGINALWIDTH" val="1220.847"/>
  <p:tag name="LATEXADDIN" val="\documentclass{article}&#10;\usepackage{amsmath}&#10;\pagestyle{empty}&#10;\begin{document}&#10;\noindent&#10;$i_p(t) - e_{TR}(t)$ \\&#10;$~~~~~$(mm/h)&#10;\end{document}"/>
  <p:tag name="IGUANATEXSIZE" val="8"/>
  <p:tag name="IGUANATEXCURSOR" val="127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26.4716"/>
  <p:tag name="ORIGINALWIDTH" val="1945.257"/>
  <p:tag name="LATEXADDIN" val="\documentclass{article}&#10;\usepackage{amsmath}&#10;\pagestyle{empty}&#10;\begin{document}&#10;\noindent&#10;$\mathbf v = [4~4~5~6~7~5~8~0]^T$&#10;\end{document}"/>
  <p:tag name="IGUANATEXSIZE" val="12"/>
  <p:tag name="IGUANATEXCURSOR" val="99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86.7267"/>
  <p:tag name="ORIGINALWIDTH" val="824.8969"/>
  <p:tag name="LATEXADDIN" val="\documentclass{article}&#10;\usepackage{amsmath}&#10;\pagestyle{empty}&#10;\begin{document}&#10;\noindent&#10;Topology&#10;&#10;&#10;\end{document}"/>
  <p:tag name="IGUANATEXSIZE" val="12"/>
  <p:tag name="IGUANATEXCURSOR" val="98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42.4822"/>
  <p:tag name="ORIGINALWIDTH" val="83.98952"/>
  <p:tag name="LATEXADDIN" val="\documentclass{article}&#10;\usepackage{amsmath}&#10;\pagestyle{empty}&#10;\begin{document}&#10;\noindent&#10;5&#10;\end{document}"/>
  <p:tag name="IGUANATEXSIZE" val="8"/>
  <p:tag name="IGUANATEXCURSOR" val="91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91.2261"/>
  <p:tag name="ORIGINALWIDTH" val="2431.946"/>
  <p:tag name="LATEXADDIN" val="\documentclass{article}&#10;\usepackage{amsmath}&#10;\pagestyle{empty}&#10;\begin{document}&#10;\noindent&#10;\textbf{L6} - Assymetric Trapezoid&#10;\end{document}"/>
  <p:tag name="IGUANATEXSIZE" val="8"/>
  <p:tag name="IGUANATEXCURSOR" val="124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88.9764"/>
  <p:tag name="ORIGINALWIDTH" val="2376.453"/>
  <p:tag name="LATEXADDIN" val="\documentclass{article}&#10;\usepackage{amsmath}&#10;\pagestyle{empty}&#10;\begin{document}&#10;\noindent&#10;\textbf{L6} - Rectangular Channel&#10;\end{document}"/>
  <p:tag name="IGUANATEXSIZE" val="8"/>
  <p:tag name="IGUANATEXCURSOR" val="123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146.9817"/>
  <p:tag name="ORIGINALWIDTH" val="2196.475"/>
  <p:tag name="LATEXADDIN" val="\documentclass{article}&#10;\usepackage{amsmath}&#10;\pagestyle{empty}&#10;\begin{document}&#10;\noindent&#10;\textbf{R8} - Primatic Reservoir&#10;\end{document}"/>
  <p:tag name="IGUANATEXSIZE" val="8"/>
  <p:tag name="IGUANATEXCURSOR" val="122"/>
  <p:tag name="TRANSPARENCY" val="True"/>
  <p:tag name="LATEXENGINEID" val="0"/>
  <p:tag name="TEMPFOLDER" val="C:\Users\Marcus\Desktop\PPT IguanaTex\"/>
  <p:tag name="LATEXFORMHEIGHT" val="312"/>
  <p:tag name="LATEXFORMWIDTH" val="384"/>
  <p:tag name="LATEXFORMWRAP" val="True"/>
  <p:tag name="BITMAPVECTOR" val="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5273</TotalTime>
  <Words>23</Words>
  <Application>Microsoft Office PowerPoint</Application>
  <PresentationFormat>Widescreen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Marcus Nóbrega</dc:creator>
  <cp:lastModifiedBy>Nobrega Gomes, Marcus - (marcusnobrega)</cp:lastModifiedBy>
  <cp:revision>4</cp:revision>
  <dcterms:created xsi:type="dcterms:W3CDTF">2022-07-22T20:32:44Z</dcterms:created>
  <dcterms:modified xsi:type="dcterms:W3CDTF">2025-12-10T15:19:55Z</dcterms:modified>
</cp:coreProperties>
</file>